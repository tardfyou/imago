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74b73fbde49a9" /><Relationship Type="http://schemas.openxmlformats.org/officeDocument/2006/relationships/extended-properties" Target="/docProps/app.xml" Id="R41ea556520e142f8" /><Relationship Type="http://schemas.openxmlformats.org/officeDocument/2006/relationships/officeDocument" Target="/ppt/presentation.xml" Id="Rc8895784352047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91c5eeaaa1463b"/>
  </p:sldMasterIdLst>
  <p:notesMasterIdLst>
    <p:notesMasterId xmlns:r="http://schemas.openxmlformats.org/officeDocument/2006/relationships" r:id="Raa57fc822ea54437"/>
  </p:notesMasterIdLst>
  <p:sldIdLst>
    <p:sldId xmlns:r="http://schemas.openxmlformats.org/officeDocument/2006/relationships" id="256" r:id="R17f5a18691914d15"/>
  </p:sldIdLst>
  <p:sldSz cx="11401425" cy="2600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7cc01363d4cf6" /><Relationship Type="http://schemas.openxmlformats.org/officeDocument/2006/relationships/slideMaster" Target="/ppt/slideMasters/slideMaster1.xml" Id="Re991c5eeaaa1463b" /><Relationship Type="http://schemas.openxmlformats.org/officeDocument/2006/relationships/notesMaster" Target="/ppt/notesMasters/notesMaster1.xml" Id="Raa57fc822ea54437" /><Relationship Type="http://schemas.openxmlformats.org/officeDocument/2006/relationships/presProps" Target="/ppt/presProps.xml" Id="Rae11c7c10c474860" /><Relationship Type="http://schemas.openxmlformats.org/officeDocument/2006/relationships/tableStyles" Target="/ppt/tableStyles.xml" Id="R9751ecb8a8934ffd" /><Relationship Type="http://schemas.openxmlformats.org/officeDocument/2006/relationships/slide" Target="/ppt/slides/slide1.xml" Id="R17f5a1869191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58f8f86e0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4ba66bb29e4f95" /><Relationship Type="http://schemas.openxmlformats.org/officeDocument/2006/relationships/notesMaster" Target="/ppt/notesMasters/notesMaster1.xml" Id="Rb0fc7e73dc09478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素材ID：SE-004</ns1:t>
            </ns1:r>
          </ns1:p>
          <ns1:p>
            <ns1:r>
              <ns1:t>论文：TraStrainer: Adaptive Sampling for Distributed Traces with System Runtime State</ns1:t>
            </ns1:r>
          </ns1:p>
          <ns1:p>
            <ns1:r>
              <ns1:t>会议：FSE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4，PDF第5页</ns1:t>
            </ns1:r>
          </ns1:p>
          <ns1:p>
            <ns1:r>
              <ns1:t>类型：系统架构</ns1:t>
            </ns1:r>
          </ns1:p>
          <ns1:p>
            <ns1:r>
              <ns1:t>借鉴点：多输入汇聚到双路采样再融合的架构，窗口矩阵和状态小图兼具抽象与实例。</ns1:t>
            </ns1:r>
          </ns1:p>
          <ns1:p>
            <ns1:r>
              <ns1:t>论文URL：https://huanghy95.github.io/files/fse24/fse2024TraStrainer.pdf</ns1:t>
            </ns1:r>
          </ns1:p>
          <ns1:p>
            <ns1:r>
              <ns1:t>官方获奖URL：https://www2.sigsoft.org/awards/distinguishedpaper/#the-acm-international-conference-on-the-foundations-of-software-engineering-fse-2024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0765cf2b643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795845d4164b0d" /><Relationship Type="http://schemas.openxmlformats.org/officeDocument/2006/relationships/slideLayout" Target="/ppt/slideLayouts/slideLayout1.xml" Id="Rade98df68d144e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e98df68d144e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ff111696a4b67" /><Relationship Type="http://schemas.openxmlformats.org/officeDocument/2006/relationships/notesSlide" Target="/ppt/notesSlides/notesSlide1.xml" Id="R87267bcd242e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FE0A9-25E3-4F7A-AF20-7EEE6D0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068" y="1505204"/>
            <a:ext cx="1496042" cy="672249"/>
          </a:xfrm>
          <a:custGeom xmlns:a="http://schemas.openxmlformats.org/drawingml/2006/main">
            <a:pathLst>
              <a:path w="1496042" h="672249">
                <a:moveTo>
                  <a:pt x="1496042" y="627432"/>
                </a:moveTo>
                <a:lnTo>
                  <a:pt x="1496042" y="44817"/>
                </a:lnTo>
                <a:cubicBezTo>
                  <a:pt x="1496042" y="20078"/>
                  <a:pt x="1475964" y="0"/>
                  <a:pt x="1451226" y="0"/>
                </a:cubicBezTo>
                <a:lnTo>
                  <a:pt x="44817" y="0"/>
                </a:lnTo>
                <a:cubicBezTo>
                  <a:pt x="20078" y="0"/>
                  <a:pt x="0" y="20078"/>
                  <a:pt x="0" y="44817"/>
                </a:cubicBezTo>
                <a:lnTo>
                  <a:pt x="0" y="627432"/>
                </a:lnTo>
                <a:cubicBezTo>
                  <a:pt x="0" y="652171"/>
                  <a:pt x="20078" y="672249"/>
                  <a:pt x="44817" y="672249"/>
                </a:cubicBezTo>
                <a:lnTo>
                  <a:pt x="1451226" y="672249"/>
                </a:lnTo>
                <a:cubicBezTo>
                  <a:pt x="1475964" y="672249"/>
                  <a:pt x="1496042" y="652171"/>
                  <a:pt x="1496042" y="6274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249A6-D66B-4068-A7DB-D0D7D3D6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068" y="1505204"/>
            <a:ext cx="1496042" cy="672249"/>
          </a:xfrm>
          <a:custGeom xmlns:a="http://schemas.openxmlformats.org/drawingml/2006/main">
            <a:pathLst>
              <a:path w="1496042" h="672249" fill="none">
                <a:moveTo>
                  <a:pt x="1496042" y="627432"/>
                </a:moveTo>
                <a:lnTo>
                  <a:pt x="1496042" y="44817"/>
                </a:lnTo>
                <a:cubicBezTo>
                  <a:pt x="1496042" y="20078"/>
                  <a:pt x="1475964" y="0"/>
                  <a:pt x="1451226" y="0"/>
                </a:cubicBezTo>
                <a:lnTo>
                  <a:pt x="44817" y="0"/>
                </a:lnTo>
                <a:cubicBezTo>
                  <a:pt x="20078" y="0"/>
                  <a:pt x="0" y="20078"/>
                  <a:pt x="0" y="44817"/>
                </a:cubicBezTo>
                <a:lnTo>
                  <a:pt x="0" y="627432"/>
                </a:lnTo>
                <a:cubicBezTo>
                  <a:pt x="0" y="652171"/>
                  <a:pt x="20078" y="672249"/>
                  <a:pt x="44817" y="672249"/>
                </a:cubicBezTo>
                <a:lnTo>
                  <a:pt x="1451226" y="672249"/>
                </a:lnTo>
                <a:cubicBezTo>
                  <a:pt x="1475964" y="672249"/>
                  <a:pt x="1496042" y="652171"/>
                  <a:pt x="1496042" y="6274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6C8EBF"/>
            </a:solidFill>
            <a:custDash>
              <a:ds d="600000" sp="400000"/>
            </a:custDash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6F26A-964F-43CB-BAB3-BEE3CC6C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068" y="847540"/>
            <a:ext cx="1496042" cy="644860"/>
          </a:xfrm>
          <a:custGeom xmlns:a="http://schemas.openxmlformats.org/drawingml/2006/main">
            <a:pathLst>
              <a:path w="1496042" h="644860">
                <a:moveTo>
                  <a:pt x="1496042" y="600043"/>
                </a:moveTo>
                <a:lnTo>
                  <a:pt x="1496042" y="44817"/>
                </a:lnTo>
                <a:cubicBezTo>
                  <a:pt x="1496042" y="20078"/>
                  <a:pt x="1475964" y="0"/>
                  <a:pt x="1451226" y="0"/>
                </a:cubicBezTo>
                <a:lnTo>
                  <a:pt x="44817" y="0"/>
                </a:lnTo>
                <a:cubicBezTo>
                  <a:pt x="20078" y="0"/>
                  <a:pt x="0" y="20078"/>
                  <a:pt x="0" y="44817"/>
                </a:cubicBezTo>
                <a:lnTo>
                  <a:pt x="0" y="600043"/>
                </a:lnTo>
                <a:cubicBezTo>
                  <a:pt x="0" y="624782"/>
                  <a:pt x="20078" y="644860"/>
                  <a:pt x="44817" y="644860"/>
                </a:cubicBezTo>
                <a:lnTo>
                  <a:pt x="1451226" y="644860"/>
                </a:lnTo>
                <a:cubicBezTo>
                  <a:pt x="1475964" y="644860"/>
                  <a:pt x="1496042" y="624782"/>
                  <a:pt x="1496042" y="6000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157E7-9EDA-49E6-BB0E-EA7AD6EB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068" y="847540"/>
            <a:ext cx="1496042" cy="644860"/>
          </a:xfrm>
          <a:custGeom xmlns:a="http://schemas.openxmlformats.org/drawingml/2006/main">
            <a:pathLst>
              <a:path w="1496042" h="644860" fill="none">
                <a:moveTo>
                  <a:pt x="1496042" y="600043"/>
                </a:moveTo>
                <a:lnTo>
                  <a:pt x="1496042" y="44817"/>
                </a:lnTo>
                <a:cubicBezTo>
                  <a:pt x="1496042" y="20078"/>
                  <a:pt x="1475964" y="0"/>
                  <a:pt x="1451226" y="0"/>
                </a:cubicBezTo>
                <a:lnTo>
                  <a:pt x="44817" y="0"/>
                </a:lnTo>
                <a:cubicBezTo>
                  <a:pt x="20078" y="0"/>
                  <a:pt x="0" y="20078"/>
                  <a:pt x="0" y="44817"/>
                </a:cubicBezTo>
                <a:lnTo>
                  <a:pt x="0" y="600043"/>
                </a:lnTo>
                <a:cubicBezTo>
                  <a:pt x="0" y="624782"/>
                  <a:pt x="20078" y="644860"/>
                  <a:pt x="44817" y="644860"/>
                </a:cubicBezTo>
                <a:lnTo>
                  <a:pt x="1451226" y="644860"/>
                </a:lnTo>
                <a:cubicBezTo>
                  <a:pt x="1475964" y="644860"/>
                  <a:pt x="1496042" y="624782"/>
                  <a:pt x="1496042" y="6000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D6B656"/>
            </a:solidFill>
            <a:custDash>
              <a:ds d="600000" sp="400000"/>
            </a:custDash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F8128-2532-40B1-BB2D-5DAD7EAA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117" y="880391"/>
            <a:ext cx="57621" cy="1239870"/>
          </a:xfrm>
          <a:custGeom xmlns:a="http://schemas.openxmlformats.org/drawingml/2006/main">
            <a:pathLst>
              <a:path w="57621" h="1239870" fill="none">
                <a:moveTo>
                  <a:pt x="57621" y="0"/>
                </a:moveTo>
                <a:lnTo>
                  <a:pt x="0" y="0"/>
                </a:lnTo>
                <a:lnTo>
                  <a:pt x="0" y="1239870"/>
                </a:lnTo>
                <a:lnTo>
                  <a:pt x="57621" y="1239870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1C3E1-EA1F-42C4-8D53-CCE2804E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880390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3BC6B-A852-4848-AA17-B246DA2A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880390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0FA53-C7FA-4480-8F04-7DF36D8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143" y="880391"/>
            <a:ext cx="57621" cy="1239870"/>
          </a:xfrm>
          <a:custGeom xmlns:a="http://schemas.openxmlformats.org/drawingml/2006/main">
            <a:pathLst>
              <a:path w="57621" h="1239870" fill="none">
                <a:moveTo>
                  <a:pt x="0" y="0"/>
                </a:moveTo>
                <a:lnTo>
                  <a:pt x="57621" y="0"/>
                </a:lnTo>
                <a:lnTo>
                  <a:pt x="57621" y="1239870"/>
                </a:lnTo>
                <a:lnTo>
                  <a:pt x="0" y="1239870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8070F-A0AC-414C-8550-F9712E24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29645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9BB96-69B5-42D4-9832-64678275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29645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11" name="Text ·">
            <a:extLst xmlns:a="http://schemas.openxmlformats.org/drawingml/2006/main">
              <a:ext uri="{FF2B5EF4-FFF2-40B4-BE49-F238E27FC236}">
                <a16:creationId xmlns:a16="http://schemas.microsoft.com/office/drawing/2014/main" id="{B8CAD626-8215-4482-8BE7-C8ABEFD6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092635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·">
            <a:extLst xmlns:a="http://schemas.openxmlformats.org/drawingml/2006/main">
              <a:ext uri="{FF2B5EF4-FFF2-40B4-BE49-F238E27FC236}">
                <a16:creationId xmlns:a16="http://schemas.microsoft.com/office/drawing/2014/main" id="{49598718-F4A4-448C-A911-9BF9287E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15595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·">
            <a:extLst xmlns:a="http://schemas.openxmlformats.org/drawingml/2006/main">
              <a:ext uri="{FF2B5EF4-FFF2-40B4-BE49-F238E27FC236}">
                <a16:creationId xmlns:a16="http://schemas.microsoft.com/office/drawing/2014/main" id="{873540DB-1B5B-4128-8F87-416A4482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219282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93C90-50AB-4DF1-887B-63061C8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53878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9D720-AC84-4304-B6E5-3D7EF583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53878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907B8-92E4-4A46-9A93-76434D4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954849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3695B-4527-4C4F-956B-6EE9358C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739" y="1954849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18" name="Text ·">
            <a:extLst xmlns:a="http://schemas.openxmlformats.org/drawingml/2006/main">
              <a:ext uri="{FF2B5EF4-FFF2-40B4-BE49-F238E27FC236}">
                <a16:creationId xmlns:a16="http://schemas.microsoft.com/office/drawing/2014/main" id="{D37ACC8E-96F6-4506-A0AF-72ECAC1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75102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·">
            <a:extLst xmlns:a="http://schemas.openxmlformats.org/drawingml/2006/main">
              <a:ext uri="{FF2B5EF4-FFF2-40B4-BE49-F238E27FC236}">
                <a16:creationId xmlns:a16="http://schemas.microsoft.com/office/drawing/2014/main" id="{08DEED0D-1E38-4CAD-8F45-A155509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814353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·">
            <a:extLst xmlns:a="http://schemas.openxmlformats.org/drawingml/2006/main">
              <a:ext uri="{FF2B5EF4-FFF2-40B4-BE49-F238E27FC236}">
                <a16:creationId xmlns:a16="http://schemas.microsoft.com/office/drawing/2014/main" id="{CD67EA35-D641-4284-BCEF-54447A11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21" y="1877676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CEB26-8AD7-4AB5-9BAD-F842F809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063" y="880390"/>
            <a:ext cx="57621" cy="1239870"/>
          </a:xfrm>
          <a:custGeom xmlns:a="http://schemas.openxmlformats.org/drawingml/2006/main">
            <a:pathLst>
              <a:path w="57621" h="1239870" fill="none">
                <a:moveTo>
                  <a:pt x="57621" y="0"/>
                </a:moveTo>
                <a:lnTo>
                  <a:pt x="0" y="0"/>
                </a:lnTo>
                <a:lnTo>
                  <a:pt x="0" y="1239870"/>
                </a:lnTo>
                <a:lnTo>
                  <a:pt x="57621" y="1239870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642F3-96DA-4BF9-AD1A-DAF42C24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880390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EBC95D-22B6-4477-B685-989129EC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880390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FE9DF-614C-4762-A150-C5CE80C9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63" y="880390"/>
            <a:ext cx="57621" cy="1239870"/>
          </a:xfrm>
          <a:custGeom xmlns:a="http://schemas.openxmlformats.org/drawingml/2006/main">
            <a:pathLst>
              <a:path w="57621" h="1239870" fill="none">
                <a:moveTo>
                  <a:pt x="0" y="0"/>
                </a:moveTo>
                <a:lnTo>
                  <a:pt x="57621" y="0"/>
                </a:lnTo>
                <a:lnTo>
                  <a:pt x="57621" y="1239870"/>
                </a:lnTo>
                <a:lnTo>
                  <a:pt x="0" y="1239870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4FB28-F0D4-48EE-93E7-631452F2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29645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AAC88-DCB8-4FC2-8E43-E95F955D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29645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27" name="Text ·">
            <a:extLst xmlns:a="http://schemas.openxmlformats.org/drawingml/2006/main">
              <a:ext uri="{FF2B5EF4-FFF2-40B4-BE49-F238E27FC236}">
                <a16:creationId xmlns:a16="http://schemas.microsoft.com/office/drawing/2014/main" id="{66B802F3-7AFA-408A-AD7C-EC9013B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092635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·">
            <a:extLst xmlns:a="http://schemas.openxmlformats.org/drawingml/2006/main">
              <a:ext uri="{FF2B5EF4-FFF2-40B4-BE49-F238E27FC236}">
                <a16:creationId xmlns:a16="http://schemas.microsoft.com/office/drawing/2014/main" id="{7DC5AB72-4FB8-4470-8BBE-6C15F2F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15595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·">
            <a:extLst xmlns:a="http://schemas.openxmlformats.org/drawingml/2006/main">
              <a:ext uri="{FF2B5EF4-FFF2-40B4-BE49-F238E27FC236}">
                <a16:creationId xmlns:a16="http://schemas.microsoft.com/office/drawing/2014/main" id="{6CAFAB45-FC25-4BA7-91C8-3E9E240C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219282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979D4-079B-48CB-AF89-AEFEB5E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53878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A2BE8-5417-44E5-901C-C3CCCD7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53878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1EF8F-AC77-4A55-862C-AFB85C55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954849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EDBB1-006F-4409-921F-A09F939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685" y="1954849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34" name="Text ·">
            <a:extLst xmlns:a="http://schemas.openxmlformats.org/drawingml/2006/main">
              <a:ext uri="{FF2B5EF4-FFF2-40B4-BE49-F238E27FC236}">
                <a16:creationId xmlns:a16="http://schemas.microsoft.com/office/drawing/2014/main" id="{14C10DBC-D841-4313-B31A-F66DFE9E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75102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·">
            <a:extLst xmlns:a="http://schemas.openxmlformats.org/drawingml/2006/main">
              <a:ext uri="{FF2B5EF4-FFF2-40B4-BE49-F238E27FC236}">
                <a16:creationId xmlns:a16="http://schemas.microsoft.com/office/drawing/2014/main" id="{0309F2D3-8E21-4609-8F8B-418A6052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814353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·">
            <a:extLst xmlns:a="http://schemas.openxmlformats.org/drawingml/2006/main">
              <a:ext uri="{FF2B5EF4-FFF2-40B4-BE49-F238E27FC236}">
                <a16:creationId xmlns:a16="http://schemas.microsoft.com/office/drawing/2014/main" id="{C6A0E077-1417-4A4D-82AD-B60359EC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873" y="1877676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982B6-3D6D-4327-8EDF-1C02D4EE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880390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5DA91-3433-40E0-83C6-B1C47CC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880390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18F28-9561-4A1C-A6E8-06DCB61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29645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46354-F9A1-4933-975E-4A850A4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29645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D6B656"/>
            </a:solidFill>
            <a:round/>
          </a:ln>
        </p:spPr>
      </p:sp>
      <p:sp>
        <p:nvSpPr>
          <p:cNvPr id="41" name="Text ·">
            <a:extLst xmlns:a="http://schemas.openxmlformats.org/drawingml/2006/main">
              <a:ext uri="{FF2B5EF4-FFF2-40B4-BE49-F238E27FC236}">
                <a16:creationId xmlns:a16="http://schemas.microsoft.com/office/drawing/2014/main" id="{E8538CDC-5D75-47A1-9F2C-B3C5230A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092635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·">
            <a:extLst xmlns:a="http://schemas.openxmlformats.org/drawingml/2006/main">
              <a:ext uri="{FF2B5EF4-FFF2-40B4-BE49-F238E27FC236}">
                <a16:creationId xmlns:a16="http://schemas.microsoft.com/office/drawing/2014/main" id="{05E536FF-087F-4D3D-90AF-E0E6736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15595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·">
            <a:extLst xmlns:a="http://schemas.openxmlformats.org/drawingml/2006/main">
              <a:ext uri="{FF2B5EF4-FFF2-40B4-BE49-F238E27FC236}">
                <a16:creationId xmlns:a16="http://schemas.microsoft.com/office/drawing/2014/main" id="{A5BFCB5B-9058-4C0A-8F7A-5FB669A2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219282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4B1FA-8DAB-4C48-AD33-3DA80D9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538785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C7830-E0E0-4EB9-B98E-A73452C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538785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662C4-6302-4C53-B116-09EFC51C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954849"/>
            <a:ext cx="165411" cy="165411"/>
          </a:xfrm>
          <a:custGeom xmlns:a="http://schemas.openxmlformats.org/drawingml/2006/main">
            <a:pathLst>
              <a:path w="165411" h="165411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3187F-18C0-48AE-A56C-B83EE5A2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032" y="1954849"/>
            <a:ext cx="165411" cy="165411"/>
          </a:xfrm>
          <a:custGeom xmlns:a="http://schemas.openxmlformats.org/drawingml/2006/main">
            <a:pathLst>
              <a:path w="165411" h="165411" fill="none">
                <a:moveTo>
                  <a:pt x="0" y="82705"/>
                </a:moveTo>
                <a:cubicBezTo>
                  <a:pt x="0" y="37029"/>
                  <a:pt x="37029" y="0"/>
                  <a:pt x="82705" y="0"/>
                </a:cubicBezTo>
                <a:cubicBezTo>
                  <a:pt x="128382" y="0"/>
                  <a:pt x="165411" y="37029"/>
                  <a:pt x="165411" y="82705"/>
                </a:cubicBezTo>
                <a:cubicBezTo>
                  <a:pt x="165411" y="128382"/>
                  <a:pt x="128382" y="165411"/>
                  <a:pt x="82705" y="165411"/>
                </a:cubicBezTo>
                <a:cubicBezTo>
                  <a:pt x="37029" y="165411"/>
                  <a:pt x="0" y="128382"/>
                  <a:pt x="0" y="827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6C8EBF"/>
            </a:solidFill>
            <a:round/>
          </a:ln>
        </p:spPr>
      </p:sp>
      <p:sp>
        <p:nvSpPr>
          <p:cNvPr id="48" name="Text ·">
            <a:extLst xmlns:a="http://schemas.openxmlformats.org/drawingml/2006/main">
              <a:ext uri="{FF2B5EF4-FFF2-40B4-BE49-F238E27FC236}">
                <a16:creationId xmlns:a16="http://schemas.microsoft.com/office/drawing/2014/main" id="{211A19C6-A7CB-4ADF-818F-DDC60371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751029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·">
            <a:extLst xmlns:a="http://schemas.openxmlformats.org/drawingml/2006/main">
              <a:ext uri="{FF2B5EF4-FFF2-40B4-BE49-F238E27FC236}">
                <a16:creationId xmlns:a16="http://schemas.microsoft.com/office/drawing/2014/main" id="{DE60795D-CBE4-405E-8AB8-4A14DF3B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814353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·">
            <a:extLst xmlns:a="http://schemas.openxmlformats.org/drawingml/2006/main">
              <a:ext uri="{FF2B5EF4-FFF2-40B4-BE49-F238E27FC236}">
                <a16:creationId xmlns:a16="http://schemas.microsoft.com/office/drawing/2014/main" id="{5BE03E47-52AA-4F27-B99D-343768F0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20" y="1877676"/>
            <a:ext cx="23109" cy="23021"/>
          </a:xfrm>
          <a:custGeom xmlns:a="http://schemas.openxmlformats.org/drawingml/2006/main">
            <a:pathLst>
              <a:path w="23109" h="23021">
                <a:moveTo>
                  <a:pt x="11554" y="0"/>
                </a:moveTo>
                <a:cubicBezTo>
                  <a:pt x="14764" y="58"/>
                  <a:pt x="17506" y="1167"/>
                  <a:pt x="19782" y="3326"/>
                </a:cubicBezTo>
                <a:cubicBezTo>
                  <a:pt x="21941" y="5602"/>
                  <a:pt x="23050" y="8316"/>
                  <a:pt x="23109" y="11467"/>
                </a:cubicBezTo>
                <a:cubicBezTo>
                  <a:pt x="23109" y="14735"/>
                  <a:pt x="21971" y="17448"/>
                  <a:pt x="19695" y="19607"/>
                </a:cubicBezTo>
                <a:cubicBezTo>
                  <a:pt x="17419" y="21883"/>
                  <a:pt x="14705" y="23021"/>
                  <a:pt x="11554" y="23021"/>
                </a:cubicBezTo>
                <a:cubicBezTo>
                  <a:pt x="8286" y="23021"/>
                  <a:pt x="5573" y="21883"/>
                  <a:pt x="3414" y="19607"/>
                </a:cubicBezTo>
                <a:cubicBezTo>
                  <a:pt x="1138" y="17448"/>
                  <a:pt x="0" y="14735"/>
                  <a:pt x="0" y="11467"/>
                </a:cubicBezTo>
                <a:cubicBezTo>
                  <a:pt x="0" y="8316"/>
                  <a:pt x="1138" y="5602"/>
                  <a:pt x="3414" y="3326"/>
                </a:cubicBezTo>
                <a:cubicBezTo>
                  <a:pt x="5573" y="1167"/>
                  <a:pt x="8286" y="58"/>
                  <a:pt x="1155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···">
            <a:extLst xmlns:a="http://schemas.openxmlformats.org/drawingml/2006/main">
              <a:ext uri="{FF2B5EF4-FFF2-40B4-BE49-F238E27FC236}">
                <a16:creationId xmlns:a16="http://schemas.microsoft.com/office/drawing/2014/main" id="{E3020FDB-53B9-44E4-8FBA-0C6ACCD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207" y="946281"/>
            <a:ext cx="151982" cy="23843"/>
          </a:xfrm>
          <a:custGeom xmlns:a="http://schemas.openxmlformats.org/drawingml/2006/main">
            <a:pathLst>
              <a:path w="151982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5" y="0"/>
                </a:moveTo>
                <a:cubicBezTo>
                  <a:pt x="143339" y="60"/>
                  <a:pt x="146179" y="1209"/>
                  <a:pt x="148537" y="3445"/>
                </a:cubicBezTo>
                <a:cubicBezTo>
                  <a:pt x="150773" y="5802"/>
                  <a:pt x="151921" y="8613"/>
                  <a:pt x="151982" y="11876"/>
                </a:cubicBezTo>
                <a:cubicBezTo>
                  <a:pt x="151982" y="15261"/>
                  <a:pt x="150803" y="18071"/>
                  <a:pt x="148446" y="20308"/>
                </a:cubicBezTo>
                <a:cubicBezTo>
                  <a:pt x="146089" y="22665"/>
                  <a:pt x="143278" y="23843"/>
                  <a:pt x="140015" y="23843"/>
                </a:cubicBezTo>
                <a:cubicBezTo>
                  <a:pt x="136630" y="23843"/>
                  <a:pt x="133820" y="22665"/>
                  <a:pt x="131583" y="20308"/>
                </a:cubicBezTo>
                <a:cubicBezTo>
                  <a:pt x="129226" y="18071"/>
                  <a:pt x="128048" y="15261"/>
                  <a:pt x="128048" y="11876"/>
                </a:cubicBezTo>
                <a:cubicBezTo>
                  <a:pt x="128048" y="8613"/>
                  <a:pt x="129226" y="5802"/>
                  <a:pt x="131583" y="3445"/>
                </a:cubicBezTo>
                <a:cubicBezTo>
                  <a:pt x="133820" y="1209"/>
                  <a:pt x="136630" y="60"/>
                  <a:pt x="14001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···">
            <a:extLst xmlns:a="http://schemas.openxmlformats.org/drawingml/2006/main">
              <a:ext uri="{FF2B5EF4-FFF2-40B4-BE49-F238E27FC236}">
                <a16:creationId xmlns:a16="http://schemas.microsoft.com/office/drawing/2014/main" id="{C34EC07A-44F4-471F-9300-C9C43AF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207" y="1376661"/>
            <a:ext cx="151982" cy="23843"/>
          </a:xfrm>
          <a:custGeom xmlns:a="http://schemas.openxmlformats.org/drawingml/2006/main">
            <a:pathLst>
              <a:path w="151982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5" y="0"/>
                </a:moveTo>
                <a:cubicBezTo>
                  <a:pt x="143339" y="60"/>
                  <a:pt x="146179" y="1209"/>
                  <a:pt x="148537" y="3445"/>
                </a:cubicBezTo>
                <a:cubicBezTo>
                  <a:pt x="150773" y="5802"/>
                  <a:pt x="151921" y="8613"/>
                  <a:pt x="151982" y="11876"/>
                </a:cubicBezTo>
                <a:cubicBezTo>
                  <a:pt x="151982" y="15261"/>
                  <a:pt x="150803" y="18071"/>
                  <a:pt x="148446" y="20308"/>
                </a:cubicBezTo>
                <a:cubicBezTo>
                  <a:pt x="146089" y="22665"/>
                  <a:pt x="143278" y="23843"/>
                  <a:pt x="140015" y="23843"/>
                </a:cubicBezTo>
                <a:cubicBezTo>
                  <a:pt x="136630" y="23843"/>
                  <a:pt x="133820" y="22665"/>
                  <a:pt x="131583" y="20308"/>
                </a:cubicBezTo>
                <a:cubicBezTo>
                  <a:pt x="129226" y="18071"/>
                  <a:pt x="128048" y="15261"/>
                  <a:pt x="128048" y="11876"/>
                </a:cubicBezTo>
                <a:cubicBezTo>
                  <a:pt x="128048" y="8613"/>
                  <a:pt x="129226" y="5802"/>
                  <a:pt x="131583" y="3445"/>
                </a:cubicBezTo>
                <a:cubicBezTo>
                  <a:pt x="133820" y="1209"/>
                  <a:pt x="136630" y="60"/>
                  <a:pt x="14001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···">
            <a:extLst xmlns:a="http://schemas.openxmlformats.org/drawingml/2006/main">
              <a:ext uri="{FF2B5EF4-FFF2-40B4-BE49-F238E27FC236}">
                <a16:creationId xmlns:a16="http://schemas.microsoft.com/office/drawing/2014/main" id="{1279E707-597A-4786-AE73-73A8B25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207" y="1596922"/>
            <a:ext cx="151982" cy="23843"/>
          </a:xfrm>
          <a:custGeom xmlns:a="http://schemas.openxmlformats.org/drawingml/2006/main">
            <a:pathLst>
              <a:path w="151982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5" y="0"/>
                </a:moveTo>
                <a:cubicBezTo>
                  <a:pt x="143339" y="60"/>
                  <a:pt x="146179" y="1209"/>
                  <a:pt x="148537" y="3445"/>
                </a:cubicBezTo>
                <a:cubicBezTo>
                  <a:pt x="150773" y="5802"/>
                  <a:pt x="151921" y="8613"/>
                  <a:pt x="151982" y="11876"/>
                </a:cubicBezTo>
                <a:cubicBezTo>
                  <a:pt x="151982" y="15261"/>
                  <a:pt x="150803" y="18071"/>
                  <a:pt x="148446" y="20308"/>
                </a:cubicBezTo>
                <a:cubicBezTo>
                  <a:pt x="146089" y="22665"/>
                  <a:pt x="143278" y="23843"/>
                  <a:pt x="140015" y="23843"/>
                </a:cubicBezTo>
                <a:cubicBezTo>
                  <a:pt x="136630" y="23843"/>
                  <a:pt x="133820" y="22665"/>
                  <a:pt x="131583" y="20308"/>
                </a:cubicBezTo>
                <a:cubicBezTo>
                  <a:pt x="129226" y="18071"/>
                  <a:pt x="128048" y="15261"/>
                  <a:pt x="128048" y="11876"/>
                </a:cubicBezTo>
                <a:cubicBezTo>
                  <a:pt x="128048" y="8613"/>
                  <a:pt x="129226" y="5802"/>
                  <a:pt x="131583" y="3445"/>
                </a:cubicBezTo>
                <a:cubicBezTo>
                  <a:pt x="133820" y="1209"/>
                  <a:pt x="136630" y="60"/>
                  <a:pt x="14001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···">
            <a:extLst xmlns:a="http://schemas.openxmlformats.org/drawingml/2006/main">
              <a:ext uri="{FF2B5EF4-FFF2-40B4-BE49-F238E27FC236}">
                <a16:creationId xmlns:a16="http://schemas.microsoft.com/office/drawing/2014/main" id="{9FBADC4F-BC95-4B2E-AD7E-474D0B8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207" y="2035056"/>
            <a:ext cx="151982" cy="23843"/>
          </a:xfrm>
          <a:custGeom xmlns:a="http://schemas.openxmlformats.org/drawingml/2006/main">
            <a:pathLst>
              <a:path w="151982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5" y="0"/>
                </a:moveTo>
                <a:cubicBezTo>
                  <a:pt x="143339" y="60"/>
                  <a:pt x="146179" y="1209"/>
                  <a:pt x="148537" y="3445"/>
                </a:cubicBezTo>
                <a:cubicBezTo>
                  <a:pt x="150773" y="5802"/>
                  <a:pt x="151921" y="8613"/>
                  <a:pt x="151982" y="11876"/>
                </a:cubicBezTo>
                <a:cubicBezTo>
                  <a:pt x="151982" y="15261"/>
                  <a:pt x="150803" y="18071"/>
                  <a:pt x="148446" y="20308"/>
                </a:cubicBezTo>
                <a:cubicBezTo>
                  <a:pt x="146089" y="22665"/>
                  <a:pt x="143278" y="23843"/>
                  <a:pt x="140015" y="23843"/>
                </a:cubicBezTo>
                <a:cubicBezTo>
                  <a:pt x="136630" y="23843"/>
                  <a:pt x="133820" y="22665"/>
                  <a:pt x="131583" y="20308"/>
                </a:cubicBezTo>
                <a:cubicBezTo>
                  <a:pt x="129226" y="18071"/>
                  <a:pt x="128048" y="15261"/>
                  <a:pt x="128048" y="11876"/>
                </a:cubicBezTo>
                <a:cubicBezTo>
                  <a:pt x="128048" y="8613"/>
                  <a:pt x="129226" y="5802"/>
                  <a:pt x="131583" y="3445"/>
                </a:cubicBezTo>
                <a:cubicBezTo>
                  <a:pt x="133820" y="1209"/>
                  <a:pt x="136630" y="60"/>
                  <a:pt x="14001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·">
            <a:extLst xmlns:a="http://schemas.openxmlformats.org/drawingml/2006/main">
              <a:ext uri="{FF2B5EF4-FFF2-40B4-BE49-F238E27FC236}">
                <a16:creationId xmlns:a16="http://schemas.microsoft.com/office/drawing/2014/main" id="{45056915-66E2-439F-8F5B-A699E16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52" y="1081279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·">
            <a:extLst xmlns:a="http://schemas.openxmlformats.org/drawingml/2006/main">
              <a:ext uri="{FF2B5EF4-FFF2-40B4-BE49-F238E27FC236}">
                <a16:creationId xmlns:a16="http://schemas.microsoft.com/office/drawing/2014/main" id="{9482E212-945E-4F4A-A6F2-9A7F4D18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986" y="1186918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·">
            <a:extLst xmlns:a="http://schemas.openxmlformats.org/drawingml/2006/main">
              <a:ext uri="{FF2B5EF4-FFF2-40B4-BE49-F238E27FC236}">
                <a16:creationId xmlns:a16="http://schemas.microsoft.com/office/drawing/2014/main" id="{D9136B94-5A33-4280-9373-011E132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619" y="1292557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·">
            <a:extLst xmlns:a="http://schemas.openxmlformats.org/drawingml/2006/main">
              <a:ext uri="{FF2B5EF4-FFF2-40B4-BE49-F238E27FC236}">
                <a16:creationId xmlns:a16="http://schemas.microsoft.com/office/drawing/2014/main" id="{32F5327A-CB8D-4C9E-B0AA-375E2437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52" y="1710776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·">
            <a:extLst xmlns:a="http://schemas.openxmlformats.org/drawingml/2006/main">
              <a:ext uri="{FF2B5EF4-FFF2-40B4-BE49-F238E27FC236}">
                <a16:creationId xmlns:a16="http://schemas.microsoft.com/office/drawing/2014/main" id="{FAB38B9F-BE04-45A5-AA16-03254F6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986" y="1816415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·">
            <a:extLst xmlns:a="http://schemas.openxmlformats.org/drawingml/2006/main">
              <a:ext uri="{FF2B5EF4-FFF2-40B4-BE49-F238E27FC236}">
                <a16:creationId xmlns:a16="http://schemas.microsoft.com/office/drawing/2014/main" id="{A89BE696-AEFE-404E-8182-76B6580B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619" y="1922054"/>
            <a:ext cx="23934" cy="23843"/>
          </a:xfrm>
          <a:custGeom xmlns:a="http://schemas.openxmlformats.org/drawingml/2006/main">
            <a:pathLst>
              <a:path w="23934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35AF1-E4FF-443D-ACFD-F6DC1B6C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7" y="1088979"/>
            <a:ext cx="2124480" cy="448166"/>
          </a:xfrm>
          <a:custGeom xmlns:a="http://schemas.openxmlformats.org/drawingml/2006/main">
            <a:pathLst>
              <a:path w="2124480" h="448166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9493C-36EE-4FEE-BF94-194DCC9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7" y="1088979"/>
            <a:ext cx="2124480" cy="448166"/>
          </a:xfrm>
          <a:custGeom xmlns:a="http://schemas.openxmlformats.org/drawingml/2006/main">
            <a:pathLst>
              <a:path w="2124480" h="448166" fill="none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868686"/>
            </a:solidFill>
            <a:custDash>
              <a:ds d="600000" sp="400000"/>
            </a:custDash>
            <a:round/>
          </a:ln>
        </p:spPr>
      </p:sp>
      <p:sp>
        <p:nvSpPr>
          <p:cNvPr id="63" name="Text Metric">
            <a:extLst xmlns:a="http://schemas.openxmlformats.org/drawingml/2006/main">
              <a:ext uri="{FF2B5EF4-FFF2-40B4-BE49-F238E27FC236}">
                <a16:creationId xmlns:a16="http://schemas.microsoft.com/office/drawing/2014/main" id="{7437FE1F-1805-4AD2-976A-EF847CA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65" y="1170509"/>
            <a:ext cx="445890" cy="106289"/>
          </a:xfrm>
          <a:custGeom xmlns:a="http://schemas.openxmlformats.org/drawingml/2006/main">
            <a:pathLst>
              <a:path w="445890" h="106289">
                <a:moveTo>
                  <a:pt x="70151" y="69476"/>
                </a:moveTo>
                <a:lnTo>
                  <a:pt x="97761" y="2401"/>
                </a:lnTo>
                <a:lnTo>
                  <a:pt x="139177" y="2401"/>
                </a:lnTo>
                <a:lnTo>
                  <a:pt x="139177" y="5177"/>
                </a:lnTo>
                <a:lnTo>
                  <a:pt x="135875" y="5177"/>
                </a:lnTo>
                <a:cubicBezTo>
                  <a:pt x="132874" y="5177"/>
                  <a:pt x="130473" y="5702"/>
                  <a:pt x="128673" y="6753"/>
                </a:cubicBezTo>
                <a:cubicBezTo>
                  <a:pt x="127372" y="7453"/>
                  <a:pt x="126372" y="8628"/>
                  <a:pt x="125672" y="10279"/>
                </a:cubicBezTo>
                <a:cubicBezTo>
                  <a:pt x="125121" y="11529"/>
                  <a:pt x="124846" y="14655"/>
                  <a:pt x="124846" y="19657"/>
                </a:cubicBezTo>
                <a:lnTo>
                  <a:pt x="124846" y="86732"/>
                </a:lnTo>
                <a:cubicBezTo>
                  <a:pt x="124846" y="91984"/>
                  <a:pt x="125121" y="95235"/>
                  <a:pt x="125672" y="96486"/>
                </a:cubicBezTo>
                <a:cubicBezTo>
                  <a:pt x="126172" y="97786"/>
                  <a:pt x="127297" y="98912"/>
                  <a:pt x="129048" y="99862"/>
                </a:cubicBezTo>
                <a:cubicBezTo>
                  <a:pt x="130748" y="100862"/>
                  <a:pt x="133024" y="101363"/>
                  <a:pt x="135875" y="101363"/>
                </a:cubicBezTo>
                <a:lnTo>
                  <a:pt x="139177" y="101363"/>
                </a:lnTo>
                <a:lnTo>
                  <a:pt x="139177" y="104139"/>
                </a:lnTo>
                <a:lnTo>
                  <a:pt x="86057" y="104139"/>
                </a:lnTo>
                <a:lnTo>
                  <a:pt x="86057" y="101363"/>
                </a:lnTo>
                <a:lnTo>
                  <a:pt x="89358" y="101363"/>
                </a:lnTo>
                <a:cubicBezTo>
                  <a:pt x="92359" y="101363"/>
                  <a:pt x="94760" y="100837"/>
                  <a:pt x="96561" y="99787"/>
                </a:cubicBezTo>
                <a:cubicBezTo>
                  <a:pt x="97811" y="99137"/>
                  <a:pt x="98812" y="97936"/>
                  <a:pt x="99562" y="96186"/>
                </a:cubicBezTo>
                <a:cubicBezTo>
                  <a:pt x="100062" y="94985"/>
                  <a:pt x="100337" y="91834"/>
                  <a:pt x="100387" y="86732"/>
                </a:cubicBezTo>
                <a:lnTo>
                  <a:pt x="100387" y="11329"/>
                </a:lnTo>
                <a:lnTo>
                  <a:pt x="61373" y="104139"/>
                </a:lnTo>
                <a:lnTo>
                  <a:pt x="59572" y="104139"/>
                </a:lnTo>
                <a:lnTo>
                  <a:pt x="19957" y="12004"/>
                </a:lnTo>
                <a:lnTo>
                  <a:pt x="19957" y="83656"/>
                </a:lnTo>
                <a:cubicBezTo>
                  <a:pt x="19957" y="88708"/>
                  <a:pt x="20082" y="91784"/>
                  <a:pt x="20333" y="92884"/>
                </a:cubicBezTo>
                <a:cubicBezTo>
                  <a:pt x="20983" y="95385"/>
                  <a:pt x="22408" y="97411"/>
                  <a:pt x="24609" y="98962"/>
                </a:cubicBezTo>
                <a:cubicBezTo>
                  <a:pt x="26760" y="100562"/>
                  <a:pt x="30161" y="101363"/>
                  <a:pt x="34813" y="101363"/>
                </a:cubicBezTo>
                <a:lnTo>
                  <a:pt x="34813" y="104139"/>
                </a:lnTo>
                <a:lnTo>
                  <a:pt x="0" y="104139"/>
                </a:lnTo>
                <a:lnTo>
                  <a:pt x="0" y="101363"/>
                </a:lnTo>
                <a:lnTo>
                  <a:pt x="1050" y="101363"/>
                </a:lnTo>
                <a:cubicBezTo>
                  <a:pt x="3301" y="101463"/>
                  <a:pt x="5402" y="101087"/>
                  <a:pt x="7353" y="100237"/>
                </a:cubicBezTo>
                <a:cubicBezTo>
                  <a:pt x="9303" y="99487"/>
                  <a:pt x="10779" y="98461"/>
                  <a:pt x="11779" y="97161"/>
                </a:cubicBezTo>
                <a:cubicBezTo>
                  <a:pt x="12730" y="95911"/>
                  <a:pt x="13505" y="94085"/>
                  <a:pt x="14105" y="91684"/>
                </a:cubicBezTo>
                <a:cubicBezTo>
                  <a:pt x="14155" y="91184"/>
                  <a:pt x="14205" y="88633"/>
                  <a:pt x="14255" y="84031"/>
                </a:cubicBezTo>
                <a:lnTo>
                  <a:pt x="14255" y="19657"/>
                </a:lnTo>
                <a:cubicBezTo>
                  <a:pt x="14205" y="14505"/>
                  <a:pt x="13930" y="11279"/>
                  <a:pt x="13430" y="9979"/>
                </a:cubicBezTo>
                <a:cubicBezTo>
                  <a:pt x="12880" y="8728"/>
                  <a:pt x="11754" y="7603"/>
                  <a:pt x="10054" y="6602"/>
                </a:cubicBezTo>
                <a:cubicBezTo>
                  <a:pt x="8303" y="5652"/>
                  <a:pt x="6027" y="5177"/>
                  <a:pt x="3226" y="5177"/>
                </a:cubicBezTo>
                <a:lnTo>
                  <a:pt x="0" y="5177"/>
                </a:lnTo>
                <a:lnTo>
                  <a:pt x="0" y="2401"/>
                </a:lnTo>
                <a:lnTo>
                  <a:pt x="41565" y="2401"/>
                </a:lnTo>
                <a:lnTo>
                  <a:pt x="70151" y="69476"/>
                </a:lnTo>
                <a:close/>
                <a:moveTo>
                  <a:pt x="208852" y="66550"/>
                </a:moveTo>
                <a:lnTo>
                  <a:pt x="170363" y="66550"/>
                </a:lnTo>
                <a:cubicBezTo>
                  <a:pt x="170813" y="75853"/>
                  <a:pt x="173289" y="83206"/>
                  <a:pt x="177791" y="88608"/>
                </a:cubicBezTo>
                <a:cubicBezTo>
                  <a:pt x="181192" y="92759"/>
                  <a:pt x="185344" y="94835"/>
                  <a:pt x="190245" y="94835"/>
                </a:cubicBezTo>
                <a:cubicBezTo>
                  <a:pt x="193197" y="94885"/>
                  <a:pt x="195923" y="94035"/>
                  <a:pt x="198424" y="92284"/>
                </a:cubicBezTo>
                <a:cubicBezTo>
                  <a:pt x="200874" y="90634"/>
                  <a:pt x="203500" y="87632"/>
                  <a:pt x="206301" y="83281"/>
                </a:cubicBezTo>
                <a:lnTo>
                  <a:pt x="208852" y="84931"/>
                </a:lnTo>
                <a:cubicBezTo>
                  <a:pt x="205001" y="92684"/>
                  <a:pt x="200799" y="98161"/>
                  <a:pt x="196248" y="101363"/>
                </a:cubicBezTo>
                <a:cubicBezTo>
                  <a:pt x="191646" y="104614"/>
                  <a:pt x="186319" y="106239"/>
                  <a:pt x="180267" y="106239"/>
                </a:cubicBezTo>
                <a:cubicBezTo>
                  <a:pt x="169813" y="106289"/>
                  <a:pt x="161935" y="102288"/>
                  <a:pt x="156633" y="94235"/>
                </a:cubicBezTo>
                <a:cubicBezTo>
                  <a:pt x="152331" y="87783"/>
                  <a:pt x="150181" y="79780"/>
                  <a:pt x="150181" y="70226"/>
                </a:cubicBezTo>
                <a:cubicBezTo>
                  <a:pt x="150131" y="58572"/>
                  <a:pt x="153307" y="49243"/>
                  <a:pt x="159709" y="42241"/>
                </a:cubicBezTo>
                <a:cubicBezTo>
                  <a:pt x="166012" y="35338"/>
                  <a:pt x="173414" y="31887"/>
                  <a:pt x="181917" y="31887"/>
                </a:cubicBezTo>
                <a:cubicBezTo>
                  <a:pt x="189020" y="31937"/>
                  <a:pt x="195197" y="34838"/>
                  <a:pt x="200449" y="40590"/>
                </a:cubicBezTo>
                <a:cubicBezTo>
                  <a:pt x="205601" y="46442"/>
                  <a:pt x="208402" y="55095"/>
                  <a:pt x="208852" y="66550"/>
                </a:cubicBezTo>
                <a:moveTo>
                  <a:pt x="190396" y="61523"/>
                </a:moveTo>
                <a:cubicBezTo>
                  <a:pt x="190346" y="53520"/>
                  <a:pt x="189920" y="47993"/>
                  <a:pt x="189120" y="44942"/>
                </a:cubicBezTo>
                <a:cubicBezTo>
                  <a:pt x="188220" y="41991"/>
                  <a:pt x="186844" y="39715"/>
                  <a:pt x="184994" y="38114"/>
                </a:cubicBezTo>
                <a:cubicBezTo>
                  <a:pt x="183893" y="37214"/>
                  <a:pt x="182493" y="36764"/>
                  <a:pt x="180792" y="36764"/>
                </a:cubicBezTo>
                <a:cubicBezTo>
                  <a:pt x="178141" y="36764"/>
                  <a:pt x="176015" y="38039"/>
                  <a:pt x="174415" y="40590"/>
                </a:cubicBezTo>
                <a:cubicBezTo>
                  <a:pt x="171464" y="45092"/>
                  <a:pt x="169988" y="51194"/>
                  <a:pt x="169988" y="58897"/>
                </a:cubicBezTo>
                <a:lnTo>
                  <a:pt x="169988" y="61523"/>
                </a:lnTo>
                <a:lnTo>
                  <a:pt x="190396" y="61523"/>
                </a:lnTo>
                <a:close/>
                <a:moveTo>
                  <a:pt x="247617" y="8328"/>
                </a:moveTo>
                <a:lnTo>
                  <a:pt x="247617" y="33988"/>
                </a:lnTo>
                <a:lnTo>
                  <a:pt x="264273" y="33988"/>
                </a:lnTo>
                <a:lnTo>
                  <a:pt x="264273" y="41415"/>
                </a:lnTo>
                <a:lnTo>
                  <a:pt x="247617" y="41415"/>
                </a:lnTo>
                <a:lnTo>
                  <a:pt x="247617" y="84706"/>
                </a:lnTo>
                <a:cubicBezTo>
                  <a:pt x="247617" y="88808"/>
                  <a:pt x="247817" y="91409"/>
                  <a:pt x="248217" y="92509"/>
                </a:cubicBezTo>
                <a:cubicBezTo>
                  <a:pt x="248517" y="93760"/>
                  <a:pt x="249167" y="94710"/>
                  <a:pt x="250168" y="95360"/>
                </a:cubicBezTo>
                <a:cubicBezTo>
                  <a:pt x="251068" y="96111"/>
                  <a:pt x="251943" y="96486"/>
                  <a:pt x="252794" y="96486"/>
                </a:cubicBezTo>
                <a:cubicBezTo>
                  <a:pt x="255995" y="96486"/>
                  <a:pt x="259071" y="94010"/>
                  <a:pt x="262022" y="89058"/>
                </a:cubicBezTo>
                <a:lnTo>
                  <a:pt x="264273" y="90709"/>
                </a:lnTo>
                <a:cubicBezTo>
                  <a:pt x="260171" y="100312"/>
                  <a:pt x="253594" y="105114"/>
                  <a:pt x="244541" y="105114"/>
                </a:cubicBezTo>
                <a:cubicBezTo>
                  <a:pt x="240089" y="105114"/>
                  <a:pt x="236338" y="103863"/>
                  <a:pt x="233286" y="101363"/>
                </a:cubicBezTo>
                <a:cubicBezTo>
                  <a:pt x="230135" y="98962"/>
                  <a:pt x="228160" y="96211"/>
                  <a:pt x="227359" y="93109"/>
                </a:cubicBezTo>
                <a:cubicBezTo>
                  <a:pt x="226809" y="91409"/>
                  <a:pt x="226559" y="86807"/>
                  <a:pt x="226609" y="79304"/>
                </a:cubicBezTo>
                <a:lnTo>
                  <a:pt x="226609" y="41415"/>
                </a:lnTo>
                <a:lnTo>
                  <a:pt x="217456" y="41415"/>
                </a:lnTo>
                <a:lnTo>
                  <a:pt x="217456" y="38789"/>
                </a:lnTo>
                <a:cubicBezTo>
                  <a:pt x="223758" y="34388"/>
                  <a:pt x="229135" y="29711"/>
                  <a:pt x="233587" y="24759"/>
                </a:cubicBezTo>
                <a:cubicBezTo>
                  <a:pt x="237988" y="19907"/>
                  <a:pt x="241840" y="14430"/>
                  <a:pt x="245141" y="8328"/>
                </a:cubicBezTo>
                <a:lnTo>
                  <a:pt x="247617" y="8328"/>
                </a:lnTo>
                <a:close/>
                <a:moveTo>
                  <a:pt x="300111" y="33988"/>
                </a:moveTo>
                <a:lnTo>
                  <a:pt x="300111" y="49893"/>
                </a:lnTo>
                <a:cubicBezTo>
                  <a:pt x="304713" y="42641"/>
                  <a:pt x="308789" y="37814"/>
                  <a:pt x="312341" y="35413"/>
                </a:cubicBezTo>
                <a:cubicBezTo>
                  <a:pt x="315842" y="33112"/>
                  <a:pt x="319218" y="31937"/>
                  <a:pt x="322469" y="31887"/>
                </a:cubicBezTo>
                <a:cubicBezTo>
                  <a:pt x="325220" y="31887"/>
                  <a:pt x="327471" y="32737"/>
                  <a:pt x="329222" y="34438"/>
                </a:cubicBezTo>
                <a:cubicBezTo>
                  <a:pt x="330873" y="36188"/>
                  <a:pt x="331698" y="38639"/>
                  <a:pt x="331698" y="41790"/>
                </a:cubicBezTo>
                <a:cubicBezTo>
                  <a:pt x="331648" y="45192"/>
                  <a:pt x="330848" y="47793"/>
                  <a:pt x="329297" y="49593"/>
                </a:cubicBezTo>
                <a:cubicBezTo>
                  <a:pt x="327646" y="51494"/>
                  <a:pt x="325671" y="52419"/>
                  <a:pt x="323370" y="52369"/>
                </a:cubicBezTo>
                <a:cubicBezTo>
                  <a:pt x="320719" y="52419"/>
                  <a:pt x="318418" y="51569"/>
                  <a:pt x="316467" y="49818"/>
                </a:cubicBezTo>
                <a:cubicBezTo>
                  <a:pt x="314516" y="48168"/>
                  <a:pt x="313366" y="47217"/>
                  <a:pt x="313016" y="46967"/>
                </a:cubicBezTo>
                <a:cubicBezTo>
                  <a:pt x="312466" y="46667"/>
                  <a:pt x="311890" y="46517"/>
                  <a:pt x="311290" y="46517"/>
                </a:cubicBezTo>
                <a:cubicBezTo>
                  <a:pt x="309790" y="46517"/>
                  <a:pt x="308414" y="47067"/>
                  <a:pt x="307164" y="48168"/>
                </a:cubicBezTo>
                <a:cubicBezTo>
                  <a:pt x="305113" y="49918"/>
                  <a:pt x="303562" y="52344"/>
                  <a:pt x="302512" y="55446"/>
                </a:cubicBezTo>
                <a:cubicBezTo>
                  <a:pt x="300911" y="60347"/>
                  <a:pt x="300111" y="65699"/>
                  <a:pt x="300111" y="71501"/>
                </a:cubicBezTo>
                <a:lnTo>
                  <a:pt x="300111" y="87632"/>
                </a:lnTo>
                <a:lnTo>
                  <a:pt x="300186" y="91834"/>
                </a:lnTo>
                <a:cubicBezTo>
                  <a:pt x="300136" y="94685"/>
                  <a:pt x="300311" y="96511"/>
                  <a:pt x="300711" y="97311"/>
                </a:cubicBezTo>
                <a:cubicBezTo>
                  <a:pt x="301312" y="98662"/>
                  <a:pt x="302212" y="99637"/>
                  <a:pt x="303412" y="100237"/>
                </a:cubicBezTo>
                <a:cubicBezTo>
                  <a:pt x="304513" y="100937"/>
                  <a:pt x="306488" y="101338"/>
                  <a:pt x="309340" y="101438"/>
                </a:cubicBezTo>
                <a:lnTo>
                  <a:pt x="309340" y="104139"/>
                </a:lnTo>
                <a:lnTo>
                  <a:pt x="271451" y="104139"/>
                </a:lnTo>
                <a:lnTo>
                  <a:pt x="271451" y="101438"/>
                </a:lnTo>
                <a:cubicBezTo>
                  <a:pt x="274452" y="101238"/>
                  <a:pt x="276527" y="100387"/>
                  <a:pt x="277678" y="98887"/>
                </a:cubicBezTo>
                <a:cubicBezTo>
                  <a:pt x="278728" y="97486"/>
                  <a:pt x="279253" y="93735"/>
                  <a:pt x="279253" y="87632"/>
                </a:cubicBezTo>
                <a:lnTo>
                  <a:pt x="279253" y="48843"/>
                </a:lnTo>
                <a:cubicBezTo>
                  <a:pt x="279203" y="44892"/>
                  <a:pt x="279003" y="42341"/>
                  <a:pt x="278653" y="41190"/>
                </a:cubicBezTo>
                <a:cubicBezTo>
                  <a:pt x="278103" y="39840"/>
                  <a:pt x="277378" y="38814"/>
                  <a:pt x="276477" y="38114"/>
                </a:cubicBezTo>
                <a:cubicBezTo>
                  <a:pt x="275477" y="37464"/>
                  <a:pt x="273801" y="37014"/>
                  <a:pt x="271451" y="36764"/>
                </a:cubicBezTo>
                <a:lnTo>
                  <a:pt x="271451" y="33988"/>
                </a:lnTo>
                <a:lnTo>
                  <a:pt x="300111" y="33988"/>
                </a:lnTo>
                <a:close/>
                <a:moveTo>
                  <a:pt x="358308" y="0"/>
                </a:moveTo>
                <a:cubicBezTo>
                  <a:pt x="361509" y="0"/>
                  <a:pt x="364260" y="1125"/>
                  <a:pt x="366561" y="3376"/>
                </a:cubicBezTo>
                <a:cubicBezTo>
                  <a:pt x="368812" y="5727"/>
                  <a:pt x="369937" y="8478"/>
                  <a:pt x="369937" y="11629"/>
                </a:cubicBezTo>
                <a:cubicBezTo>
                  <a:pt x="369937" y="14881"/>
                  <a:pt x="368812" y="17607"/>
                  <a:pt x="366561" y="19807"/>
                </a:cubicBezTo>
                <a:cubicBezTo>
                  <a:pt x="364210" y="22058"/>
                  <a:pt x="361459" y="23184"/>
                  <a:pt x="358308" y="23184"/>
                </a:cubicBezTo>
                <a:cubicBezTo>
                  <a:pt x="355057" y="23184"/>
                  <a:pt x="352331" y="22058"/>
                  <a:pt x="350130" y="19807"/>
                </a:cubicBezTo>
                <a:cubicBezTo>
                  <a:pt x="347879" y="17607"/>
                  <a:pt x="346753" y="14881"/>
                  <a:pt x="346753" y="11629"/>
                </a:cubicBezTo>
                <a:cubicBezTo>
                  <a:pt x="346753" y="8478"/>
                  <a:pt x="347879" y="5727"/>
                  <a:pt x="350130" y="3376"/>
                </a:cubicBezTo>
                <a:cubicBezTo>
                  <a:pt x="352331" y="1125"/>
                  <a:pt x="355057" y="0"/>
                  <a:pt x="358308" y="0"/>
                </a:cubicBezTo>
                <a:moveTo>
                  <a:pt x="368812" y="33988"/>
                </a:moveTo>
                <a:lnTo>
                  <a:pt x="368812" y="89583"/>
                </a:lnTo>
                <a:cubicBezTo>
                  <a:pt x="368812" y="94535"/>
                  <a:pt x="369387" y="97686"/>
                  <a:pt x="370537" y="99037"/>
                </a:cubicBezTo>
                <a:cubicBezTo>
                  <a:pt x="371638" y="100487"/>
                  <a:pt x="373889" y="101288"/>
                  <a:pt x="377290" y="101438"/>
                </a:cubicBezTo>
                <a:lnTo>
                  <a:pt x="377290" y="104139"/>
                </a:lnTo>
                <a:lnTo>
                  <a:pt x="339401" y="104139"/>
                </a:lnTo>
                <a:lnTo>
                  <a:pt x="339401" y="101438"/>
                </a:lnTo>
                <a:cubicBezTo>
                  <a:pt x="342452" y="101388"/>
                  <a:pt x="344753" y="100487"/>
                  <a:pt x="346303" y="98737"/>
                </a:cubicBezTo>
                <a:cubicBezTo>
                  <a:pt x="347254" y="97636"/>
                  <a:pt x="347754" y="94585"/>
                  <a:pt x="347804" y="89583"/>
                </a:cubicBezTo>
                <a:lnTo>
                  <a:pt x="347804" y="48618"/>
                </a:lnTo>
                <a:cubicBezTo>
                  <a:pt x="347754" y="43716"/>
                  <a:pt x="347179" y="40540"/>
                  <a:pt x="346078" y="39089"/>
                </a:cubicBezTo>
                <a:cubicBezTo>
                  <a:pt x="344928" y="37789"/>
                  <a:pt x="342702" y="37014"/>
                  <a:pt x="339401" y="36764"/>
                </a:cubicBezTo>
                <a:lnTo>
                  <a:pt x="339401" y="33988"/>
                </a:lnTo>
                <a:lnTo>
                  <a:pt x="368812" y="33988"/>
                </a:lnTo>
                <a:close/>
                <a:moveTo>
                  <a:pt x="443564" y="86057"/>
                </a:moveTo>
                <a:lnTo>
                  <a:pt x="445890" y="87858"/>
                </a:lnTo>
                <a:cubicBezTo>
                  <a:pt x="442539" y="94110"/>
                  <a:pt x="438437" y="98712"/>
                  <a:pt x="433586" y="101663"/>
                </a:cubicBezTo>
                <a:cubicBezTo>
                  <a:pt x="428634" y="104764"/>
                  <a:pt x="423382" y="106289"/>
                  <a:pt x="417830" y="106239"/>
                </a:cubicBezTo>
                <a:cubicBezTo>
                  <a:pt x="408426" y="106239"/>
                  <a:pt x="400949" y="102713"/>
                  <a:pt x="395397" y="95660"/>
                </a:cubicBezTo>
                <a:cubicBezTo>
                  <a:pt x="389744" y="88608"/>
                  <a:pt x="386943" y="80130"/>
                  <a:pt x="386993" y="70226"/>
                </a:cubicBezTo>
                <a:cubicBezTo>
                  <a:pt x="386993" y="60722"/>
                  <a:pt x="389544" y="52319"/>
                  <a:pt x="394646" y="45017"/>
                </a:cubicBezTo>
                <a:cubicBezTo>
                  <a:pt x="400799" y="36263"/>
                  <a:pt x="409277" y="31887"/>
                  <a:pt x="420081" y="31887"/>
                </a:cubicBezTo>
                <a:cubicBezTo>
                  <a:pt x="427333" y="31887"/>
                  <a:pt x="433111" y="33712"/>
                  <a:pt x="437412" y="37364"/>
                </a:cubicBezTo>
                <a:cubicBezTo>
                  <a:pt x="441664" y="41065"/>
                  <a:pt x="443789" y="45142"/>
                  <a:pt x="443789" y="49593"/>
                </a:cubicBezTo>
                <a:cubicBezTo>
                  <a:pt x="443789" y="52444"/>
                  <a:pt x="442939" y="54720"/>
                  <a:pt x="441239" y="56421"/>
                </a:cubicBezTo>
                <a:cubicBezTo>
                  <a:pt x="439438" y="58172"/>
                  <a:pt x="437162" y="59022"/>
                  <a:pt x="434411" y="58972"/>
                </a:cubicBezTo>
                <a:cubicBezTo>
                  <a:pt x="431410" y="58972"/>
                  <a:pt x="428984" y="57996"/>
                  <a:pt x="427133" y="56046"/>
                </a:cubicBezTo>
                <a:cubicBezTo>
                  <a:pt x="425183" y="54145"/>
                  <a:pt x="423982" y="50669"/>
                  <a:pt x="423532" y="45617"/>
                </a:cubicBezTo>
                <a:cubicBezTo>
                  <a:pt x="423182" y="42516"/>
                  <a:pt x="422457" y="40315"/>
                  <a:pt x="421356" y="39014"/>
                </a:cubicBezTo>
                <a:cubicBezTo>
                  <a:pt x="420206" y="37764"/>
                  <a:pt x="418855" y="37139"/>
                  <a:pt x="417305" y="37139"/>
                </a:cubicBezTo>
                <a:cubicBezTo>
                  <a:pt x="414904" y="37139"/>
                  <a:pt x="412853" y="38414"/>
                  <a:pt x="411152" y="40965"/>
                </a:cubicBezTo>
                <a:cubicBezTo>
                  <a:pt x="408501" y="44817"/>
                  <a:pt x="407201" y="50719"/>
                  <a:pt x="407251" y="58672"/>
                </a:cubicBezTo>
                <a:cubicBezTo>
                  <a:pt x="407251" y="65274"/>
                  <a:pt x="408301" y="71577"/>
                  <a:pt x="410402" y="77579"/>
                </a:cubicBezTo>
                <a:cubicBezTo>
                  <a:pt x="412453" y="83681"/>
                  <a:pt x="415329" y="88183"/>
                  <a:pt x="419030" y="91084"/>
                </a:cubicBezTo>
                <a:cubicBezTo>
                  <a:pt x="421781" y="93285"/>
                  <a:pt x="425033" y="94360"/>
                  <a:pt x="428784" y="94310"/>
                </a:cubicBezTo>
                <a:cubicBezTo>
                  <a:pt x="431235" y="94310"/>
                  <a:pt x="433561" y="93735"/>
                  <a:pt x="435761" y="92584"/>
                </a:cubicBezTo>
                <a:cubicBezTo>
                  <a:pt x="437912" y="91484"/>
                  <a:pt x="440513" y="89308"/>
                  <a:pt x="443564" y="86057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Keys">
            <a:extLst xmlns:a="http://schemas.openxmlformats.org/drawingml/2006/main">
              <a:ext uri="{FF2B5EF4-FFF2-40B4-BE49-F238E27FC236}">
                <a16:creationId xmlns:a16="http://schemas.microsoft.com/office/drawing/2014/main" id="{0C23D9F7-C7E3-4401-AAB3-574350B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64" y="1345774"/>
            <a:ext cx="319768" cy="134900"/>
          </a:xfrm>
          <a:custGeom xmlns:a="http://schemas.openxmlformats.org/drawingml/2006/main">
            <a:pathLst>
              <a:path w="319768" h="134900">
                <a:moveTo>
                  <a:pt x="60547" y="38939"/>
                </a:moveTo>
                <a:lnTo>
                  <a:pt x="96336" y="83731"/>
                </a:lnTo>
                <a:cubicBezTo>
                  <a:pt x="101338" y="90033"/>
                  <a:pt x="105689" y="94310"/>
                  <a:pt x="109391" y="96561"/>
                </a:cubicBezTo>
                <a:cubicBezTo>
                  <a:pt x="111991" y="98161"/>
                  <a:pt x="114793" y="98962"/>
                  <a:pt x="117794" y="98962"/>
                </a:cubicBezTo>
                <a:lnTo>
                  <a:pt x="117794" y="101738"/>
                </a:lnTo>
                <a:lnTo>
                  <a:pt x="64824" y="101738"/>
                </a:lnTo>
                <a:lnTo>
                  <a:pt x="64824" y="98962"/>
                </a:lnTo>
                <a:cubicBezTo>
                  <a:pt x="68175" y="98662"/>
                  <a:pt x="70351" y="98136"/>
                  <a:pt x="71351" y="97386"/>
                </a:cubicBezTo>
                <a:cubicBezTo>
                  <a:pt x="72302" y="96686"/>
                  <a:pt x="72777" y="95760"/>
                  <a:pt x="72777" y="94610"/>
                </a:cubicBezTo>
                <a:cubicBezTo>
                  <a:pt x="72727" y="92509"/>
                  <a:pt x="70426" y="88558"/>
                  <a:pt x="65874" y="82756"/>
                </a:cubicBezTo>
                <a:lnTo>
                  <a:pt x="42541" y="53420"/>
                </a:lnTo>
                <a:lnTo>
                  <a:pt x="38789" y="56571"/>
                </a:lnTo>
                <a:lnTo>
                  <a:pt x="38789" y="84331"/>
                </a:lnTo>
                <a:cubicBezTo>
                  <a:pt x="38789" y="89683"/>
                  <a:pt x="39089" y="92984"/>
                  <a:pt x="39690" y="94235"/>
                </a:cubicBezTo>
                <a:cubicBezTo>
                  <a:pt x="40240" y="95535"/>
                  <a:pt x="41390" y="96636"/>
                  <a:pt x="43141" y="97536"/>
                </a:cubicBezTo>
                <a:cubicBezTo>
                  <a:pt x="44842" y="98537"/>
                  <a:pt x="47568" y="99012"/>
                  <a:pt x="51319" y="98962"/>
                </a:cubicBezTo>
                <a:lnTo>
                  <a:pt x="51319" y="101738"/>
                </a:lnTo>
                <a:lnTo>
                  <a:pt x="0" y="101738"/>
                </a:lnTo>
                <a:lnTo>
                  <a:pt x="0" y="98962"/>
                </a:lnTo>
                <a:lnTo>
                  <a:pt x="3376" y="98962"/>
                </a:lnTo>
                <a:cubicBezTo>
                  <a:pt x="6277" y="98962"/>
                  <a:pt x="8653" y="98436"/>
                  <a:pt x="10504" y="97386"/>
                </a:cubicBezTo>
                <a:cubicBezTo>
                  <a:pt x="11754" y="96736"/>
                  <a:pt x="12755" y="95535"/>
                  <a:pt x="13505" y="93785"/>
                </a:cubicBezTo>
                <a:cubicBezTo>
                  <a:pt x="14005" y="92584"/>
                  <a:pt x="14280" y="89433"/>
                  <a:pt x="14330" y="84331"/>
                </a:cubicBezTo>
                <a:lnTo>
                  <a:pt x="14330" y="17406"/>
                </a:lnTo>
                <a:cubicBezTo>
                  <a:pt x="14280" y="12255"/>
                  <a:pt x="14005" y="9003"/>
                  <a:pt x="13505" y="7653"/>
                </a:cubicBezTo>
                <a:cubicBezTo>
                  <a:pt x="12955" y="6402"/>
                  <a:pt x="11854" y="5252"/>
                  <a:pt x="10204" y="4202"/>
                </a:cubicBezTo>
                <a:cubicBezTo>
                  <a:pt x="8453" y="3251"/>
                  <a:pt x="6177" y="2776"/>
                  <a:pt x="3376" y="2776"/>
                </a:cubicBezTo>
                <a:lnTo>
                  <a:pt x="0" y="2776"/>
                </a:lnTo>
                <a:lnTo>
                  <a:pt x="0" y="0"/>
                </a:lnTo>
                <a:lnTo>
                  <a:pt x="50644" y="0"/>
                </a:lnTo>
                <a:lnTo>
                  <a:pt x="50644" y="2776"/>
                </a:lnTo>
                <a:cubicBezTo>
                  <a:pt x="47192" y="2826"/>
                  <a:pt x="44567" y="3326"/>
                  <a:pt x="42766" y="4277"/>
                </a:cubicBezTo>
                <a:cubicBezTo>
                  <a:pt x="41465" y="4977"/>
                  <a:pt x="40440" y="6152"/>
                  <a:pt x="39690" y="7803"/>
                </a:cubicBezTo>
                <a:cubicBezTo>
                  <a:pt x="39089" y="9103"/>
                  <a:pt x="38789" y="12305"/>
                  <a:pt x="38789" y="17406"/>
                </a:cubicBezTo>
                <a:lnTo>
                  <a:pt x="38789" y="49068"/>
                </a:lnTo>
                <a:lnTo>
                  <a:pt x="76528" y="18532"/>
                </a:lnTo>
                <a:cubicBezTo>
                  <a:pt x="81780" y="14280"/>
                  <a:pt x="84406" y="10879"/>
                  <a:pt x="84406" y="8328"/>
                </a:cubicBezTo>
                <a:cubicBezTo>
                  <a:pt x="84406" y="6477"/>
                  <a:pt x="83331" y="4977"/>
                  <a:pt x="81180" y="3826"/>
                </a:cubicBezTo>
                <a:cubicBezTo>
                  <a:pt x="80030" y="3326"/>
                  <a:pt x="77304" y="2976"/>
                  <a:pt x="73002" y="2776"/>
                </a:cubicBezTo>
                <a:lnTo>
                  <a:pt x="73002" y="0"/>
                </a:lnTo>
                <a:lnTo>
                  <a:pt x="112692" y="0"/>
                </a:lnTo>
                <a:lnTo>
                  <a:pt x="112692" y="2776"/>
                </a:lnTo>
                <a:cubicBezTo>
                  <a:pt x="109140" y="3076"/>
                  <a:pt x="106364" y="3701"/>
                  <a:pt x="104364" y="4652"/>
                </a:cubicBezTo>
                <a:cubicBezTo>
                  <a:pt x="102263" y="5702"/>
                  <a:pt x="97586" y="9178"/>
                  <a:pt x="90333" y="15081"/>
                </a:cubicBezTo>
                <a:lnTo>
                  <a:pt x="60547" y="38939"/>
                </a:lnTo>
                <a:close/>
                <a:moveTo>
                  <a:pt x="182868" y="64149"/>
                </a:moveTo>
                <a:lnTo>
                  <a:pt x="144378" y="64149"/>
                </a:lnTo>
                <a:cubicBezTo>
                  <a:pt x="144829" y="73452"/>
                  <a:pt x="147305" y="80805"/>
                  <a:pt x="151806" y="86207"/>
                </a:cubicBezTo>
                <a:cubicBezTo>
                  <a:pt x="155207" y="90358"/>
                  <a:pt x="159359" y="92434"/>
                  <a:pt x="164261" y="92434"/>
                </a:cubicBezTo>
                <a:cubicBezTo>
                  <a:pt x="167212" y="92484"/>
                  <a:pt x="169938" y="91634"/>
                  <a:pt x="172439" y="89883"/>
                </a:cubicBezTo>
                <a:cubicBezTo>
                  <a:pt x="174890" y="88233"/>
                  <a:pt x="177516" y="85232"/>
                  <a:pt x="180317" y="80880"/>
                </a:cubicBezTo>
                <a:lnTo>
                  <a:pt x="182868" y="82531"/>
                </a:lnTo>
                <a:cubicBezTo>
                  <a:pt x="179016" y="90283"/>
                  <a:pt x="174815" y="95760"/>
                  <a:pt x="170263" y="98962"/>
                </a:cubicBezTo>
                <a:cubicBezTo>
                  <a:pt x="165661" y="102213"/>
                  <a:pt x="160334" y="103838"/>
                  <a:pt x="154282" y="103838"/>
                </a:cubicBezTo>
                <a:cubicBezTo>
                  <a:pt x="143828" y="103888"/>
                  <a:pt x="135950" y="99887"/>
                  <a:pt x="130648" y="91834"/>
                </a:cubicBezTo>
                <a:cubicBezTo>
                  <a:pt x="126347" y="85382"/>
                  <a:pt x="124196" y="77379"/>
                  <a:pt x="124196" y="67825"/>
                </a:cubicBezTo>
                <a:cubicBezTo>
                  <a:pt x="124146" y="56171"/>
                  <a:pt x="127322" y="46842"/>
                  <a:pt x="133724" y="39840"/>
                </a:cubicBezTo>
                <a:cubicBezTo>
                  <a:pt x="140027" y="32937"/>
                  <a:pt x="147430" y="29486"/>
                  <a:pt x="155933" y="29486"/>
                </a:cubicBezTo>
                <a:cubicBezTo>
                  <a:pt x="163035" y="29536"/>
                  <a:pt x="169213" y="32437"/>
                  <a:pt x="174465" y="38189"/>
                </a:cubicBezTo>
                <a:cubicBezTo>
                  <a:pt x="179616" y="44041"/>
                  <a:pt x="182418" y="52695"/>
                  <a:pt x="182868" y="64149"/>
                </a:cubicBezTo>
                <a:moveTo>
                  <a:pt x="164411" y="59122"/>
                </a:moveTo>
                <a:cubicBezTo>
                  <a:pt x="164361" y="51119"/>
                  <a:pt x="163936" y="45592"/>
                  <a:pt x="163135" y="42541"/>
                </a:cubicBezTo>
                <a:cubicBezTo>
                  <a:pt x="162235" y="39590"/>
                  <a:pt x="160860" y="37314"/>
                  <a:pt x="159009" y="35713"/>
                </a:cubicBezTo>
                <a:cubicBezTo>
                  <a:pt x="157908" y="34813"/>
                  <a:pt x="156508" y="34363"/>
                  <a:pt x="154807" y="34363"/>
                </a:cubicBezTo>
                <a:cubicBezTo>
                  <a:pt x="152156" y="34363"/>
                  <a:pt x="150031" y="35638"/>
                  <a:pt x="148430" y="38189"/>
                </a:cubicBezTo>
                <a:cubicBezTo>
                  <a:pt x="145479" y="42691"/>
                  <a:pt x="144003" y="48793"/>
                  <a:pt x="144003" y="56496"/>
                </a:cubicBezTo>
                <a:lnTo>
                  <a:pt x="144003" y="59122"/>
                </a:lnTo>
                <a:lnTo>
                  <a:pt x="164411" y="59122"/>
                </a:lnTo>
                <a:close/>
                <a:moveTo>
                  <a:pt x="225984" y="104589"/>
                </a:moveTo>
                <a:lnTo>
                  <a:pt x="203325" y="52594"/>
                </a:lnTo>
                <a:cubicBezTo>
                  <a:pt x="199874" y="44742"/>
                  <a:pt x="197373" y="39915"/>
                  <a:pt x="195823" y="38114"/>
                </a:cubicBezTo>
                <a:cubicBezTo>
                  <a:pt x="194172" y="36313"/>
                  <a:pt x="192196" y="35063"/>
                  <a:pt x="189895" y="34363"/>
                </a:cubicBezTo>
                <a:lnTo>
                  <a:pt x="189895" y="31587"/>
                </a:lnTo>
                <a:lnTo>
                  <a:pt x="227184" y="31587"/>
                </a:lnTo>
                <a:lnTo>
                  <a:pt x="227184" y="34363"/>
                </a:lnTo>
                <a:cubicBezTo>
                  <a:pt x="224683" y="34513"/>
                  <a:pt x="222958" y="34988"/>
                  <a:pt x="222007" y="35788"/>
                </a:cubicBezTo>
                <a:cubicBezTo>
                  <a:pt x="221007" y="36639"/>
                  <a:pt x="220507" y="37664"/>
                  <a:pt x="220507" y="38864"/>
                </a:cubicBezTo>
                <a:cubicBezTo>
                  <a:pt x="220507" y="40765"/>
                  <a:pt x="221757" y="44516"/>
                  <a:pt x="224258" y="50119"/>
                </a:cubicBezTo>
                <a:lnTo>
                  <a:pt x="236262" y="77579"/>
                </a:lnTo>
                <a:lnTo>
                  <a:pt x="244441" y="56346"/>
                </a:lnTo>
                <a:cubicBezTo>
                  <a:pt x="247342" y="48793"/>
                  <a:pt x="248817" y="43541"/>
                  <a:pt x="248867" y="40590"/>
                </a:cubicBezTo>
                <a:cubicBezTo>
                  <a:pt x="248867" y="38789"/>
                  <a:pt x="248267" y="37314"/>
                  <a:pt x="247066" y="36163"/>
                </a:cubicBezTo>
                <a:cubicBezTo>
                  <a:pt x="245766" y="35063"/>
                  <a:pt x="243590" y="34463"/>
                  <a:pt x="240539" y="34363"/>
                </a:cubicBezTo>
                <a:lnTo>
                  <a:pt x="240539" y="31587"/>
                </a:lnTo>
                <a:lnTo>
                  <a:pt x="264023" y="31587"/>
                </a:lnTo>
                <a:lnTo>
                  <a:pt x="264023" y="34363"/>
                </a:lnTo>
                <a:cubicBezTo>
                  <a:pt x="261672" y="34613"/>
                  <a:pt x="259796" y="35488"/>
                  <a:pt x="258396" y="36989"/>
                </a:cubicBezTo>
                <a:cubicBezTo>
                  <a:pt x="256895" y="38589"/>
                  <a:pt x="254469" y="43791"/>
                  <a:pt x="251118" y="52594"/>
                </a:cubicBezTo>
                <a:lnTo>
                  <a:pt x="231086" y="104589"/>
                </a:lnTo>
                <a:cubicBezTo>
                  <a:pt x="226034" y="117594"/>
                  <a:pt x="222282" y="125597"/>
                  <a:pt x="219831" y="128598"/>
                </a:cubicBezTo>
                <a:cubicBezTo>
                  <a:pt x="216330" y="132799"/>
                  <a:pt x="212004" y="134900"/>
                  <a:pt x="206852" y="134900"/>
                </a:cubicBezTo>
                <a:cubicBezTo>
                  <a:pt x="202700" y="134900"/>
                  <a:pt x="199349" y="133700"/>
                  <a:pt x="196798" y="131299"/>
                </a:cubicBezTo>
                <a:cubicBezTo>
                  <a:pt x="194147" y="128998"/>
                  <a:pt x="192846" y="126147"/>
                  <a:pt x="192896" y="122745"/>
                </a:cubicBezTo>
                <a:cubicBezTo>
                  <a:pt x="192896" y="119844"/>
                  <a:pt x="193797" y="117444"/>
                  <a:pt x="195597" y="115543"/>
                </a:cubicBezTo>
                <a:cubicBezTo>
                  <a:pt x="197298" y="113692"/>
                  <a:pt x="199474" y="112742"/>
                  <a:pt x="202125" y="112692"/>
                </a:cubicBezTo>
                <a:cubicBezTo>
                  <a:pt x="204576" y="112742"/>
                  <a:pt x="206602" y="113542"/>
                  <a:pt x="208202" y="115093"/>
                </a:cubicBezTo>
                <a:cubicBezTo>
                  <a:pt x="209653" y="116693"/>
                  <a:pt x="210428" y="119169"/>
                  <a:pt x="210528" y="122520"/>
                </a:cubicBezTo>
                <a:cubicBezTo>
                  <a:pt x="210578" y="124471"/>
                  <a:pt x="210803" y="125697"/>
                  <a:pt x="211203" y="126197"/>
                </a:cubicBezTo>
                <a:cubicBezTo>
                  <a:pt x="211553" y="126747"/>
                  <a:pt x="212129" y="127022"/>
                  <a:pt x="212929" y="127022"/>
                </a:cubicBezTo>
                <a:cubicBezTo>
                  <a:pt x="214129" y="127022"/>
                  <a:pt x="215405" y="126297"/>
                  <a:pt x="216755" y="124846"/>
                </a:cubicBezTo>
                <a:cubicBezTo>
                  <a:pt x="218756" y="122745"/>
                  <a:pt x="221107" y="117944"/>
                  <a:pt x="223808" y="110441"/>
                </a:cubicBezTo>
                <a:lnTo>
                  <a:pt x="225984" y="104589"/>
                </a:lnTo>
                <a:close/>
                <a:moveTo>
                  <a:pt x="314967" y="29636"/>
                </a:moveTo>
                <a:lnTo>
                  <a:pt x="316092" y="53570"/>
                </a:lnTo>
                <a:lnTo>
                  <a:pt x="313541" y="53570"/>
                </a:lnTo>
                <a:cubicBezTo>
                  <a:pt x="310440" y="46517"/>
                  <a:pt x="307289" y="41665"/>
                  <a:pt x="304088" y="39014"/>
                </a:cubicBezTo>
                <a:cubicBezTo>
                  <a:pt x="300736" y="36413"/>
                  <a:pt x="297460" y="35113"/>
                  <a:pt x="294259" y="35113"/>
                </a:cubicBezTo>
                <a:cubicBezTo>
                  <a:pt x="292158" y="35113"/>
                  <a:pt x="290408" y="35788"/>
                  <a:pt x="289007" y="37139"/>
                </a:cubicBezTo>
                <a:cubicBezTo>
                  <a:pt x="287556" y="38589"/>
                  <a:pt x="286831" y="40190"/>
                  <a:pt x="286831" y="41941"/>
                </a:cubicBezTo>
                <a:cubicBezTo>
                  <a:pt x="286831" y="43291"/>
                  <a:pt x="287331" y="44592"/>
                  <a:pt x="288332" y="45842"/>
                </a:cubicBezTo>
                <a:cubicBezTo>
                  <a:pt x="289882" y="47893"/>
                  <a:pt x="294359" y="51394"/>
                  <a:pt x="301762" y="56346"/>
                </a:cubicBezTo>
                <a:cubicBezTo>
                  <a:pt x="309114" y="61398"/>
                  <a:pt x="313966" y="65624"/>
                  <a:pt x="316317" y="69026"/>
                </a:cubicBezTo>
                <a:cubicBezTo>
                  <a:pt x="318618" y="72577"/>
                  <a:pt x="319768" y="76478"/>
                  <a:pt x="319768" y="80730"/>
                </a:cubicBezTo>
                <a:cubicBezTo>
                  <a:pt x="319768" y="84631"/>
                  <a:pt x="318793" y="88458"/>
                  <a:pt x="316842" y="92209"/>
                </a:cubicBezTo>
                <a:cubicBezTo>
                  <a:pt x="314842" y="95961"/>
                  <a:pt x="312091" y="98837"/>
                  <a:pt x="308589" y="100837"/>
                </a:cubicBezTo>
                <a:cubicBezTo>
                  <a:pt x="304988" y="102888"/>
                  <a:pt x="301061" y="103888"/>
                  <a:pt x="296810" y="103838"/>
                </a:cubicBezTo>
                <a:cubicBezTo>
                  <a:pt x="293409" y="103838"/>
                  <a:pt x="288932" y="102788"/>
                  <a:pt x="283380" y="100687"/>
                </a:cubicBezTo>
                <a:cubicBezTo>
                  <a:pt x="281829" y="100187"/>
                  <a:pt x="280804" y="99912"/>
                  <a:pt x="280304" y="99862"/>
                </a:cubicBezTo>
                <a:cubicBezTo>
                  <a:pt x="278653" y="99912"/>
                  <a:pt x="277278" y="101162"/>
                  <a:pt x="276177" y="103613"/>
                </a:cubicBezTo>
                <a:lnTo>
                  <a:pt x="273701" y="103613"/>
                </a:lnTo>
                <a:lnTo>
                  <a:pt x="272501" y="78404"/>
                </a:lnTo>
                <a:lnTo>
                  <a:pt x="275052" y="78404"/>
                </a:lnTo>
                <a:cubicBezTo>
                  <a:pt x="277253" y="85006"/>
                  <a:pt x="280354" y="89958"/>
                  <a:pt x="284355" y="93260"/>
                </a:cubicBezTo>
                <a:cubicBezTo>
                  <a:pt x="288207" y="96561"/>
                  <a:pt x="291908" y="98211"/>
                  <a:pt x="295459" y="98211"/>
                </a:cubicBezTo>
                <a:cubicBezTo>
                  <a:pt x="297810" y="98211"/>
                  <a:pt x="299786" y="97461"/>
                  <a:pt x="301387" y="95961"/>
                </a:cubicBezTo>
                <a:cubicBezTo>
                  <a:pt x="302887" y="94560"/>
                  <a:pt x="303637" y="92784"/>
                  <a:pt x="303637" y="90634"/>
                </a:cubicBezTo>
                <a:cubicBezTo>
                  <a:pt x="303637" y="88233"/>
                  <a:pt x="302887" y="86157"/>
                  <a:pt x="301387" y="84406"/>
                </a:cubicBezTo>
                <a:cubicBezTo>
                  <a:pt x="299836" y="82706"/>
                  <a:pt x="296485" y="80055"/>
                  <a:pt x="291333" y="76453"/>
                </a:cubicBezTo>
                <a:cubicBezTo>
                  <a:pt x="283680" y="71151"/>
                  <a:pt x="278728" y="67100"/>
                  <a:pt x="276477" y="64299"/>
                </a:cubicBezTo>
                <a:cubicBezTo>
                  <a:pt x="273176" y="60197"/>
                  <a:pt x="271526" y="55671"/>
                  <a:pt x="271526" y="50719"/>
                </a:cubicBezTo>
                <a:cubicBezTo>
                  <a:pt x="271526" y="45367"/>
                  <a:pt x="273401" y="40465"/>
                  <a:pt x="277153" y="36013"/>
                </a:cubicBezTo>
                <a:cubicBezTo>
                  <a:pt x="280804" y="31662"/>
                  <a:pt x="286181" y="29486"/>
                  <a:pt x="293284" y="29486"/>
                </a:cubicBezTo>
                <a:cubicBezTo>
                  <a:pt x="297085" y="29486"/>
                  <a:pt x="300761" y="30411"/>
                  <a:pt x="304313" y="32262"/>
                </a:cubicBezTo>
                <a:cubicBezTo>
                  <a:pt x="305663" y="33012"/>
                  <a:pt x="306764" y="33387"/>
                  <a:pt x="307614" y="33387"/>
                </a:cubicBezTo>
                <a:cubicBezTo>
                  <a:pt x="308514" y="33387"/>
                  <a:pt x="309240" y="33187"/>
                  <a:pt x="309790" y="32787"/>
                </a:cubicBezTo>
                <a:cubicBezTo>
                  <a:pt x="310290" y="32437"/>
                  <a:pt x="311165" y="31387"/>
                  <a:pt x="312416" y="29636"/>
                </a:cubicBezTo>
                <a:lnTo>
                  <a:pt x="314967" y="29636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m">
            <a:extLst xmlns:a="http://schemas.openxmlformats.org/drawingml/2006/main">
              <a:ext uri="{FF2B5EF4-FFF2-40B4-BE49-F238E27FC236}">
                <a16:creationId xmlns:a16="http://schemas.microsoft.com/office/drawing/2014/main" id="{8CA7823B-ACC4-48EF-85EA-FDDB6D2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460" y="1267472"/>
            <a:ext cx="157758" cy="96336"/>
          </a:xfrm>
          <a:custGeom xmlns:a="http://schemas.openxmlformats.org/drawingml/2006/main">
            <a:pathLst>
              <a:path w="157758" h="96336">
                <a:moveTo>
                  <a:pt x="38114" y="2801"/>
                </a:moveTo>
                <a:lnTo>
                  <a:pt x="38114" y="15106"/>
                </a:lnTo>
                <a:cubicBezTo>
                  <a:pt x="43183" y="9570"/>
                  <a:pt x="47951" y="5635"/>
                  <a:pt x="52419" y="3301"/>
                </a:cubicBezTo>
                <a:cubicBezTo>
                  <a:pt x="56688" y="1100"/>
                  <a:pt x="61456" y="0"/>
                  <a:pt x="66725" y="0"/>
                </a:cubicBezTo>
                <a:cubicBezTo>
                  <a:pt x="72660" y="0"/>
                  <a:pt x="77695" y="1401"/>
                  <a:pt x="81830" y="4202"/>
                </a:cubicBezTo>
                <a:cubicBezTo>
                  <a:pt x="85898" y="7069"/>
                  <a:pt x="89033" y="11338"/>
                  <a:pt x="91234" y="17006"/>
                </a:cubicBezTo>
                <a:cubicBezTo>
                  <a:pt x="96502" y="11071"/>
                  <a:pt x="101638" y="6736"/>
                  <a:pt x="106640" y="4001"/>
                </a:cubicBezTo>
                <a:cubicBezTo>
                  <a:pt x="111508" y="1334"/>
                  <a:pt x="116610" y="0"/>
                  <a:pt x="121945" y="0"/>
                </a:cubicBezTo>
                <a:cubicBezTo>
                  <a:pt x="128348" y="67"/>
                  <a:pt x="133516" y="1534"/>
                  <a:pt x="137451" y="4402"/>
                </a:cubicBezTo>
                <a:cubicBezTo>
                  <a:pt x="141252" y="7469"/>
                  <a:pt x="143920" y="11237"/>
                  <a:pt x="145454" y="15706"/>
                </a:cubicBezTo>
                <a:cubicBezTo>
                  <a:pt x="146921" y="20308"/>
                  <a:pt x="147655" y="27610"/>
                  <a:pt x="147655" y="37614"/>
                </a:cubicBezTo>
                <a:lnTo>
                  <a:pt x="147655" y="75928"/>
                </a:lnTo>
                <a:cubicBezTo>
                  <a:pt x="147655" y="83197"/>
                  <a:pt x="148322" y="87666"/>
                  <a:pt x="149655" y="89333"/>
                </a:cubicBezTo>
                <a:cubicBezTo>
                  <a:pt x="150923" y="91134"/>
                  <a:pt x="153624" y="92268"/>
                  <a:pt x="157758" y="92734"/>
                </a:cubicBezTo>
                <a:lnTo>
                  <a:pt x="157758" y="96336"/>
                </a:lnTo>
                <a:lnTo>
                  <a:pt x="109441" y="96336"/>
                </a:lnTo>
                <a:lnTo>
                  <a:pt x="109441" y="92734"/>
                </a:lnTo>
                <a:cubicBezTo>
                  <a:pt x="113242" y="92468"/>
                  <a:pt x="116043" y="91000"/>
                  <a:pt x="117844" y="88333"/>
                </a:cubicBezTo>
                <a:cubicBezTo>
                  <a:pt x="119044" y="86599"/>
                  <a:pt x="119644" y="82464"/>
                  <a:pt x="119644" y="75928"/>
                </a:cubicBezTo>
                <a:lnTo>
                  <a:pt x="119644" y="35713"/>
                </a:lnTo>
                <a:cubicBezTo>
                  <a:pt x="119644" y="27443"/>
                  <a:pt x="119311" y="22142"/>
                  <a:pt x="118644" y="19807"/>
                </a:cubicBezTo>
                <a:cubicBezTo>
                  <a:pt x="117910" y="17540"/>
                  <a:pt x="116877" y="15839"/>
                  <a:pt x="115543" y="14705"/>
                </a:cubicBezTo>
                <a:cubicBezTo>
                  <a:pt x="114009" y="13638"/>
                  <a:pt x="112308" y="13105"/>
                  <a:pt x="110441" y="13105"/>
                </a:cubicBezTo>
                <a:cubicBezTo>
                  <a:pt x="107506" y="13105"/>
                  <a:pt x="104605" y="14139"/>
                  <a:pt x="101738" y="16206"/>
                </a:cubicBezTo>
                <a:cubicBezTo>
                  <a:pt x="98803" y="18340"/>
                  <a:pt x="95835" y="21508"/>
                  <a:pt x="92834" y="25710"/>
                </a:cubicBezTo>
                <a:lnTo>
                  <a:pt x="92834" y="75928"/>
                </a:lnTo>
                <a:cubicBezTo>
                  <a:pt x="92834" y="82731"/>
                  <a:pt x="93401" y="86966"/>
                  <a:pt x="94535" y="88633"/>
                </a:cubicBezTo>
                <a:cubicBezTo>
                  <a:pt x="96002" y="91167"/>
                  <a:pt x="98937" y="92534"/>
                  <a:pt x="103338" y="92734"/>
                </a:cubicBezTo>
                <a:lnTo>
                  <a:pt x="103338" y="96336"/>
                </a:lnTo>
                <a:lnTo>
                  <a:pt x="54920" y="96336"/>
                </a:lnTo>
                <a:lnTo>
                  <a:pt x="54920" y="92734"/>
                </a:lnTo>
                <a:cubicBezTo>
                  <a:pt x="57521" y="92668"/>
                  <a:pt x="59589" y="92001"/>
                  <a:pt x="61123" y="90734"/>
                </a:cubicBezTo>
                <a:cubicBezTo>
                  <a:pt x="62590" y="89667"/>
                  <a:pt x="63590" y="88266"/>
                  <a:pt x="64124" y="86532"/>
                </a:cubicBezTo>
                <a:cubicBezTo>
                  <a:pt x="64591" y="84998"/>
                  <a:pt x="64824" y="81464"/>
                  <a:pt x="64824" y="75928"/>
                </a:cubicBezTo>
                <a:lnTo>
                  <a:pt x="64824" y="35713"/>
                </a:lnTo>
                <a:cubicBezTo>
                  <a:pt x="64824" y="27243"/>
                  <a:pt x="64491" y="21941"/>
                  <a:pt x="63824" y="19807"/>
                </a:cubicBezTo>
                <a:cubicBezTo>
                  <a:pt x="63090" y="17740"/>
                  <a:pt x="61990" y="16073"/>
                  <a:pt x="60522" y="14805"/>
                </a:cubicBezTo>
                <a:cubicBezTo>
                  <a:pt x="58922" y="13605"/>
                  <a:pt x="57221" y="13005"/>
                  <a:pt x="55421" y="13005"/>
                </a:cubicBezTo>
                <a:cubicBezTo>
                  <a:pt x="52686" y="13005"/>
                  <a:pt x="50252" y="13705"/>
                  <a:pt x="48118" y="15106"/>
                </a:cubicBezTo>
                <a:cubicBezTo>
                  <a:pt x="44917" y="17240"/>
                  <a:pt x="41582" y="20774"/>
                  <a:pt x="38114" y="25710"/>
                </a:cubicBezTo>
                <a:lnTo>
                  <a:pt x="38114" y="75928"/>
                </a:lnTo>
                <a:cubicBezTo>
                  <a:pt x="38114" y="82531"/>
                  <a:pt x="38781" y="86866"/>
                  <a:pt x="40115" y="88933"/>
                </a:cubicBezTo>
                <a:cubicBezTo>
                  <a:pt x="41382" y="91067"/>
                  <a:pt x="44083" y="92334"/>
                  <a:pt x="48218" y="92734"/>
                </a:cubicBezTo>
                <a:lnTo>
                  <a:pt x="48218" y="96336"/>
                </a:lnTo>
                <a:lnTo>
                  <a:pt x="0" y="96336"/>
                </a:lnTo>
                <a:lnTo>
                  <a:pt x="0" y="92734"/>
                </a:lnTo>
                <a:cubicBezTo>
                  <a:pt x="3868" y="92334"/>
                  <a:pt x="6669" y="91067"/>
                  <a:pt x="8403" y="88933"/>
                </a:cubicBezTo>
                <a:cubicBezTo>
                  <a:pt x="9470" y="87466"/>
                  <a:pt x="10037" y="83131"/>
                  <a:pt x="10104" y="75928"/>
                </a:cubicBezTo>
                <a:lnTo>
                  <a:pt x="10104" y="23109"/>
                </a:lnTo>
                <a:cubicBezTo>
                  <a:pt x="10104" y="16039"/>
                  <a:pt x="9470" y="11638"/>
                  <a:pt x="8203" y="9904"/>
                </a:cubicBezTo>
                <a:cubicBezTo>
                  <a:pt x="6803" y="8236"/>
                  <a:pt x="4068" y="7103"/>
                  <a:pt x="0" y="6502"/>
                </a:cubicBezTo>
                <a:lnTo>
                  <a:pt x="0" y="2801"/>
                </a:lnTo>
                <a:lnTo>
                  <a:pt x="38114" y="280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n">
            <a:extLst xmlns:a="http://schemas.openxmlformats.org/drawingml/2006/main">
              <a:ext uri="{FF2B5EF4-FFF2-40B4-BE49-F238E27FC236}">
                <a16:creationId xmlns:a16="http://schemas.microsoft.com/office/drawing/2014/main" id="{7D641BBB-BD5F-4E54-A4A3-6C18AE0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98" y="1328107"/>
            <a:ext cx="63086" cy="60210"/>
          </a:xfrm>
          <a:custGeom xmlns:a="http://schemas.openxmlformats.org/drawingml/2006/main">
            <a:pathLst>
              <a:path w="63086" h="60210">
                <a:moveTo>
                  <a:pt x="23821" y="1751"/>
                </a:moveTo>
                <a:lnTo>
                  <a:pt x="23821" y="9316"/>
                </a:lnTo>
                <a:cubicBezTo>
                  <a:pt x="26822" y="6065"/>
                  <a:pt x="29699" y="3689"/>
                  <a:pt x="32450" y="2188"/>
                </a:cubicBezTo>
                <a:cubicBezTo>
                  <a:pt x="35159" y="771"/>
                  <a:pt x="38118" y="42"/>
                  <a:pt x="41328" y="0"/>
                </a:cubicBezTo>
                <a:cubicBezTo>
                  <a:pt x="45121" y="42"/>
                  <a:pt x="48268" y="1084"/>
                  <a:pt x="50769" y="3126"/>
                </a:cubicBezTo>
                <a:cubicBezTo>
                  <a:pt x="53270" y="5252"/>
                  <a:pt x="54937" y="7878"/>
                  <a:pt x="55771" y="11004"/>
                </a:cubicBezTo>
                <a:cubicBezTo>
                  <a:pt x="56438" y="13380"/>
                  <a:pt x="56771" y="17944"/>
                  <a:pt x="56771" y="24697"/>
                </a:cubicBezTo>
                <a:lnTo>
                  <a:pt x="56771" y="47455"/>
                </a:lnTo>
                <a:cubicBezTo>
                  <a:pt x="56771" y="51998"/>
                  <a:pt x="57188" y="54791"/>
                  <a:pt x="58021" y="55833"/>
                </a:cubicBezTo>
                <a:cubicBezTo>
                  <a:pt x="58813" y="56959"/>
                  <a:pt x="60502" y="57667"/>
                  <a:pt x="63086" y="57959"/>
                </a:cubicBezTo>
                <a:lnTo>
                  <a:pt x="63086" y="60210"/>
                </a:lnTo>
                <a:lnTo>
                  <a:pt x="33512" y="60210"/>
                </a:lnTo>
                <a:lnTo>
                  <a:pt x="33512" y="57959"/>
                </a:lnTo>
                <a:cubicBezTo>
                  <a:pt x="35680" y="57709"/>
                  <a:pt x="37264" y="56792"/>
                  <a:pt x="38264" y="55208"/>
                </a:cubicBezTo>
                <a:cubicBezTo>
                  <a:pt x="38931" y="54166"/>
                  <a:pt x="39265" y="51582"/>
                  <a:pt x="39265" y="47455"/>
                </a:cubicBezTo>
                <a:lnTo>
                  <a:pt x="39265" y="21445"/>
                </a:lnTo>
                <a:cubicBezTo>
                  <a:pt x="39265" y="16652"/>
                  <a:pt x="39077" y="13630"/>
                  <a:pt x="38702" y="12380"/>
                </a:cubicBezTo>
                <a:cubicBezTo>
                  <a:pt x="38327" y="11129"/>
                  <a:pt x="37701" y="10150"/>
                  <a:pt x="36826" y="9441"/>
                </a:cubicBezTo>
                <a:cubicBezTo>
                  <a:pt x="35867" y="8774"/>
                  <a:pt x="34867" y="8441"/>
                  <a:pt x="33825" y="8441"/>
                </a:cubicBezTo>
                <a:cubicBezTo>
                  <a:pt x="30199" y="8441"/>
                  <a:pt x="26864" y="11004"/>
                  <a:pt x="23821" y="16131"/>
                </a:cubicBezTo>
                <a:lnTo>
                  <a:pt x="23821" y="47455"/>
                </a:lnTo>
                <a:cubicBezTo>
                  <a:pt x="23821" y="51832"/>
                  <a:pt x="24238" y="54604"/>
                  <a:pt x="25072" y="55771"/>
                </a:cubicBezTo>
                <a:cubicBezTo>
                  <a:pt x="25864" y="56979"/>
                  <a:pt x="27364" y="57709"/>
                  <a:pt x="29573" y="57959"/>
                </a:cubicBezTo>
                <a:lnTo>
                  <a:pt x="29573" y="60210"/>
                </a:lnTo>
                <a:lnTo>
                  <a:pt x="0" y="60210"/>
                </a:lnTo>
                <a:lnTo>
                  <a:pt x="0" y="57959"/>
                </a:lnTo>
                <a:cubicBezTo>
                  <a:pt x="2418" y="57709"/>
                  <a:pt x="4168" y="56917"/>
                  <a:pt x="5252" y="55583"/>
                </a:cubicBezTo>
                <a:cubicBezTo>
                  <a:pt x="5919" y="54666"/>
                  <a:pt x="6273" y="51957"/>
                  <a:pt x="6315" y="47455"/>
                </a:cubicBezTo>
                <a:lnTo>
                  <a:pt x="6315" y="14443"/>
                </a:lnTo>
                <a:cubicBezTo>
                  <a:pt x="6315" y="10025"/>
                  <a:pt x="5919" y="7274"/>
                  <a:pt x="5127" y="6190"/>
                </a:cubicBezTo>
                <a:cubicBezTo>
                  <a:pt x="4252" y="5148"/>
                  <a:pt x="2543" y="4439"/>
                  <a:pt x="0" y="4064"/>
                </a:cubicBezTo>
                <a:lnTo>
                  <a:pt x="0" y="1751"/>
                </a:lnTo>
                <a:lnTo>
                  <a:pt x="23821" y="175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EB7D0-E369-4D04-BF19-BB9053C0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4" y="1046637"/>
            <a:ext cx="1000364" cy="503924"/>
          </a:xfrm>
          <a:custGeom xmlns:a="http://schemas.openxmlformats.org/drawingml/2006/main">
            <a:pathLst>
              <a:path w="1000364" h="503924">
                <a:moveTo>
                  <a:pt x="1000364" y="503924"/>
                </a:moveTo>
                <a:lnTo>
                  <a:pt x="1000364" y="0"/>
                </a:lnTo>
                <a:lnTo>
                  <a:pt x="0" y="0"/>
                </a:lnTo>
                <a:lnTo>
                  <a:pt x="0" y="503924"/>
                </a:lnTo>
                <a:lnTo>
                  <a:pt x="1000364" y="503924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6095C7-09F2-43D3-B3C2-C592D2A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4" y="1046637"/>
            <a:ext cx="1000364" cy="503924"/>
          </a:xfrm>
          <a:custGeom xmlns:a="http://schemas.openxmlformats.org/drawingml/2006/main">
            <a:pathLst>
              <a:path w="1000364" h="503924" fill="none">
                <a:moveTo>
                  <a:pt x="1000364" y="503924"/>
                </a:moveTo>
                <a:lnTo>
                  <a:pt x="1000364" y="0"/>
                </a:lnTo>
                <a:lnTo>
                  <a:pt x="0" y="0"/>
                </a:lnTo>
                <a:lnTo>
                  <a:pt x="0" y="503924"/>
                </a:lnTo>
                <a:lnTo>
                  <a:pt x="1000364" y="503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E16E6A"/>
            </a:solidFill>
            <a:round/>
          </a:ln>
        </p:spPr>
      </p:sp>
      <p:sp>
        <p:nvSpPr>
          <p:cNvPr id="69" name="Text Composite">
            <a:extLst xmlns:a="http://schemas.openxmlformats.org/drawingml/2006/main">
              <a:ext uri="{FF2B5EF4-FFF2-40B4-BE49-F238E27FC236}">
                <a16:creationId xmlns:a16="http://schemas.microsoft.com/office/drawing/2014/main" id="{F3ABF54D-1DE8-49C5-9E8D-EA5D9150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973" y="1130218"/>
            <a:ext cx="826284" cy="165543"/>
          </a:xfrm>
          <a:custGeom xmlns:a="http://schemas.openxmlformats.org/drawingml/2006/main">
            <a:pathLst>
              <a:path w="826284" h="165543">
                <a:moveTo>
                  <a:pt x="116587" y="91"/>
                </a:moveTo>
                <a:lnTo>
                  <a:pt x="116587" y="42700"/>
                </a:lnTo>
                <a:lnTo>
                  <a:pt x="113051" y="42700"/>
                </a:lnTo>
                <a:cubicBezTo>
                  <a:pt x="110392" y="31579"/>
                  <a:pt x="105436" y="23058"/>
                  <a:pt x="98183" y="17134"/>
                </a:cubicBezTo>
                <a:cubicBezTo>
                  <a:pt x="90870" y="11272"/>
                  <a:pt x="82650" y="8310"/>
                  <a:pt x="73524" y="8250"/>
                </a:cubicBezTo>
                <a:cubicBezTo>
                  <a:pt x="65788" y="8250"/>
                  <a:pt x="58747" y="10456"/>
                  <a:pt x="52401" y="14868"/>
                </a:cubicBezTo>
                <a:cubicBezTo>
                  <a:pt x="45934" y="19341"/>
                  <a:pt x="41250" y="25112"/>
                  <a:pt x="38349" y="32184"/>
                </a:cubicBezTo>
                <a:cubicBezTo>
                  <a:pt x="34541" y="41371"/>
                  <a:pt x="32637" y="51524"/>
                  <a:pt x="32637" y="62645"/>
                </a:cubicBezTo>
                <a:cubicBezTo>
                  <a:pt x="32577" y="73705"/>
                  <a:pt x="33967" y="83708"/>
                  <a:pt x="36807" y="92653"/>
                </a:cubicBezTo>
                <a:cubicBezTo>
                  <a:pt x="39588" y="101719"/>
                  <a:pt x="43939" y="108549"/>
                  <a:pt x="49862" y="113142"/>
                </a:cubicBezTo>
                <a:cubicBezTo>
                  <a:pt x="55725" y="117796"/>
                  <a:pt x="63401" y="120123"/>
                  <a:pt x="72889" y="120123"/>
                </a:cubicBezTo>
                <a:cubicBezTo>
                  <a:pt x="80565" y="120123"/>
                  <a:pt x="87667" y="118430"/>
                  <a:pt x="94194" y="115046"/>
                </a:cubicBezTo>
                <a:cubicBezTo>
                  <a:pt x="100540" y="111722"/>
                  <a:pt x="107310" y="105889"/>
                  <a:pt x="114502" y="97549"/>
                </a:cubicBezTo>
                <a:lnTo>
                  <a:pt x="114502" y="108156"/>
                </a:lnTo>
                <a:cubicBezTo>
                  <a:pt x="107612" y="115408"/>
                  <a:pt x="100450" y="120606"/>
                  <a:pt x="93016" y="123749"/>
                </a:cubicBezTo>
                <a:cubicBezTo>
                  <a:pt x="85461" y="127013"/>
                  <a:pt x="76727" y="128645"/>
                  <a:pt x="66815" y="128645"/>
                </a:cubicBezTo>
                <a:cubicBezTo>
                  <a:pt x="53640" y="128645"/>
                  <a:pt x="42005" y="126015"/>
                  <a:pt x="31912" y="120757"/>
                </a:cubicBezTo>
                <a:cubicBezTo>
                  <a:pt x="21637" y="115559"/>
                  <a:pt x="13780" y="108005"/>
                  <a:pt x="8341" y="98093"/>
                </a:cubicBezTo>
                <a:cubicBezTo>
                  <a:pt x="2780" y="88301"/>
                  <a:pt x="0" y="77815"/>
                  <a:pt x="0" y="66634"/>
                </a:cubicBezTo>
                <a:cubicBezTo>
                  <a:pt x="0" y="54969"/>
                  <a:pt x="3082" y="43849"/>
                  <a:pt x="9247" y="33272"/>
                </a:cubicBezTo>
                <a:cubicBezTo>
                  <a:pt x="15291" y="22755"/>
                  <a:pt x="23571" y="14596"/>
                  <a:pt x="34088" y="8794"/>
                </a:cubicBezTo>
                <a:cubicBezTo>
                  <a:pt x="44483" y="2992"/>
                  <a:pt x="55543" y="91"/>
                  <a:pt x="67269" y="91"/>
                </a:cubicBezTo>
                <a:cubicBezTo>
                  <a:pt x="75851" y="151"/>
                  <a:pt x="84977" y="2025"/>
                  <a:pt x="94648" y="5711"/>
                </a:cubicBezTo>
                <a:cubicBezTo>
                  <a:pt x="100148" y="7887"/>
                  <a:pt x="103683" y="8975"/>
                  <a:pt x="105255" y="8975"/>
                </a:cubicBezTo>
                <a:cubicBezTo>
                  <a:pt x="107128" y="8975"/>
                  <a:pt x="108821" y="8250"/>
                  <a:pt x="110332" y="6799"/>
                </a:cubicBezTo>
                <a:cubicBezTo>
                  <a:pt x="111661" y="5470"/>
                  <a:pt x="112568" y="3233"/>
                  <a:pt x="113051" y="91"/>
                </a:cubicBezTo>
                <a:lnTo>
                  <a:pt x="116587" y="91"/>
                </a:lnTo>
                <a:close/>
                <a:moveTo>
                  <a:pt x="173342" y="38530"/>
                </a:moveTo>
                <a:cubicBezTo>
                  <a:pt x="180655" y="38530"/>
                  <a:pt x="187515" y="40434"/>
                  <a:pt x="193921" y="44241"/>
                </a:cubicBezTo>
                <a:cubicBezTo>
                  <a:pt x="200207" y="48109"/>
                  <a:pt x="205042" y="53519"/>
                  <a:pt x="208427" y="60469"/>
                </a:cubicBezTo>
                <a:cubicBezTo>
                  <a:pt x="211690" y="67480"/>
                  <a:pt x="213322" y="75156"/>
                  <a:pt x="213322" y="83497"/>
                </a:cubicBezTo>
                <a:cubicBezTo>
                  <a:pt x="213262" y="95584"/>
                  <a:pt x="210210" y="105647"/>
                  <a:pt x="204166" y="113686"/>
                </a:cubicBezTo>
                <a:cubicBezTo>
                  <a:pt x="196732" y="123477"/>
                  <a:pt x="186548" y="128373"/>
                  <a:pt x="173614" y="128373"/>
                </a:cubicBezTo>
                <a:cubicBezTo>
                  <a:pt x="160801" y="128433"/>
                  <a:pt x="150979" y="123961"/>
                  <a:pt x="144150" y="114955"/>
                </a:cubicBezTo>
                <a:cubicBezTo>
                  <a:pt x="137260" y="106010"/>
                  <a:pt x="133815" y="95645"/>
                  <a:pt x="133815" y="83859"/>
                </a:cubicBezTo>
                <a:cubicBezTo>
                  <a:pt x="133815" y="71711"/>
                  <a:pt x="137350" y="61104"/>
                  <a:pt x="144422" y="52038"/>
                </a:cubicBezTo>
                <a:cubicBezTo>
                  <a:pt x="151372" y="43093"/>
                  <a:pt x="161012" y="38590"/>
                  <a:pt x="173342" y="38530"/>
                </a:cubicBezTo>
                <a:moveTo>
                  <a:pt x="173705" y="44967"/>
                </a:moveTo>
                <a:cubicBezTo>
                  <a:pt x="170622" y="45027"/>
                  <a:pt x="167993" y="46175"/>
                  <a:pt x="165817" y="48412"/>
                </a:cubicBezTo>
                <a:cubicBezTo>
                  <a:pt x="163521" y="50829"/>
                  <a:pt x="162070" y="55423"/>
                  <a:pt x="161466" y="62192"/>
                </a:cubicBezTo>
                <a:cubicBezTo>
                  <a:pt x="160740" y="69082"/>
                  <a:pt x="160378" y="78631"/>
                  <a:pt x="160378" y="90840"/>
                </a:cubicBezTo>
                <a:cubicBezTo>
                  <a:pt x="160378" y="97307"/>
                  <a:pt x="160801" y="103351"/>
                  <a:pt x="161647" y="108972"/>
                </a:cubicBezTo>
                <a:cubicBezTo>
                  <a:pt x="162251" y="113263"/>
                  <a:pt x="163672" y="116527"/>
                  <a:pt x="165908" y="118763"/>
                </a:cubicBezTo>
                <a:cubicBezTo>
                  <a:pt x="168023" y="121059"/>
                  <a:pt x="170501" y="122178"/>
                  <a:pt x="173342" y="122117"/>
                </a:cubicBezTo>
                <a:cubicBezTo>
                  <a:pt x="176062" y="122178"/>
                  <a:pt x="178328" y="121422"/>
                  <a:pt x="180141" y="119851"/>
                </a:cubicBezTo>
                <a:cubicBezTo>
                  <a:pt x="182438" y="117856"/>
                  <a:pt x="184009" y="114985"/>
                  <a:pt x="184856" y="111238"/>
                </a:cubicBezTo>
                <a:cubicBezTo>
                  <a:pt x="186004" y="105557"/>
                  <a:pt x="186608" y="93953"/>
                  <a:pt x="186669" y="76425"/>
                </a:cubicBezTo>
                <a:cubicBezTo>
                  <a:pt x="186669" y="66211"/>
                  <a:pt x="186095" y="59140"/>
                  <a:pt x="184946" y="55211"/>
                </a:cubicBezTo>
                <a:cubicBezTo>
                  <a:pt x="183737" y="51403"/>
                  <a:pt x="182045" y="48623"/>
                  <a:pt x="179869" y="46870"/>
                </a:cubicBezTo>
                <a:cubicBezTo>
                  <a:pt x="178298" y="45601"/>
                  <a:pt x="176243" y="44967"/>
                  <a:pt x="173705" y="44967"/>
                </a:cubicBezTo>
                <a:close/>
                <a:moveTo>
                  <a:pt x="258170" y="41068"/>
                </a:moveTo>
                <a:lnTo>
                  <a:pt x="258170" y="52219"/>
                </a:lnTo>
                <a:cubicBezTo>
                  <a:pt x="262764" y="47203"/>
                  <a:pt x="267085" y="43637"/>
                  <a:pt x="271135" y="41522"/>
                </a:cubicBezTo>
                <a:cubicBezTo>
                  <a:pt x="275003" y="39527"/>
                  <a:pt x="279324" y="38530"/>
                  <a:pt x="284099" y="38530"/>
                </a:cubicBezTo>
                <a:cubicBezTo>
                  <a:pt x="289478" y="38530"/>
                  <a:pt x="294041" y="39799"/>
                  <a:pt x="297788" y="42338"/>
                </a:cubicBezTo>
                <a:cubicBezTo>
                  <a:pt x="301475" y="44936"/>
                  <a:pt x="304316" y="48805"/>
                  <a:pt x="306310" y="53942"/>
                </a:cubicBezTo>
                <a:cubicBezTo>
                  <a:pt x="311085" y="48563"/>
                  <a:pt x="315739" y="44634"/>
                  <a:pt x="320272" y="42156"/>
                </a:cubicBezTo>
                <a:cubicBezTo>
                  <a:pt x="324684" y="39739"/>
                  <a:pt x="329307" y="38530"/>
                  <a:pt x="334142" y="38530"/>
                </a:cubicBezTo>
                <a:cubicBezTo>
                  <a:pt x="339945" y="38590"/>
                  <a:pt x="344629" y="39920"/>
                  <a:pt x="348194" y="42519"/>
                </a:cubicBezTo>
                <a:cubicBezTo>
                  <a:pt x="351639" y="45299"/>
                  <a:pt x="354057" y="48714"/>
                  <a:pt x="355447" y="52763"/>
                </a:cubicBezTo>
                <a:cubicBezTo>
                  <a:pt x="356777" y="56934"/>
                  <a:pt x="357442" y="63552"/>
                  <a:pt x="357442" y="72618"/>
                </a:cubicBezTo>
                <a:lnTo>
                  <a:pt x="357442" y="107340"/>
                </a:lnTo>
                <a:cubicBezTo>
                  <a:pt x="357442" y="113928"/>
                  <a:pt x="358046" y="117977"/>
                  <a:pt x="359255" y="119488"/>
                </a:cubicBezTo>
                <a:cubicBezTo>
                  <a:pt x="360403" y="121120"/>
                  <a:pt x="362851" y="122147"/>
                  <a:pt x="366598" y="122570"/>
                </a:cubicBezTo>
                <a:lnTo>
                  <a:pt x="366598" y="125834"/>
                </a:lnTo>
                <a:lnTo>
                  <a:pt x="322810" y="125834"/>
                </a:lnTo>
                <a:lnTo>
                  <a:pt x="322810" y="122570"/>
                </a:lnTo>
                <a:cubicBezTo>
                  <a:pt x="326255" y="122329"/>
                  <a:pt x="328794" y="120999"/>
                  <a:pt x="330425" y="118581"/>
                </a:cubicBezTo>
                <a:cubicBezTo>
                  <a:pt x="331513" y="117010"/>
                  <a:pt x="332057" y="113263"/>
                  <a:pt x="332057" y="107340"/>
                </a:cubicBezTo>
                <a:lnTo>
                  <a:pt x="332057" y="70895"/>
                </a:lnTo>
                <a:cubicBezTo>
                  <a:pt x="332057" y="63401"/>
                  <a:pt x="331755" y="58596"/>
                  <a:pt x="331151" y="56480"/>
                </a:cubicBezTo>
                <a:cubicBezTo>
                  <a:pt x="330486" y="54425"/>
                  <a:pt x="329549" y="52884"/>
                  <a:pt x="328340" y="51857"/>
                </a:cubicBezTo>
                <a:cubicBezTo>
                  <a:pt x="326950" y="50890"/>
                  <a:pt x="325409" y="50406"/>
                  <a:pt x="323717" y="50406"/>
                </a:cubicBezTo>
                <a:cubicBezTo>
                  <a:pt x="321057" y="50406"/>
                  <a:pt x="318428" y="51343"/>
                  <a:pt x="315829" y="53217"/>
                </a:cubicBezTo>
                <a:cubicBezTo>
                  <a:pt x="313170" y="55151"/>
                  <a:pt x="310480" y="58021"/>
                  <a:pt x="307761" y="61829"/>
                </a:cubicBezTo>
                <a:lnTo>
                  <a:pt x="307761" y="107340"/>
                </a:lnTo>
                <a:cubicBezTo>
                  <a:pt x="307761" y="113505"/>
                  <a:pt x="308274" y="117342"/>
                  <a:pt x="309302" y="118853"/>
                </a:cubicBezTo>
                <a:cubicBezTo>
                  <a:pt x="310632" y="121150"/>
                  <a:pt x="313291" y="122389"/>
                  <a:pt x="317280" y="122570"/>
                </a:cubicBezTo>
                <a:lnTo>
                  <a:pt x="317280" y="125834"/>
                </a:lnTo>
                <a:lnTo>
                  <a:pt x="273401" y="125834"/>
                </a:lnTo>
                <a:lnTo>
                  <a:pt x="273401" y="122570"/>
                </a:lnTo>
                <a:cubicBezTo>
                  <a:pt x="275758" y="122510"/>
                  <a:pt x="277632" y="121906"/>
                  <a:pt x="279022" y="120757"/>
                </a:cubicBezTo>
                <a:cubicBezTo>
                  <a:pt x="280352" y="119790"/>
                  <a:pt x="281258" y="118521"/>
                  <a:pt x="281742" y="116950"/>
                </a:cubicBezTo>
                <a:cubicBezTo>
                  <a:pt x="282165" y="115559"/>
                  <a:pt x="282376" y="112356"/>
                  <a:pt x="282376" y="107340"/>
                </a:cubicBezTo>
                <a:lnTo>
                  <a:pt x="282376" y="70895"/>
                </a:lnTo>
                <a:cubicBezTo>
                  <a:pt x="282376" y="63219"/>
                  <a:pt x="282074" y="58414"/>
                  <a:pt x="281470" y="56480"/>
                </a:cubicBezTo>
                <a:cubicBezTo>
                  <a:pt x="280805" y="54607"/>
                  <a:pt x="279808" y="53096"/>
                  <a:pt x="278478" y="51947"/>
                </a:cubicBezTo>
                <a:cubicBezTo>
                  <a:pt x="277027" y="50859"/>
                  <a:pt x="275486" y="50316"/>
                  <a:pt x="273854" y="50316"/>
                </a:cubicBezTo>
                <a:cubicBezTo>
                  <a:pt x="271376" y="50316"/>
                  <a:pt x="269170" y="50950"/>
                  <a:pt x="267236" y="52219"/>
                </a:cubicBezTo>
                <a:cubicBezTo>
                  <a:pt x="264335" y="54153"/>
                  <a:pt x="261313" y="57357"/>
                  <a:pt x="258170" y="61829"/>
                </a:cubicBezTo>
                <a:lnTo>
                  <a:pt x="258170" y="107340"/>
                </a:lnTo>
                <a:cubicBezTo>
                  <a:pt x="258170" y="113323"/>
                  <a:pt x="258775" y="117252"/>
                  <a:pt x="259984" y="119125"/>
                </a:cubicBezTo>
                <a:cubicBezTo>
                  <a:pt x="261132" y="121059"/>
                  <a:pt x="263580" y="122208"/>
                  <a:pt x="267327" y="122570"/>
                </a:cubicBezTo>
                <a:lnTo>
                  <a:pt x="267327" y="125834"/>
                </a:lnTo>
                <a:lnTo>
                  <a:pt x="223630" y="125834"/>
                </a:lnTo>
                <a:lnTo>
                  <a:pt x="223630" y="122570"/>
                </a:lnTo>
                <a:cubicBezTo>
                  <a:pt x="227135" y="122208"/>
                  <a:pt x="229673" y="121059"/>
                  <a:pt x="231245" y="119125"/>
                </a:cubicBezTo>
                <a:cubicBezTo>
                  <a:pt x="232212" y="117796"/>
                  <a:pt x="232726" y="113867"/>
                  <a:pt x="232786" y="107340"/>
                </a:cubicBezTo>
                <a:lnTo>
                  <a:pt x="232786" y="59472"/>
                </a:lnTo>
                <a:cubicBezTo>
                  <a:pt x="232786" y="53065"/>
                  <a:pt x="232212" y="49077"/>
                  <a:pt x="231064" y="47505"/>
                </a:cubicBezTo>
                <a:cubicBezTo>
                  <a:pt x="229794" y="45994"/>
                  <a:pt x="227316" y="44967"/>
                  <a:pt x="223630" y="44423"/>
                </a:cubicBezTo>
                <a:lnTo>
                  <a:pt x="223630" y="41068"/>
                </a:lnTo>
                <a:lnTo>
                  <a:pt x="258170" y="41068"/>
                </a:lnTo>
                <a:close/>
                <a:moveTo>
                  <a:pt x="409470" y="117222"/>
                </a:moveTo>
                <a:lnTo>
                  <a:pt x="409470" y="148771"/>
                </a:lnTo>
                <a:cubicBezTo>
                  <a:pt x="409470" y="153183"/>
                  <a:pt x="409833" y="156144"/>
                  <a:pt x="410558" y="157655"/>
                </a:cubicBezTo>
                <a:cubicBezTo>
                  <a:pt x="411162" y="159227"/>
                  <a:pt x="412220" y="160375"/>
                  <a:pt x="413731" y="161100"/>
                </a:cubicBezTo>
                <a:cubicBezTo>
                  <a:pt x="415121" y="161826"/>
                  <a:pt x="417962" y="162188"/>
                  <a:pt x="422253" y="162188"/>
                </a:cubicBezTo>
                <a:lnTo>
                  <a:pt x="422253" y="165543"/>
                </a:lnTo>
                <a:lnTo>
                  <a:pt x="373932" y="165543"/>
                </a:lnTo>
                <a:lnTo>
                  <a:pt x="373932" y="162188"/>
                </a:lnTo>
                <a:cubicBezTo>
                  <a:pt x="377619" y="162128"/>
                  <a:pt x="380399" y="161070"/>
                  <a:pt x="382272" y="159015"/>
                </a:cubicBezTo>
                <a:cubicBezTo>
                  <a:pt x="383421" y="157686"/>
                  <a:pt x="384025" y="154089"/>
                  <a:pt x="384086" y="148227"/>
                </a:cubicBezTo>
                <a:lnTo>
                  <a:pt x="384086" y="58747"/>
                </a:lnTo>
                <a:cubicBezTo>
                  <a:pt x="384025" y="52824"/>
                  <a:pt x="383330" y="48986"/>
                  <a:pt x="382000" y="47233"/>
                </a:cubicBezTo>
                <a:cubicBezTo>
                  <a:pt x="380610" y="45662"/>
                  <a:pt x="377921" y="44725"/>
                  <a:pt x="373932" y="44423"/>
                </a:cubicBezTo>
                <a:lnTo>
                  <a:pt x="373932" y="41068"/>
                </a:lnTo>
                <a:lnTo>
                  <a:pt x="409470" y="41068"/>
                </a:lnTo>
                <a:lnTo>
                  <a:pt x="409470" y="52219"/>
                </a:lnTo>
                <a:cubicBezTo>
                  <a:pt x="412432" y="47868"/>
                  <a:pt x="415453" y="44725"/>
                  <a:pt x="418536" y="42791"/>
                </a:cubicBezTo>
                <a:cubicBezTo>
                  <a:pt x="422948" y="40011"/>
                  <a:pt x="427753" y="38590"/>
                  <a:pt x="432951" y="38530"/>
                </a:cubicBezTo>
                <a:cubicBezTo>
                  <a:pt x="439115" y="38590"/>
                  <a:pt x="444797" y="40555"/>
                  <a:pt x="449994" y="44423"/>
                </a:cubicBezTo>
                <a:cubicBezTo>
                  <a:pt x="455071" y="48351"/>
                  <a:pt x="458939" y="53761"/>
                  <a:pt x="461599" y="60651"/>
                </a:cubicBezTo>
                <a:cubicBezTo>
                  <a:pt x="464198" y="67662"/>
                  <a:pt x="465527" y="75126"/>
                  <a:pt x="465588" y="83043"/>
                </a:cubicBezTo>
                <a:cubicBezTo>
                  <a:pt x="465588" y="91686"/>
                  <a:pt x="464228" y="99513"/>
                  <a:pt x="461508" y="106524"/>
                </a:cubicBezTo>
                <a:cubicBezTo>
                  <a:pt x="458667" y="113716"/>
                  <a:pt x="454678" y="119125"/>
                  <a:pt x="449541" y="122752"/>
                </a:cubicBezTo>
                <a:cubicBezTo>
                  <a:pt x="444283" y="126499"/>
                  <a:pt x="438451" y="128373"/>
                  <a:pt x="432044" y="128373"/>
                </a:cubicBezTo>
                <a:cubicBezTo>
                  <a:pt x="427390" y="128433"/>
                  <a:pt x="423039" y="127406"/>
                  <a:pt x="418989" y="125290"/>
                </a:cubicBezTo>
                <a:cubicBezTo>
                  <a:pt x="415967" y="123779"/>
                  <a:pt x="412794" y="121090"/>
                  <a:pt x="409470" y="117222"/>
                </a:cubicBezTo>
                <a:moveTo>
                  <a:pt x="409470" y="108065"/>
                </a:moveTo>
                <a:cubicBezTo>
                  <a:pt x="414607" y="115439"/>
                  <a:pt x="420168" y="119125"/>
                  <a:pt x="426151" y="119125"/>
                </a:cubicBezTo>
                <a:cubicBezTo>
                  <a:pt x="429415" y="119125"/>
                  <a:pt x="432104" y="117403"/>
                  <a:pt x="434220" y="113958"/>
                </a:cubicBezTo>
                <a:cubicBezTo>
                  <a:pt x="437363" y="108881"/>
                  <a:pt x="438934" y="99211"/>
                  <a:pt x="438934" y="84947"/>
                </a:cubicBezTo>
                <a:cubicBezTo>
                  <a:pt x="438934" y="70381"/>
                  <a:pt x="437212" y="60379"/>
                  <a:pt x="433767" y="54939"/>
                </a:cubicBezTo>
                <a:cubicBezTo>
                  <a:pt x="431470" y="51434"/>
                  <a:pt x="428387" y="49651"/>
                  <a:pt x="424519" y="49590"/>
                </a:cubicBezTo>
                <a:cubicBezTo>
                  <a:pt x="418355" y="49651"/>
                  <a:pt x="413338" y="54063"/>
                  <a:pt x="409470" y="62826"/>
                </a:cubicBezTo>
                <a:lnTo>
                  <a:pt x="409470" y="108065"/>
                </a:lnTo>
                <a:close/>
                <a:moveTo>
                  <a:pt x="519070" y="38530"/>
                </a:moveTo>
                <a:cubicBezTo>
                  <a:pt x="526383" y="38530"/>
                  <a:pt x="533243" y="40434"/>
                  <a:pt x="539649" y="44241"/>
                </a:cubicBezTo>
                <a:cubicBezTo>
                  <a:pt x="545935" y="48109"/>
                  <a:pt x="550770" y="53519"/>
                  <a:pt x="554155" y="60469"/>
                </a:cubicBezTo>
                <a:cubicBezTo>
                  <a:pt x="557418" y="67480"/>
                  <a:pt x="559050" y="75156"/>
                  <a:pt x="559050" y="83497"/>
                </a:cubicBezTo>
                <a:cubicBezTo>
                  <a:pt x="558990" y="95584"/>
                  <a:pt x="555938" y="105647"/>
                  <a:pt x="549894" y="113686"/>
                </a:cubicBezTo>
                <a:cubicBezTo>
                  <a:pt x="542460" y="123477"/>
                  <a:pt x="532276" y="128373"/>
                  <a:pt x="519342" y="128373"/>
                </a:cubicBezTo>
                <a:cubicBezTo>
                  <a:pt x="506529" y="128433"/>
                  <a:pt x="496707" y="123961"/>
                  <a:pt x="489878" y="114955"/>
                </a:cubicBezTo>
                <a:cubicBezTo>
                  <a:pt x="482988" y="106010"/>
                  <a:pt x="479543" y="95645"/>
                  <a:pt x="479543" y="83859"/>
                </a:cubicBezTo>
                <a:cubicBezTo>
                  <a:pt x="479543" y="71711"/>
                  <a:pt x="483078" y="61104"/>
                  <a:pt x="490150" y="52038"/>
                </a:cubicBezTo>
                <a:cubicBezTo>
                  <a:pt x="497100" y="43093"/>
                  <a:pt x="506740" y="38590"/>
                  <a:pt x="519070" y="38530"/>
                </a:cubicBezTo>
                <a:moveTo>
                  <a:pt x="519432" y="44967"/>
                </a:moveTo>
                <a:cubicBezTo>
                  <a:pt x="516350" y="45027"/>
                  <a:pt x="513721" y="46175"/>
                  <a:pt x="511545" y="48412"/>
                </a:cubicBezTo>
                <a:cubicBezTo>
                  <a:pt x="509248" y="50829"/>
                  <a:pt x="507798" y="55423"/>
                  <a:pt x="507193" y="62192"/>
                </a:cubicBezTo>
                <a:cubicBezTo>
                  <a:pt x="506468" y="69082"/>
                  <a:pt x="506106" y="78631"/>
                  <a:pt x="506106" y="90840"/>
                </a:cubicBezTo>
                <a:cubicBezTo>
                  <a:pt x="506106" y="97307"/>
                  <a:pt x="506529" y="103351"/>
                  <a:pt x="507375" y="108972"/>
                </a:cubicBezTo>
                <a:cubicBezTo>
                  <a:pt x="507979" y="113263"/>
                  <a:pt x="509399" y="116527"/>
                  <a:pt x="511636" y="118763"/>
                </a:cubicBezTo>
                <a:cubicBezTo>
                  <a:pt x="513751" y="121059"/>
                  <a:pt x="516229" y="122178"/>
                  <a:pt x="519070" y="122117"/>
                </a:cubicBezTo>
                <a:cubicBezTo>
                  <a:pt x="521789" y="122178"/>
                  <a:pt x="524056" y="121422"/>
                  <a:pt x="525869" y="119851"/>
                </a:cubicBezTo>
                <a:cubicBezTo>
                  <a:pt x="528166" y="117856"/>
                  <a:pt x="529737" y="114985"/>
                  <a:pt x="530583" y="111238"/>
                </a:cubicBezTo>
                <a:cubicBezTo>
                  <a:pt x="531732" y="105557"/>
                  <a:pt x="532336" y="93953"/>
                  <a:pt x="532397" y="76425"/>
                </a:cubicBezTo>
                <a:cubicBezTo>
                  <a:pt x="532397" y="66211"/>
                  <a:pt x="531822" y="59140"/>
                  <a:pt x="530674" y="55211"/>
                </a:cubicBezTo>
                <a:cubicBezTo>
                  <a:pt x="529465" y="51403"/>
                  <a:pt x="527773" y="48623"/>
                  <a:pt x="525597" y="46870"/>
                </a:cubicBezTo>
                <a:cubicBezTo>
                  <a:pt x="524026" y="45601"/>
                  <a:pt x="521971" y="44967"/>
                  <a:pt x="519432" y="44967"/>
                </a:cubicBezTo>
                <a:close/>
                <a:moveTo>
                  <a:pt x="622302" y="38711"/>
                </a:moveTo>
                <a:lnTo>
                  <a:pt x="623662" y="67631"/>
                </a:lnTo>
                <a:lnTo>
                  <a:pt x="620579" y="67631"/>
                </a:lnTo>
                <a:cubicBezTo>
                  <a:pt x="616832" y="59109"/>
                  <a:pt x="613024" y="53247"/>
                  <a:pt x="609156" y="50044"/>
                </a:cubicBezTo>
                <a:cubicBezTo>
                  <a:pt x="605107" y="46901"/>
                  <a:pt x="601148" y="45329"/>
                  <a:pt x="597280" y="45329"/>
                </a:cubicBezTo>
                <a:cubicBezTo>
                  <a:pt x="594741" y="45329"/>
                  <a:pt x="592626" y="46145"/>
                  <a:pt x="590934" y="47777"/>
                </a:cubicBezTo>
                <a:cubicBezTo>
                  <a:pt x="589181" y="49530"/>
                  <a:pt x="588305" y="51464"/>
                  <a:pt x="588305" y="53579"/>
                </a:cubicBezTo>
                <a:cubicBezTo>
                  <a:pt x="588305" y="55211"/>
                  <a:pt x="588909" y="56782"/>
                  <a:pt x="590118" y="58293"/>
                </a:cubicBezTo>
                <a:cubicBezTo>
                  <a:pt x="591991" y="60771"/>
                  <a:pt x="597401" y="65002"/>
                  <a:pt x="606346" y="70986"/>
                </a:cubicBezTo>
                <a:cubicBezTo>
                  <a:pt x="615230" y="77090"/>
                  <a:pt x="621093" y="82197"/>
                  <a:pt x="623934" y="86307"/>
                </a:cubicBezTo>
                <a:cubicBezTo>
                  <a:pt x="626714" y="90598"/>
                  <a:pt x="628104" y="95312"/>
                  <a:pt x="628104" y="100450"/>
                </a:cubicBezTo>
                <a:cubicBezTo>
                  <a:pt x="628104" y="105164"/>
                  <a:pt x="626925" y="109788"/>
                  <a:pt x="624568" y="114320"/>
                </a:cubicBezTo>
                <a:cubicBezTo>
                  <a:pt x="622151" y="118853"/>
                  <a:pt x="618826" y="122329"/>
                  <a:pt x="614596" y="124746"/>
                </a:cubicBezTo>
                <a:cubicBezTo>
                  <a:pt x="610244" y="127224"/>
                  <a:pt x="605500" y="128433"/>
                  <a:pt x="600362" y="128373"/>
                </a:cubicBezTo>
                <a:cubicBezTo>
                  <a:pt x="596252" y="128373"/>
                  <a:pt x="590843" y="127103"/>
                  <a:pt x="584134" y="124565"/>
                </a:cubicBezTo>
                <a:cubicBezTo>
                  <a:pt x="582261" y="123961"/>
                  <a:pt x="581022" y="123628"/>
                  <a:pt x="580417" y="123568"/>
                </a:cubicBezTo>
                <a:cubicBezTo>
                  <a:pt x="578423" y="123628"/>
                  <a:pt x="576761" y="125139"/>
                  <a:pt x="575431" y="128101"/>
                </a:cubicBezTo>
                <a:lnTo>
                  <a:pt x="572439" y="128101"/>
                </a:lnTo>
                <a:lnTo>
                  <a:pt x="570989" y="97639"/>
                </a:lnTo>
                <a:lnTo>
                  <a:pt x="574071" y="97639"/>
                </a:lnTo>
                <a:cubicBezTo>
                  <a:pt x="576731" y="105617"/>
                  <a:pt x="580478" y="111601"/>
                  <a:pt x="585313" y="115590"/>
                </a:cubicBezTo>
                <a:cubicBezTo>
                  <a:pt x="589967" y="119579"/>
                  <a:pt x="594439" y="121573"/>
                  <a:pt x="598730" y="121573"/>
                </a:cubicBezTo>
                <a:cubicBezTo>
                  <a:pt x="601571" y="121573"/>
                  <a:pt x="603958" y="120667"/>
                  <a:pt x="605892" y="118853"/>
                </a:cubicBezTo>
                <a:cubicBezTo>
                  <a:pt x="607706" y="117161"/>
                  <a:pt x="608612" y="115016"/>
                  <a:pt x="608612" y="112417"/>
                </a:cubicBezTo>
                <a:cubicBezTo>
                  <a:pt x="608612" y="109516"/>
                  <a:pt x="607706" y="107007"/>
                  <a:pt x="605892" y="104892"/>
                </a:cubicBezTo>
                <a:cubicBezTo>
                  <a:pt x="604019" y="102837"/>
                  <a:pt x="599969" y="99634"/>
                  <a:pt x="593744" y="95282"/>
                </a:cubicBezTo>
                <a:cubicBezTo>
                  <a:pt x="584497" y="88876"/>
                  <a:pt x="578514" y="83980"/>
                  <a:pt x="575794" y="80595"/>
                </a:cubicBezTo>
                <a:cubicBezTo>
                  <a:pt x="571805" y="75639"/>
                  <a:pt x="569810" y="70170"/>
                  <a:pt x="569810" y="64186"/>
                </a:cubicBezTo>
                <a:cubicBezTo>
                  <a:pt x="569810" y="57719"/>
                  <a:pt x="572077" y="51796"/>
                  <a:pt x="576610" y="46417"/>
                </a:cubicBezTo>
                <a:cubicBezTo>
                  <a:pt x="581022" y="41159"/>
                  <a:pt x="587519" y="38530"/>
                  <a:pt x="596101" y="38530"/>
                </a:cubicBezTo>
                <a:cubicBezTo>
                  <a:pt x="600695" y="38530"/>
                  <a:pt x="605137" y="39648"/>
                  <a:pt x="609428" y="41884"/>
                </a:cubicBezTo>
                <a:cubicBezTo>
                  <a:pt x="611060" y="42791"/>
                  <a:pt x="612390" y="43244"/>
                  <a:pt x="613417" y="43244"/>
                </a:cubicBezTo>
                <a:cubicBezTo>
                  <a:pt x="614505" y="43244"/>
                  <a:pt x="615381" y="43002"/>
                  <a:pt x="616046" y="42519"/>
                </a:cubicBezTo>
                <a:cubicBezTo>
                  <a:pt x="616651" y="42096"/>
                  <a:pt x="617708" y="40827"/>
                  <a:pt x="619219" y="38711"/>
                </a:cubicBezTo>
                <a:lnTo>
                  <a:pt x="622302" y="38711"/>
                </a:lnTo>
                <a:close/>
                <a:moveTo>
                  <a:pt x="659547" y="0"/>
                </a:moveTo>
                <a:cubicBezTo>
                  <a:pt x="663415" y="0"/>
                  <a:pt x="666739" y="1360"/>
                  <a:pt x="669519" y="4080"/>
                </a:cubicBezTo>
                <a:cubicBezTo>
                  <a:pt x="672239" y="6920"/>
                  <a:pt x="673599" y="10244"/>
                  <a:pt x="673599" y="14052"/>
                </a:cubicBezTo>
                <a:cubicBezTo>
                  <a:pt x="673599" y="17981"/>
                  <a:pt x="672239" y="21275"/>
                  <a:pt x="669519" y="23934"/>
                </a:cubicBezTo>
                <a:cubicBezTo>
                  <a:pt x="666678" y="26654"/>
                  <a:pt x="663354" y="28014"/>
                  <a:pt x="659547" y="28014"/>
                </a:cubicBezTo>
                <a:cubicBezTo>
                  <a:pt x="655618" y="28014"/>
                  <a:pt x="652324" y="26654"/>
                  <a:pt x="649665" y="23934"/>
                </a:cubicBezTo>
                <a:cubicBezTo>
                  <a:pt x="646945" y="21275"/>
                  <a:pt x="645585" y="17981"/>
                  <a:pt x="645585" y="14052"/>
                </a:cubicBezTo>
                <a:cubicBezTo>
                  <a:pt x="645585" y="10244"/>
                  <a:pt x="646945" y="6920"/>
                  <a:pt x="649665" y="4080"/>
                </a:cubicBezTo>
                <a:cubicBezTo>
                  <a:pt x="652324" y="1360"/>
                  <a:pt x="655618" y="0"/>
                  <a:pt x="659547" y="0"/>
                </a:cubicBezTo>
                <a:moveTo>
                  <a:pt x="672239" y="41068"/>
                </a:moveTo>
                <a:lnTo>
                  <a:pt x="672239" y="108246"/>
                </a:lnTo>
                <a:cubicBezTo>
                  <a:pt x="672239" y="114230"/>
                  <a:pt x="672934" y="118037"/>
                  <a:pt x="674324" y="119669"/>
                </a:cubicBezTo>
                <a:cubicBezTo>
                  <a:pt x="675654" y="121422"/>
                  <a:pt x="678373" y="122389"/>
                  <a:pt x="682483" y="122570"/>
                </a:cubicBezTo>
                <a:lnTo>
                  <a:pt x="682483" y="125834"/>
                </a:lnTo>
                <a:lnTo>
                  <a:pt x="636701" y="125834"/>
                </a:lnTo>
                <a:lnTo>
                  <a:pt x="636701" y="122570"/>
                </a:lnTo>
                <a:cubicBezTo>
                  <a:pt x="640387" y="122510"/>
                  <a:pt x="643168" y="121422"/>
                  <a:pt x="645041" y="119307"/>
                </a:cubicBezTo>
                <a:cubicBezTo>
                  <a:pt x="646190" y="117977"/>
                  <a:pt x="646794" y="114290"/>
                  <a:pt x="646854" y="108246"/>
                </a:cubicBezTo>
                <a:lnTo>
                  <a:pt x="646854" y="58747"/>
                </a:lnTo>
                <a:cubicBezTo>
                  <a:pt x="646794" y="52824"/>
                  <a:pt x="646099" y="48986"/>
                  <a:pt x="644769" y="47233"/>
                </a:cubicBezTo>
                <a:cubicBezTo>
                  <a:pt x="643379" y="45662"/>
                  <a:pt x="640690" y="44725"/>
                  <a:pt x="636701" y="44423"/>
                </a:cubicBezTo>
                <a:lnTo>
                  <a:pt x="636701" y="41068"/>
                </a:lnTo>
                <a:lnTo>
                  <a:pt x="672239" y="41068"/>
                </a:lnTo>
                <a:close/>
                <a:moveTo>
                  <a:pt x="724002" y="10063"/>
                </a:moveTo>
                <a:lnTo>
                  <a:pt x="724002" y="41068"/>
                </a:lnTo>
                <a:lnTo>
                  <a:pt x="744128" y="41068"/>
                </a:lnTo>
                <a:lnTo>
                  <a:pt x="744128" y="50044"/>
                </a:lnTo>
                <a:lnTo>
                  <a:pt x="724002" y="50044"/>
                </a:lnTo>
                <a:lnTo>
                  <a:pt x="724002" y="102354"/>
                </a:lnTo>
                <a:cubicBezTo>
                  <a:pt x="724002" y="107310"/>
                  <a:pt x="724244" y="110452"/>
                  <a:pt x="724728" y="111782"/>
                </a:cubicBezTo>
                <a:cubicBezTo>
                  <a:pt x="725090" y="113293"/>
                  <a:pt x="725876" y="114441"/>
                  <a:pt x="727085" y="115227"/>
                </a:cubicBezTo>
                <a:cubicBezTo>
                  <a:pt x="728173" y="116134"/>
                  <a:pt x="729230" y="116587"/>
                  <a:pt x="730258" y="116587"/>
                </a:cubicBezTo>
                <a:cubicBezTo>
                  <a:pt x="734126" y="116587"/>
                  <a:pt x="737843" y="113595"/>
                  <a:pt x="741409" y="107612"/>
                </a:cubicBezTo>
                <a:lnTo>
                  <a:pt x="744128" y="109606"/>
                </a:lnTo>
                <a:cubicBezTo>
                  <a:pt x="739172" y="121211"/>
                  <a:pt x="731225" y="127013"/>
                  <a:pt x="720285" y="127013"/>
                </a:cubicBezTo>
                <a:cubicBezTo>
                  <a:pt x="714906" y="127013"/>
                  <a:pt x="710373" y="125502"/>
                  <a:pt x="706686" y="122480"/>
                </a:cubicBezTo>
                <a:cubicBezTo>
                  <a:pt x="702879" y="119579"/>
                  <a:pt x="700491" y="116255"/>
                  <a:pt x="699524" y="112507"/>
                </a:cubicBezTo>
                <a:cubicBezTo>
                  <a:pt x="698860" y="110452"/>
                  <a:pt x="698557" y="104892"/>
                  <a:pt x="698618" y="95826"/>
                </a:cubicBezTo>
                <a:lnTo>
                  <a:pt x="698618" y="50044"/>
                </a:lnTo>
                <a:lnTo>
                  <a:pt x="687558" y="50044"/>
                </a:lnTo>
                <a:lnTo>
                  <a:pt x="687558" y="46870"/>
                </a:lnTo>
                <a:cubicBezTo>
                  <a:pt x="695173" y="41552"/>
                  <a:pt x="701670" y="35901"/>
                  <a:pt x="707049" y="29917"/>
                </a:cubicBezTo>
                <a:cubicBezTo>
                  <a:pt x="712368" y="24055"/>
                  <a:pt x="717022" y="17437"/>
                  <a:pt x="721011" y="10063"/>
                </a:cubicBezTo>
                <a:lnTo>
                  <a:pt x="724002" y="10063"/>
                </a:lnTo>
                <a:close/>
                <a:moveTo>
                  <a:pt x="826284" y="80414"/>
                </a:moveTo>
                <a:lnTo>
                  <a:pt x="779776" y="80414"/>
                </a:lnTo>
                <a:cubicBezTo>
                  <a:pt x="780320" y="91656"/>
                  <a:pt x="783311" y="100540"/>
                  <a:pt x="788751" y="107068"/>
                </a:cubicBezTo>
                <a:cubicBezTo>
                  <a:pt x="792861" y="112084"/>
                  <a:pt x="797877" y="114592"/>
                  <a:pt x="803800" y="114592"/>
                </a:cubicBezTo>
                <a:cubicBezTo>
                  <a:pt x="807366" y="114653"/>
                  <a:pt x="810660" y="113625"/>
                  <a:pt x="813682" y="111510"/>
                </a:cubicBezTo>
                <a:cubicBezTo>
                  <a:pt x="816644" y="109516"/>
                  <a:pt x="819817" y="105889"/>
                  <a:pt x="823201" y="100631"/>
                </a:cubicBezTo>
                <a:lnTo>
                  <a:pt x="826284" y="102626"/>
                </a:lnTo>
                <a:cubicBezTo>
                  <a:pt x="821630" y="111994"/>
                  <a:pt x="816553" y="118612"/>
                  <a:pt x="811053" y="122480"/>
                </a:cubicBezTo>
                <a:cubicBezTo>
                  <a:pt x="805493" y="126408"/>
                  <a:pt x="799056" y="128373"/>
                  <a:pt x="791743" y="128373"/>
                </a:cubicBezTo>
                <a:cubicBezTo>
                  <a:pt x="779111" y="128433"/>
                  <a:pt x="769592" y="123598"/>
                  <a:pt x="763185" y="113867"/>
                </a:cubicBezTo>
                <a:cubicBezTo>
                  <a:pt x="757988" y="106071"/>
                  <a:pt x="755389" y="96400"/>
                  <a:pt x="755389" y="84856"/>
                </a:cubicBezTo>
                <a:cubicBezTo>
                  <a:pt x="755328" y="70774"/>
                  <a:pt x="759166" y="59502"/>
                  <a:pt x="766902" y="51041"/>
                </a:cubicBezTo>
                <a:cubicBezTo>
                  <a:pt x="774518" y="42700"/>
                  <a:pt x="783463" y="38530"/>
                  <a:pt x="793737" y="38530"/>
                </a:cubicBezTo>
                <a:cubicBezTo>
                  <a:pt x="802320" y="38590"/>
                  <a:pt x="809784" y="42096"/>
                  <a:pt x="816130" y="49046"/>
                </a:cubicBezTo>
                <a:cubicBezTo>
                  <a:pt x="822355" y="56118"/>
                  <a:pt x="825740" y="66574"/>
                  <a:pt x="826284" y="80414"/>
                </a:cubicBezTo>
                <a:moveTo>
                  <a:pt x="803982" y="74340"/>
                </a:moveTo>
                <a:cubicBezTo>
                  <a:pt x="803921" y="64670"/>
                  <a:pt x="803407" y="57991"/>
                  <a:pt x="802440" y="54304"/>
                </a:cubicBezTo>
                <a:cubicBezTo>
                  <a:pt x="801353" y="50739"/>
                  <a:pt x="799690" y="47989"/>
                  <a:pt x="797454" y="46055"/>
                </a:cubicBezTo>
                <a:cubicBezTo>
                  <a:pt x="796125" y="44967"/>
                  <a:pt x="794432" y="44423"/>
                  <a:pt x="792377" y="44423"/>
                </a:cubicBezTo>
                <a:cubicBezTo>
                  <a:pt x="789174" y="44423"/>
                  <a:pt x="786605" y="45964"/>
                  <a:pt x="784671" y="49046"/>
                </a:cubicBezTo>
                <a:cubicBezTo>
                  <a:pt x="781105" y="54486"/>
                  <a:pt x="779322" y="61859"/>
                  <a:pt x="779322" y="71167"/>
                </a:cubicBezTo>
                <a:lnTo>
                  <a:pt x="779322" y="74340"/>
                </a:lnTo>
                <a:lnTo>
                  <a:pt x="803982" y="7434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Sampler">
            <a:extLst xmlns:a="http://schemas.openxmlformats.org/drawingml/2006/main">
              <a:ext uri="{FF2B5EF4-FFF2-40B4-BE49-F238E27FC236}">
                <a16:creationId xmlns:a16="http://schemas.microsoft.com/office/drawing/2014/main" id="{86F6CEAB-49DD-4DE6-9DE9-84F8162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872" y="1341587"/>
            <a:ext cx="652604" cy="165452"/>
          </a:xfrm>
          <a:custGeom xmlns:a="http://schemas.openxmlformats.org/drawingml/2006/main">
            <a:pathLst>
              <a:path w="652604" h="165452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45864" y="113233"/>
                </a:moveTo>
                <a:cubicBezTo>
                  <a:pt x="135529" y="122419"/>
                  <a:pt x="126252" y="126982"/>
                  <a:pt x="118032" y="126922"/>
                </a:cubicBezTo>
                <a:cubicBezTo>
                  <a:pt x="113136" y="126922"/>
                  <a:pt x="109117" y="125320"/>
                  <a:pt x="105974" y="122117"/>
                </a:cubicBezTo>
                <a:cubicBezTo>
                  <a:pt x="102771" y="119035"/>
                  <a:pt x="101169" y="115076"/>
                  <a:pt x="101169" y="110241"/>
                </a:cubicBezTo>
                <a:cubicBezTo>
                  <a:pt x="101169" y="103834"/>
                  <a:pt x="103949" y="98002"/>
                  <a:pt x="109510" y="92744"/>
                </a:cubicBezTo>
                <a:cubicBezTo>
                  <a:pt x="115010" y="87667"/>
                  <a:pt x="127128" y="80807"/>
                  <a:pt x="145864" y="72164"/>
                </a:cubicBezTo>
                <a:lnTo>
                  <a:pt x="145864" y="63642"/>
                </a:lnTo>
                <a:cubicBezTo>
                  <a:pt x="145804" y="57296"/>
                  <a:pt x="145471" y="53247"/>
                  <a:pt x="144867" y="51494"/>
                </a:cubicBezTo>
                <a:cubicBezTo>
                  <a:pt x="144081" y="49862"/>
                  <a:pt x="142751" y="48412"/>
                  <a:pt x="140878" y="47142"/>
                </a:cubicBezTo>
                <a:cubicBezTo>
                  <a:pt x="138944" y="45994"/>
                  <a:pt x="136768" y="45390"/>
                  <a:pt x="134350" y="45329"/>
                </a:cubicBezTo>
                <a:cubicBezTo>
                  <a:pt x="130422" y="45390"/>
                  <a:pt x="127188" y="46266"/>
                  <a:pt x="124650" y="47958"/>
                </a:cubicBezTo>
                <a:cubicBezTo>
                  <a:pt x="123078" y="49046"/>
                  <a:pt x="122293" y="50316"/>
                  <a:pt x="122293" y="51766"/>
                </a:cubicBezTo>
                <a:cubicBezTo>
                  <a:pt x="122232" y="53035"/>
                  <a:pt x="123078" y="54607"/>
                  <a:pt x="124831" y="56480"/>
                </a:cubicBezTo>
                <a:cubicBezTo>
                  <a:pt x="127067" y="59140"/>
                  <a:pt x="128216" y="61648"/>
                  <a:pt x="128276" y="64005"/>
                </a:cubicBezTo>
                <a:cubicBezTo>
                  <a:pt x="128276" y="67027"/>
                  <a:pt x="127188" y="69535"/>
                  <a:pt x="125013" y="71530"/>
                </a:cubicBezTo>
                <a:cubicBezTo>
                  <a:pt x="122716" y="73645"/>
                  <a:pt x="119815" y="74703"/>
                  <a:pt x="116309" y="74703"/>
                </a:cubicBezTo>
                <a:cubicBezTo>
                  <a:pt x="112502" y="74703"/>
                  <a:pt x="109329" y="73554"/>
                  <a:pt x="106790" y="71258"/>
                </a:cubicBezTo>
                <a:cubicBezTo>
                  <a:pt x="104131" y="69021"/>
                  <a:pt x="102831" y="66332"/>
                  <a:pt x="102892" y="63189"/>
                </a:cubicBezTo>
                <a:cubicBezTo>
                  <a:pt x="102892" y="58837"/>
                  <a:pt x="104614" y="54667"/>
                  <a:pt x="108059" y="50678"/>
                </a:cubicBezTo>
                <a:cubicBezTo>
                  <a:pt x="111504" y="46810"/>
                  <a:pt x="116309" y="43788"/>
                  <a:pt x="122474" y="41612"/>
                </a:cubicBezTo>
                <a:cubicBezTo>
                  <a:pt x="128639" y="39557"/>
                  <a:pt x="135045" y="38500"/>
                  <a:pt x="141694" y="38439"/>
                </a:cubicBezTo>
                <a:cubicBezTo>
                  <a:pt x="149732" y="38500"/>
                  <a:pt x="156108" y="40192"/>
                  <a:pt x="160823" y="43516"/>
                </a:cubicBezTo>
                <a:cubicBezTo>
                  <a:pt x="165416" y="46961"/>
                  <a:pt x="168438" y="50678"/>
                  <a:pt x="169889" y="54667"/>
                </a:cubicBezTo>
                <a:cubicBezTo>
                  <a:pt x="170674" y="57206"/>
                  <a:pt x="171097" y="63038"/>
                  <a:pt x="171158" y="72164"/>
                </a:cubicBezTo>
                <a:lnTo>
                  <a:pt x="171158" y="105073"/>
                </a:lnTo>
                <a:cubicBezTo>
                  <a:pt x="171158" y="109002"/>
                  <a:pt x="171309" y="111419"/>
                  <a:pt x="171611" y="112326"/>
                </a:cubicBezTo>
                <a:cubicBezTo>
                  <a:pt x="171853" y="113414"/>
                  <a:pt x="172306" y="114169"/>
                  <a:pt x="172971" y="114592"/>
                </a:cubicBezTo>
                <a:cubicBezTo>
                  <a:pt x="173515" y="115076"/>
                  <a:pt x="174210" y="115318"/>
                  <a:pt x="175056" y="115318"/>
                </a:cubicBezTo>
                <a:cubicBezTo>
                  <a:pt x="176567" y="115378"/>
                  <a:pt x="178169" y="114260"/>
                  <a:pt x="179861" y="111963"/>
                </a:cubicBezTo>
                <a:lnTo>
                  <a:pt x="182581" y="114139"/>
                </a:lnTo>
                <a:cubicBezTo>
                  <a:pt x="179498" y="118612"/>
                  <a:pt x="176386" y="121845"/>
                  <a:pt x="173243" y="123840"/>
                </a:cubicBezTo>
                <a:cubicBezTo>
                  <a:pt x="169919" y="125955"/>
                  <a:pt x="166232" y="126982"/>
                  <a:pt x="162183" y="126922"/>
                </a:cubicBezTo>
                <a:cubicBezTo>
                  <a:pt x="157347" y="126922"/>
                  <a:pt x="153570" y="125774"/>
                  <a:pt x="150850" y="123477"/>
                </a:cubicBezTo>
                <a:cubicBezTo>
                  <a:pt x="148130" y="121301"/>
                  <a:pt x="146468" y="117886"/>
                  <a:pt x="145864" y="113233"/>
                </a:cubicBezTo>
                <a:moveTo>
                  <a:pt x="145864" y="106614"/>
                </a:moveTo>
                <a:lnTo>
                  <a:pt x="145864" y="78238"/>
                </a:lnTo>
                <a:cubicBezTo>
                  <a:pt x="138490" y="82530"/>
                  <a:pt x="133051" y="87123"/>
                  <a:pt x="129545" y="92018"/>
                </a:cubicBezTo>
                <a:cubicBezTo>
                  <a:pt x="127188" y="95282"/>
                  <a:pt x="126010" y="98576"/>
                  <a:pt x="126010" y="101900"/>
                </a:cubicBezTo>
                <a:cubicBezTo>
                  <a:pt x="126010" y="104741"/>
                  <a:pt x="127007" y="107189"/>
                  <a:pt x="129001" y="109244"/>
                </a:cubicBezTo>
                <a:cubicBezTo>
                  <a:pt x="130512" y="110875"/>
                  <a:pt x="132628" y="111691"/>
                  <a:pt x="135348" y="111691"/>
                </a:cubicBezTo>
                <a:cubicBezTo>
                  <a:pt x="138309" y="111691"/>
                  <a:pt x="141815" y="109999"/>
                  <a:pt x="145864" y="106614"/>
                </a:cubicBezTo>
                <a:close/>
                <a:moveTo>
                  <a:pt x="223891" y="40978"/>
                </a:moveTo>
                <a:lnTo>
                  <a:pt x="223891" y="52129"/>
                </a:lnTo>
                <a:cubicBezTo>
                  <a:pt x="228485" y="47112"/>
                  <a:pt x="232806" y="43546"/>
                  <a:pt x="236856" y="41431"/>
                </a:cubicBezTo>
                <a:cubicBezTo>
                  <a:pt x="240724" y="39436"/>
                  <a:pt x="245045" y="38439"/>
                  <a:pt x="249820" y="38439"/>
                </a:cubicBezTo>
                <a:cubicBezTo>
                  <a:pt x="255199" y="38439"/>
                  <a:pt x="259762" y="39708"/>
                  <a:pt x="263509" y="42247"/>
                </a:cubicBezTo>
                <a:cubicBezTo>
                  <a:pt x="267196" y="44846"/>
                  <a:pt x="270037" y="48714"/>
                  <a:pt x="272031" y="53851"/>
                </a:cubicBezTo>
                <a:cubicBezTo>
                  <a:pt x="276806" y="48472"/>
                  <a:pt x="281460" y="44544"/>
                  <a:pt x="285993" y="42066"/>
                </a:cubicBezTo>
                <a:cubicBezTo>
                  <a:pt x="290405" y="39648"/>
                  <a:pt x="295028" y="38439"/>
                  <a:pt x="299863" y="38439"/>
                </a:cubicBezTo>
                <a:cubicBezTo>
                  <a:pt x="305665" y="38500"/>
                  <a:pt x="310350" y="39829"/>
                  <a:pt x="313915" y="42428"/>
                </a:cubicBezTo>
                <a:cubicBezTo>
                  <a:pt x="317360" y="45208"/>
                  <a:pt x="319778" y="48623"/>
                  <a:pt x="321168" y="52673"/>
                </a:cubicBezTo>
                <a:cubicBezTo>
                  <a:pt x="322498" y="56843"/>
                  <a:pt x="323163" y="63461"/>
                  <a:pt x="323163" y="72527"/>
                </a:cubicBezTo>
                <a:lnTo>
                  <a:pt x="323163" y="107249"/>
                </a:lnTo>
                <a:cubicBezTo>
                  <a:pt x="323163" y="113837"/>
                  <a:pt x="323767" y="117886"/>
                  <a:pt x="324976" y="119397"/>
                </a:cubicBezTo>
                <a:cubicBezTo>
                  <a:pt x="326124" y="121029"/>
                  <a:pt x="328572" y="122057"/>
                  <a:pt x="332319" y="122480"/>
                </a:cubicBezTo>
                <a:lnTo>
                  <a:pt x="332319" y="125743"/>
                </a:lnTo>
                <a:lnTo>
                  <a:pt x="288531" y="125743"/>
                </a:lnTo>
                <a:lnTo>
                  <a:pt x="288531" y="122480"/>
                </a:lnTo>
                <a:cubicBezTo>
                  <a:pt x="291976" y="122238"/>
                  <a:pt x="294514" y="120908"/>
                  <a:pt x="296146" y="118491"/>
                </a:cubicBezTo>
                <a:cubicBezTo>
                  <a:pt x="297234" y="116919"/>
                  <a:pt x="297778" y="113172"/>
                  <a:pt x="297778" y="107249"/>
                </a:cubicBezTo>
                <a:lnTo>
                  <a:pt x="297778" y="70804"/>
                </a:lnTo>
                <a:cubicBezTo>
                  <a:pt x="297778" y="63310"/>
                  <a:pt x="297476" y="58505"/>
                  <a:pt x="296872" y="56390"/>
                </a:cubicBezTo>
                <a:cubicBezTo>
                  <a:pt x="296207" y="54335"/>
                  <a:pt x="295270" y="52794"/>
                  <a:pt x="294061" y="51766"/>
                </a:cubicBezTo>
                <a:cubicBezTo>
                  <a:pt x="292671" y="50799"/>
                  <a:pt x="291130" y="50316"/>
                  <a:pt x="289438" y="50316"/>
                </a:cubicBezTo>
                <a:cubicBezTo>
                  <a:pt x="286778" y="50316"/>
                  <a:pt x="284149" y="51252"/>
                  <a:pt x="281550" y="53126"/>
                </a:cubicBezTo>
                <a:cubicBezTo>
                  <a:pt x="278891" y="55060"/>
                  <a:pt x="276201" y="57931"/>
                  <a:pt x="273482" y="61738"/>
                </a:cubicBezTo>
                <a:lnTo>
                  <a:pt x="273482" y="107249"/>
                </a:lnTo>
                <a:cubicBezTo>
                  <a:pt x="273482" y="113414"/>
                  <a:pt x="273995" y="117252"/>
                  <a:pt x="275023" y="118763"/>
                </a:cubicBezTo>
                <a:cubicBezTo>
                  <a:pt x="276353" y="121059"/>
                  <a:pt x="279012" y="122298"/>
                  <a:pt x="283001" y="122480"/>
                </a:cubicBezTo>
                <a:lnTo>
                  <a:pt x="283001" y="125743"/>
                </a:lnTo>
                <a:lnTo>
                  <a:pt x="239122" y="125743"/>
                </a:lnTo>
                <a:lnTo>
                  <a:pt x="239122" y="122480"/>
                </a:lnTo>
                <a:cubicBezTo>
                  <a:pt x="241479" y="122419"/>
                  <a:pt x="243353" y="121815"/>
                  <a:pt x="244743" y="120667"/>
                </a:cubicBezTo>
                <a:cubicBezTo>
                  <a:pt x="246073" y="119700"/>
                  <a:pt x="246979" y="118430"/>
                  <a:pt x="247463" y="116859"/>
                </a:cubicBezTo>
                <a:cubicBezTo>
                  <a:pt x="247886" y="115469"/>
                  <a:pt x="248097" y="112266"/>
                  <a:pt x="248097" y="107249"/>
                </a:cubicBezTo>
                <a:lnTo>
                  <a:pt x="248097" y="70804"/>
                </a:lnTo>
                <a:cubicBezTo>
                  <a:pt x="248097" y="63129"/>
                  <a:pt x="247795" y="58324"/>
                  <a:pt x="247191" y="56390"/>
                </a:cubicBezTo>
                <a:cubicBezTo>
                  <a:pt x="246526" y="54516"/>
                  <a:pt x="245529" y="53005"/>
                  <a:pt x="244199" y="51857"/>
                </a:cubicBezTo>
                <a:cubicBezTo>
                  <a:pt x="242748" y="50769"/>
                  <a:pt x="241207" y="50225"/>
                  <a:pt x="239575" y="50225"/>
                </a:cubicBezTo>
                <a:cubicBezTo>
                  <a:pt x="237097" y="50225"/>
                  <a:pt x="234891" y="50859"/>
                  <a:pt x="232957" y="52129"/>
                </a:cubicBezTo>
                <a:cubicBezTo>
                  <a:pt x="230056" y="54063"/>
                  <a:pt x="227034" y="57266"/>
                  <a:pt x="223891" y="61738"/>
                </a:cubicBezTo>
                <a:lnTo>
                  <a:pt x="223891" y="107249"/>
                </a:lnTo>
                <a:cubicBezTo>
                  <a:pt x="223891" y="113233"/>
                  <a:pt x="224496" y="117161"/>
                  <a:pt x="225705" y="119035"/>
                </a:cubicBezTo>
                <a:cubicBezTo>
                  <a:pt x="226853" y="120969"/>
                  <a:pt x="229301" y="122117"/>
                  <a:pt x="233048" y="122480"/>
                </a:cubicBezTo>
                <a:lnTo>
                  <a:pt x="233048" y="125743"/>
                </a:lnTo>
                <a:lnTo>
                  <a:pt x="189351" y="125743"/>
                </a:lnTo>
                <a:lnTo>
                  <a:pt x="189351" y="122480"/>
                </a:lnTo>
                <a:cubicBezTo>
                  <a:pt x="192856" y="122117"/>
                  <a:pt x="195394" y="120969"/>
                  <a:pt x="196966" y="119035"/>
                </a:cubicBezTo>
                <a:cubicBezTo>
                  <a:pt x="197933" y="117705"/>
                  <a:pt x="198447" y="113777"/>
                  <a:pt x="198507" y="107249"/>
                </a:cubicBezTo>
                <a:lnTo>
                  <a:pt x="198507" y="59381"/>
                </a:lnTo>
                <a:cubicBezTo>
                  <a:pt x="198507" y="52975"/>
                  <a:pt x="197933" y="48986"/>
                  <a:pt x="196785" y="47414"/>
                </a:cubicBezTo>
                <a:cubicBezTo>
                  <a:pt x="195515" y="45903"/>
                  <a:pt x="193037" y="44876"/>
                  <a:pt x="189351" y="44332"/>
                </a:cubicBezTo>
                <a:lnTo>
                  <a:pt x="189351" y="40978"/>
                </a:lnTo>
                <a:lnTo>
                  <a:pt x="223891" y="40978"/>
                </a:lnTo>
                <a:close/>
                <a:moveTo>
                  <a:pt x="375192" y="117131"/>
                </a:moveTo>
                <a:lnTo>
                  <a:pt x="375192" y="148680"/>
                </a:lnTo>
                <a:cubicBezTo>
                  <a:pt x="375192" y="153092"/>
                  <a:pt x="375554" y="156054"/>
                  <a:pt x="376280" y="157565"/>
                </a:cubicBezTo>
                <a:cubicBezTo>
                  <a:pt x="376884" y="159136"/>
                  <a:pt x="377942" y="160284"/>
                  <a:pt x="379453" y="161010"/>
                </a:cubicBezTo>
                <a:cubicBezTo>
                  <a:pt x="380843" y="161735"/>
                  <a:pt x="383684" y="162098"/>
                  <a:pt x="387975" y="162098"/>
                </a:cubicBezTo>
                <a:lnTo>
                  <a:pt x="387975" y="165452"/>
                </a:lnTo>
                <a:lnTo>
                  <a:pt x="339654" y="165452"/>
                </a:lnTo>
                <a:lnTo>
                  <a:pt x="339654" y="162098"/>
                </a:lnTo>
                <a:cubicBezTo>
                  <a:pt x="343340" y="162037"/>
                  <a:pt x="346121" y="160979"/>
                  <a:pt x="347994" y="158924"/>
                </a:cubicBezTo>
                <a:cubicBezTo>
                  <a:pt x="349143" y="157595"/>
                  <a:pt x="349747" y="153999"/>
                  <a:pt x="349807" y="148136"/>
                </a:cubicBezTo>
                <a:lnTo>
                  <a:pt x="349807" y="58656"/>
                </a:lnTo>
                <a:cubicBezTo>
                  <a:pt x="349747" y="52733"/>
                  <a:pt x="349052" y="48895"/>
                  <a:pt x="347722" y="47142"/>
                </a:cubicBezTo>
                <a:cubicBezTo>
                  <a:pt x="346332" y="45571"/>
                  <a:pt x="343643" y="44634"/>
                  <a:pt x="339654" y="44332"/>
                </a:cubicBezTo>
                <a:lnTo>
                  <a:pt x="339654" y="40978"/>
                </a:lnTo>
                <a:lnTo>
                  <a:pt x="375192" y="40978"/>
                </a:lnTo>
                <a:lnTo>
                  <a:pt x="375192" y="52129"/>
                </a:lnTo>
                <a:cubicBezTo>
                  <a:pt x="378153" y="47777"/>
                  <a:pt x="381175" y="44634"/>
                  <a:pt x="384258" y="42700"/>
                </a:cubicBezTo>
                <a:cubicBezTo>
                  <a:pt x="388670" y="39920"/>
                  <a:pt x="393475" y="38500"/>
                  <a:pt x="398672" y="38439"/>
                </a:cubicBezTo>
                <a:cubicBezTo>
                  <a:pt x="404837" y="38500"/>
                  <a:pt x="410518" y="40464"/>
                  <a:pt x="415716" y="44332"/>
                </a:cubicBezTo>
                <a:cubicBezTo>
                  <a:pt x="420793" y="48261"/>
                  <a:pt x="424661" y="53670"/>
                  <a:pt x="427321" y="60560"/>
                </a:cubicBezTo>
                <a:cubicBezTo>
                  <a:pt x="429919" y="67571"/>
                  <a:pt x="431249" y="75035"/>
                  <a:pt x="431309" y="82953"/>
                </a:cubicBezTo>
                <a:cubicBezTo>
                  <a:pt x="431309" y="91595"/>
                  <a:pt x="429950" y="99422"/>
                  <a:pt x="427230" y="106433"/>
                </a:cubicBezTo>
                <a:cubicBezTo>
                  <a:pt x="424389" y="113625"/>
                  <a:pt x="420400" y="119035"/>
                  <a:pt x="415263" y="122661"/>
                </a:cubicBezTo>
                <a:cubicBezTo>
                  <a:pt x="410005" y="126408"/>
                  <a:pt x="404172" y="128282"/>
                  <a:pt x="397766" y="128282"/>
                </a:cubicBezTo>
                <a:cubicBezTo>
                  <a:pt x="393112" y="128342"/>
                  <a:pt x="388760" y="127315"/>
                  <a:pt x="384711" y="125200"/>
                </a:cubicBezTo>
                <a:cubicBezTo>
                  <a:pt x="381689" y="123689"/>
                  <a:pt x="378516" y="120999"/>
                  <a:pt x="375192" y="117131"/>
                </a:cubicBezTo>
                <a:moveTo>
                  <a:pt x="375192" y="107974"/>
                </a:moveTo>
                <a:cubicBezTo>
                  <a:pt x="380329" y="115348"/>
                  <a:pt x="385890" y="119035"/>
                  <a:pt x="391873" y="119035"/>
                </a:cubicBezTo>
                <a:cubicBezTo>
                  <a:pt x="395137" y="119035"/>
                  <a:pt x="397826" y="117312"/>
                  <a:pt x="399942" y="113867"/>
                </a:cubicBezTo>
                <a:cubicBezTo>
                  <a:pt x="403084" y="108790"/>
                  <a:pt x="404656" y="99120"/>
                  <a:pt x="404656" y="84856"/>
                </a:cubicBezTo>
                <a:cubicBezTo>
                  <a:pt x="404656" y="70291"/>
                  <a:pt x="402933" y="60288"/>
                  <a:pt x="399488" y="54848"/>
                </a:cubicBezTo>
                <a:cubicBezTo>
                  <a:pt x="397192" y="51343"/>
                  <a:pt x="394109" y="49560"/>
                  <a:pt x="390241" y="49500"/>
                </a:cubicBezTo>
                <a:cubicBezTo>
                  <a:pt x="384076" y="49560"/>
                  <a:pt x="379060" y="53972"/>
                  <a:pt x="375192" y="62736"/>
                </a:cubicBezTo>
                <a:lnTo>
                  <a:pt x="375192" y="107974"/>
                </a:lnTo>
                <a:close/>
                <a:moveTo>
                  <a:pt x="477993" y="2810"/>
                </a:moveTo>
                <a:lnTo>
                  <a:pt x="477993" y="108156"/>
                </a:lnTo>
                <a:cubicBezTo>
                  <a:pt x="477993" y="114139"/>
                  <a:pt x="478688" y="117947"/>
                  <a:pt x="480078" y="119579"/>
                </a:cubicBezTo>
                <a:cubicBezTo>
                  <a:pt x="481408" y="121331"/>
                  <a:pt x="484128" y="122298"/>
                  <a:pt x="488237" y="122480"/>
                </a:cubicBezTo>
                <a:lnTo>
                  <a:pt x="488237" y="125743"/>
                </a:lnTo>
                <a:lnTo>
                  <a:pt x="442455" y="125743"/>
                </a:lnTo>
                <a:lnTo>
                  <a:pt x="442455" y="122480"/>
                </a:lnTo>
                <a:cubicBezTo>
                  <a:pt x="446142" y="122419"/>
                  <a:pt x="448922" y="121331"/>
                  <a:pt x="450795" y="119216"/>
                </a:cubicBezTo>
                <a:cubicBezTo>
                  <a:pt x="451944" y="117886"/>
                  <a:pt x="452548" y="114200"/>
                  <a:pt x="452609" y="108156"/>
                </a:cubicBezTo>
                <a:lnTo>
                  <a:pt x="452609" y="20398"/>
                </a:lnTo>
                <a:cubicBezTo>
                  <a:pt x="452548" y="14536"/>
                  <a:pt x="451853" y="10728"/>
                  <a:pt x="450523" y="8975"/>
                </a:cubicBezTo>
                <a:cubicBezTo>
                  <a:pt x="449133" y="7404"/>
                  <a:pt x="446444" y="6467"/>
                  <a:pt x="442455" y="6165"/>
                </a:cubicBezTo>
                <a:lnTo>
                  <a:pt x="442455" y="2810"/>
                </a:lnTo>
                <a:lnTo>
                  <a:pt x="477993" y="2810"/>
                </a:lnTo>
                <a:close/>
                <a:moveTo>
                  <a:pt x="567923" y="80324"/>
                </a:moveTo>
                <a:lnTo>
                  <a:pt x="521415" y="80324"/>
                </a:lnTo>
                <a:cubicBezTo>
                  <a:pt x="521959" y="91565"/>
                  <a:pt x="524950" y="100450"/>
                  <a:pt x="530390" y="106977"/>
                </a:cubicBezTo>
                <a:cubicBezTo>
                  <a:pt x="534500" y="111994"/>
                  <a:pt x="539516" y="114502"/>
                  <a:pt x="545439" y="114502"/>
                </a:cubicBezTo>
                <a:cubicBezTo>
                  <a:pt x="549005" y="114562"/>
                  <a:pt x="552299" y="113535"/>
                  <a:pt x="555321" y="111419"/>
                </a:cubicBezTo>
                <a:cubicBezTo>
                  <a:pt x="558283" y="109425"/>
                  <a:pt x="561456" y="105799"/>
                  <a:pt x="564840" y="100540"/>
                </a:cubicBezTo>
                <a:lnTo>
                  <a:pt x="567923" y="102535"/>
                </a:lnTo>
                <a:cubicBezTo>
                  <a:pt x="563269" y="111903"/>
                  <a:pt x="558192" y="118521"/>
                  <a:pt x="552692" y="122389"/>
                </a:cubicBezTo>
                <a:cubicBezTo>
                  <a:pt x="547132" y="126318"/>
                  <a:pt x="540695" y="128282"/>
                  <a:pt x="533382" y="128282"/>
                </a:cubicBezTo>
                <a:cubicBezTo>
                  <a:pt x="520750" y="128342"/>
                  <a:pt x="511231" y="123507"/>
                  <a:pt x="504824" y="113777"/>
                </a:cubicBezTo>
                <a:cubicBezTo>
                  <a:pt x="499626" y="105980"/>
                  <a:pt x="497028" y="96310"/>
                  <a:pt x="497028" y="84766"/>
                </a:cubicBezTo>
                <a:cubicBezTo>
                  <a:pt x="496967" y="70683"/>
                  <a:pt x="500805" y="59412"/>
                  <a:pt x="508541" y="50950"/>
                </a:cubicBezTo>
                <a:cubicBezTo>
                  <a:pt x="516157" y="42610"/>
                  <a:pt x="525102" y="38439"/>
                  <a:pt x="535376" y="38439"/>
                </a:cubicBezTo>
                <a:cubicBezTo>
                  <a:pt x="543959" y="38500"/>
                  <a:pt x="551423" y="42005"/>
                  <a:pt x="557769" y="48956"/>
                </a:cubicBezTo>
                <a:cubicBezTo>
                  <a:pt x="563994" y="56027"/>
                  <a:pt x="567379" y="66483"/>
                  <a:pt x="567923" y="80324"/>
                </a:cubicBezTo>
                <a:moveTo>
                  <a:pt x="545621" y="74249"/>
                </a:moveTo>
                <a:cubicBezTo>
                  <a:pt x="545560" y="64579"/>
                  <a:pt x="545046" y="57901"/>
                  <a:pt x="544079" y="54214"/>
                </a:cubicBezTo>
                <a:cubicBezTo>
                  <a:pt x="542991" y="50648"/>
                  <a:pt x="541329" y="47898"/>
                  <a:pt x="539093" y="45964"/>
                </a:cubicBezTo>
                <a:cubicBezTo>
                  <a:pt x="537764" y="44876"/>
                  <a:pt x="536071" y="44332"/>
                  <a:pt x="534016" y="44332"/>
                </a:cubicBezTo>
                <a:cubicBezTo>
                  <a:pt x="530813" y="44332"/>
                  <a:pt x="528244" y="45873"/>
                  <a:pt x="526310" y="48956"/>
                </a:cubicBezTo>
                <a:cubicBezTo>
                  <a:pt x="522744" y="54395"/>
                  <a:pt x="520961" y="61769"/>
                  <a:pt x="520961" y="71076"/>
                </a:cubicBezTo>
                <a:lnTo>
                  <a:pt x="520961" y="74249"/>
                </a:lnTo>
                <a:lnTo>
                  <a:pt x="545621" y="74249"/>
                </a:lnTo>
                <a:close/>
                <a:moveTo>
                  <a:pt x="614437" y="40978"/>
                </a:moveTo>
                <a:lnTo>
                  <a:pt x="614437" y="60197"/>
                </a:lnTo>
                <a:cubicBezTo>
                  <a:pt x="619997" y="51434"/>
                  <a:pt x="624923" y="45601"/>
                  <a:pt x="629214" y="42700"/>
                </a:cubicBezTo>
                <a:cubicBezTo>
                  <a:pt x="633445" y="39920"/>
                  <a:pt x="637525" y="38500"/>
                  <a:pt x="641453" y="38439"/>
                </a:cubicBezTo>
                <a:cubicBezTo>
                  <a:pt x="644777" y="38439"/>
                  <a:pt x="647497" y="39467"/>
                  <a:pt x="649612" y="41522"/>
                </a:cubicBezTo>
                <a:cubicBezTo>
                  <a:pt x="651607" y="43637"/>
                  <a:pt x="652604" y="46599"/>
                  <a:pt x="652604" y="50406"/>
                </a:cubicBezTo>
                <a:cubicBezTo>
                  <a:pt x="652544" y="54516"/>
                  <a:pt x="651577" y="57659"/>
                  <a:pt x="649703" y="59835"/>
                </a:cubicBezTo>
                <a:cubicBezTo>
                  <a:pt x="647709" y="62131"/>
                  <a:pt x="645321" y="63249"/>
                  <a:pt x="642541" y="63189"/>
                </a:cubicBezTo>
                <a:cubicBezTo>
                  <a:pt x="639338" y="63249"/>
                  <a:pt x="636558" y="62222"/>
                  <a:pt x="634200" y="60107"/>
                </a:cubicBezTo>
                <a:cubicBezTo>
                  <a:pt x="631843" y="58112"/>
                  <a:pt x="630453" y="56964"/>
                  <a:pt x="630030" y="56662"/>
                </a:cubicBezTo>
                <a:cubicBezTo>
                  <a:pt x="629365" y="56299"/>
                  <a:pt x="628670" y="56118"/>
                  <a:pt x="627945" y="56118"/>
                </a:cubicBezTo>
                <a:cubicBezTo>
                  <a:pt x="626132" y="56118"/>
                  <a:pt x="624470" y="56782"/>
                  <a:pt x="622959" y="58112"/>
                </a:cubicBezTo>
                <a:cubicBezTo>
                  <a:pt x="620481" y="60228"/>
                  <a:pt x="618607" y="63159"/>
                  <a:pt x="617338" y="66906"/>
                </a:cubicBezTo>
                <a:cubicBezTo>
                  <a:pt x="615404" y="72829"/>
                  <a:pt x="614437" y="79296"/>
                  <a:pt x="614437" y="86307"/>
                </a:cubicBezTo>
                <a:lnTo>
                  <a:pt x="614437" y="105799"/>
                </a:lnTo>
                <a:lnTo>
                  <a:pt x="614527" y="110875"/>
                </a:lnTo>
                <a:cubicBezTo>
                  <a:pt x="614467" y="114320"/>
                  <a:pt x="614679" y="116526"/>
                  <a:pt x="615162" y="117494"/>
                </a:cubicBezTo>
                <a:cubicBezTo>
                  <a:pt x="615887" y="119125"/>
                  <a:pt x="616975" y="120304"/>
                  <a:pt x="618426" y="121029"/>
                </a:cubicBezTo>
                <a:cubicBezTo>
                  <a:pt x="619755" y="121875"/>
                  <a:pt x="622143" y="122359"/>
                  <a:pt x="625588" y="122480"/>
                </a:cubicBezTo>
                <a:lnTo>
                  <a:pt x="625588" y="125743"/>
                </a:lnTo>
                <a:lnTo>
                  <a:pt x="579805" y="125743"/>
                </a:lnTo>
                <a:lnTo>
                  <a:pt x="579805" y="122480"/>
                </a:lnTo>
                <a:cubicBezTo>
                  <a:pt x="583432" y="122238"/>
                  <a:pt x="585940" y="121211"/>
                  <a:pt x="587330" y="119397"/>
                </a:cubicBezTo>
                <a:cubicBezTo>
                  <a:pt x="588599" y="117705"/>
                  <a:pt x="589234" y="113172"/>
                  <a:pt x="589234" y="105799"/>
                </a:cubicBezTo>
                <a:lnTo>
                  <a:pt x="589234" y="58928"/>
                </a:lnTo>
                <a:cubicBezTo>
                  <a:pt x="589173" y="54153"/>
                  <a:pt x="588932" y="51071"/>
                  <a:pt x="588508" y="49681"/>
                </a:cubicBezTo>
                <a:cubicBezTo>
                  <a:pt x="587844" y="48049"/>
                  <a:pt x="586967" y="46810"/>
                  <a:pt x="585879" y="45964"/>
                </a:cubicBezTo>
                <a:cubicBezTo>
                  <a:pt x="584671" y="45178"/>
                  <a:pt x="582646" y="44634"/>
                  <a:pt x="579805" y="44332"/>
                </a:cubicBezTo>
                <a:lnTo>
                  <a:pt x="579805" y="40978"/>
                </a:lnTo>
                <a:lnTo>
                  <a:pt x="614437" y="4097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T">
            <a:extLst xmlns:a="http://schemas.openxmlformats.org/drawingml/2006/main">
              <a:ext uri="{FF2B5EF4-FFF2-40B4-BE49-F238E27FC236}">
                <a16:creationId xmlns:a16="http://schemas.microsoft.com/office/drawing/2014/main" id="{FC4CD4C8-C15D-4F56-968A-37A3ADCF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429" y="659826"/>
            <a:ext cx="102807" cy="114455"/>
          </a:xfrm>
          <a:custGeom xmlns:a="http://schemas.openxmlformats.org/drawingml/2006/main">
            <a:pathLst>
              <a:path w="102807" h="114455">
                <a:moveTo>
                  <a:pt x="102807" y="0"/>
                </a:moveTo>
                <a:lnTo>
                  <a:pt x="102807" y="30977"/>
                </a:lnTo>
                <a:lnTo>
                  <a:pt x="99768" y="30977"/>
                </a:lnTo>
                <a:cubicBezTo>
                  <a:pt x="97968" y="23831"/>
                  <a:pt x="95970" y="18682"/>
                  <a:pt x="93775" y="15531"/>
                </a:cubicBezTo>
                <a:cubicBezTo>
                  <a:pt x="91525" y="12436"/>
                  <a:pt x="88514" y="9960"/>
                  <a:pt x="84744" y="8103"/>
                </a:cubicBezTo>
                <a:cubicBezTo>
                  <a:pt x="82549" y="7090"/>
                  <a:pt x="78807" y="6584"/>
                  <a:pt x="73518" y="6584"/>
                </a:cubicBezTo>
                <a:lnTo>
                  <a:pt x="64993" y="6584"/>
                </a:lnTo>
                <a:lnTo>
                  <a:pt x="64993" y="94873"/>
                </a:lnTo>
                <a:cubicBezTo>
                  <a:pt x="64993" y="100781"/>
                  <a:pt x="65330" y="104439"/>
                  <a:pt x="66006" y="105845"/>
                </a:cubicBezTo>
                <a:cubicBezTo>
                  <a:pt x="66568" y="107309"/>
                  <a:pt x="67835" y="108575"/>
                  <a:pt x="69804" y="109644"/>
                </a:cubicBezTo>
                <a:cubicBezTo>
                  <a:pt x="71605" y="110769"/>
                  <a:pt x="74165" y="111332"/>
                  <a:pt x="77485" y="111332"/>
                </a:cubicBezTo>
                <a:lnTo>
                  <a:pt x="81283" y="111332"/>
                </a:lnTo>
                <a:lnTo>
                  <a:pt x="81283" y="114455"/>
                </a:lnTo>
                <a:lnTo>
                  <a:pt x="21355" y="114455"/>
                </a:lnTo>
                <a:lnTo>
                  <a:pt x="21355" y="111332"/>
                </a:lnTo>
                <a:lnTo>
                  <a:pt x="25153" y="111332"/>
                </a:lnTo>
                <a:cubicBezTo>
                  <a:pt x="28417" y="111332"/>
                  <a:pt x="31090" y="110741"/>
                  <a:pt x="33172" y="109559"/>
                </a:cubicBezTo>
                <a:cubicBezTo>
                  <a:pt x="34578" y="108828"/>
                  <a:pt x="35732" y="107477"/>
                  <a:pt x="36632" y="105508"/>
                </a:cubicBezTo>
                <a:cubicBezTo>
                  <a:pt x="37195" y="104157"/>
                  <a:pt x="37505" y="100612"/>
                  <a:pt x="37561" y="94873"/>
                </a:cubicBezTo>
                <a:lnTo>
                  <a:pt x="37561" y="6584"/>
                </a:lnTo>
                <a:lnTo>
                  <a:pt x="29289" y="6584"/>
                </a:lnTo>
                <a:cubicBezTo>
                  <a:pt x="21524" y="6584"/>
                  <a:pt x="15925" y="8216"/>
                  <a:pt x="12492" y="11479"/>
                </a:cubicBezTo>
                <a:cubicBezTo>
                  <a:pt x="7540" y="16037"/>
                  <a:pt x="4445" y="22536"/>
                  <a:pt x="3207" y="30977"/>
                </a:cubicBezTo>
                <a:lnTo>
                  <a:pt x="0" y="30977"/>
                </a:lnTo>
                <a:lnTo>
                  <a:pt x="0" y="0"/>
                </a:lnTo>
                <a:lnTo>
                  <a:pt x="102807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k+1">
            <a:extLst xmlns:a="http://schemas.openxmlformats.org/drawingml/2006/main">
              <a:ext uri="{FF2B5EF4-FFF2-40B4-BE49-F238E27FC236}">
                <a16:creationId xmlns:a16="http://schemas.microsoft.com/office/drawing/2014/main" id="{2C6392B3-964A-47A3-BAF5-1803C73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040" y="720936"/>
            <a:ext cx="164107" cy="73552"/>
          </a:xfrm>
          <a:custGeom xmlns:a="http://schemas.openxmlformats.org/drawingml/2006/main">
            <a:pathLst>
              <a:path w="164107" h="73552">
                <a:moveTo>
                  <a:pt x="20248" y="1488"/>
                </a:moveTo>
                <a:lnTo>
                  <a:pt x="20248" y="48893"/>
                </a:lnTo>
                <a:lnTo>
                  <a:pt x="31781" y="37573"/>
                </a:lnTo>
                <a:cubicBezTo>
                  <a:pt x="34154" y="35306"/>
                  <a:pt x="35642" y="33641"/>
                  <a:pt x="36245" y="32578"/>
                </a:cubicBezTo>
                <a:cubicBezTo>
                  <a:pt x="36812" y="31586"/>
                  <a:pt x="37095" y="30594"/>
                  <a:pt x="37095" y="29602"/>
                </a:cubicBezTo>
                <a:cubicBezTo>
                  <a:pt x="37095" y="28645"/>
                  <a:pt x="36705" y="27848"/>
                  <a:pt x="35926" y="27210"/>
                </a:cubicBezTo>
                <a:cubicBezTo>
                  <a:pt x="35111" y="26572"/>
                  <a:pt x="33587" y="26112"/>
                  <a:pt x="31355" y="25828"/>
                </a:cubicBezTo>
                <a:lnTo>
                  <a:pt x="31355" y="23862"/>
                </a:lnTo>
                <a:lnTo>
                  <a:pt x="53623" y="23862"/>
                </a:lnTo>
                <a:lnTo>
                  <a:pt x="53623" y="25828"/>
                </a:lnTo>
                <a:cubicBezTo>
                  <a:pt x="51497" y="25935"/>
                  <a:pt x="49637" y="26431"/>
                  <a:pt x="48043" y="27316"/>
                </a:cubicBezTo>
                <a:cubicBezTo>
                  <a:pt x="46413" y="28273"/>
                  <a:pt x="43295" y="31001"/>
                  <a:pt x="38689" y="35501"/>
                </a:cubicBezTo>
                <a:lnTo>
                  <a:pt x="33269" y="40815"/>
                </a:lnTo>
                <a:lnTo>
                  <a:pt x="44960" y="57928"/>
                </a:lnTo>
                <a:cubicBezTo>
                  <a:pt x="49637" y="64907"/>
                  <a:pt x="52436" y="68805"/>
                  <a:pt x="53357" y="69620"/>
                </a:cubicBezTo>
                <a:cubicBezTo>
                  <a:pt x="54526" y="70860"/>
                  <a:pt x="56050" y="71533"/>
                  <a:pt x="57928" y="71639"/>
                </a:cubicBezTo>
                <a:lnTo>
                  <a:pt x="57928" y="73552"/>
                </a:lnTo>
                <a:lnTo>
                  <a:pt x="32259" y="73552"/>
                </a:lnTo>
                <a:lnTo>
                  <a:pt x="32259" y="71639"/>
                </a:lnTo>
                <a:cubicBezTo>
                  <a:pt x="33357" y="71639"/>
                  <a:pt x="34190" y="71426"/>
                  <a:pt x="34757" y="71001"/>
                </a:cubicBezTo>
                <a:cubicBezTo>
                  <a:pt x="35217" y="70576"/>
                  <a:pt x="35465" y="70116"/>
                  <a:pt x="35501" y="69620"/>
                </a:cubicBezTo>
                <a:cubicBezTo>
                  <a:pt x="35501" y="68840"/>
                  <a:pt x="34757" y="67334"/>
                  <a:pt x="33269" y="65102"/>
                </a:cubicBezTo>
                <a:lnTo>
                  <a:pt x="23437" y="50700"/>
                </a:lnTo>
                <a:lnTo>
                  <a:pt x="20248" y="53836"/>
                </a:lnTo>
                <a:lnTo>
                  <a:pt x="20248" y="62764"/>
                </a:lnTo>
                <a:cubicBezTo>
                  <a:pt x="20248" y="66590"/>
                  <a:pt x="20602" y="68946"/>
                  <a:pt x="21311" y="69832"/>
                </a:cubicBezTo>
                <a:cubicBezTo>
                  <a:pt x="21984" y="70789"/>
                  <a:pt x="23437" y="71391"/>
                  <a:pt x="25669" y="71639"/>
                </a:cubicBezTo>
                <a:lnTo>
                  <a:pt x="25669" y="73552"/>
                </a:lnTo>
                <a:lnTo>
                  <a:pt x="0" y="73552"/>
                </a:lnTo>
                <a:lnTo>
                  <a:pt x="0" y="71639"/>
                </a:lnTo>
                <a:cubicBezTo>
                  <a:pt x="2055" y="71426"/>
                  <a:pt x="3543" y="70753"/>
                  <a:pt x="4464" y="69620"/>
                </a:cubicBezTo>
                <a:cubicBezTo>
                  <a:pt x="5031" y="68840"/>
                  <a:pt x="5332" y="66555"/>
                  <a:pt x="5368" y="62764"/>
                </a:cubicBezTo>
                <a:lnTo>
                  <a:pt x="5368" y="12276"/>
                </a:lnTo>
                <a:cubicBezTo>
                  <a:pt x="5368" y="8521"/>
                  <a:pt x="5031" y="6183"/>
                  <a:pt x="4358" y="5261"/>
                </a:cubicBezTo>
                <a:cubicBezTo>
                  <a:pt x="3614" y="4376"/>
                  <a:pt x="2161" y="3773"/>
                  <a:pt x="0" y="3454"/>
                </a:cubicBezTo>
                <a:lnTo>
                  <a:pt x="0" y="1488"/>
                </a:lnTo>
                <a:lnTo>
                  <a:pt x="20248" y="1488"/>
                </a:lnTo>
                <a:close/>
                <a:moveTo>
                  <a:pt x="56133" y="34013"/>
                </a:moveTo>
                <a:lnTo>
                  <a:pt x="81696" y="34013"/>
                </a:lnTo>
                <a:lnTo>
                  <a:pt x="81696" y="8503"/>
                </a:lnTo>
                <a:lnTo>
                  <a:pt x="88658" y="8503"/>
                </a:lnTo>
                <a:lnTo>
                  <a:pt x="88658" y="34013"/>
                </a:lnTo>
                <a:lnTo>
                  <a:pt x="114220" y="34013"/>
                </a:lnTo>
                <a:lnTo>
                  <a:pt x="114220" y="41028"/>
                </a:lnTo>
                <a:lnTo>
                  <a:pt x="88658" y="41028"/>
                </a:lnTo>
                <a:lnTo>
                  <a:pt x="88658" y="66325"/>
                </a:lnTo>
                <a:lnTo>
                  <a:pt x="81696" y="66325"/>
                </a:lnTo>
                <a:lnTo>
                  <a:pt x="81696" y="41028"/>
                </a:lnTo>
                <a:lnTo>
                  <a:pt x="56133" y="41028"/>
                </a:lnTo>
                <a:lnTo>
                  <a:pt x="56133" y="34013"/>
                </a:lnTo>
                <a:close/>
                <a:moveTo>
                  <a:pt x="153478" y="0"/>
                </a:moveTo>
                <a:lnTo>
                  <a:pt x="153478" y="58937"/>
                </a:lnTo>
                <a:cubicBezTo>
                  <a:pt x="153478" y="63366"/>
                  <a:pt x="153673" y="66183"/>
                  <a:pt x="154063" y="67387"/>
                </a:cubicBezTo>
                <a:cubicBezTo>
                  <a:pt x="154417" y="68628"/>
                  <a:pt x="155232" y="69637"/>
                  <a:pt x="156508" y="70417"/>
                </a:cubicBezTo>
                <a:cubicBezTo>
                  <a:pt x="157712" y="71232"/>
                  <a:pt x="159696" y="71621"/>
                  <a:pt x="162460" y="71586"/>
                </a:cubicBezTo>
                <a:lnTo>
                  <a:pt x="164107" y="71586"/>
                </a:lnTo>
                <a:lnTo>
                  <a:pt x="164107" y="73552"/>
                </a:lnTo>
                <a:lnTo>
                  <a:pt x="126162" y="73552"/>
                </a:lnTo>
                <a:lnTo>
                  <a:pt x="126162" y="71586"/>
                </a:lnTo>
                <a:lnTo>
                  <a:pt x="128075" y="71586"/>
                </a:lnTo>
                <a:cubicBezTo>
                  <a:pt x="131122" y="71586"/>
                  <a:pt x="133319" y="71232"/>
                  <a:pt x="134665" y="70523"/>
                </a:cubicBezTo>
                <a:cubicBezTo>
                  <a:pt x="135941" y="69850"/>
                  <a:pt x="136826" y="68876"/>
                  <a:pt x="137322" y="67600"/>
                </a:cubicBezTo>
                <a:cubicBezTo>
                  <a:pt x="137783" y="66395"/>
                  <a:pt x="138013" y="63508"/>
                  <a:pt x="138013" y="58937"/>
                </a:cubicBezTo>
                <a:lnTo>
                  <a:pt x="138013" y="21577"/>
                </a:lnTo>
                <a:cubicBezTo>
                  <a:pt x="138013" y="18246"/>
                  <a:pt x="137854" y="16156"/>
                  <a:pt x="137535" y="15306"/>
                </a:cubicBezTo>
                <a:cubicBezTo>
                  <a:pt x="137216" y="14526"/>
                  <a:pt x="136631" y="13818"/>
                  <a:pt x="135781" y="13180"/>
                </a:cubicBezTo>
                <a:cubicBezTo>
                  <a:pt x="134860" y="12613"/>
                  <a:pt x="133850" y="12330"/>
                  <a:pt x="132752" y="12330"/>
                </a:cubicBezTo>
                <a:cubicBezTo>
                  <a:pt x="130945" y="12365"/>
                  <a:pt x="128748" y="12932"/>
                  <a:pt x="126162" y="14030"/>
                </a:cubicBezTo>
                <a:lnTo>
                  <a:pt x="125205" y="12117"/>
                </a:lnTo>
                <a:lnTo>
                  <a:pt x="151725" y="0"/>
                </a:lnTo>
                <a:lnTo>
                  <a:pt x="15347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Look-back">
            <a:extLst xmlns:a="http://schemas.openxmlformats.org/drawingml/2006/main">
              <a:ext uri="{FF2B5EF4-FFF2-40B4-BE49-F238E27FC236}">
                <a16:creationId xmlns:a16="http://schemas.microsoft.com/office/drawing/2014/main" id="{59BCFF69-F379-4B1C-96D3-4D578CF6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284" y="2214129"/>
            <a:ext cx="837810" cy="125532"/>
          </a:xfrm>
          <a:custGeom xmlns:a="http://schemas.openxmlformats.org/drawingml/2006/main">
            <a:pathLst>
              <a:path w="837810" h="125532">
                <a:moveTo>
                  <a:pt x="113777" y="79780"/>
                </a:moveTo>
                <a:lnTo>
                  <a:pt x="109153" y="122933"/>
                </a:lnTo>
                <a:lnTo>
                  <a:pt x="0" y="122933"/>
                </a:lnTo>
                <a:lnTo>
                  <a:pt x="0" y="119579"/>
                </a:lnTo>
                <a:lnTo>
                  <a:pt x="4080" y="119579"/>
                </a:lnTo>
                <a:cubicBezTo>
                  <a:pt x="7585" y="119579"/>
                  <a:pt x="10456" y="118944"/>
                  <a:pt x="12692" y="117675"/>
                </a:cubicBezTo>
                <a:cubicBezTo>
                  <a:pt x="14203" y="116889"/>
                  <a:pt x="15412" y="115439"/>
                  <a:pt x="16319" y="113323"/>
                </a:cubicBezTo>
                <a:cubicBezTo>
                  <a:pt x="16923" y="111873"/>
                  <a:pt x="17255" y="108065"/>
                  <a:pt x="17316" y="101900"/>
                </a:cubicBezTo>
                <a:lnTo>
                  <a:pt x="17316" y="21033"/>
                </a:lnTo>
                <a:cubicBezTo>
                  <a:pt x="17255" y="14808"/>
                  <a:pt x="16923" y="10879"/>
                  <a:pt x="16319" y="9247"/>
                </a:cubicBezTo>
                <a:cubicBezTo>
                  <a:pt x="15654" y="7736"/>
                  <a:pt x="14324" y="6346"/>
                  <a:pt x="12330" y="5077"/>
                </a:cubicBezTo>
                <a:cubicBezTo>
                  <a:pt x="10214" y="3929"/>
                  <a:pt x="7464" y="3354"/>
                  <a:pt x="4080" y="3354"/>
                </a:cubicBezTo>
                <a:lnTo>
                  <a:pt x="0" y="3354"/>
                </a:lnTo>
                <a:lnTo>
                  <a:pt x="0" y="0"/>
                </a:lnTo>
                <a:lnTo>
                  <a:pt x="65546" y="0"/>
                </a:lnTo>
                <a:lnTo>
                  <a:pt x="65546" y="3354"/>
                </a:lnTo>
                <a:lnTo>
                  <a:pt x="60197" y="3354"/>
                </a:lnTo>
                <a:cubicBezTo>
                  <a:pt x="56631" y="3354"/>
                  <a:pt x="53761" y="3989"/>
                  <a:pt x="51585" y="5258"/>
                </a:cubicBezTo>
                <a:cubicBezTo>
                  <a:pt x="50013" y="6104"/>
                  <a:pt x="48774" y="7555"/>
                  <a:pt x="47868" y="9610"/>
                </a:cubicBezTo>
                <a:cubicBezTo>
                  <a:pt x="47203" y="11060"/>
                  <a:pt x="46870" y="14868"/>
                  <a:pt x="46870" y="21033"/>
                </a:cubicBezTo>
                <a:lnTo>
                  <a:pt x="46870" y="99362"/>
                </a:lnTo>
                <a:cubicBezTo>
                  <a:pt x="46870" y="105647"/>
                  <a:pt x="47233" y="109636"/>
                  <a:pt x="47958" y="111329"/>
                </a:cubicBezTo>
                <a:cubicBezTo>
                  <a:pt x="48684" y="113142"/>
                  <a:pt x="50104" y="114441"/>
                  <a:pt x="52219" y="115227"/>
                </a:cubicBezTo>
                <a:cubicBezTo>
                  <a:pt x="53730" y="115771"/>
                  <a:pt x="57387" y="116043"/>
                  <a:pt x="63189" y="116043"/>
                </a:cubicBezTo>
                <a:lnTo>
                  <a:pt x="73433" y="116043"/>
                </a:lnTo>
                <a:cubicBezTo>
                  <a:pt x="79961" y="116043"/>
                  <a:pt x="85400" y="114895"/>
                  <a:pt x="89752" y="112598"/>
                </a:cubicBezTo>
                <a:cubicBezTo>
                  <a:pt x="94104" y="110362"/>
                  <a:pt x="97881" y="106735"/>
                  <a:pt x="101084" y="101719"/>
                </a:cubicBezTo>
                <a:cubicBezTo>
                  <a:pt x="104227" y="96823"/>
                  <a:pt x="107219" y="89510"/>
                  <a:pt x="110060" y="79780"/>
                </a:cubicBezTo>
                <a:lnTo>
                  <a:pt x="113777" y="79780"/>
                </a:lnTo>
                <a:close/>
                <a:moveTo>
                  <a:pt x="164435" y="35629"/>
                </a:moveTo>
                <a:cubicBezTo>
                  <a:pt x="171749" y="35629"/>
                  <a:pt x="178608" y="37533"/>
                  <a:pt x="185015" y="41340"/>
                </a:cubicBezTo>
                <a:cubicBezTo>
                  <a:pt x="191301" y="45208"/>
                  <a:pt x="196136" y="50618"/>
                  <a:pt x="199520" y="57568"/>
                </a:cubicBezTo>
                <a:cubicBezTo>
                  <a:pt x="202784" y="64579"/>
                  <a:pt x="204416" y="72255"/>
                  <a:pt x="204416" y="80595"/>
                </a:cubicBezTo>
                <a:cubicBezTo>
                  <a:pt x="204355" y="92683"/>
                  <a:pt x="201303" y="102746"/>
                  <a:pt x="195259" y="110785"/>
                </a:cubicBezTo>
                <a:cubicBezTo>
                  <a:pt x="187825" y="120576"/>
                  <a:pt x="177641" y="125471"/>
                  <a:pt x="164707" y="125471"/>
                </a:cubicBezTo>
                <a:cubicBezTo>
                  <a:pt x="151894" y="125532"/>
                  <a:pt x="142073" y="121059"/>
                  <a:pt x="135243" y="112054"/>
                </a:cubicBezTo>
                <a:cubicBezTo>
                  <a:pt x="128353" y="103109"/>
                  <a:pt x="124908" y="92744"/>
                  <a:pt x="124908" y="80958"/>
                </a:cubicBezTo>
                <a:cubicBezTo>
                  <a:pt x="124908" y="68810"/>
                  <a:pt x="128444" y="58203"/>
                  <a:pt x="135515" y="49137"/>
                </a:cubicBezTo>
                <a:cubicBezTo>
                  <a:pt x="142466" y="40192"/>
                  <a:pt x="152106" y="35689"/>
                  <a:pt x="164435" y="35629"/>
                </a:cubicBezTo>
                <a:moveTo>
                  <a:pt x="164798" y="42066"/>
                </a:moveTo>
                <a:cubicBezTo>
                  <a:pt x="161716" y="42126"/>
                  <a:pt x="159087" y="43274"/>
                  <a:pt x="156911" y="45511"/>
                </a:cubicBezTo>
                <a:cubicBezTo>
                  <a:pt x="154614" y="47928"/>
                  <a:pt x="153164" y="52522"/>
                  <a:pt x="152559" y="59291"/>
                </a:cubicBezTo>
                <a:cubicBezTo>
                  <a:pt x="151834" y="66181"/>
                  <a:pt x="151471" y="75730"/>
                  <a:pt x="151471" y="87939"/>
                </a:cubicBezTo>
                <a:cubicBezTo>
                  <a:pt x="151471" y="94406"/>
                  <a:pt x="151894" y="100450"/>
                  <a:pt x="152741" y="106071"/>
                </a:cubicBezTo>
                <a:cubicBezTo>
                  <a:pt x="153345" y="110362"/>
                  <a:pt x="154765" y="113625"/>
                  <a:pt x="157001" y="115862"/>
                </a:cubicBezTo>
                <a:cubicBezTo>
                  <a:pt x="159117" y="118158"/>
                  <a:pt x="161595" y="119276"/>
                  <a:pt x="164435" y="119216"/>
                </a:cubicBezTo>
                <a:cubicBezTo>
                  <a:pt x="167155" y="119276"/>
                  <a:pt x="169422" y="118521"/>
                  <a:pt x="171235" y="116950"/>
                </a:cubicBezTo>
                <a:cubicBezTo>
                  <a:pt x="173532" y="114955"/>
                  <a:pt x="175103" y="112084"/>
                  <a:pt x="175949" y="108337"/>
                </a:cubicBezTo>
                <a:cubicBezTo>
                  <a:pt x="177097" y="102656"/>
                  <a:pt x="177702" y="91051"/>
                  <a:pt x="177762" y="73524"/>
                </a:cubicBezTo>
                <a:cubicBezTo>
                  <a:pt x="177762" y="63310"/>
                  <a:pt x="177188" y="56239"/>
                  <a:pt x="176040" y="52310"/>
                </a:cubicBezTo>
                <a:cubicBezTo>
                  <a:pt x="174831" y="48502"/>
                  <a:pt x="173139" y="45722"/>
                  <a:pt x="170963" y="43969"/>
                </a:cubicBezTo>
                <a:cubicBezTo>
                  <a:pt x="169391" y="42700"/>
                  <a:pt x="167337" y="42066"/>
                  <a:pt x="164798" y="42066"/>
                </a:cubicBezTo>
                <a:close/>
                <a:moveTo>
                  <a:pt x="254069" y="35629"/>
                </a:moveTo>
                <a:cubicBezTo>
                  <a:pt x="261382" y="35629"/>
                  <a:pt x="268242" y="37533"/>
                  <a:pt x="274648" y="41340"/>
                </a:cubicBezTo>
                <a:cubicBezTo>
                  <a:pt x="280934" y="45208"/>
                  <a:pt x="285769" y="50618"/>
                  <a:pt x="289154" y="57568"/>
                </a:cubicBezTo>
                <a:cubicBezTo>
                  <a:pt x="292417" y="64579"/>
                  <a:pt x="294049" y="72255"/>
                  <a:pt x="294049" y="80595"/>
                </a:cubicBezTo>
                <a:cubicBezTo>
                  <a:pt x="293989" y="92683"/>
                  <a:pt x="290937" y="102746"/>
                  <a:pt x="284893" y="110785"/>
                </a:cubicBezTo>
                <a:cubicBezTo>
                  <a:pt x="277459" y="120576"/>
                  <a:pt x="267275" y="125471"/>
                  <a:pt x="254341" y="125471"/>
                </a:cubicBezTo>
                <a:cubicBezTo>
                  <a:pt x="241528" y="125532"/>
                  <a:pt x="231706" y="121059"/>
                  <a:pt x="224877" y="112054"/>
                </a:cubicBezTo>
                <a:cubicBezTo>
                  <a:pt x="217987" y="103109"/>
                  <a:pt x="214542" y="92744"/>
                  <a:pt x="214542" y="80958"/>
                </a:cubicBezTo>
                <a:cubicBezTo>
                  <a:pt x="214542" y="68810"/>
                  <a:pt x="218077" y="58203"/>
                  <a:pt x="225149" y="49137"/>
                </a:cubicBezTo>
                <a:cubicBezTo>
                  <a:pt x="232099" y="40192"/>
                  <a:pt x="241739" y="35689"/>
                  <a:pt x="254069" y="35629"/>
                </a:cubicBezTo>
                <a:moveTo>
                  <a:pt x="254431" y="42066"/>
                </a:moveTo>
                <a:cubicBezTo>
                  <a:pt x="251349" y="42126"/>
                  <a:pt x="248720" y="43274"/>
                  <a:pt x="246544" y="45511"/>
                </a:cubicBezTo>
                <a:cubicBezTo>
                  <a:pt x="244247" y="47928"/>
                  <a:pt x="242797" y="52522"/>
                  <a:pt x="242192" y="59291"/>
                </a:cubicBezTo>
                <a:cubicBezTo>
                  <a:pt x="241467" y="66181"/>
                  <a:pt x="241105" y="75730"/>
                  <a:pt x="241105" y="87939"/>
                </a:cubicBezTo>
                <a:cubicBezTo>
                  <a:pt x="241105" y="94406"/>
                  <a:pt x="241528" y="100450"/>
                  <a:pt x="242374" y="106071"/>
                </a:cubicBezTo>
                <a:cubicBezTo>
                  <a:pt x="242978" y="110362"/>
                  <a:pt x="244398" y="113625"/>
                  <a:pt x="246635" y="115862"/>
                </a:cubicBezTo>
                <a:cubicBezTo>
                  <a:pt x="248750" y="118158"/>
                  <a:pt x="251228" y="119276"/>
                  <a:pt x="254069" y="119216"/>
                </a:cubicBezTo>
                <a:cubicBezTo>
                  <a:pt x="256788" y="119276"/>
                  <a:pt x="259055" y="118521"/>
                  <a:pt x="260868" y="116950"/>
                </a:cubicBezTo>
                <a:cubicBezTo>
                  <a:pt x="263165" y="114955"/>
                  <a:pt x="264736" y="112084"/>
                  <a:pt x="265582" y="108337"/>
                </a:cubicBezTo>
                <a:cubicBezTo>
                  <a:pt x="266731" y="102656"/>
                  <a:pt x="267335" y="91051"/>
                  <a:pt x="267395" y="73524"/>
                </a:cubicBezTo>
                <a:cubicBezTo>
                  <a:pt x="267395" y="63310"/>
                  <a:pt x="266821" y="56239"/>
                  <a:pt x="265673" y="52310"/>
                </a:cubicBezTo>
                <a:cubicBezTo>
                  <a:pt x="264464" y="48502"/>
                  <a:pt x="262772" y="45722"/>
                  <a:pt x="260596" y="43969"/>
                </a:cubicBezTo>
                <a:cubicBezTo>
                  <a:pt x="259025" y="42700"/>
                  <a:pt x="256970" y="42066"/>
                  <a:pt x="254431" y="42066"/>
                </a:cubicBezTo>
                <a:close/>
                <a:moveTo>
                  <a:pt x="338172" y="0"/>
                </a:moveTo>
                <a:lnTo>
                  <a:pt x="338172" y="80867"/>
                </a:lnTo>
                <a:lnTo>
                  <a:pt x="357845" y="61557"/>
                </a:lnTo>
                <a:cubicBezTo>
                  <a:pt x="361894" y="57689"/>
                  <a:pt x="364433" y="54848"/>
                  <a:pt x="365460" y="53035"/>
                </a:cubicBezTo>
                <a:cubicBezTo>
                  <a:pt x="366427" y="51343"/>
                  <a:pt x="366911" y="49651"/>
                  <a:pt x="366911" y="47958"/>
                </a:cubicBezTo>
                <a:cubicBezTo>
                  <a:pt x="366911" y="46327"/>
                  <a:pt x="366246" y="44967"/>
                  <a:pt x="364916" y="43879"/>
                </a:cubicBezTo>
                <a:cubicBezTo>
                  <a:pt x="363526" y="42791"/>
                  <a:pt x="360927" y="42005"/>
                  <a:pt x="357120" y="41522"/>
                </a:cubicBezTo>
                <a:lnTo>
                  <a:pt x="357120" y="38167"/>
                </a:lnTo>
                <a:lnTo>
                  <a:pt x="395106" y="38167"/>
                </a:lnTo>
                <a:lnTo>
                  <a:pt x="395106" y="41522"/>
                </a:lnTo>
                <a:cubicBezTo>
                  <a:pt x="391479" y="41703"/>
                  <a:pt x="388306" y="42549"/>
                  <a:pt x="385586" y="44060"/>
                </a:cubicBezTo>
                <a:cubicBezTo>
                  <a:pt x="382806" y="45692"/>
                  <a:pt x="377488" y="50346"/>
                  <a:pt x="369631" y="58021"/>
                </a:cubicBezTo>
                <a:lnTo>
                  <a:pt x="360383" y="67087"/>
                </a:lnTo>
                <a:lnTo>
                  <a:pt x="380328" y="96279"/>
                </a:lnTo>
                <a:cubicBezTo>
                  <a:pt x="388306" y="108186"/>
                  <a:pt x="393081" y="114834"/>
                  <a:pt x="394652" y="116224"/>
                </a:cubicBezTo>
                <a:cubicBezTo>
                  <a:pt x="396647" y="118340"/>
                  <a:pt x="399246" y="119488"/>
                  <a:pt x="402449" y="119669"/>
                </a:cubicBezTo>
                <a:lnTo>
                  <a:pt x="402449" y="122933"/>
                </a:lnTo>
                <a:lnTo>
                  <a:pt x="358661" y="122933"/>
                </a:lnTo>
                <a:lnTo>
                  <a:pt x="358661" y="119669"/>
                </a:lnTo>
                <a:cubicBezTo>
                  <a:pt x="360534" y="119669"/>
                  <a:pt x="361955" y="119307"/>
                  <a:pt x="362922" y="118581"/>
                </a:cubicBezTo>
                <a:cubicBezTo>
                  <a:pt x="363708" y="117856"/>
                  <a:pt x="364131" y="117070"/>
                  <a:pt x="364191" y="116224"/>
                </a:cubicBezTo>
                <a:cubicBezTo>
                  <a:pt x="364191" y="114895"/>
                  <a:pt x="362922" y="112326"/>
                  <a:pt x="360383" y="108518"/>
                </a:cubicBezTo>
                <a:lnTo>
                  <a:pt x="343612" y="83950"/>
                </a:lnTo>
                <a:lnTo>
                  <a:pt x="338172" y="89299"/>
                </a:lnTo>
                <a:lnTo>
                  <a:pt x="338172" y="104529"/>
                </a:lnTo>
                <a:cubicBezTo>
                  <a:pt x="338172" y="111057"/>
                  <a:pt x="338776" y="115076"/>
                  <a:pt x="339985" y="116587"/>
                </a:cubicBezTo>
                <a:cubicBezTo>
                  <a:pt x="341134" y="118219"/>
                  <a:pt x="343612" y="119246"/>
                  <a:pt x="347419" y="119669"/>
                </a:cubicBezTo>
                <a:lnTo>
                  <a:pt x="347419" y="122933"/>
                </a:lnTo>
                <a:lnTo>
                  <a:pt x="303631" y="122933"/>
                </a:lnTo>
                <a:lnTo>
                  <a:pt x="303631" y="119669"/>
                </a:lnTo>
                <a:cubicBezTo>
                  <a:pt x="307137" y="119307"/>
                  <a:pt x="309675" y="118158"/>
                  <a:pt x="311246" y="116224"/>
                </a:cubicBezTo>
                <a:cubicBezTo>
                  <a:pt x="312213" y="114895"/>
                  <a:pt x="312727" y="110996"/>
                  <a:pt x="312788" y="104529"/>
                </a:cubicBezTo>
                <a:lnTo>
                  <a:pt x="312788" y="18404"/>
                </a:lnTo>
                <a:cubicBezTo>
                  <a:pt x="312788" y="11997"/>
                  <a:pt x="312213" y="8008"/>
                  <a:pt x="311065" y="6437"/>
                </a:cubicBezTo>
                <a:cubicBezTo>
                  <a:pt x="309796" y="4926"/>
                  <a:pt x="307318" y="3898"/>
                  <a:pt x="303631" y="3354"/>
                </a:cubicBezTo>
                <a:lnTo>
                  <a:pt x="303631" y="0"/>
                </a:lnTo>
                <a:lnTo>
                  <a:pt x="338172" y="0"/>
                </a:lnTo>
                <a:close/>
                <a:moveTo>
                  <a:pt x="450889" y="89661"/>
                </a:moveTo>
                <a:lnTo>
                  <a:pt x="398035" y="89661"/>
                </a:lnTo>
                <a:lnTo>
                  <a:pt x="398035" y="70895"/>
                </a:lnTo>
                <a:lnTo>
                  <a:pt x="450889" y="70895"/>
                </a:lnTo>
                <a:lnTo>
                  <a:pt x="450889" y="89661"/>
                </a:lnTo>
                <a:close/>
                <a:moveTo>
                  <a:pt x="496599" y="0"/>
                </a:moveTo>
                <a:lnTo>
                  <a:pt x="496599" y="46689"/>
                </a:lnTo>
                <a:cubicBezTo>
                  <a:pt x="503731" y="39376"/>
                  <a:pt x="511528" y="35689"/>
                  <a:pt x="519989" y="35629"/>
                </a:cubicBezTo>
                <a:cubicBezTo>
                  <a:pt x="525731" y="35689"/>
                  <a:pt x="531201" y="37382"/>
                  <a:pt x="536398" y="40706"/>
                </a:cubicBezTo>
                <a:cubicBezTo>
                  <a:pt x="541536" y="44211"/>
                  <a:pt x="545555" y="49077"/>
                  <a:pt x="548456" y="55302"/>
                </a:cubicBezTo>
                <a:cubicBezTo>
                  <a:pt x="551357" y="61587"/>
                  <a:pt x="552808" y="68840"/>
                  <a:pt x="552808" y="77060"/>
                </a:cubicBezTo>
                <a:cubicBezTo>
                  <a:pt x="552808" y="86367"/>
                  <a:pt x="550964" y="94768"/>
                  <a:pt x="547277" y="102263"/>
                </a:cubicBezTo>
                <a:cubicBezTo>
                  <a:pt x="543530" y="109878"/>
                  <a:pt x="538604" y="115620"/>
                  <a:pt x="532500" y="119488"/>
                </a:cubicBezTo>
                <a:cubicBezTo>
                  <a:pt x="526275" y="123477"/>
                  <a:pt x="519234" y="125471"/>
                  <a:pt x="511377" y="125471"/>
                </a:cubicBezTo>
                <a:cubicBezTo>
                  <a:pt x="506723" y="125471"/>
                  <a:pt x="502643" y="124746"/>
                  <a:pt x="499138" y="123296"/>
                </a:cubicBezTo>
                <a:cubicBezTo>
                  <a:pt x="495572" y="121845"/>
                  <a:pt x="492066" y="119488"/>
                  <a:pt x="488621" y="116224"/>
                </a:cubicBezTo>
                <a:lnTo>
                  <a:pt x="474569" y="125381"/>
                </a:lnTo>
                <a:lnTo>
                  <a:pt x="471487" y="125381"/>
                </a:lnTo>
                <a:lnTo>
                  <a:pt x="471487" y="17588"/>
                </a:lnTo>
                <a:cubicBezTo>
                  <a:pt x="471487" y="12753"/>
                  <a:pt x="471275" y="9731"/>
                  <a:pt x="470852" y="8522"/>
                </a:cubicBezTo>
                <a:cubicBezTo>
                  <a:pt x="470187" y="6830"/>
                  <a:pt x="469251" y="5560"/>
                  <a:pt x="468042" y="4714"/>
                </a:cubicBezTo>
                <a:cubicBezTo>
                  <a:pt x="466652" y="3929"/>
                  <a:pt x="464446" y="3475"/>
                  <a:pt x="461424" y="3354"/>
                </a:cubicBezTo>
                <a:lnTo>
                  <a:pt x="461424" y="0"/>
                </a:lnTo>
                <a:lnTo>
                  <a:pt x="496599" y="0"/>
                </a:lnTo>
                <a:moveTo>
                  <a:pt x="496599" y="54758"/>
                </a:moveTo>
                <a:lnTo>
                  <a:pt x="496599" y="92472"/>
                </a:lnTo>
                <a:cubicBezTo>
                  <a:pt x="496599" y="100208"/>
                  <a:pt x="496781" y="105104"/>
                  <a:pt x="497143" y="107158"/>
                </a:cubicBezTo>
                <a:cubicBezTo>
                  <a:pt x="497748" y="110724"/>
                  <a:pt x="499198" y="113595"/>
                  <a:pt x="501495" y="115771"/>
                </a:cubicBezTo>
                <a:cubicBezTo>
                  <a:pt x="503731" y="118068"/>
                  <a:pt x="506662" y="119186"/>
                  <a:pt x="510289" y="119125"/>
                </a:cubicBezTo>
                <a:cubicBezTo>
                  <a:pt x="513311" y="119125"/>
                  <a:pt x="515970" y="118249"/>
                  <a:pt x="518267" y="116496"/>
                </a:cubicBezTo>
                <a:cubicBezTo>
                  <a:pt x="520382" y="114804"/>
                  <a:pt x="522225" y="111329"/>
                  <a:pt x="523797" y="106071"/>
                </a:cubicBezTo>
                <a:cubicBezTo>
                  <a:pt x="525247" y="100933"/>
                  <a:pt x="525973" y="91565"/>
                  <a:pt x="525973" y="77966"/>
                </a:cubicBezTo>
                <a:cubicBezTo>
                  <a:pt x="525973" y="65032"/>
                  <a:pt x="524341" y="56118"/>
                  <a:pt x="521077" y="51222"/>
                </a:cubicBezTo>
                <a:cubicBezTo>
                  <a:pt x="518720" y="47717"/>
                  <a:pt x="515547" y="45964"/>
                  <a:pt x="511558" y="45964"/>
                </a:cubicBezTo>
                <a:cubicBezTo>
                  <a:pt x="506360" y="45964"/>
                  <a:pt x="501374" y="48895"/>
                  <a:pt x="496599" y="54758"/>
                </a:cubicBezTo>
                <a:close/>
                <a:moveTo>
                  <a:pt x="612998" y="110422"/>
                </a:moveTo>
                <a:cubicBezTo>
                  <a:pt x="602663" y="119609"/>
                  <a:pt x="593386" y="124172"/>
                  <a:pt x="585166" y="124112"/>
                </a:cubicBezTo>
                <a:cubicBezTo>
                  <a:pt x="580271" y="124112"/>
                  <a:pt x="576251" y="122510"/>
                  <a:pt x="573109" y="119307"/>
                </a:cubicBezTo>
                <a:cubicBezTo>
                  <a:pt x="569905" y="116224"/>
                  <a:pt x="568304" y="112266"/>
                  <a:pt x="568304" y="107430"/>
                </a:cubicBezTo>
                <a:cubicBezTo>
                  <a:pt x="568304" y="101024"/>
                  <a:pt x="571084" y="95192"/>
                  <a:pt x="576644" y="89933"/>
                </a:cubicBezTo>
                <a:cubicBezTo>
                  <a:pt x="582144" y="84856"/>
                  <a:pt x="594262" y="77997"/>
                  <a:pt x="612998" y="69354"/>
                </a:cubicBezTo>
                <a:lnTo>
                  <a:pt x="612998" y="60832"/>
                </a:lnTo>
                <a:cubicBezTo>
                  <a:pt x="612938" y="54486"/>
                  <a:pt x="612606" y="50436"/>
                  <a:pt x="612001" y="48684"/>
                </a:cubicBezTo>
                <a:cubicBezTo>
                  <a:pt x="611215" y="47052"/>
                  <a:pt x="609886" y="45601"/>
                  <a:pt x="608012" y="44332"/>
                </a:cubicBezTo>
                <a:cubicBezTo>
                  <a:pt x="606078" y="43184"/>
                  <a:pt x="603902" y="42579"/>
                  <a:pt x="601485" y="42519"/>
                </a:cubicBezTo>
                <a:cubicBezTo>
                  <a:pt x="597556" y="42579"/>
                  <a:pt x="594323" y="43456"/>
                  <a:pt x="591784" y="45148"/>
                </a:cubicBezTo>
                <a:cubicBezTo>
                  <a:pt x="590213" y="46236"/>
                  <a:pt x="589427" y="47505"/>
                  <a:pt x="589427" y="48956"/>
                </a:cubicBezTo>
                <a:cubicBezTo>
                  <a:pt x="589367" y="50225"/>
                  <a:pt x="590213" y="51796"/>
                  <a:pt x="591966" y="53670"/>
                </a:cubicBezTo>
                <a:cubicBezTo>
                  <a:pt x="594202" y="56329"/>
                  <a:pt x="595350" y="58837"/>
                  <a:pt x="595411" y="61195"/>
                </a:cubicBezTo>
                <a:cubicBezTo>
                  <a:pt x="595411" y="64216"/>
                  <a:pt x="594323" y="66725"/>
                  <a:pt x="592147" y="68719"/>
                </a:cubicBezTo>
                <a:cubicBezTo>
                  <a:pt x="589850" y="70835"/>
                  <a:pt x="586949" y="71892"/>
                  <a:pt x="583444" y="71892"/>
                </a:cubicBezTo>
                <a:cubicBezTo>
                  <a:pt x="579636" y="71892"/>
                  <a:pt x="576463" y="70744"/>
                  <a:pt x="573925" y="68447"/>
                </a:cubicBezTo>
                <a:cubicBezTo>
                  <a:pt x="571265" y="66211"/>
                  <a:pt x="569966" y="63521"/>
                  <a:pt x="570026" y="60379"/>
                </a:cubicBezTo>
                <a:cubicBezTo>
                  <a:pt x="570026" y="56027"/>
                  <a:pt x="571749" y="51857"/>
                  <a:pt x="575194" y="47868"/>
                </a:cubicBezTo>
                <a:cubicBezTo>
                  <a:pt x="578639" y="44000"/>
                  <a:pt x="583444" y="40978"/>
                  <a:pt x="589608" y="38802"/>
                </a:cubicBezTo>
                <a:cubicBezTo>
                  <a:pt x="595773" y="36747"/>
                  <a:pt x="602180" y="35689"/>
                  <a:pt x="608828" y="35629"/>
                </a:cubicBezTo>
                <a:cubicBezTo>
                  <a:pt x="616866" y="35689"/>
                  <a:pt x="623243" y="37382"/>
                  <a:pt x="627957" y="40706"/>
                </a:cubicBezTo>
                <a:cubicBezTo>
                  <a:pt x="632550" y="44151"/>
                  <a:pt x="635572" y="47868"/>
                  <a:pt x="637023" y="51857"/>
                </a:cubicBezTo>
                <a:cubicBezTo>
                  <a:pt x="637809" y="54395"/>
                  <a:pt x="638232" y="60228"/>
                  <a:pt x="638292" y="69354"/>
                </a:cubicBezTo>
                <a:lnTo>
                  <a:pt x="638292" y="102263"/>
                </a:lnTo>
                <a:cubicBezTo>
                  <a:pt x="638292" y="106191"/>
                  <a:pt x="638443" y="108609"/>
                  <a:pt x="638745" y="109516"/>
                </a:cubicBezTo>
                <a:cubicBezTo>
                  <a:pt x="638987" y="110603"/>
                  <a:pt x="639440" y="111359"/>
                  <a:pt x="640105" y="111782"/>
                </a:cubicBezTo>
                <a:cubicBezTo>
                  <a:pt x="640649" y="112266"/>
                  <a:pt x="641344" y="112507"/>
                  <a:pt x="642190" y="112507"/>
                </a:cubicBezTo>
                <a:cubicBezTo>
                  <a:pt x="643701" y="112568"/>
                  <a:pt x="645303" y="111450"/>
                  <a:pt x="646995" y="109153"/>
                </a:cubicBezTo>
                <a:lnTo>
                  <a:pt x="649715" y="111329"/>
                </a:lnTo>
                <a:cubicBezTo>
                  <a:pt x="646633" y="115801"/>
                  <a:pt x="643520" y="119035"/>
                  <a:pt x="640377" y="121029"/>
                </a:cubicBezTo>
                <a:cubicBezTo>
                  <a:pt x="637053" y="123145"/>
                  <a:pt x="633366" y="124172"/>
                  <a:pt x="629317" y="124112"/>
                </a:cubicBezTo>
                <a:cubicBezTo>
                  <a:pt x="624482" y="124112"/>
                  <a:pt x="620704" y="122963"/>
                  <a:pt x="617985" y="120667"/>
                </a:cubicBezTo>
                <a:cubicBezTo>
                  <a:pt x="615265" y="118491"/>
                  <a:pt x="613603" y="115076"/>
                  <a:pt x="612998" y="110422"/>
                </a:cubicBezTo>
                <a:moveTo>
                  <a:pt x="612998" y="103804"/>
                </a:moveTo>
                <a:lnTo>
                  <a:pt x="612998" y="75428"/>
                </a:lnTo>
                <a:cubicBezTo>
                  <a:pt x="605625" y="79719"/>
                  <a:pt x="600185" y="84312"/>
                  <a:pt x="596680" y="89208"/>
                </a:cubicBezTo>
                <a:cubicBezTo>
                  <a:pt x="594323" y="92472"/>
                  <a:pt x="593144" y="95766"/>
                  <a:pt x="593144" y="99090"/>
                </a:cubicBezTo>
                <a:cubicBezTo>
                  <a:pt x="593144" y="101930"/>
                  <a:pt x="594141" y="104378"/>
                  <a:pt x="596136" y="106433"/>
                </a:cubicBezTo>
                <a:cubicBezTo>
                  <a:pt x="597647" y="108065"/>
                  <a:pt x="599762" y="108881"/>
                  <a:pt x="602482" y="108881"/>
                </a:cubicBezTo>
                <a:cubicBezTo>
                  <a:pt x="605443" y="108881"/>
                  <a:pt x="608949" y="107189"/>
                  <a:pt x="612998" y="103804"/>
                </a:cubicBezTo>
                <a:close/>
                <a:moveTo>
                  <a:pt x="725115" y="101084"/>
                </a:moveTo>
                <a:lnTo>
                  <a:pt x="727926" y="103260"/>
                </a:lnTo>
                <a:cubicBezTo>
                  <a:pt x="723876" y="110815"/>
                  <a:pt x="718920" y="116375"/>
                  <a:pt x="713058" y="119941"/>
                </a:cubicBezTo>
                <a:cubicBezTo>
                  <a:pt x="707074" y="123689"/>
                  <a:pt x="700728" y="125532"/>
                  <a:pt x="694019" y="125471"/>
                </a:cubicBezTo>
                <a:cubicBezTo>
                  <a:pt x="682657" y="125471"/>
                  <a:pt x="673621" y="121211"/>
                  <a:pt x="666912" y="112689"/>
                </a:cubicBezTo>
                <a:cubicBezTo>
                  <a:pt x="660083" y="104167"/>
                  <a:pt x="656698" y="93922"/>
                  <a:pt x="656759" y="81955"/>
                </a:cubicBezTo>
                <a:cubicBezTo>
                  <a:pt x="656759" y="70472"/>
                  <a:pt x="659841" y="60318"/>
                  <a:pt x="666006" y="51494"/>
                </a:cubicBezTo>
                <a:cubicBezTo>
                  <a:pt x="673440" y="40917"/>
                  <a:pt x="683684" y="35629"/>
                  <a:pt x="696739" y="35629"/>
                </a:cubicBezTo>
                <a:cubicBezTo>
                  <a:pt x="705503" y="35629"/>
                  <a:pt x="712483" y="37835"/>
                  <a:pt x="717681" y="42247"/>
                </a:cubicBezTo>
                <a:cubicBezTo>
                  <a:pt x="722819" y="46719"/>
                  <a:pt x="725387" y="51645"/>
                  <a:pt x="725387" y="57024"/>
                </a:cubicBezTo>
                <a:cubicBezTo>
                  <a:pt x="725387" y="60469"/>
                  <a:pt x="724360" y="63219"/>
                  <a:pt x="722305" y="65274"/>
                </a:cubicBezTo>
                <a:cubicBezTo>
                  <a:pt x="720129" y="67390"/>
                  <a:pt x="717379" y="68417"/>
                  <a:pt x="714055" y="68357"/>
                </a:cubicBezTo>
                <a:cubicBezTo>
                  <a:pt x="710429" y="68357"/>
                  <a:pt x="707497" y="67178"/>
                  <a:pt x="705261" y="64821"/>
                </a:cubicBezTo>
                <a:cubicBezTo>
                  <a:pt x="702904" y="62524"/>
                  <a:pt x="701453" y="58324"/>
                  <a:pt x="700909" y="52219"/>
                </a:cubicBezTo>
                <a:cubicBezTo>
                  <a:pt x="700486" y="48472"/>
                  <a:pt x="699610" y="45813"/>
                  <a:pt x="698280" y="44241"/>
                </a:cubicBezTo>
                <a:cubicBezTo>
                  <a:pt x="696890" y="42730"/>
                  <a:pt x="695258" y="41975"/>
                  <a:pt x="693385" y="41975"/>
                </a:cubicBezTo>
                <a:cubicBezTo>
                  <a:pt x="690484" y="41975"/>
                  <a:pt x="688006" y="43516"/>
                  <a:pt x="685951" y="46599"/>
                </a:cubicBezTo>
                <a:cubicBezTo>
                  <a:pt x="682747" y="51252"/>
                  <a:pt x="681176" y="58384"/>
                  <a:pt x="681236" y="67994"/>
                </a:cubicBezTo>
                <a:cubicBezTo>
                  <a:pt x="681236" y="75972"/>
                  <a:pt x="682506" y="83587"/>
                  <a:pt x="685044" y="90840"/>
                </a:cubicBezTo>
                <a:cubicBezTo>
                  <a:pt x="687522" y="98213"/>
                  <a:pt x="690997" y="103653"/>
                  <a:pt x="695470" y="107158"/>
                </a:cubicBezTo>
                <a:cubicBezTo>
                  <a:pt x="698794" y="109818"/>
                  <a:pt x="702723" y="111117"/>
                  <a:pt x="707255" y="111057"/>
                </a:cubicBezTo>
                <a:cubicBezTo>
                  <a:pt x="710217" y="111057"/>
                  <a:pt x="713027" y="110362"/>
                  <a:pt x="715687" y="108972"/>
                </a:cubicBezTo>
                <a:cubicBezTo>
                  <a:pt x="718286" y="107642"/>
                  <a:pt x="721428" y="105013"/>
                  <a:pt x="725115" y="101084"/>
                </a:cubicBezTo>
                <a:close/>
                <a:moveTo>
                  <a:pt x="773533" y="0"/>
                </a:moveTo>
                <a:lnTo>
                  <a:pt x="773533" y="80867"/>
                </a:lnTo>
                <a:lnTo>
                  <a:pt x="793206" y="61557"/>
                </a:lnTo>
                <a:cubicBezTo>
                  <a:pt x="797255" y="57689"/>
                  <a:pt x="799793" y="54848"/>
                  <a:pt x="800821" y="53035"/>
                </a:cubicBezTo>
                <a:cubicBezTo>
                  <a:pt x="801788" y="51343"/>
                  <a:pt x="802271" y="49651"/>
                  <a:pt x="802271" y="47958"/>
                </a:cubicBezTo>
                <a:cubicBezTo>
                  <a:pt x="802271" y="46327"/>
                  <a:pt x="801607" y="44967"/>
                  <a:pt x="800277" y="43879"/>
                </a:cubicBezTo>
                <a:cubicBezTo>
                  <a:pt x="798887" y="42791"/>
                  <a:pt x="796288" y="42005"/>
                  <a:pt x="792480" y="41522"/>
                </a:cubicBezTo>
                <a:lnTo>
                  <a:pt x="792480" y="38167"/>
                </a:lnTo>
                <a:lnTo>
                  <a:pt x="830466" y="38167"/>
                </a:lnTo>
                <a:lnTo>
                  <a:pt x="830466" y="41522"/>
                </a:lnTo>
                <a:cubicBezTo>
                  <a:pt x="826840" y="41703"/>
                  <a:pt x="823667" y="42549"/>
                  <a:pt x="820947" y="44060"/>
                </a:cubicBezTo>
                <a:cubicBezTo>
                  <a:pt x="818167" y="45692"/>
                  <a:pt x="812848" y="50346"/>
                  <a:pt x="804991" y="58021"/>
                </a:cubicBezTo>
                <a:lnTo>
                  <a:pt x="795744" y="67087"/>
                </a:lnTo>
                <a:lnTo>
                  <a:pt x="815689" y="96279"/>
                </a:lnTo>
                <a:cubicBezTo>
                  <a:pt x="823667" y="108186"/>
                  <a:pt x="828442" y="114834"/>
                  <a:pt x="830013" y="116224"/>
                </a:cubicBezTo>
                <a:cubicBezTo>
                  <a:pt x="832007" y="118340"/>
                  <a:pt x="834606" y="119488"/>
                  <a:pt x="837810" y="119669"/>
                </a:cubicBezTo>
                <a:lnTo>
                  <a:pt x="837810" y="122933"/>
                </a:lnTo>
                <a:lnTo>
                  <a:pt x="794022" y="122933"/>
                </a:lnTo>
                <a:lnTo>
                  <a:pt x="794022" y="119669"/>
                </a:lnTo>
                <a:cubicBezTo>
                  <a:pt x="795895" y="119669"/>
                  <a:pt x="797315" y="119307"/>
                  <a:pt x="798282" y="118581"/>
                </a:cubicBezTo>
                <a:cubicBezTo>
                  <a:pt x="799068" y="117856"/>
                  <a:pt x="799491" y="117070"/>
                  <a:pt x="799552" y="116224"/>
                </a:cubicBezTo>
                <a:cubicBezTo>
                  <a:pt x="799552" y="114895"/>
                  <a:pt x="798282" y="112326"/>
                  <a:pt x="795744" y="108518"/>
                </a:cubicBezTo>
                <a:lnTo>
                  <a:pt x="778972" y="83950"/>
                </a:lnTo>
                <a:lnTo>
                  <a:pt x="773533" y="89299"/>
                </a:lnTo>
                <a:lnTo>
                  <a:pt x="773533" y="104529"/>
                </a:lnTo>
                <a:cubicBezTo>
                  <a:pt x="773533" y="111057"/>
                  <a:pt x="774137" y="115076"/>
                  <a:pt x="775346" y="116587"/>
                </a:cubicBezTo>
                <a:cubicBezTo>
                  <a:pt x="776494" y="118219"/>
                  <a:pt x="778972" y="119246"/>
                  <a:pt x="782780" y="119669"/>
                </a:cubicBezTo>
                <a:lnTo>
                  <a:pt x="782780" y="122933"/>
                </a:lnTo>
                <a:lnTo>
                  <a:pt x="738992" y="122933"/>
                </a:lnTo>
                <a:lnTo>
                  <a:pt x="738992" y="119669"/>
                </a:lnTo>
                <a:cubicBezTo>
                  <a:pt x="742497" y="119307"/>
                  <a:pt x="745036" y="118158"/>
                  <a:pt x="746607" y="116224"/>
                </a:cubicBezTo>
                <a:cubicBezTo>
                  <a:pt x="747574" y="114895"/>
                  <a:pt x="748088" y="110996"/>
                  <a:pt x="748148" y="104529"/>
                </a:cubicBezTo>
                <a:lnTo>
                  <a:pt x="748148" y="18404"/>
                </a:lnTo>
                <a:cubicBezTo>
                  <a:pt x="748148" y="11997"/>
                  <a:pt x="747574" y="8008"/>
                  <a:pt x="746426" y="6437"/>
                </a:cubicBezTo>
                <a:cubicBezTo>
                  <a:pt x="745157" y="4926"/>
                  <a:pt x="742679" y="3898"/>
                  <a:pt x="738992" y="3354"/>
                </a:cubicBezTo>
                <a:lnTo>
                  <a:pt x="738992" y="0"/>
                </a:lnTo>
                <a:lnTo>
                  <a:pt x="773533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W">
            <a:extLst xmlns:a="http://schemas.openxmlformats.org/drawingml/2006/main">
              <a:ext uri="{FF2B5EF4-FFF2-40B4-BE49-F238E27FC236}">
                <a16:creationId xmlns:a16="http://schemas.microsoft.com/office/drawing/2014/main" id="{FFB630BC-0F44-4BE2-A352-885E8FDE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506" y="2425407"/>
            <a:ext cx="182405" cy="125743"/>
          </a:xfrm>
          <a:custGeom xmlns:a="http://schemas.openxmlformats.org/drawingml/2006/main">
            <a:pathLst>
              <a:path w="182405" h="125743">
                <a:moveTo>
                  <a:pt x="182405" y="0"/>
                </a:moveTo>
                <a:lnTo>
                  <a:pt x="182405" y="3354"/>
                </a:lnTo>
                <a:cubicBezTo>
                  <a:pt x="180048" y="3536"/>
                  <a:pt x="178114" y="4170"/>
                  <a:pt x="176603" y="5258"/>
                </a:cubicBezTo>
                <a:cubicBezTo>
                  <a:pt x="174971" y="6346"/>
                  <a:pt x="173581" y="8008"/>
                  <a:pt x="172433" y="10244"/>
                </a:cubicBezTo>
                <a:cubicBezTo>
                  <a:pt x="172070" y="11030"/>
                  <a:pt x="170166" y="15714"/>
                  <a:pt x="166721" y="24297"/>
                </a:cubicBezTo>
                <a:lnTo>
                  <a:pt x="128191" y="125743"/>
                </a:lnTo>
                <a:lnTo>
                  <a:pt x="124656" y="125743"/>
                </a:lnTo>
                <a:lnTo>
                  <a:pt x="94194" y="46508"/>
                </a:lnTo>
                <a:lnTo>
                  <a:pt x="60651" y="125743"/>
                </a:lnTo>
                <a:lnTo>
                  <a:pt x="57296" y="125743"/>
                </a:lnTo>
                <a:lnTo>
                  <a:pt x="16862" y="25384"/>
                </a:lnTo>
                <a:cubicBezTo>
                  <a:pt x="12753" y="15352"/>
                  <a:pt x="9882" y="9247"/>
                  <a:pt x="8250" y="7071"/>
                </a:cubicBezTo>
                <a:cubicBezTo>
                  <a:pt x="6618" y="5016"/>
                  <a:pt x="3868" y="3777"/>
                  <a:pt x="0" y="3354"/>
                </a:cubicBezTo>
                <a:lnTo>
                  <a:pt x="0" y="0"/>
                </a:lnTo>
                <a:lnTo>
                  <a:pt x="53307" y="0"/>
                </a:lnTo>
                <a:lnTo>
                  <a:pt x="53307" y="3354"/>
                </a:lnTo>
                <a:cubicBezTo>
                  <a:pt x="48956" y="3475"/>
                  <a:pt x="46115" y="4110"/>
                  <a:pt x="44785" y="5258"/>
                </a:cubicBezTo>
                <a:cubicBezTo>
                  <a:pt x="43335" y="6527"/>
                  <a:pt x="42610" y="8008"/>
                  <a:pt x="42610" y="9700"/>
                </a:cubicBezTo>
                <a:cubicBezTo>
                  <a:pt x="42549" y="11997"/>
                  <a:pt x="44030" y="16862"/>
                  <a:pt x="47052" y="24297"/>
                </a:cubicBezTo>
                <a:lnTo>
                  <a:pt x="71167" y="83950"/>
                </a:lnTo>
                <a:lnTo>
                  <a:pt x="90477" y="37351"/>
                </a:lnTo>
                <a:lnTo>
                  <a:pt x="85400" y="24297"/>
                </a:lnTo>
                <a:cubicBezTo>
                  <a:pt x="82560" y="17225"/>
                  <a:pt x="80414" y="12450"/>
                  <a:pt x="78964" y="9972"/>
                </a:cubicBezTo>
                <a:cubicBezTo>
                  <a:pt x="77392" y="7615"/>
                  <a:pt x="75670" y="5923"/>
                  <a:pt x="73796" y="4896"/>
                </a:cubicBezTo>
                <a:cubicBezTo>
                  <a:pt x="71802" y="3929"/>
                  <a:pt x="68901" y="3415"/>
                  <a:pt x="65093" y="3354"/>
                </a:cubicBezTo>
                <a:lnTo>
                  <a:pt x="65093" y="0"/>
                </a:lnTo>
                <a:lnTo>
                  <a:pt x="124656" y="0"/>
                </a:lnTo>
                <a:lnTo>
                  <a:pt x="124656" y="3354"/>
                </a:lnTo>
                <a:cubicBezTo>
                  <a:pt x="120485" y="3475"/>
                  <a:pt x="117494" y="3808"/>
                  <a:pt x="115680" y="4352"/>
                </a:cubicBezTo>
                <a:cubicBezTo>
                  <a:pt x="114411" y="4835"/>
                  <a:pt x="113414" y="5530"/>
                  <a:pt x="112689" y="6437"/>
                </a:cubicBezTo>
                <a:cubicBezTo>
                  <a:pt x="111963" y="7464"/>
                  <a:pt x="111601" y="8613"/>
                  <a:pt x="111601" y="9882"/>
                </a:cubicBezTo>
                <a:cubicBezTo>
                  <a:pt x="111601" y="11272"/>
                  <a:pt x="112961" y="15533"/>
                  <a:pt x="115680" y="22665"/>
                </a:cubicBezTo>
                <a:lnTo>
                  <a:pt x="138073" y="80867"/>
                </a:lnTo>
                <a:lnTo>
                  <a:pt x="158109" y="28195"/>
                </a:lnTo>
                <a:cubicBezTo>
                  <a:pt x="160163" y="22755"/>
                  <a:pt x="161463" y="19038"/>
                  <a:pt x="162007" y="17044"/>
                </a:cubicBezTo>
                <a:cubicBezTo>
                  <a:pt x="162430" y="15110"/>
                  <a:pt x="162672" y="13266"/>
                  <a:pt x="162732" y="11514"/>
                </a:cubicBezTo>
                <a:cubicBezTo>
                  <a:pt x="162732" y="9096"/>
                  <a:pt x="161886" y="7132"/>
                  <a:pt x="160194" y="5621"/>
                </a:cubicBezTo>
                <a:cubicBezTo>
                  <a:pt x="158441" y="4291"/>
                  <a:pt x="155207" y="3536"/>
                  <a:pt x="150493" y="3354"/>
                </a:cubicBezTo>
                <a:lnTo>
                  <a:pt x="150493" y="0"/>
                </a:lnTo>
                <a:lnTo>
                  <a:pt x="182405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indow">
            <a:extLst xmlns:a="http://schemas.openxmlformats.org/drawingml/2006/main">
              <a:ext uri="{FF2B5EF4-FFF2-40B4-BE49-F238E27FC236}">
                <a16:creationId xmlns:a16="http://schemas.microsoft.com/office/drawing/2014/main" id="{FB0B0433-97AC-4AFC-9CAB-D292FCB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44" y="2422506"/>
            <a:ext cx="474100" cy="128433"/>
          </a:xfrm>
          <a:custGeom xmlns:a="http://schemas.openxmlformats.org/drawingml/2006/main">
            <a:pathLst>
              <a:path w="474100" h="128433">
                <a:moveTo>
                  <a:pt x="22846" y="0"/>
                </a:moveTo>
                <a:cubicBezTo>
                  <a:pt x="26714" y="0"/>
                  <a:pt x="30038" y="1360"/>
                  <a:pt x="32818" y="4080"/>
                </a:cubicBezTo>
                <a:cubicBezTo>
                  <a:pt x="35538" y="6920"/>
                  <a:pt x="36898" y="10244"/>
                  <a:pt x="36898" y="14052"/>
                </a:cubicBezTo>
                <a:cubicBezTo>
                  <a:pt x="36898" y="17981"/>
                  <a:pt x="35538" y="21275"/>
                  <a:pt x="32818" y="23934"/>
                </a:cubicBezTo>
                <a:cubicBezTo>
                  <a:pt x="29978" y="26654"/>
                  <a:pt x="26654" y="28014"/>
                  <a:pt x="22846" y="28014"/>
                </a:cubicBezTo>
                <a:cubicBezTo>
                  <a:pt x="18917" y="28014"/>
                  <a:pt x="15623" y="26654"/>
                  <a:pt x="12964" y="23934"/>
                </a:cubicBezTo>
                <a:cubicBezTo>
                  <a:pt x="10244" y="21275"/>
                  <a:pt x="8885" y="17981"/>
                  <a:pt x="8885" y="14052"/>
                </a:cubicBezTo>
                <a:cubicBezTo>
                  <a:pt x="8885" y="10244"/>
                  <a:pt x="10244" y="6920"/>
                  <a:pt x="12964" y="4080"/>
                </a:cubicBezTo>
                <a:cubicBezTo>
                  <a:pt x="15623" y="1360"/>
                  <a:pt x="18917" y="0"/>
                  <a:pt x="22846" y="0"/>
                </a:cubicBezTo>
                <a:moveTo>
                  <a:pt x="35538" y="41068"/>
                </a:moveTo>
                <a:lnTo>
                  <a:pt x="35538" y="108246"/>
                </a:lnTo>
                <a:cubicBezTo>
                  <a:pt x="35538" y="114230"/>
                  <a:pt x="36233" y="118037"/>
                  <a:pt x="37623" y="119669"/>
                </a:cubicBezTo>
                <a:cubicBezTo>
                  <a:pt x="38953" y="121422"/>
                  <a:pt x="41673" y="122389"/>
                  <a:pt x="45783" y="122570"/>
                </a:cubicBezTo>
                <a:lnTo>
                  <a:pt x="45783" y="125834"/>
                </a:lnTo>
                <a:lnTo>
                  <a:pt x="0" y="125834"/>
                </a:lnTo>
                <a:lnTo>
                  <a:pt x="0" y="122570"/>
                </a:lnTo>
                <a:cubicBezTo>
                  <a:pt x="3687" y="122510"/>
                  <a:pt x="6467" y="121422"/>
                  <a:pt x="8341" y="119307"/>
                </a:cubicBezTo>
                <a:cubicBezTo>
                  <a:pt x="9489" y="117977"/>
                  <a:pt x="10093" y="114290"/>
                  <a:pt x="10154" y="108246"/>
                </a:cubicBezTo>
                <a:lnTo>
                  <a:pt x="10154" y="58747"/>
                </a:lnTo>
                <a:cubicBezTo>
                  <a:pt x="10093" y="52824"/>
                  <a:pt x="9398" y="48986"/>
                  <a:pt x="8069" y="47233"/>
                </a:cubicBezTo>
                <a:cubicBezTo>
                  <a:pt x="6679" y="45662"/>
                  <a:pt x="3989" y="44725"/>
                  <a:pt x="0" y="44423"/>
                </a:cubicBezTo>
                <a:lnTo>
                  <a:pt x="0" y="41068"/>
                </a:lnTo>
                <a:lnTo>
                  <a:pt x="35538" y="41068"/>
                </a:lnTo>
                <a:close/>
                <a:moveTo>
                  <a:pt x="88298" y="41068"/>
                </a:moveTo>
                <a:lnTo>
                  <a:pt x="88298" y="52038"/>
                </a:lnTo>
                <a:cubicBezTo>
                  <a:pt x="92650" y="47324"/>
                  <a:pt x="96820" y="43879"/>
                  <a:pt x="100809" y="41703"/>
                </a:cubicBezTo>
                <a:cubicBezTo>
                  <a:pt x="104737" y="39648"/>
                  <a:pt x="109029" y="38590"/>
                  <a:pt x="113682" y="38530"/>
                </a:cubicBezTo>
                <a:cubicBezTo>
                  <a:pt x="119182" y="38590"/>
                  <a:pt x="123746" y="40101"/>
                  <a:pt x="127372" y="43063"/>
                </a:cubicBezTo>
                <a:cubicBezTo>
                  <a:pt x="130998" y="46145"/>
                  <a:pt x="133416" y="49953"/>
                  <a:pt x="134625" y="54486"/>
                </a:cubicBezTo>
                <a:cubicBezTo>
                  <a:pt x="135592" y="57931"/>
                  <a:pt x="136075" y="64549"/>
                  <a:pt x="136075" y="74340"/>
                </a:cubicBezTo>
                <a:lnTo>
                  <a:pt x="136075" y="107340"/>
                </a:lnTo>
                <a:cubicBezTo>
                  <a:pt x="136075" y="113928"/>
                  <a:pt x="136680" y="117977"/>
                  <a:pt x="137888" y="119488"/>
                </a:cubicBezTo>
                <a:cubicBezTo>
                  <a:pt x="139037" y="121120"/>
                  <a:pt x="141484" y="122147"/>
                  <a:pt x="145232" y="122570"/>
                </a:cubicBezTo>
                <a:lnTo>
                  <a:pt x="145232" y="125834"/>
                </a:lnTo>
                <a:lnTo>
                  <a:pt x="102350" y="125834"/>
                </a:lnTo>
                <a:lnTo>
                  <a:pt x="102350" y="122570"/>
                </a:lnTo>
                <a:cubicBezTo>
                  <a:pt x="105493" y="122208"/>
                  <a:pt x="107790" y="120878"/>
                  <a:pt x="109240" y="118581"/>
                </a:cubicBezTo>
                <a:cubicBezTo>
                  <a:pt x="110207" y="117070"/>
                  <a:pt x="110691" y="113323"/>
                  <a:pt x="110691" y="107340"/>
                </a:cubicBezTo>
                <a:lnTo>
                  <a:pt x="110691" y="69626"/>
                </a:lnTo>
                <a:cubicBezTo>
                  <a:pt x="110691" y="62675"/>
                  <a:pt x="110419" y="58293"/>
                  <a:pt x="109875" y="56480"/>
                </a:cubicBezTo>
                <a:cubicBezTo>
                  <a:pt x="109331" y="54667"/>
                  <a:pt x="108424" y="53247"/>
                  <a:pt x="107155" y="52219"/>
                </a:cubicBezTo>
                <a:cubicBezTo>
                  <a:pt x="105765" y="51252"/>
                  <a:pt x="104314" y="50769"/>
                  <a:pt x="102803" y="50769"/>
                </a:cubicBezTo>
                <a:cubicBezTo>
                  <a:pt x="97545" y="50769"/>
                  <a:pt x="92710" y="54486"/>
                  <a:pt x="88298" y="61920"/>
                </a:cubicBezTo>
                <a:lnTo>
                  <a:pt x="88298" y="107340"/>
                </a:lnTo>
                <a:cubicBezTo>
                  <a:pt x="88298" y="113686"/>
                  <a:pt x="88902" y="117705"/>
                  <a:pt x="90111" y="119397"/>
                </a:cubicBezTo>
                <a:cubicBezTo>
                  <a:pt x="91260" y="121150"/>
                  <a:pt x="93435" y="122208"/>
                  <a:pt x="96639" y="122570"/>
                </a:cubicBezTo>
                <a:lnTo>
                  <a:pt x="96639" y="125834"/>
                </a:lnTo>
                <a:lnTo>
                  <a:pt x="53757" y="125834"/>
                </a:lnTo>
                <a:lnTo>
                  <a:pt x="53757" y="122570"/>
                </a:lnTo>
                <a:cubicBezTo>
                  <a:pt x="57263" y="122208"/>
                  <a:pt x="59801" y="121059"/>
                  <a:pt x="61372" y="119125"/>
                </a:cubicBezTo>
                <a:cubicBezTo>
                  <a:pt x="62339" y="117796"/>
                  <a:pt x="62853" y="113867"/>
                  <a:pt x="62914" y="107340"/>
                </a:cubicBezTo>
                <a:lnTo>
                  <a:pt x="62914" y="59472"/>
                </a:lnTo>
                <a:cubicBezTo>
                  <a:pt x="62914" y="53065"/>
                  <a:pt x="62339" y="49077"/>
                  <a:pt x="61191" y="47505"/>
                </a:cubicBezTo>
                <a:cubicBezTo>
                  <a:pt x="59922" y="45994"/>
                  <a:pt x="57444" y="44967"/>
                  <a:pt x="53757" y="44423"/>
                </a:cubicBezTo>
                <a:lnTo>
                  <a:pt x="53757" y="41068"/>
                </a:lnTo>
                <a:lnTo>
                  <a:pt x="88298" y="41068"/>
                </a:lnTo>
                <a:close/>
                <a:moveTo>
                  <a:pt x="238604" y="2901"/>
                </a:moveTo>
                <a:lnTo>
                  <a:pt x="238604" y="100450"/>
                </a:lnTo>
                <a:cubicBezTo>
                  <a:pt x="238604" y="107098"/>
                  <a:pt x="238785" y="110996"/>
                  <a:pt x="239148" y="112145"/>
                </a:cubicBezTo>
                <a:cubicBezTo>
                  <a:pt x="239571" y="114139"/>
                  <a:pt x="240508" y="115620"/>
                  <a:pt x="241958" y="116587"/>
                </a:cubicBezTo>
                <a:cubicBezTo>
                  <a:pt x="243288" y="117614"/>
                  <a:pt x="245645" y="118219"/>
                  <a:pt x="249029" y="118400"/>
                </a:cubicBezTo>
                <a:lnTo>
                  <a:pt x="249029" y="121392"/>
                </a:lnTo>
                <a:lnTo>
                  <a:pt x="213219" y="128373"/>
                </a:lnTo>
                <a:lnTo>
                  <a:pt x="213219" y="114955"/>
                </a:lnTo>
                <a:cubicBezTo>
                  <a:pt x="208928" y="120153"/>
                  <a:pt x="205120" y="123689"/>
                  <a:pt x="201796" y="125562"/>
                </a:cubicBezTo>
                <a:cubicBezTo>
                  <a:pt x="198412" y="127496"/>
                  <a:pt x="194604" y="128433"/>
                  <a:pt x="190373" y="128373"/>
                </a:cubicBezTo>
                <a:cubicBezTo>
                  <a:pt x="179494" y="128433"/>
                  <a:pt x="170942" y="123598"/>
                  <a:pt x="164717" y="113867"/>
                </a:cubicBezTo>
                <a:cubicBezTo>
                  <a:pt x="159640" y="106010"/>
                  <a:pt x="157102" y="96370"/>
                  <a:pt x="157102" y="84947"/>
                </a:cubicBezTo>
                <a:cubicBezTo>
                  <a:pt x="157041" y="75821"/>
                  <a:pt x="158613" y="67631"/>
                  <a:pt x="161816" y="60379"/>
                </a:cubicBezTo>
                <a:cubicBezTo>
                  <a:pt x="164898" y="53247"/>
                  <a:pt x="169220" y="47807"/>
                  <a:pt x="174780" y="44060"/>
                </a:cubicBezTo>
                <a:cubicBezTo>
                  <a:pt x="180220" y="40373"/>
                  <a:pt x="186082" y="38530"/>
                  <a:pt x="192368" y="38530"/>
                </a:cubicBezTo>
                <a:cubicBezTo>
                  <a:pt x="196357" y="38590"/>
                  <a:pt x="199953" y="39376"/>
                  <a:pt x="203156" y="40887"/>
                </a:cubicBezTo>
                <a:cubicBezTo>
                  <a:pt x="206299" y="42519"/>
                  <a:pt x="209653" y="45269"/>
                  <a:pt x="213219" y="49137"/>
                </a:cubicBezTo>
                <a:lnTo>
                  <a:pt x="213219" y="23571"/>
                </a:lnTo>
                <a:cubicBezTo>
                  <a:pt x="213219" y="17165"/>
                  <a:pt x="212947" y="13266"/>
                  <a:pt x="212403" y="11876"/>
                </a:cubicBezTo>
                <a:cubicBezTo>
                  <a:pt x="211678" y="10184"/>
                  <a:pt x="210590" y="8885"/>
                  <a:pt x="209140" y="7978"/>
                </a:cubicBezTo>
                <a:cubicBezTo>
                  <a:pt x="207689" y="7192"/>
                  <a:pt x="204969" y="6769"/>
                  <a:pt x="200980" y="6709"/>
                </a:cubicBezTo>
                <a:lnTo>
                  <a:pt x="200980" y="2901"/>
                </a:lnTo>
                <a:lnTo>
                  <a:pt x="238604" y="2901"/>
                </a:lnTo>
                <a:moveTo>
                  <a:pt x="213219" y="60379"/>
                </a:moveTo>
                <a:cubicBezTo>
                  <a:pt x="208686" y="51796"/>
                  <a:pt x="203217" y="47505"/>
                  <a:pt x="196810" y="47505"/>
                </a:cubicBezTo>
                <a:cubicBezTo>
                  <a:pt x="194513" y="47566"/>
                  <a:pt x="192670" y="48170"/>
                  <a:pt x="191280" y="49318"/>
                </a:cubicBezTo>
                <a:cubicBezTo>
                  <a:pt x="188983" y="51252"/>
                  <a:pt x="187170" y="54546"/>
                  <a:pt x="185840" y="59200"/>
                </a:cubicBezTo>
                <a:cubicBezTo>
                  <a:pt x="184390" y="63975"/>
                  <a:pt x="183665" y="71197"/>
                  <a:pt x="183665" y="80867"/>
                </a:cubicBezTo>
                <a:cubicBezTo>
                  <a:pt x="183665" y="91565"/>
                  <a:pt x="184450" y="99483"/>
                  <a:pt x="186022" y="104620"/>
                </a:cubicBezTo>
                <a:cubicBezTo>
                  <a:pt x="187533" y="109818"/>
                  <a:pt x="189678" y="113535"/>
                  <a:pt x="192459" y="115771"/>
                </a:cubicBezTo>
                <a:cubicBezTo>
                  <a:pt x="193788" y="116980"/>
                  <a:pt x="195692" y="117554"/>
                  <a:pt x="198170" y="117494"/>
                </a:cubicBezTo>
                <a:cubicBezTo>
                  <a:pt x="203489" y="117494"/>
                  <a:pt x="208505" y="113323"/>
                  <a:pt x="213219" y="104983"/>
                </a:cubicBezTo>
                <a:lnTo>
                  <a:pt x="213219" y="60379"/>
                </a:lnTo>
                <a:close/>
                <a:moveTo>
                  <a:pt x="298523" y="38530"/>
                </a:moveTo>
                <a:cubicBezTo>
                  <a:pt x="305836" y="38530"/>
                  <a:pt x="312695" y="40434"/>
                  <a:pt x="319102" y="44241"/>
                </a:cubicBezTo>
                <a:cubicBezTo>
                  <a:pt x="325388" y="48109"/>
                  <a:pt x="330223" y="53519"/>
                  <a:pt x="333607" y="60469"/>
                </a:cubicBezTo>
                <a:cubicBezTo>
                  <a:pt x="336871" y="67480"/>
                  <a:pt x="338503" y="75156"/>
                  <a:pt x="338503" y="83497"/>
                </a:cubicBezTo>
                <a:cubicBezTo>
                  <a:pt x="338443" y="95584"/>
                  <a:pt x="335390" y="105647"/>
                  <a:pt x="329346" y="113686"/>
                </a:cubicBezTo>
                <a:cubicBezTo>
                  <a:pt x="321912" y="123477"/>
                  <a:pt x="311728" y="128373"/>
                  <a:pt x="298794" y="128373"/>
                </a:cubicBezTo>
                <a:cubicBezTo>
                  <a:pt x="285981" y="128433"/>
                  <a:pt x="276160" y="123961"/>
                  <a:pt x="269330" y="114955"/>
                </a:cubicBezTo>
                <a:cubicBezTo>
                  <a:pt x="262440" y="106010"/>
                  <a:pt x="258995" y="95645"/>
                  <a:pt x="258995" y="83859"/>
                </a:cubicBezTo>
                <a:cubicBezTo>
                  <a:pt x="258995" y="71711"/>
                  <a:pt x="262531" y="61104"/>
                  <a:pt x="269602" y="52038"/>
                </a:cubicBezTo>
                <a:cubicBezTo>
                  <a:pt x="276553" y="43093"/>
                  <a:pt x="286193" y="38590"/>
                  <a:pt x="298523" y="38530"/>
                </a:cubicBezTo>
                <a:moveTo>
                  <a:pt x="298885" y="44967"/>
                </a:moveTo>
                <a:cubicBezTo>
                  <a:pt x="295803" y="45027"/>
                  <a:pt x="293174" y="46175"/>
                  <a:pt x="290998" y="48412"/>
                </a:cubicBezTo>
                <a:cubicBezTo>
                  <a:pt x="288701" y="50829"/>
                  <a:pt x="287251" y="55423"/>
                  <a:pt x="286646" y="62192"/>
                </a:cubicBezTo>
                <a:cubicBezTo>
                  <a:pt x="285921" y="69082"/>
                  <a:pt x="285558" y="78631"/>
                  <a:pt x="285558" y="90840"/>
                </a:cubicBezTo>
                <a:cubicBezTo>
                  <a:pt x="285558" y="97307"/>
                  <a:pt x="285981" y="103351"/>
                  <a:pt x="286828" y="108972"/>
                </a:cubicBezTo>
                <a:cubicBezTo>
                  <a:pt x="287432" y="113263"/>
                  <a:pt x="288852" y="116527"/>
                  <a:pt x="291089" y="118763"/>
                </a:cubicBezTo>
                <a:cubicBezTo>
                  <a:pt x="293204" y="121059"/>
                  <a:pt x="295682" y="122178"/>
                  <a:pt x="298523" y="122117"/>
                </a:cubicBezTo>
                <a:cubicBezTo>
                  <a:pt x="301242" y="122178"/>
                  <a:pt x="303509" y="121422"/>
                  <a:pt x="305322" y="119851"/>
                </a:cubicBezTo>
                <a:cubicBezTo>
                  <a:pt x="307619" y="117856"/>
                  <a:pt x="309190" y="114985"/>
                  <a:pt x="310036" y="111238"/>
                </a:cubicBezTo>
                <a:cubicBezTo>
                  <a:pt x="311184" y="105557"/>
                  <a:pt x="311789" y="93953"/>
                  <a:pt x="311849" y="76425"/>
                </a:cubicBezTo>
                <a:cubicBezTo>
                  <a:pt x="311849" y="66211"/>
                  <a:pt x="311275" y="59140"/>
                  <a:pt x="310127" y="55211"/>
                </a:cubicBezTo>
                <a:cubicBezTo>
                  <a:pt x="308918" y="51403"/>
                  <a:pt x="307226" y="48623"/>
                  <a:pt x="305050" y="46870"/>
                </a:cubicBezTo>
                <a:cubicBezTo>
                  <a:pt x="303479" y="45601"/>
                  <a:pt x="301424" y="44967"/>
                  <a:pt x="298885" y="44967"/>
                </a:cubicBezTo>
                <a:close/>
                <a:moveTo>
                  <a:pt x="432216" y="128373"/>
                </a:moveTo>
                <a:lnTo>
                  <a:pt x="409007" y="66181"/>
                </a:lnTo>
                <a:lnTo>
                  <a:pt x="386252" y="128373"/>
                </a:lnTo>
                <a:lnTo>
                  <a:pt x="381538" y="128373"/>
                </a:lnTo>
                <a:lnTo>
                  <a:pt x="358964" y="66906"/>
                </a:lnTo>
                <a:cubicBezTo>
                  <a:pt x="355579" y="57598"/>
                  <a:pt x="352708" y="51494"/>
                  <a:pt x="350351" y="48593"/>
                </a:cubicBezTo>
                <a:cubicBezTo>
                  <a:pt x="348780" y="46719"/>
                  <a:pt x="346483" y="45329"/>
                  <a:pt x="343461" y="44423"/>
                </a:cubicBezTo>
                <a:lnTo>
                  <a:pt x="343461" y="41068"/>
                </a:lnTo>
                <a:lnTo>
                  <a:pt x="386252" y="41068"/>
                </a:lnTo>
                <a:lnTo>
                  <a:pt x="386252" y="44423"/>
                </a:lnTo>
                <a:cubicBezTo>
                  <a:pt x="383351" y="44483"/>
                  <a:pt x="381357" y="44906"/>
                  <a:pt x="380269" y="45692"/>
                </a:cubicBezTo>
                <a:cubicBezTo>
                  <a:pt x="379181" y="46538"/>
                  <a:pt x="378637" y="47505"/>
                  <a:pt x="378637" y="48593"/>
                </a:cubicBezTo>
                <a:cubicBezTo>
                  <a:pt x="378637" y="49620"/>
                  <a:pt x="379604" y="52703"/>
                  <a:pt x="381538" y="57840"/>
                </a:cubicBezTo>
                <a:lnTo>
                  <a:pt x="393958" y="90931"/>
                </a:lnTo>
                <a:lnTo>
                  <a:pt x="405925" y="57840"/>
                </a:lnTo>
                <a:lnTo>
                  <a:pt x="405018" y="55664"/>
                </a:lnTo>
                <a:cubicBezTo>
                  <a:pt x="403205" y="51131"/>
                  <a:pt x="401634" y="48230"/>
                  <a:pt x="400304" y="46961"/>
                </a:cubicBezTo>
                <a:cubicBezTo>
                  <a:pt x="398854" y="45813"/>
                  <a:pt x="396738" y="44967"/>
                  <a:pt x="393958" y="44423"/>
                </a:cubicBezTo>
                <a:lnTo>
                  <a:pt x="393958" y="41068"/>
                </a:lnTo>
                <a:lnTo>
                  <a:pt x="437384" y="41068"/>
                </a:lnTo>
                <a:lnTo>
                  <a:pt x="437384" y="44423"/>
                </a:lnTo>
                <a:cubicBezTo>
                  <a:pt x="433999" y="44604"/>
                  <a:pt x="431853" y="45057"/>
                  <a:pt x="430947" y="45783"/>
                </a:cubicBezTo>
                <a:cubicBezTo>
                  <a:pt x="430040" y="46629"/>
                  <a:pt x="429587" y="47717"/>
                  <a:pt x="429587" y="49046"/>
                </a:cubicBezTo>
                <a:cubicBezTo>
                  <a:pt x="429587" y="50436"/>
                  <a:pt x="430463" y="53368"/>
                  <a:pt x="432216" y="57840"/>
                </a:cubicBezTo>
                <a:lnTo>
                  <a:pt x="444183" y="90931"/>
                </a:lnTo>
                <a:lnTo>
                  <a:pt x="455062" y="60469"/>
                </a:lnTo>
                <a:cubicBezTo>
                  <a:pt x="456573" y="56118"/>
                  <a:pt x="457359" y="53156"/>
                  <a:pt x="457419" y="51585"/>
                </a:cubicBezTo>
                <a:cubicBezTo>
                  <a:pt x="457419" y="49228"/>
                  <a:pt x="456845" y="47505"/>
                  <a:pt x="455697" y="46417"/>
                </a:cubicBezTo>
                <a:cubicBezTo>
                  <a:pt x="454488" y="45390"/>
                  <a:pt x="452252" y="44725"/>
                  <a:pt x="448988" y="44423"/>
                </a:cubicBezTo>
                <a:lnTo>
                  <a:pt x="448988" y="41068"/>
                </a:lnTo>
                <a:lnTo>
                  <a:pt x="474100" y="41068"/>
                </a:lnTo>
                <a:lnTo>
                  <a:pt x="474100" y="44423"/>
                </a:lnTo>
                <a:cubicBezTo>
                  <a:pt x="471260" y="44846"/>
                  <a:pt x="469054" y="45813"/>
                  <a:pt x="467482" y="47324"/>
                </a:cubicBezTo>
                <a:cubicBezTo>
                  <a:pt x="465850" y="48956"/>
                  <a:pt x="463735" y="53519"/>
                  <a:pt x="461136" y="61013"/>
                </a:cubicBezTo>
                <a:lnTo>
                  <a:pt x="437384" y="128373"/>
                </a:lnTo>
                <a:lnTo>
                  <a:pt x="432216" y="12837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T">
            <a:extLst xmlns:a="http://schemas.openxmlformats.org/drawingml/2006/main">
              <a:ext uri="{FF2B5EF4-FFF2-40B4-BE49-F238E27FC236}">
                <a16:creationId xmlns:a16="http://schemas.microsoft.com/office/drawing/2014/main" id="{C493901D-D0E1-43BE-9E52-FC46BFF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990" y="659826"/>
            <a:ext cx="102807" cy="114455"/>
          </a:xfrm>
          <a:custGeom xmlns:a="http://schemas.openxmlformats.org/drawingml/2006/main">
            <a:pathLst>
              <a:path w="102807" h="114455">
                <a:moveTo>
                  <a:pt x="102807" y="0"/>
                </a:moveTo>
                <a:lnTo>
                  <a:pt x="102807" y="30977"/>
                </a:lnTo>
                <a:lnTo>
                  <a:pt x="99768" y="30977"/>
                </a:lnTo>
                <a:cubicBezTo>
                  <a:pt x="97968" y="23831"/>
                  <a:pt x="95970" y="18682"/>
                  <a:pt x="93775" y="15531"/>
                </a:cubicBezTo>
                <a:cubicBezTo>
                  <a:pt x="91525" y="12436"/>
                  <a:pt x="88514" y="9960"/>
                  <a:pt x="84744" y="8103"/>
                </a:cubicBezTo>
                <a:cubicBezTo>
                  <a:pt x="82549" y="7090"/>
                  <a:pt x="78807" y="6584"/>
                  <a:pt x="73518" y="6584"/>
                </a:cubicBezTo>
                <a:lnTo>
                  <a:pt x="64993" y="6584"/>
                </a:lnTo>
                <a:lnTo>
                  <a:pt x="64993" y="94873"/>
                </a:lnTo>
                <a:cubicBezTo>
                  <a:pt x="64993" y="100781"/>
                  <a:pt x="65330" y="104439"/>
                  <a:pt x="66006" y="105845"/>
                </a:cubicBezTo>
                <a:cubicBezTo>
                  <a:pt x="66568" y="107309"/>
                  <a:pt x="67835" y="108575"/>
                  <a:pt x="69804" y="109644"/>
                </a:cubicBezTo>
                <a:cubicBezTo>
                  <a:pt x="71605" y="110769"/>
                  <a:pt x="74165" y="111332"/>
                  <a:pt x="77485" y="111332"/>
                </a:cubicBezTo>
                <a:lnTo>
                  <a:pt x="81283" y="111332"/>
                </a:lnTo>
                <a:lnTo>
                  <a:pt x="81283" y="114455"/>
                </a:lnTo>
                <a:lnTo>
                  <a:pt x="21355" y="114455"/>
                </a:lnTo>
                <a:lnTo>
                  <a:pt x="21355" y="111332"/>
                </a:lnTo>
                <a:lnTo>
                  <a:pt x="25153" y="111332"/>
                </a:lnTo>
                <a:cubicBezTo>
                  <a:pt x="28417" y="111332"/>
                  <a:pt x="31090" y="110741"/>
                  <a:pt x="33172" y="109559"/>
                </a:cubicBezTo>
                <a:cubicBezTo>
                  <a:pt x="34578" y="108828"/>
                  <a:pt x="35732" y="107477"/>
                  <a:pt x="36632" y="105508"/>
                </a:cubicBezTo>
                <a:cubicBezTo>
                  <a:pt x="37195" y="104157"/>
                  <a:pt x="37505" y="100612"/>
                  <a:pt x="37561" y="94873"/>
                </a:cubicBezTo>
                <a:lnTo>
                  <a:pt x="37561" y="6584"/>
                </a:lnTo>
                <a:lnTo>
                  <a:pt x="29289" y="6584"/>
                </a:lnTo>
                <a:cubicBezTo>
                  <a:pt x="21524" y="6584"/>
                  <a:pt x="15925" y="8216"/>
                  <a:pt x="12492" y="11479"/>
                </a:cubicBezTo>
                <a:cubicBezTo>
                  <a:pt x="7540" y="16037"/>
                  <a:pt x="4445" y="22536"/>
                  <a:pt x="3207" y="30977"/>
                </a:cubicBezTo>
                <a:lnTo>
                  <a:pt x="0" y="30977"/>
                </a:lnTo>
                <a:lnTo>
                  <a:pt x="0" y="0"/>
                </a:lnTo>
                <a:lnTo>
                  <a:pt x="102807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k">
            <a:extLst xmlns:a="http://schemas.openxmlformats.org/drawingml/2006/main">
              <a:ext uri="{FF2B5EF4-FFF2-40B4-BE49-F238E27FC236}">
                <a16:creationId xmlns:a16="http://schemas.microsoft.com/office/drawing/2014/main" id="{EBC1ACFF-5102-46CF-8458-3754B98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601" y="722425"/>
            <a:ext cx="57928" cy="72064"/>
          </a:xfrm>
          <a:custGeom xmlns:a="http://schemas.openxmlformats.org/drawingml/2006/main">
            <a:pathLst>
              <a:path w="57928" h="72064">
                <a:moveTo>
                  <a:pt x="20248" y="0"/>
                </a:moveTo>
                <a:lnTo>
                  <a:pt x="20248" y="47405"/>
                </a:lnTo>
                <a:lnTo>
                  <a:pt x="31781" y="36085"/>
                </a:lnTo>
                <a:cubicBezTo>
                  <a:pt x="34154" y="33818"/>
                  <a:pt x="35642" y="32153"/>
                  <a:pt x="36245" y="31090"/>
                </a:cubicBezTo>
                <a:cubicBezTo>
                  <a:pt x="36812" y="30098"/>
                  <a:pt x="37095" y="29106"/>
                  <a:pt x="37095" y="28114"/>
                </a:cubicBezTo>
                <a:cubicBezTo>
                  <a:pt x="37095" y="27157"/>
                  <a:pt x="36705" y="26360"/>
                  <a:pt x="35926" y="25722"/>
                </a:cubicBezTo>
                <a:cubicBezTo>
                  <a:pt x="35111" y="25084"/>
                  <a:pt x="33587" y="24624"/>
                  <a:pt x="31355" y="24340"/>
                </a:cubicBezTo>
                <a:lnTo>
                  <a:pt x="31355" y="22374"/>
                </a:lnTo>
                <a:lnTo>
                  <a:pt x="53623" y="22374"/>
                </a:lnTo>
                <a:lnTo>
                  <a:pt x="53623" y="24340"/>
                </a:lnTo>
                <a:cubicBezTo>
                  <a:pt x="51497" y="24447"/>
                  <a:pt x="49637" y="24943"/>
                  <a:pt x="48043" y="25828"/>
                </a:cubicBezTo>
                <a:cubicBezTo>
                  <a:pt x="46413" y="26785"/>
                  <a:pt x="43295" y="29513"/>
                  <a:pt x="38689" y="34013"/>
                </a:cubicBezTo>
                <a:lnTo>
                  <a:pt x="33269" y="39327"/>
                </a:lnTo>
                <a:lnTo>
                  <a:pt x="44960" y="56440"/>
                </a:lnTo>
                <a:cubicBezTo>
                  <a:pt x="49637" y="63419"/>
                  <a:pt x="52436" y="67317"/>
                  <a:pt x="53357" y="68131"/>
                </a:cubicBezTo>
                <a:cubicBezTo>
                  <a:pt x="54526" y="69372"/>
                  <a:pt x="56050" y="70045"/>
                  <a:pt x="57928" y="70151"/>
                </a:cubicBezTo>
                <a:lnTo>
                  <a:pt x="57928" y="72064"/>
                </a:lnTo>
                <a:lnTo>
                  <a:pt x="32259" y="72064"/>
                </a:lnTo>
                <a:lnTo>
                  <a:pt x="32259" y="70151"/>
                </a:lnTo>
                <a:cubicBezTo>
                  <a:pt x="33357" y="70151"/>
                  <a:pt x="34190" y="69938"/>
                  <a:pt x="34757" y="69513"/>
                </a:cubicBezTo>
                <a:cubicBezTo>
                  <a:pt x="35217" y="69088"/>
                  <a:pt x="35465" y="68628"/>
                  <a:pt x="35501" y="68131"/>
                </a:cubicBezTo>
                <a:cubicBezTo>
                  <a:pt x="35501" y="67352"/>
                  <a:pt x="34757" y="65846"/>
                  <a:pt x="33269" y="63614"/>
                </a:cubicBezTo>
                <a:lnTo>
                  <a:pt x="23437" y="49212"/>
                </a:lnTo>
                <a:lnTo>
                  <a:pt x="20248" y="52348"/>
                </a:lnTo>
                <a:lnTo>
                  <a:pt x="20248" y="61276"/>
                </a:lnTo>
                <a:cubicBezTo>
                  <a:pt x="20248" y="65102"/>
                  <a:pt x="20602" y="67458"/>
                  <a:pt x="21311" y="68344"/>
                </a:cubicBezTo>
                <a:cubicBezTo>
                  <a:pt x="21984" y="69301"/>
                  <a:pt x="23437" y="69903"/>
                  <a:pt x="25669" y="70151"/>
                </a:cubicBezTo>
                <a:lnTo>
                  <a:pt x="25669" y="72064"/>
                </a:lnTo>
                <a:lnTo>
                  <a:pt x="0" y="72064"/>
                </a:lnTo>
                <a:lnTo>
                  <a:pt x="0" y="70151"/>
                </a:lnTo>
                <a:cubicBezTo>
                  <a:pt x="2055" y="69938"/>
                  <a:pt x="3543" y="69265"/>
                  <a:pt x="4464" y="68131"/>
                </a:cubicBezTo>
                <a:cubicBezTo>
                  <a:pt x="5031" y="67352"/>
                  <a:pt x="5332" y="65067"/>
                  <a:pt x="5368" y="61276"/>
                </a:cubicBezTo>
                <a:lnTo>
                  <a:pt x="5368" y="10788"/>
                </a:lnTo>
                <a:cubicBezTo>
                  <a:pt x="5368" y="7033"/>
                  <a:pt x="5031" y="4694"/>
                  <a:pt x="4358" y="3773"/>
                </a:cubicBezTo>
                <a:cubicBezTo>
                  <a:pt x="3614" y="2888"/>
                  <a:pt x="2161" y="2285"/>
                  <a:pt x="0" y="1966"/>
                </a:cubicBezTo>
                <a:lnTo>
                  <a:pt x="0" y="0"/>
                </a:lnTo>
                <a:lnTo>
                  <a:pt x="20248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T">
            <a:extLst xmlns:a="http://schemas.openxmlformats.org/drawingml/2006/main">
              <a:ext uri="{FF2B5EF4-FFF2-40B4-BE49-F238E27FC236}">
                <a16:creationId xmlns:a16="http://schemas.microsoft.com/office/drawing/2014/main" id="{9354933D-7D81-4A02-AC97-C0B6F5E4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374" y="659826"/>
            <a:ext cx="102807" cy="114455"/>
          </a:xfrm>
          <a:custGeom xmlns:a="http://schemas.openxmlformats.org/drawingml/2006/main">
            <a:pathLst>
              <a:path w="102807" h="114455">
                <a:moveTo>
                  <a:pt x="102807" y="0"/>
                </a:moveTo>
                <a:lnTo>
                  <a:pt x="102807" y="30977"/>
                </a:lnTo>
                <a:lnTo>
                  <a:pt x="99768" y="30977"/>
                </a:lnTo>
                <a:cubicBezTo>
                  <a:pt x="97968" y="23831"/>
                  <a:pt x="95970" y="18682"/>
                  <a:pt x="93775" y="15531"/>
                </a:cubicBezTo>
                <a:cubicBezTo>
                  <a:pt x="91525" y="12436"/>
                  <a:pt x="88514" y="9960"/>
                  <a:pt x="84744" y="8103"/>
                </a:cubicBezTo>
                <a:cubicBezTo>
                  <a:pt x="82549" y="7090"/>
                  <a:pt x="78807" y="6584"/>
                  <a:pt x="73518" y="6584"/>
                </a:cubicBezTo>
                <a:lnTo>
                  <a:pt x="64993" y="6584"/>
                </a:lnTo>
                <a:lnTo>
                  <a:pt x="64993" y="94873"/>
                </a:lnTo>
                <a:cubicBezTo>
                  <a:pt x="64993" y="100781"/>
                  <a:pt x="65330" y="104439"/>
                  <a:pt x="66006" y="105845"/>
                </a:cubicBezTo>
                <a:cubicBezTo>
                  <a:pt x="66568" y="107309"/>
                  <a:pt x="67835" y="108575"/>
                  <a:pt x="69804" y="109644"/>
                </a:cubicBezTo>
                <a:cubicBezTo>
                  <a:pt x="71605" y="110769"/>
                  <a:pt x="74165" y="111332"/>
                  <a:pt x="77485" y="111332"/>
                </a:cubicBezTo>
                <a:lnTo>
                  <a:pt x="81283" y="111332"/>
                </a:lnTo>
                <a:lnTo>
                  <a:pt x="81283" y="114455"/>
                </a:lnTo>
                <a:lnTo>
                  <a:pt x="21355" y="114455"/>
                </a:lnTo>
                <a:lnTo>
                  <a:pt x="21355" y="111332"/>
                </a:lnTo>
                <a:lnTo>
                  <a:pt x="25153" y="111332"/>
                </a:lnTo>
                <a:cubicBezTo>
                  <a:pt x="28417" y="111332"/>
                  <a:pt x="31090" y="110741"/>
                  <a:pt x="33172" y="109559"/>
                </a:cubicBezTo>
                <a:cubicBezTo>
                  <a:pt x="34578" y="108828"/>
                  <a:pt x="35732" y="107477"/>
                  <a:pt x="36632" y="105508"/>
                </a:cubicBezTo>
                <a:cubicBezTo>
                  <a:pt x="37195" y="104157"/>
                  <a:pt x="37505" y="100612"/>
                  <a:pt x="37561" y="94873"/>
                </a:cubicBezTo>
                <a:lnTo>
                  <a:pt x="37561" y="6584"/>
                </a:lnTo>
                <a:lnTo>
                  <a:pt x="29289" y="6584"/>
                </a:lnTo>
                <a:cubicBezTo>
                  <a:pt x="21524" y="6584"/>
                  <a:pt x="15925" y="8216"/>
                  <a:pt x="12492" y="11479"/>
                </a:cubicBezTo>
                <a:cubicBezTo>
                  <a:pt x="7540" y="16037"/>
                  <a:pt x="4445" y="22536"/>
                  <a:pt x="3207" y="30977"/>
                </a:cubicBezTo>
                <a:lnTo>
                  <a:pt x="0" y="30977"/>
                </a:lnTo>
                <a:lnTo>
                  <a:pt x="0" y="0"/>
                </a:lnTo>
                <a:lnTo>
                  <a:pt x="102807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1">
            <a:extLst xmlns:a="http://schemas.openxmlformats.org/drawingml/2006/main">
              <a:ext uri="{FF2B5EF4-FFF2-40B4-BE49-F238E27FC236}">
                <a16:creationId xmlns:a16="http://schemas.microsoft.com/office/drawing/2014/main" id="{AA5558BC-D397-490A-8E00-B2A348F0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545" y="720936"/>
            <a:ext cx="38902" cy="73552"/>
          </a:xfrm>
          <a:custGeom xmlns:a="http://schemas.openxmlformats.org/drawingml/2006/main">
            <a:pathLst>
              <a:path w="38902" h="73552">
                <a:moveTo>
                  <a:pt x="28273" y="0"/>
                </a:moveTo>
                <a:lnTo>
                  <a:pt x="28273" y="58937"/>
                </a:lnTo>
                <a:cubicBezTo>
                  <a:pt x="28273" y="63366"/>
                  <a:pt x="28468" y="66183"/>
                  <a:pt x="28858" y="67387"/>
                </a:cubicBezTo>
                <a:cubicBezTo>
                  <a:pt x="29212" y="68628"/>
                  <a:pt x="30027" y="69637"/>
                  <a:pt x="31302" y="70417"/>
                </a:cubicBezTo>
                <a:cubicBezTo>
                  <a:pt x="32507" y="71232"/>
                  <a:pt x="34491" y="71621"/>
                  <a:pt x="37254" y="71586"/>
                </a:cubicBezTo>
                <a:lnTo>
                  <a:pt x="38902" y="71586"/>
                </a:lnTo>
                <a:lnTo>
                  <a:pt x="38902" y="73552"/>
                </a:lnTo>
                <a:lnTo>
                  <a:pt x="957" y="73552"/>
                </a:lnTo>
                <a:lnTo>
                  <a:pt x="957" y="71586"/>
                </a:lnTo>
                <a:lnTo>
                  <a:pt x="2870" y="71586"/>
                </a:lnTo>
                <a:cubicBezTo>
                  <a:pt x="5917" y="71586"/>
                  <a:pt x="8113" y="71232"/>
                  <a:pt x="9460" y="70523"/>
                </a:cubicBezTo>
                <a:cubicBezTo>
                  <a:pt x="10735" y="69850"/>
                  <a:pt x="11621" y="68876"/>
                  <a:pt x="12117" y="67600"/>
                </a:cubicBezTo>
                <a:cubicBezTo>
                  <a:pt x="12578" y="66395"/>
                  <a:pt x="12808" y="63508"/>
                  <a:pt x="12808" y="58937"/>
                </a:cubicBezTo>
                <a:lnTo>
                  <a:pt x="12808" y="21577"/>
                </a:lnTo>
                <a:cubicBezTo>
                  <a:pt x="12808" y="18246"/>
                  <a:pt x="12648" y="16156"/>
                  <a:pt x="12330" y="15306"/>
                </a:cubicBezTo>
                <a:cubicBezTo>
                  <a:pt x="12011" y="14526"/>
                  <a:pt x="11426" y="13818"/>
                  <a:pt x="10576" y="13180"/>
                </a:cubicBezTo>
                <a:cubicBezTo>
                  <a:pt x="9655" y="12613"/>
                  <a:pt x="8645" y="12330"/>
                  <a:pt x="7547" y="12330"/>
                </a:cubicBezTo>
                <a:cubicBezTo>
                  <a:pt x="5740" y="12365"/>
                  <a:pt x="3543" y="12932"/>
                  <a:pt x="957" y="14030"/>
                </a:cubicBezTo>
                <a:lnTo>
                  <a:pt x="0" y="12117"/>
                </a:lnTo>
                <a:lnTo>
                  <a:pt x="26519" y="0"/>
                </a:lnTo>
                <a:lnTo>
                  <a:pt x="28273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[p">
            <a:extLst xmlns:a="http://schemas.openxmlformats.org/drawingml/2006/main">
              <a:ext uri="{FF2B5EF4-FFF2-40B4-BE49-F238E27FC236}">
                <a16:creationId xmlns:a16="http://schemas.microsoft.com/office/drawing/2014/main" id="{4B8D7E6C-2A15-426A-A0C8-F9CD1C7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864" y="247418"/>
            <a:ext cx="139814" cy="162642"/>
          </a:xfrm>
          <a:custGeom xmlns:a="http://schemas.openxmlformats.org/drawingml/2006/main">
            <a:pathLst>
              <a:path w="139814" h="162642">
                <a:moveTo>
                  <a:pt x="0" y="156839"/>
                </a:moveTo>
                <a:lnTo>
                  <a:pt x="0" y="0"/>
                </a:lnTo>
                <a:lnTo>
                  <a:pt x="36445" y="0"/>
                </a:lnTo>
                <a:lnTo>
                  <a:pt x="36445" y="3808"/>
                </a:lnTo>
                <a:lnTo>
                  <a:pt x="32365" y="3808"/>
                </a:lnTo>
                <a:cubicBezTo>
                  <a:pt x="28376" y="3808"/>
                  <a:pt x="25717" y="4201"/>
                  <a:pt x="24387" y="4986"/>
                </a:cubicBezTo>
                <a:cubicBezTo>
                  <a:pt x="22937" y="5893"/>
                  <a:pt x="21909" y="7102"/>
                  <a:pt x="21305" y="8613"/>
                </a:cubicBezTo>
                <a:cubicBezTo>
                  <a:pt x="20579" y="10305"/>
                  <a:pt x="20217" y="14173"/>
                  <a:pt x="20217" y="20217"/>
                </a:cubicBezTo>
                <a:lnTo>
                  <a:pt x="20217" y="137257"/>
                </a:lnTo>
                <a:cubicBezTo>
                  <a:pt x="20156" y="143120"/>
                  <a:pt x="20277" y="146444"/>
                  <a:pt x="20579" y="147230"/>
                </a:cubicBezTo>
                <a:cubicBezTo>
                  <a:pt x="21063" y="149466"/>
                  <a:pt x="22090" y="151067"/>
                  <a:pt x="23662" y="152034"/>
                </a:cubicBezTo>
                <a:cubicBezTo>
                  <a:pt x="25112" y="153062"/>
                  <a:pt x="28014" y="153576"/>
                  <a:pt x="32365" y="153576"/>
                </a:cubicBezTo>
                <a:lnTo>
                  <a:pt x="36445" y="153576"/>
                </a:lnTo>
                <a:lnTo>
                  <a:pt x="36445" y="156839"/>
                </a:lnTo>
                <a:lnTo>
                  <a:pt x="0" y="156839"/>
                </a:lnTo>
                <a:close/>
                <a:moveTo>
                  <a:pt x="83696" y="114320"/>
                </a:moveTo>
                <a:lnTo>
                  <a:pt x="83696" y="145870"/>
                </a:lnTo>
                <a:cubicBezTo>
                  <a:pt x="83696" y="150282"/>
                  <a:pt x="84059" y="153243"/>
                  <a:pt x="84784" y="154754"/>
                </a:cubicBezTo>
                <a:cubicBezTo>
                  <a:pt x="85388" y="156326"/>
                  <a:pt x="86446" y="157474"/>
                  <a:pt x="87957" y="158199"/>
                </a:cubicBezTo>
                <a:cubicBezTo>
                  <a:pt x="89347" y="158925"/>
                  <a:pt x="92188" y="159287"/>
                  <a:pt x="96479" y="159287"/>
                </a:cubicBezTo>
                <a:lnTo>
                  <a:pt x="96479" y="162642"/>
                </a:lnTo>
                <a:lnTo>
                  <a:pt x="48158" y="162642"/>
                </a:lnTo>
                <a:lnTo>
                  <a:pt x="48158" y="159287"/>
                </a:lnTo>
                <a:cubicBezTo>
                  <a:pt x="51845" y="159227"/>
                  <a:pt x="54625" y="158169"/>
                  <a:pt x="56498" y="156114"/>
                </a:cubicBezTo>
                <a:cubicBezTo>
                  <a:pt x="57647" y="154784"/>
                  <a:pt x="58251" y="151188"/>
                  <a:pt x="58312" y="145326"/>
                </a:cubicBezTo>
                <a:lnTo>
                  <a:pt x="58312" y="55846"/>
                </a:lnTo>
                <a:cubicBezTo>
                  <a:pt x="58251" y="49923"/>
                  <a:pt x="57556" y="46085"/>
                  <a:pt x="56227" y="44332"/>
                </a:cubicBezTo>
                <a:cubicBezTo>
                  <a:pt x="54836" y="42761"/>
                  <a:pt x="52147" y="41824"/>
                  <a:pt x="48158" y="41522"/>
                </a:cubicBezTo>
                <a:lnTo>
                  <a:pt x="48158" y="38167"/>
                </a:lnTo>
                <a:lnTo>
                  <a:pt x="83696" y="38167"/>
                </a:lnTo>
                <a:lnTo>
                  <a:pt x="83696" y="49318"/>
                </a:lnTo>
                <a:cubicBezTo>
                  <a:pt x="86658" y="44967"/>
                  <a:pt x="89680" y="41824"/>
                  <a:pt x="92762" y="39890"/>
                </a:cubicBezTo>
                <a:cubicBezTo>
                  <a:pt x="97174" y="37110"/>
                  <a:pt x="101979" y="35689"/>
                  <a:pt x="107177" y="35629"/>
                </a:cubicBezTo>
                <a:cubicBezTo>
                  <a:pt x="113341" y="35689"/>
                  <a:pt x="119023" y="37654"/>
                  <a:pt x="124220" y="41522"/>
                </a:cubicBezTo>
                <a:cubicBezTo>
                  <a:pt x="129297" y="45450"/>
                  <a:pt x="133165" y="50859"/>
                  <a:pt x="135825" y="57750"/>
                </a:cubicBezTo>
                <a:cubicBezTo>
                  <a:pt x="138424" y="64760"/>
                  <a:pt x="139753" y="72225"/>
                  <a:pt x="139814" y="80142"/>
                </a:cubicBezTo>
                <a:cubicBezTo>
                  <a:pt x="139814" y="88785"/>
                  <a:pt x="138454" y="96612"/>
                  <a:pt x="135734" y="103623"/>
                </a:cubicBezTo>
                <a:cubicBezTo>
                  <a:pt x="132893" y="110815"/>
                  <a:pt x="128904" y="116224"/>
                  <a:pt x="123767" y="119851"/>
                </a:cubicBezTo>
                <a:cubicBezTo>
                  <a:pt x="118509" y="123598"/>
                  <a:pt x="112677" y="125471"/>
                  <a:pt x="106270" y="125471"/>
                </a:cubicBezTo>
                <a:cubicBezTo>
                  <a:pt x="101616" y="125532"/>
                  <a:pt x="97265" y="124504"/>
                  <a:pt x="93215" y="122389"/>
                </a:cubicBezTo>
                <a:cubicBezTo>
                  <a:pt x="90193" y="120878"/>
                  <a:pt x="87020" y="118189"/>
                  <a:pt x="83696" y="114320"/>
                </a:cubicBezTo>
                <a:moveTo>
                  <a:pt x="83696" y="105164"/>
                </a:moveTo>
                <a:cubicBezTo>
                  <a:pt x="88833" y="112538"/>
                  <a:pt x="94394" y="116224"/>
                  <a:pt x="100377" y="116224"/>
                </a:cubicBezTo>
                <a:cubicBezTo>
                  <a:pt x="103641" y="116224"/>
                  <a:pt x="106330" y="114502"/>
                  <a:pt x="108446" y="111057"/>
                </a:cubicBezTo>
                <a:cubicBezTo>
                  <a:pt x="111589" y="105980"/>
                  <a:pt x="113160" y="96310"/>
                  <a:pt x="113160" y="82046"/>
                </a:cubicBezTo>
                <a:cubicBezTo>
                  <a:pt x="113160" y="67480"/>
                  <a:pt x="111438" y="57478"/>
                  <a:pt x="107993" y="52038"/>
                </a:cubicBezTo>
                <a:cubicBezTo>
                  <a:pt x="105696" y="48533"/>
                  <a:pt x="102613" y="46750"/>
                  <a:pt x="98745" y="46689"/>
                </a:cubicBezTo>
                <a:cubicBezTo>
                  <a:pt x="92581" y="46750"/>
                  <a:pt x="87564" y="51162"/>
                  <a:pt x="83696" y="59925"/>
                </a:cubicBezTo>
                <a:lnTo>
                  <a:pt x="83696" y="105164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1">
            <a:extLst xmlns:a="http://schemas.openxmlformats.org/drawingml/2006/main">
              <a:ext uri="{FF2B5EF4-FFF2-40B4-BE49-F238E27FC236}">
                <a16:creationId xmlns:a16="http://schemas.microsoft.com/office/drawing/2014/main" id="{C7516B5E-0641-4768-B2DA-71393A3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365" y="308328"/>
            <a:ext cx="45767" cy="86532"/>
          </a:xfrm>
          <a:custGeom xmlns:a="http://schemas.openxmlformats.org/drawingml/2006/main">
            <a:pathLst>
              <a:path w="45767" h="86532">
                <a:moveTo>
                  <a:pt x="33262" y="0"/>
                </a:moveTo>
                <a:lnTo>
                  <a:pt x="33262" y="69338"/>
                </a:lnTo>
                <a:cubicBezTo>
                  <a:pt x="33262" y="74548"/>
                  <a:pt x="33492" y="77862"/>
                  <a:pt x="33950" y="79279"/>
                </a:cubicBezTo>
                <a:cubicBezTo>
                  <a:pt x="34367" y="80738"/>
                  <a:pt x="35326" y="81926"/>
                  <a:pt x="36826" y="82843"/>
                </a:cubicBezTo>
                <a:cubicBezTo>
                  <a:pt x="38243" y="83802"/>
                  <a:pt x="40578" y="84260"/>
                  <a:pt x="43829" y="84219"/>
                </a:cubicBezTo>
                <a:lnTo>
                  <a:pt x="45767" y="84219"/>
                </a:lnTo>
                <a:lnTo>
                  <a:pt x="45767" y="86532"/>
                </a:lnTo>
                <a:lnTo>
                  <a:pt x="1125" y="86532"/>
                </a:lnTo>
                <a:lnTo>
                  <a:pt x="1125" y="84219"/>
                </a:lnTo>
                <a:lnTo>
                  <a:pt x="3376" y="84219"/>
                </a:lnTo>
                <a:cubicBezTo>
                  <a:pt x="6961" y="84219"/>
                  <a:pt x="9545" y="83802"/>
                  <a:pt x="11129" y="82968"/>
                </a:cubicBezTo>
                <a:cubicBezTo>
                  <a:pt x="12630" y="82176"/>
                  <a:pt x="13672" y="81030"/>
                  <a:pt x="14255" y="79529"/>
                </a:cubicBezTo>
                <a:cubicBezTo>
                  <a:pt x="14797" y="78112"/>
                  <a:pt x="15068" y="74715"/>
                  <a:pt x="15068" y="69338"/>
                </a:cubicBezTo>
                <a:lnTo>
                  <a:pt x="15068" y="25384"/>
                </a:lnTo>
                <a:cubicBezTo>
                  <a:pt x="15068" y="21466"/>
                  <a:pt x="14881" y="19007"/>
                  <a:pt x="14505" y="18007"/>
                </a:cubicBezTo>
                <a:cubicBezTo>
                  <a:pt x="14130" y="17090"/>
                  <a:pt x="13442" y="16256"/>
                  <a:pt x="12442" y="15506"/>
                </a:cubicBezTo>
                <a:cubicBezTo>
                  <a:pt x="11358" y="14839"/>
                  <a:pt x="10170" y="14505"/>
                  <a:pt x="8878" y="14505"/>
                </a:cubicBezTo>
                <a:cubicBezTo>
                  <a:pt x="6753" y="14547"/>
                  <a:pt x="4168" y="15214"/>
                  <a:pt x="1125" y="16506"/>
                </a:cubicBezTo>
                <a:lnTo>
                  <a:pt x="0" y="14255"/>
                </a:lnTo>
                <a:lnTo>
                  <a:pt x="31199" y="0"/>
                </a:lnTo>
                <a:lnTo>
                  <a:pt x="33262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,...,p">
            <a:extLst xmlns:a="http://schemas.openxmlformats.org/drawingml/2006/main">
              <a:ext uri="{FF2B5EF4-FFF2-40B4-BE49-F238E27FC236}">
                <a16:creationId xmlns:a16="http://schemas.microsoft.com/office/drawing/2014/main" id="{D2AE8CA3-02C5-453C-848E-64BC90F9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932" y="283047"/>
            <a:ext cx="402924" cy="127013"/>
          </a:xfrm>
          <a:custGeom xmlns:a="http://schemas.openxmlformats.org/drawingml/2006/main">
            <a:pathLst>
              <a:path w="402924" h="127013">
                <a:moveTo>
                  <a:pt x="3264" y="119851"/>
                </a:moveTo>
                <a:lnTo>
                  <a:pt x="3264" y="115862"/>
                </a:lnTo>
                <a:cubicBezTo>
                  <a:pt x="10214" y="112900"/>
                  <a:pt x="15321" y="108972"/>
                  <a:pt x="18585" y="104076"/>
                </a:cubicBezTo>
                <a:cubicBezTo>
                  <a:pt x="21728" y="99301"/>
                  <a:pt x="23299" y="94406"/>
                  <a:pt x="23299" y="89389"/>
                </a:cubicBezTo>
                <a:cubicBezTo>
                  <a:pt x="23299" y="88422"/>
                  <a:pt x="23073" y="87682"/>
                  <a:pt x="22619" y="87168"/>
                </a:cubicBezTo>
                <a:cubicBezTo>
                  <a:pt x="22166" y="86654"/>
                  <a:pt x="21758" y="86367"/>
                  <a:pt x="21395" y="86307"/>
                </a:cubicBezTo>
                <a:cubicBezTo>
                  <a:pt x="21033" y="86307"/>
                  <a:pt x="20489" y="86519"/>
                  <a:pt x="19764" y="86942"/>
                </a:cubicBezTo>
                <a:cubicBezTo>
                  <a:pt x="18011" y="87969"/>
                  <a:pt x="15835" y="88483"/>
                  <a:pt x="13236" y="88483"/>
                </a:cubicBezTo>
                <a:cubicBezTo>
                  <a:pt x="9670" y="88543"/>
                  <a:pt x="6588" y="87153"/>
                  <a:pt x="3989" y="84312"/>
                </a:cubicBezTo>
                <a:cubicBezTo>
                  <a:pt x="1330" y="81532"/>
                  <a:pt x="0" y="78269"/>
                  <a:pt x="0" y="74521"/>
                </a:cubicBezTo>
                <a:cubicBezTo>
                  <a:pt x="0" y="70532"/>
                  <a:pt x="1511" y="67027"/>
                  <a:pt x="4533" y="64005"/>
                </a:cubicBezTo>
                <a:cubicBezTo>
                  <a:pt x="7494" y="61043"/>
                  <a:pt x="11151" y="59532"/>
                  <a:pt x="15503" y="59472"/>
                </a:cubicBezTo>
                <a:cubicBezTo>
                  <a:pt x="20640" y="59472"/>
                  <a:pt x="25082" y="61467"/>
                  <a:pt x="28829" y="65455"/>
                </a:cubicBezTo>
                <a:cubicBezTo>
                  <a:pt x="32516" y="69565"/>
                  <a:pt x="34360" y="75096"/>
                  <a:pt x="34360" y="82046"/>
                </a:cubicBezTo>
                <a:cubicBezTo>
                  <a:pt x="34299" y="90689"/>
                  <a:pt x="31700" y="98365"/>
                  <a:pt x="26563" y="105073"/>
                </a:cubicBezTo>
                <a:cubicBezTo>
                  <a:pt x="21244" y="111782"/>
                  <a:pt x="13478" y="116708"/>
                  <a:pt x="3264" y="119851"/>
                </a:cubicBezTo>
                <a:close/>
                <a:moveTo>
                  <a:pt x="106949" y="59381"/>
                </a:moveTo>
                <a:cubicBezTo>
                  <a:pt x="111119" y="59381"/>
                  <a:pt x="114715" y="60862"/>
                  <a:pt x="117737" y="63824"/>
                </a:cubicBezTo>
                <a:cubicBezTo>
                  <a:pt x="120638" y="66846"/>
                  <a:pt x="122089" y="70412"/>
                  <a:pt x="122089" y="74521"/>
                </a:cubicBezTo>
                <a:cubicBezTo>
                  <a:pt x="122089" y="78692"/>
                  <a:pt x="120608" y="82227"/>
                  <a:pt x="117646" y="85128"/>
                </a:cubicBezTo>
                <a:cubicBezTo>
                  <a:pt x="114624" y="88150"/>
                  <a:pt x="111059" y="89631"/>
                  <a:pt x="106949" y="89571"/>
                </a:cubicBezTo>
                <a:cubicBezTo>
                  <a:pt x="102778" y="89631"/>
                  <a:pt x="99243" y="88150"/>
                  <a:pt x="96342" y="85128"/>
                </a:cubicBezTo>
                <a:cubicBezTo>
                  <a:pt x="93320" y="82227"/>
                  <a:pt x="91839" y="78692"/>
                  <a:pt x="91899" y="74521"/>
                </a:cubicBezTo>
                <a:cubicBezTo>
                  <a:pt x="91839" y="70412"/>
                  <a:pt x="93320" y="66846"/>
                  <a:pt x="96342" y="63824"/>
                </a:cubicBezTo>
                <a:cubicBezTo>
                  <a:pt x="99243" y="60862"/>
                  <a:pt x="102778" y="59381"/>
                  <a:pt x="106949" y="59381"/>
                </a:cubicBezTo>
                <a:close/>
                <a:moveTo>
                  <a:pt x="151765" y="59381"/>
                </a:moveTo>
                <a:cubicBezTo>
                  <a:pt x="155935" y="59381"/>
                  <a:pt x="159532" y="60862"/>
                  <a:pt x="162554" y="63824"/>
                </a:cubicBezTo>
                <a:cubicBezTo>
                  <a:pt x="165455" y="66846"/>
                  <a:pt x="166905" y="70412"/>
                  <a:pt x="166905" y="74521"/>
                </a:cubicBezTo>
                <a:cubicBezTo>
                  <a:pt x="166905" y="78692"/>
                  <a:pt x="165424" y="82227"/>
                  <a:pt x="162463" y="85128"/>
                </a:cubicBezTo>
                <a:cubicBezTo>
                  <a:pt x="159441" y="88150"/>
                  <a:pt x="155875" y="89631"/>
                  <a:pt x="151765" y="89571"/>
                </a:cubicBezTo>
                <a:cubicBezTo>
                  <a:pt x="147595" y="89631"/>
                  <a:pt x="144059" y="88150"/>
                  <a:pt x="141158" y="85128"/>
                </a:cubicBezTo>
                <a:cubicBezTo>
                  <a:pt x="138136" y="82227"/>
                  <a:pt x="136655" y="78692"/>
                  <a:pt x="136716" y="74521"/>
                </a:cubicBezTo>
                <a:cubicBezTo>
                  <a:pt x="136655" y="70412"/>
                  <a:pt x="138136" y="66846"/>
                  <a:pt x="141158" y="63824"/>
                </a:cubicBezTo>
                <a:cubicBezTo>
                  <a:pt x="144059" y="60862"/>
                  <a:pt x="147595" y="59381"/>
                  <a:pt x="151765" y="59381"/>
                </a:cubicBezTo>
                <a:close/>
                <a:moveTo>
                  <a:pt x="196582" y="59381"/>
                </a:moveTo>
                <a:cubicBezTo>
                  <a:pt x="200752" y="59381"/>
                  <a:pt x="204348" y="60862"/>
                  <a:pt x="207370" y="63824"/>
                </a:cubicBezTo>
                <a:cubicBezTo>
                  <a:pt x="210271" y="66846"/>
                  <a:pt x="211722" y="70412"/>
                  <a:pt x="211722" y="74521"/>
                </a:cubicBezTo>
                <a:cubicBezTo>
                  <a:pt x="211722" y="78692"/>
                  <a:pt x="210241" y="82227"/>
                  <a:pt x="207280" y="85128"/>
                </a:cubicBezTo>
                <a:cubicBezTo>
                  <a:pt x="204258" y="88150"/>
                  <a:pt x="200692" y="89631"/>
                  <a:pt x="196582" y="89571"/>
                </a:cubicBezTo>
                <a:cubicBezTo>
                  <a:pt x="192412" y="89631"/>
                  <a:pt x="188876" y="88150"/>
                  <a:pt x="185975" y="85128"/>
                </a:cubicBezTo>
                <a:cubicBezTo>
                  <a:pt x="182953" y="82227"/>
                  <a:pt x="181472" y="78692"/>
                  <a:pt x="181533" y="74521"/>
                </a:cubicBezTo>
                <a:cubicBezTo>
                  <a:pt x="181472" y="70412"/>
                  <a:pt x="182953" y="66846"/>
                  <a:pt x="185975" y="63824"/>
                </a:cubicBezTo>
                <a:cubicBezTo>
                  <a:pt x="188876" y="60862"/>
                  <a:pt x="192412" y="59381"/>
                  <a:pt x="196582" y="59381"/>
                </a:cubicBezTo>
                <a:close/>
                <a:moveTo>
                  <a:pt x="227347" y="119851"/>
                </a:moveTo>
                <a:lnTo>
                  <a:pt x="227347" y="115862"/>
                </a:lnTo>
                <a:cubicBezTo>
                  <a:pt x="234297" y="112900"/>
                  <a:pt x="239404" y="108972"/>
                  <a:pt x="242668" y="104076"/>
                </a:cubicBezTo>
                <a:cubicBezTo>
                  <a:pt x="245811" y="99301"/>
                  <a:pt x="247382" y="94406"/>
                  <a:pt x="247382" y="89389"/>
                </a:cubicBezTo>
                <a:cubicBezTo>
                  <a:pt x="247382" y="88422"/>
                  <a:pt x="247155" y="87682"/>
                  <a:pt x="246702" y="87168"/>
                </a:cubicBezTo>
                <a:cubicBezTo>
                  <a:pt x="246249" y="86654"/>
                  <a:pt x="245841" y="86367"/>
                  <a:pt x="245478" y="86307"/>
                </a:cubicBezTo>
                <a:cubicBezTo>
                  <a:pt x="245116" y="86307"/>
                  <a:pt x="244572" y="86519"/>
                  <a:pt x="243846" y="86942"/>
                </a:cubicBezTo>
                <a:cubicBezTo>
                  <a:pt x="242094" y="87969"/>
                  <a:pt x="239918" y="88483"/>
                  <a:pt x="237319" y="88483"/>
                </a:cubicBezTo>
                <a:cubicBezTo>
                  <a:pt x="233753" y="88543"/>
                  <a:pt x="230671" y="87153"/>
                  <a:pt x="228072" y="84312"/>
                </a:cubicBezTo>
                <a:cubicBezTo>
                  <a:pt x="225413" y="81532"/>
                  <a:pt x="224083" y="78269"/>
                  <a:pt x="224083" y="74521"/>
                </a:cubicBezTo>
                <a:cubicBezTo>
                  <a:pt x="224083" y="70532"/>
                  <a:pt x="225594" y="67027"/>
                  <a:pt x="228616" y="64005"/>
                </a:cubicBezTo>
                <a:cubicBezTo>
                  <a:pt x="231577" y="61043"/>
                  <a:pt x="235234" y="59532"/>
                  <a:pt x="239585" y="59472"/>
                </a:cubicBezTo>
                <a:cubicBezTo>
                  <a:pt x="244723" y="59472"/>
                  <a:pt x="249165" y="61467"/>
                  <a:pt x="252912" y="65455"/>
                </a:cubicBezTo>
                <a:cubicBezTo>
                  <a:pt x="256599" y="69565"/>
                  <a:pt x="258442" y="75096"/>
                  <a:pt x="258442" y="82046"/>
                </a:cubicBezTo>
                <a:cubicBezTo>
                  <a:pt x="258382" y="90689"/>
                  <a:pt x="255783" y="98365"/>
                  <a:pt x="250646" y="105073"/>
                </a:cubicBezTo>
                <a:cubicBezTo>
                  <a:pt x="245327" y="111782"/>
                  <a:pt x="237561" y="116708"/>
                  <a:pt x="227347" y="119851"/>
                </a:cubicBezTo>
                <a:close/>
                <a:moveTo>
                  <a:pt x="346806" y="78692"/>
                </a:moveTo>
                <a:lnTo>
                  <a:pt x="346806" y="110241"/>
                </a:lnTo>
                <a:cubicBezTo>
                  <a:pt x="346806" y="114653"/>
                  <a:pt x="347169" y="117614"/>
                  <a:pt x="347894" y="119125"/>
                </a:cubicBezTo>
                <a:cubicBezTo>
                  <a:pt x="348498" y="120697"/>
                  <a:pt x="349556" y="121845"/>
                  <a:pt x="351067" y="122570"/>
                </a:cubicBezTo>
                <a:cubicBezTo>
                  <a:pt x="352457" y="123296"/>
                  <a:pt x="355298" y="123658"/>
                  <a:pt x="359589" y="123658"/>
                </a:cubicBezTo>
                <a:lnTo>
                  <a:pt x="359589" y="127013"/>
                </a:lnTo>
                <a:lnTo>
                  <a:pt x="311268" y="127013"/>
                </a:lnTo>
                <a:lnTo>
                  <a:pt x="311268" y="123658"/>
                </a:lnTo>
                <a:cubicBezTo>
                  <a:pt x="314955" y="123598"/>
                  <a:pt x="317735" y="122540"/>
                  <a:pt x="319609" y="120485"/>
                </a:cubicBezTo>
                <a:cubicBezTo>
                  <a:pt x="320757" y="119156"/>
                  <a:pt x="321361" y="115559"/>
                  <a:pt x="321422" y="109697"/>
                </a:cubicBezTo>
                <a:lnTo>
                  <a:pt x="321422" y="20217"/>
                </a:lnTo>
                <a:cubicBezTo>
                  <a:pt x="321361" y="14294"/>
                  <a:pt x="320666" y="10456"/>
                  <a:pt x="319337" y="8703"/>
                </a:cubicBezTo>
                <a:cubicBezTo>
                  <a:pt x="317947" y="7132"/>
                  <a:pt x="315257" y="6195"/>
                  <a:pt x="311268" y="5893"/>
                </a:cubicBezTo>
                <a:lnTo>
                  <a:pt x="311268" y="2538"/>
                </a:lnTo>
                <a:lnTo>
                  <a:pt x="346806" y="2538"/>
                </a:lnTo>
                <a:lnTo>
                  <a:pt x="346806" y="13689"/>
                </a:lnTo>
                <a:cubicBezTo>
                  <a:pt x="349768" y="9338"/>
                  <a:pt x="352790" y="6195"/>
                  <a:pt x="355872" y="4261"/>
                </a:cubicBezTo>
                <a:cubicBezTo>
                  <a:pt x="360284" y="1481"/>
                  <a:pt x="365089" y="60"/>
                  <a:pt x="370287" y="0"/>
                </a:cubicBezTo>
                <a:cubicBezTo>
                  <a:pt x="376452" y="60"/>
                  <a:pt x="382133" y="2025"/>
                  <a:pt x="387331" y="5893"/>
                </a:cubicBezTo>
                <a:cubicBezTo>
                  <a:pt x="392407" y="9821"/>
                  <a:pt x="396276" y="15231"/>
                  <a:pt x="398935" y="22121"/>
                </a:cubicBezTo>
                <a:cubicBezTo>
                  <a:pt x="401534" y="29132"/>
                  <a:pt x="402863" y="36596"/>
                  <a:pt x="402924" y="44513"/>
                </a:cubicBezTo>
                <a:cubicBezTo>
                  <a:pt x="402924" y="53156"/>
                  <a:pt x="401564" y="60983"/>
                  <a:pt x="398844" y="67994"/>
                </a:cubicBezTo>
                <a:cubicBezTo>
                  <a:pt x="396004" y="75186"/>
                  <a:pt x="392015" y="80595"/>
                  <a:pt x="386877" y="84222"/>
                </a:cubicBezTo>
                <a:cubicBezTo>
                  <a:pt x="381619" y="87969"/>
                  <a:pt x="375787" y="89843"/>
                  <a:pt x="369380" y="89843"/>
                </a:cubicBezTo>
                <a:cubicBezTo>
                  <a:pt x="364726" y="89903"/>
                  <a:pt x="360375" y="88876"/>
                  <a:pt x="356325" y="86760"/>
                </a:cubicBezTo>
                <a:cubicBezTo>
                  <a:pt x="353303" y="85249"/>
                  <a:pt x="350130" y="82560"/>
                  <a:pt x="346806" y="78692"/>
                </a:cubicBezTo>
                <a:moveTo>
                  <a:pt x="346806" y="69535"/>
                </a:moveTo>
                <a:cubicBezTo>
                  <a:pt x="351943" y="76909"/>
                  <a:pt x="357504" y="80595"/>
                  <a:pt x="363487" y="80595"/>
                </a:cubicBezTo>
                <a:cubicBezTo>
                  <a:pt x="366751" y="80595"/>
                  <a:pt x="369441" y="78873"/>
                  <a:pt x="371556" y="75428"/>
                </a:cubicBezTo>
                <a:cubicBezTo>
                  <a:pt x="374699" y="70351"/>
                  <a:pt x="376270" y="60681"/>
                  <a:pt x="376270" y="46417"/>
                </a:cubicBezTo>
                <a:cubicBezTo>
                  <a:pt x="376270" y="31851"/>
                  <a:pt x="374548" y="21849"/>
                  <a:pt x="371103" y="16409"/>
                </a:cubicBezTo>
                <a:cubicBezTo>
                  <a:pt x="368806" y="12904"/>
                  <a:pt x="365724" y="11121"/>
                  <a:pt x="361855" y="11060"/>
                </a:cubicBezTo>
                <a:cubicBezTo>
                  <a:pt x="355691" y="11121"/>
                  <a:pt x="350674" y="15533"/>
                  <a:pt x="346806" y="24296"/>
                </a:cubicBezTo>
                <a:lnTo>
                  <a:pt x="346806" y="6953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n">
            <a:extLst xmlns:a="http://schemas.openxmlformats.org/drawingml/2006/main">
              <a:ext uri="{FF2B5EF4-FFF2-40B4-BE49-F238E27FC236}">
                <a16:creationId xmlns:a16="http://schemas.microsoft.com/office/drawing/2014/main" id="{C6C5D533-8335-4F0A-994B-63B4D8B2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479" y="334650"/>
            <a:ext cx="63086" cy="60210"/>
          </a:xfrm>
          <a:custGeom xmlns:a="http://schemas.openxmlformats.org/drawingml/2006/main">
            <a:pathLst>
              <a:path w="63086" h="60210">
                <a:moveTo>
                  <a:pt x="23821" y="1751"/>
                </a:moveTo>
                <a:lnTo>
                  <a:pt x="23821" y="9316"/>
                </a:lnTo>
                <a:cubicBezTo>
                  <a:pt x="26822" y="6065"/>
                  <a:pt x="29699" y="3689"/>
                  <a:pt x="32450" y="2188"/>
                </a:cubicBezTo>
                <a:cubicBezTo>
                  <a:pt x="35159" y="771"/>
                  <a:pt x="38118" y="42"/>
                  <a:pt x="41328" y="0"/>
                </a:cubicBezTo>
                <a:cubicBezTo>
                  <a:pt x="45121" y="42"/>
                  <a:pt x="48268" y="1084"/>
                  <a:pt x="50769" y="3126"/>
                </a:cubicBezTo>
                <a:cubicBezTo>
                  <a:pt x="53270" y="5252"/>
                  <a:pt x="54937" y="7878"/>
                  <a:pt x="55771" y="11004"/>
                </a:cubicBezTo>
                <a:cubicBezTo>
                  <a:pt x="56438" y="13380"/>
                  <a:pt x="56771" y="17944"/>
                  <a:pt x="56771" y="24697"/>
                </a:cubicBezTo>
                <a:lnTo>
                  <a:pt x="56771" y="47455"/>
                </a:lnTo>
                <a:cubicBezTo>
                  <a:pt x="56771" y="51998"/>
                  <a:pt x="57188" y="54791"/>
                  <a:pt x="58021" y="55833"/>
                </a:cubicBezTo>
                <a:cubicBezTo>
                  <a:pt x="58813" y="56959"/>
                  <a:pt x="60502" y="57667"/>
                  <a:pt x="63086" y="57959"/>
                </a:cubicBezTo>
                <a:lnTo>
                  <a:pt x="63086" y="60210"/>
                </a:lnTo>
                <a:lnTo>
                  <a:pt x="33512" y="60210"/>
                </a:lnTo>
                <a:lnTo>
                  <a:pt x="33512" y="57959"/>
                </a:lnTo>
                <a:cubicBezTo>
                  <a:pt x="35680" y="57709"/>
                  <a:pt x="37264" y="56792"/>
                  <a:pt x="38264" y="55208"/>
                </a:cubicBezTo>
                <a:cubicBezTo>
                  <a:pt x="38931" y="54166"/>
                  <a:pt x="39265" y="51582"/>
                  <a:pt x="39265" y="47455"/>
                </a:cubicBezTo>
                <a:lnTo>
                  <a:pt x="39265" y="21445"/>
                </a:lnTo>
                <a:cubicBezTo>
                  <a:pt x="39265" y="16652"/>
                  <a:pt x="39077" y="13630"/>
                  <a:pt x="38702" y="12380"/>
                </a:cubicBezTo>
                <a:cubicBezTo>
                  <a:pt x="38327" y="11129"/>
                  <a:pt x="37701" y="10150"/>
                  <a:pt x="36826" y="9441"/>
                </a:cubicBezTo>
                <a:cubicBezTo>
                  <a:pt x="35867" y="8774"/>
                  <a:pt x="34867" y="8441"/>
                  <a:pt x="33825" y="8441"/>
                </a:cubicBezTo>
                <a:cubicBezTo>
                  <a:pt x="30199" y="8441"/>
                  <a:pt x="26864" y="11004"/>
                  <a:pt x="23821" y="16131"/>
                </a:cubicBezTo>
                <a:lnTo>
                  <a:pt x="23821" y="47455"/>
                </a:lnTo>
                <a:cubicBezTo>
                  <a:pt x="23821" y="51832"/>
                  <a:pt x="24238" y="54604"/>
                  <a:pt x="25072" y="55771"/>
                </a:cubicBezTo>
                <a:cubicBezTo>
                  <a:pt x="25864" y="56979"/>
                  <a:pt x="27364" y="57709"/>
                  <a:pt x="29573" y="57959"/>
                </a:cubicBezTo>
                <a:lnTo>
                  <a:pt x="29573" y="60210"/>
                </a:lnTo>
                <a:lnTo>
                  <a:pt x="0" y="60210"/>
                </a:lnTo>
                <a:lnTo>
                  <a:pt x="0" y="57959"/>
                </a:lnTo>
                <a:cubicBezTo>
                  <a:pt x="2418" y="57709"/>
                  <a:pt x="4168" y="56917"/>
                  <a:pt x="5252" y="55583"/>
                </a:cubicBezTo>
                <a:cubicBezTo>
                  <a:pt x="5919" y="54666"/>
                  <a:pt x="6273" y="51957"/>
                  <a:pt x="6315" y="47455"/>
                </a:cubicBezTo>
                <a:lnTo>
                  <a:pt x="6315" y="14443"/>
                </a:lnTo>
                <a:cubicBezTo>
                  <a:pt x="6315" y="10025"/>
                  <a:pt x="5919" y="7274"/>
                  <a:pt x="5127" y="6190"/>
                </a:cubicBezTo>
                <a:cubicBezTo>
                  <a:pt x="4252" y="5148"/>
                  <a:pt x="2543" y="4439"/>
                  <a:pt x="0" y="4064"/>
                </a:cubicBezTo>
                <a:lnTo>
                  <a:pt x="0" y="1751"/>
                </a:lnTo>
                <a:lnTo>
                  <a:pt x="23821" y="175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]">
            <a:extLst xmlns:a="http://schemas.openxmlformats.org/drawingml/2006/main">
              <a:ext uri="{FF2B5EF4-FFF2-40B4-BE49-F238E27FC236}">
                <a16:creationId xmlns:a16="http://schemas.microsoft.com/office/drawing/2014/main" id="{21BE83B9-CA5D-4768-AB83-28DA982D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200" y="247418"/>
            <a:ext cx="36445" cy="156839"/>
          </a:xfrm>
          <a:custGeom xmlns:a="http://schemas.openxmlformats.org/drawingml/2006/main">
            <a:pathLst>
              <a:path w="36445" h="156839">
                <a:moveTo>
                  <a:pt x="36445" y="0"/>
                </a:moveTo>
                <a:lnTo>
                  <a:pt x="36445" y="156839"/>
                </a:lnTo>
                <a:lnTo>
                  <a:pt x="0" y="156839"/>
                </a:lnTo>
                <a:lnTo>
                  <a:pt x="0" y="153394"/>
                </a:lnTo>
                <a:lnTo>
                  <a:pt x="4080" y="153394"/>
                </a:lnTo>
                <a:cubicBezTo>
                  <a:pt x="8069" y="153455"/>
                  <a:pt x="10758" y="153062"/>
                  <a:pt x="12148" y="152216"/>
                </a:cubicBezTo>
                <a:cubicBezTo>
                  <a:pt x="13478" y="151430"/>
                  <a:pt x="14505" y="150221"/>
                  <a:pt x="15231" y="148589"/>
                </a:cubicBezTo>
                <a:cubicBezTo>
                  <a:pt x="15835" y="147018"/>
                  <a:pt x="16167" y="143180"/>
                  <a:pt x="16228" y="137076"/>
                </a:cubicBezTo>
                <a:lnTo>
                  <a:pt x="16228" y="19945"/>
                </a:lnTo>
                <a:cubicBezTo>
                  <a:pt x="16228" y="14143"/>
                  <a:pt x="16107" y="10819"/>
                  <a:pt x="15865" y="9972"/>
                </a:cubicBezTo>
                <a:cubicBezTo>
                  <a:pt x="15321" y="7918"/>
                  <a:pt x="14324" y="6316"/>
                  <a:pt x="12874" y="5168"/>
                </a:cubicBezTo>
                <a:cubicBezTo>
                  <a:pt x="11302" y="4201"/>
                  <a:pt x="8371" y="3687"/>
                  <a:pt x="4080" y="3626"/>
                </a:cubicBezTo>
                <a:lnTo>
                  <a:pt x="0" y="3626"/>
                </a:lnTo>
                <a:lnTo>
                  <a:pt x="0" y="0"/>
                </a:lnTo>
                <a:lnTo>
                  <a:pt x="36445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A20F5-F397-4730-9706-51777E9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31" y="450595"/>
            <a:ext cx="1384308" cy="503924"/>
          </a:xfrm>
          <a:custGeom xmlns:a="http://schemas.openxmlformats.org/drawingml/2006/main">
            <a:pathLst>
              <a:path w="1384308" h="503924">
                <a:moveTo>
                  <a:pt x="1384308" y="503924"/>
                </a:moveTo>
                <a:lnTo>
                  <a:pt x="1384308" y="0"/>
                </a:lnTo>
                <a:lnTo>
                  <a:pt x="0" y="0"/>
                </a:lnTo>
                <a:lnTo>
                  <a:pt x="0" y="503924"/>
                </a:lnTo>
                <a:lnTo>
                  <a:pt x="1384308" y="50392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93EF2-F414-4BD3-BC6F-CE15A0B4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31" y="450595"/>
            <a:ext cx="1384308" cy="503924"/>
          </a:xfrm>
          <a:custGeom xmlns:a="http://schemas.openxmlformats.org/drawingml/2006/main">
            <a:pathLst>
              <a:path w="1384308" h="503924" fill="none">
                <a:moveTo>
                  <a:pt x="1384308" y="503924"/>
                </a:moveTo>
                <a:lnTo>
                  <a:pt x="1384308" y="0"/>
                </a:lnTo>
                <a:lnTo>
                  <a:pt x="0" y="0"/>
                </a:lnTo>
                <a:lnTo>
                  <a:pt x="0" y="503924"/>
                </a:lnTo>
                <a:lnTo>
                  <a:pt x="1384308" y="503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D6B656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12545-E34A-45A7-963C-5401376B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31" y="1576561"/>
            <a:ext cx="1384314" cy="503924"/>
          </a:xfrm>
          <a:custGeom xmlns:a="http://schemas.openxmlformats.org/drawingml/2006/main">
            <a:pathLst>
              <a:path w="1384314" h="503924">
                <a:moveTo>
                  <a:pt x="1384314" y="503924"/>
                </a:moveTo>
                <a:lnTo>
                  <a:pt x="1384314" y="0"/>
                </a:lnTo>
                <a:lnTo>
                  <a:pt x="0" y="0"/>
                </a:lnTo>
                <a:lnTo>
                  <a:pt x="0" y="503924"/>
                </a:lnTo>
                <a:lnTo>
                  <a:pt x="1384314" y="503924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E4069-2F88-4712-A4DA-85BA0983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31" y="1576561"/>
            <a:ext cx="1384314" cy="503924"/>
          </a:xfrm>
          <a:custGeom xmlns:a="http://schemas.openxmlformats.org/drawingml/2006/main">
            <a:pathLst>
              <a:path w="1384314" h="503924" fill="none">
                <a:moveTo>
                  <a:pt x="1384314" y="503924"/>
                </a:moveTo>
                <a:lnTo>
                  <a:pt x="1384314" y="0"/>
                </a:lnTo>
                <a:lnTo>
                  <a:pt x="0" y="0"/>
                </a:lnTo>
                <a:lnTo>
                  <a:pt x="0" y="503924"/>
                </a:lnTo>
                <a:lnTo>
                  <a:pt x="1384314" y="503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6C8EBF"/>
            </a:solidFill>
            <a:round/>
          </a:ln>
        </p:spPr>
      </p:sp>
      <p:sp>
        <p:nvSpPr>
          <p:cNvPr id="89" name="Text System-Biased">
            <a:extLst xmlns:a="http://schemas.openxmlformats.org/drawingml/2006/main">
              <a:ext uri="{FF2B5EF4-FFF2-40B4-BE49-F238E27FC236}">
                <a16:creationId xmlns:a16="http://schemas.microsoft.com/office/drawing/2014/main" id="{1CCDB1B7-5F12-4D2B-AAE9-D2674C82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233" y="545336"/>
            <a:ext cx="1139559" cy="165905"/>
          </a:xfrm>
          <a:custGeom xmlns:a="http://schemas.openxmlformats.org/drawingml/2006/main">
            <a:pathLst>
              <a:path w="1139559" h="165905">
                <a:moveTo>
                  <a:pt x="77604" y="91"/>
                </a:moveTo>
                <a:lnTo>
                  <a:pt x="78601" y="41068"/>
                </a:lnTo>
                <a:lnTo>
                  <a:pt x="74884" y="41068"/>
                </a:lnTo>
                <a:cubicBezTo>
                  <a:pt x="73071" y="30854"/>
                  <a:pt x="68780" y="22574"/>
                  <a:pt x="62010" y="16228"/>
                </a:cubicBezTo>
                <a:cubicBezTo>
                  <a:pt x="55120" y="10003"/>
                  <a:pt x="47686" y="6890"/>
                  <a:pt x="39708" y="6890"/>
                </a:cubicBezTo>
                <a:cubicBezTo>
                  <a:pt x="33483" y="6890"/>
                  <a:pt x="28618" y="8522"/>
                  <a:pt x="25112" y="11786"/>
                </a:cubicBezTo>
                <a:cubicBezTo>
                  <a:pt x="21486" y="15170"/>
                  <a:pt x="19673" y="18978"/>
                  <a:pt x="19673" y="23209"/>
                </a:cubicBezTo>
                <a:cubicBezTo>
                  <a:pt x="19673" y="25989"/>
                  <a:pt x="20308" y="28406"/>
                  <a:pt x="21577" y="30461"/>
                </a:cubicBezTo>
                <a:cubicBezTo>
                  <a:pt x="23269" y="33302"/>
                  <a:pt x="26079" y="36112"/>
                  <a:pt x="30008" y="38893"/>
                </a:cubicBezTo>
                <a:cubicBezTo>
                  <a:pt x="32788" y="40887"/>
                  <a:pt x="39346" y="44423"/>
                  <a:pt x="49681" y="49500"/>
                </a:cubicBezTo>
                <a:cubicBezTo>
                  <a:pt x="64065" y="56631"/>
                  <a:pt x="73766" y="63310"/>
                  <a:pt x="78782" y="69535"/>
                </a:cubicBezTo>
                <a:cubicBezTo>
                  <a:pt x="83738" y="75881"/>
                  <a:pt x="86216" y="83073"/>
                  <a:pt x="86216" y="91112"/>
                </a:cubicBezTo>
                <a:cubicBezTo>
                  <a:pt x="86216" y="101447"/>
                  <a:pt x="82227" y="110271"/>
                  <a:pt x="74249" y="117584"/>
                </a:cubicBezTo>
                <a:cubicBezTo>
                  <a:pt x="66151" y="125018"/>
                  <a:pt x="55967" y="128735"/>
                  <a:pt x="43697" y="128735"/>
                </a:cubicBezTo>
                <a:cubicBezTo>
                  <a:pt x="39769" y="128796"/>
                  <a:pt x="36112" y="128403"/>
                  <a:pt x="32728" y="127557"/>
                </a:cubicBezTo>
                <a:cubicBezTo>
                  <a:pt x="29222" y="126771"/>
                  <a:pt x="24901" y="125290"/>
                  <a:pt x="19764" y="123114"/>
                </a:cubicBezTo>
                <a:cubicBezTo>
                  <a:pt x="16862" y="121966"/>
                  <a:pt x="14475" y="121362"/>
                  <a:pt x="12602" y="121301"/>
                </a:cubicBezTo>
                <a:cubicBezTo>
                  <a:pt x="10970" y="121362"/>
                  <a:pt x="9308" y="121966"/>
                  <a:pt x="7615" y="123114"/>
                </a:cubicBezTo>
                <a:cubicBezTo>
                  <a:pt x="5863" y="124384"/>
                  <a:pt x="4442" y="126227"/>
                  <a:pt x="3354" y="128645"/>
                </a:cubicBezTo>
                <a:lnTo>
                  <a:pt x="0" y="128645"/>
                </a:lnTo>
                <a:lnTo>
                  <a:pt x="0" y="82227"/>
                </a:lnTo>
                <a:lnTo>
                  <a:pt x="3354" y="82227"/>
                </a:lnTo>
                <a:cubicBezTo>
                  <a:pt x="5953" y="95343"/>
                  <a:pt x="11091" y="105285"/>
                  <a:pt x="18766" y="112054"/>
                </a:cubicBezTo>
                <a:cubicBezTo>
                  <a:pt x="26261" y="118944"/>
                  <a:pt x="34420" y="122389"/>
                  <a:pt x="43244" y="122389"/>
                </a:cubicBezTo>
                <a:cubicBezTo>
                  <a:pt x="49953" y="122450"/>
                  <a:pt x="55362" y="120606"/>
                  <a:pt x="59472" y="116859"/>
                </a:cubicBezTo>
                <a:cubicBezTo>
                  <a:pt x="63461" y="113172"/>
                  <a:pt x="65455" y="108881"/>
                  <a:pt x="65455" y="103985"/>
                </a:cubicBezTo>
                <a:cubicBezTo>
                  <a:pt x="65455" y="101084"/>
                  <a:pt x="64700" y="98274"/>
                  <a:pt x="63189" y="95554"/>
                </a:cubicBezTo>
                <a:cubicBezTo>
                  <a:pt x="61618" y="92834"/>
                  <a:pt x="59260" y="90236"/>
                  <a:pt x="56118" y="87758"/>
                </a:cubicBezTo>
                <a:cubicBezTo>
                  <a:pt x="52914" y="85340"/>
                  <a:pt x="47354" y="82167"/>
                  <a:pt x="39436" y="78238"/>
                </a:cubicBezTo>
                <a:cubicBezTo>
                  <a:pt x="28255" y="72799"/>
                  <a:pt x="20217" y="68115"/>
                  <a:pt x="15321" y="64186"/>
                </a:cubicBezTo>
                <a:cubicBezTo>
                  <a:pt x="10426" y="60379"/>
                  <a:pt x="6679" y="56057"/>
                  <a:pt x="4080" y="51222"/>
                </a:cubicBezTo>
                <a:cubicBezTo>
                  <a:pt x="1420" y="46447"/>
                  <a:pt x="91" y="41189"/>
                  <a:pt x="91" y="35448"/>
                </a:cubicBezTo>
                <a:cubicBezTo>
                  <a:pt x="91" y="25656"/>
                  <a:pt x="3687" y="17316"/>
                  <a:pt x="10879" y="10426"/>
                </a:cubicBezTo>
                <a:cubicBezTo>
                  <a:pt x="18011" y="3536"/>
                  <a:pt x="27077" y="91"/>
                  <a:pt x="38077" y="91"/>
                </a:cubicBezTo>
                <a:cubicBezTo>
                  <a:pt x="42066" y="91"/>
                  <a:pt x="45934" y="574"/>
                  <a:pt x="49681" y="1541"/>
                </a:cubicBezTo>
                <a:cubicBezTo>
                  <a:pt x="52461" y="2327"/>
                  <a:pt x="55936" y="3657"/>
                  <a:pt x="60107" y="5530"/>
                </a:cubicBezTo>
                <a:cubicBezTo>
                  <a:pt x="64156" y="7525"/>
                  <a:pt x="66997" y="8522"/>
                  <a:pt x="68629" y="8522"/>
                </a:cubicBezTo>
                <a:cubicBezTo>
                  <a:pt x="70140" y="8582"/>
                  <a:pt x="71379" y="8099"/>
                  <a:pt x="72346" y="7071"/>
                </a:cubicBezTo>
                <a:cubicBezTo>
                  <a:pt x="73192" y="6165"/>
                  <a:pt x="74038" y="3838"/>
                  <a:pt x="74884" y="91"/>
                </a:cubicBezTo>
                <a:lnTo>
                  <a:pt x="77604" y="91"/>
                </a:lnTo>
                <a:close/>
                <a:moveTo>
                  <a:pt x="137976" y="129279"/>
                </a:moveTo>
                <a:lnTo>
                  <a:pt x="110597" y="66453"/>
                </a:lnTo>
                <a:cubicBezTo>
                  <a:pt x="106427" y="56964"/>
                  <a:pt x="103405" y="51131"/>
                  <a:pt x="101531" y="48956"/>
                </a:cubicBezTo>
                <a:cubicBezTo>
                  <a:pt x="99537" y="46780"/>
                  <a:pt x="97150" y="45269"/>
                  <a:pt x="94369" y="44423"/>
                </a:cubicBezTo>
                <a:lnTo>
                  <a:pt x="94369" y="41068"/>
                </a:lnTo>
                <a:lnTo>
                  <a:pt x="139427" y="41068"/>
                </a:lnTo>
                <a:lnTo>
                  <a:pt x="139427" y="44423"/>
                </a:lnTo>
                <a:cubicBezTo>
                  <a:pt x="136405" y="44604"/>
                  <a:pt x="134320" y="45178"/>
                  <a:pt x="133171" y="46145"/>
                </a:cubicBezTo>
                <a:cubicBezTo>
                  <a:pt x="131962" y="47173"/>
                  <a:pt x="131358" y="48412"/>
                  <a:pt x="131358" y="49862"/>
                </a:cubicBezTo>
                <a:cubicBezTo>
                  <a:pt x="131358" y="52159"/>
                  <a:pt x="132869" y="56692"/>
                  <a:pt x="135891" y="63461"/>
                </a:cubicBezTo>
                <a:lnTo>
                  <a:pt x="150396" y="96642"/>
                </a:lnTo>
                <a:lnTo>
                  <a:pt x="160278" y="70986"/>
                </a:lnTo>
                <a:cubicBezTo>
                  <a:pt x="163784" y="61859"/>
                  <a:pt x="165567" y="55513"/>
                  <a:pt x="165627" y="51947"/>
                </a:cubicBezTo>
                <a:cubicBezTo>
                  <a:pt x="165627" y="49772"/>
                  <a:pt x="164902" y="47989"/>
                  <a:pt x="163451" y="46599"/>
                </a:cubicBezTo>
                <a:cubicBezTo>
                  <a:pt x="161880" y="45269"/>
                  <a:pt x="159251" y="44544"/>
                  <a:pt x="155564" y="44423"/>
                </a:cubicBezTo>
                <a:lnTo>
                  <a:pt x="155564" y="41068"/>
                </a:lnTo>
                <a:lnTo>
                  <a:pt x="183940" y="41068"/>
                </a:lnTo>
                <a:lnTo>
                  <a:pt x="183940" y="44423"/>
                </a:lnTo>
                <a:cubicBezTo>
                  <a:pt x="181099" y="44725"/>
                  <a:pt x="178833" y="45783"/>
                  <a:pt x="177141" y="47596"/>
                </a:cubicBezTo>
                <a:cubicBezTo>
                  <a:pt x="175327" y="49530"/>
                  <a:pt x="172396" y="55815"/>
                  <a:pt x="168347" y="66453"/>
                </a:cubicBezTo>
                <a:lnTo>
                  <a:pt x="144141" y="129279"/>
                </a:lnTo>
                <a:cubicBezTo>
                  <a:pt x="138037" y="144993"/>
                  <a:pt x="133504" y="154664"/>
                  <a:pt x="130542" y="158290"/>
                </a:cubicBezTo>
                <a:cubicBezTo>
                  <a:pt x="126311" y="163367"/>
                  <a:pt x="121083" y="165905"/>
                  <a:pt x="114858" y="165905"/>
                </a:cubicBezTo>
                <a:cubicBezTo>
                  <a:pt x="109842" y="165905"/>
                  <a:pt x="105792" y="164455"/>
                  <a:pt x="102710" y="161554"/>
                </a:cubicBezTo>
                <a:cubicBezTo>
                  <a:pt x="99507" y="158773"/>
                  <a:pt x="97935" y="155328"/>
                  <a:pt x="97996" y="151219"/>
                </a:cubicBezTo>
                <a:cubicBezTo>
                  <a:pt x="97996" y="147713"/>
                  <a:pt x="99084" y="144812"/>
                  <a:pt x="101259" y="142515"/>
                </a:cubicBezTo>
                <a:cubicBezTo>
                  <a:pt x="103314" y="140279"/>
                  <a:pt x="105943" y="139131"/>
                  <a:pt x="109147" y="139070"/>
                </a:cubicBezTo>
                <a:cubicBezTo>
                  <a:pt x="112108" y="139131"/>
                  <a:pt x="114556" y="140098"/>
                  <a:pt x="116490" y="141971"/>
                </a:cubicBezTo>
                <a:cubicBezTo>
                  <a:pt x="118243" y="143905"/>
                  <a:pt x="119180" y="146897"/>
                  <a:pt x="119300" y="150947"/>
                </a:cubicBezTo>
                <a:cubicBezTo>
                  <a:pt x="119361" y="153304"/>
                  <a:pt x="119633" y="154784"/>
                  <a:pt x="120116" y="155389"/>
                </a:cubicBezTo>
                <a:cubicBezTo>
                  <a:pt x="120539" y="156054"/>
                  <a:pt x="121234" y="156386"/>
                  <a:pt x="122202" y="156386"/>
                </a:cubicBezTo>
                <a:cubicBezTo>
                  <a:pt x="123652" y="156386"/>
                  <a:pt x="125193" y="155510"/>
                  <a:pt x="126825" y="153757"/>
                </a:cubicBezTo>
                <a:cubicBezTo>
                  <a:pt x="129243" y="151219"/>
                  <a:pt x="132083" y="145416"/>
                  <a:pt x="135347" y="136351"/>
                </a:cubicBezTo>
                <a:lnTo>
                  <a:pt x="137976" y="129279"/>
                </a:lnTo>
                <a:close/>
                <a:moveTo>
                  <a:pt x="242296" y="38711"/>
                </a:moveTo>
                <a:lnTo>
                  <a:pt x="243656" y="67631"/>
                </a:lnTo>
                <a:lnTo>
                  <a:pt x="240574" y="67631"/>
                </a:lnTo>
                <a:cubicBezTo>
                  <a:pt x="236827" y="59109"/>
                  <a:pt x="233019" y="53247"/>
                  <a:pt x="229151" y="50044"/>
                </a:cubicBezTo>
                <a:cubicBezTo>
                  <a:pt x="225101" y="46901"/>
                  <a:pt x="221143" y="45329"/>
                  <a:pt x="217275" y="45329"/>
                </a:cubicBezTo>
                <a:cubicBezTo>
                  <a:pt x="214736" y="45329"/>
                  <a:pt x="212621" y="46145"/>
                  <a:pt x="210928" y="47777"/>
                </a:cubicBezTo>
                <a:cubicBezTo>
                  <a:pt x="209176" y="49530"/>
                  <a:pt x="208299" y="51464"/>
                  <a:pt x="208299" y="53579"/>
                </a:cubicBezTo>
                <a:cubicBezTo>
                  <a:pt x="208299" y="55211"/>
                  <a:pt x="208904" y="56782"/>
                  <a:pt x="210112" y="58293"/>
                </a:cubicBezTo>
                <a:cubicBezTo>
                  <a:pt x="211986" y="60771"/>
                  <a:pt x="217395" y="65002"/>
                  <a:pt x="226340" y="70986"/>
                </a:cubicBezTo>
                <a:cubicBezTo>
                  <a:pt x="235225" y="77090"/>
                  <a:pt x="241088" y="82197"/>
                  <a:pt x="243928" y="86307"/>
                </a:cubicBezTo>
                <a:cubicBezTo>
                  <a:pt x="246708" y="90598"/>
                  <a:pt x="248098" y="95312"/>
                  <a:pt x="248098" y="100450"/>
                </a:cubicBezTo>
                <a:cubicBezTo>
                  <a:pt x="248098" y="105164"/>
                  <a:pt x="246920" y="109788"/>
                  <a:pt x="244563" y="114320"/>
                </a:cubicBezTo>
                <a:cubicBezTo>
                  <a:pt x="242145" y="118853"/>
                  <a:pt x="238821" y="122329"/>
                  <a:pt x="234590" y="124746"/>
                </a:cubicBezTo>
                <a:cubicBezTo>
                  <a:pt x="230239" y="127224"/>
                  <a:pt x="225494" y="128433"/>
                  <a:pt x="220357" y="128373"/>
                </a:cubicBezTo>
                <a:cubicBezTo>
                  <a:pt x="216247" y="128373"/>
                  <a:pt x="210838" y="127103"/>
                  <a:pt x="204129" y="124565"/>
                </a:cubicBezTo>
                <a:cubicBezTo>
                  <a:pt x="202255" y="123961"/>
                  <a:pt x="201016" y="123628"/>
                  <a:pt x="200412" y="123568"/>
                </a:cubicBezTo>
                <a:cubicBezTo>
                  <a:pt x="198418" y="123628"/>
                  <a:pt x="196755" y="125139"/>
                  <a:pt x="195426" y="128101"/>
                </a:cubicBezTo>
                <a:lnTo>
                  <a:pt x="192434" y="128101"/>
                </a:lnTo>
                <a:lnTo>
                  <a:pt x="190984" y="97639"/>
                </a:lnTo>
                <a:lnTo>
                  <a:pt x="194066" y="97639"/>
                </a:lnTo>
                <a:cubicBezTo>
                  <a:pt x="196725" y="105617"/>
                  <a:pt x="200472" y="111601"/>
                  <a:pt x="205308" y="115590"/>
                </a:cubicBezTo>
                <a:cubicBezTo>
                  <a:pt x="209961" y="119579"/>
                  <a:pt x="214434" y="121573"/>
                  <a:pt x="218725" y="121573"/>
                </a:cubicBezTo>
                <a:cubicBezTo>
                  <a:pt x="221566" y="121573"/>
                  <a:pt x="223953" y="120667"/>
                  <a:pt x="225887" y="118853"/>
                </a:cubicBezTo>
                <a:cubicBezTo>
                  <a:pt x="227700" y="117161"/>
                  <a:pt x="228607" y="115016"/>
                  <a:pt x="228607" y="112417"/>
                </a:cubicBezTo>
                <a:cubicBezTo>
                  <a:pt x="228607" y="109516"/>
                  <a:pt x="227700" y="107007"/>
                  <a:pt x="225887" y="104892"/>
                </a:cubicBezTo>
                <a:cubicBezTo>
                  <a:pt x="224013" y="102837"/>
                  <a:pt x="219964" y="99634"/>
                  <a:pt x="213739" y="95282"/>
                </a:cubicBezTo>
                <a:cubicBezTo>
                  <a:pt x="204492" y="88876"/>
                  <a:pt x="198508" y="83980"/>
                  <a:pt x="195788" y="80595"/>
                </a:cubicBezTo>
                <a:cubicBezTo>
                  <a:pt x="191799" y="75639"/>
                  <a:pt x="189805" y="70170"/>
                  <a:pt x="189805" y="64186"/>
                </a:cubicBezTo>
                <a:cubicBezTo>
                  <a:pt x="189805" y="57719"/>
                  <a:pt x="192071" y="51796"/>
                  <a:pt x="196604" y="46417"/>
                </a:cubicBezTo>
                <a:cubicBezTo>
                  <a:pt x="201016" y="41159"/>
                  <a:pt x="207514" y="38530"/>
                  <a:pt x="216096" y="38530"/>
                </a:cubicBezTo>
                <a:cubicBezTo>
                  <a:pt x="220689" y="38530"/>
                  <a:pt x="225132" y="39648"/>
                  <a:pt x="229423" y="41884"/>
                </a:cubicBezTo>
                <a:cubicBezTo>
                  <a:pt x="231055" y="42791"/>
                  <a:pt x="232384" y="43244"/>
                  <a:pt x="233412" y="43244"/>
                </a:cubicBezTo>
                <a:cubicBezTo>
                  <a:pt x="234500" y="43244"/>
                  <a:pt x="235376" y="43002"/>
                  <a:pt x="236041" y="42519"/>
                </a:cubicBezTo>
                <a:cubicBezTo>
                  <a:pt x="236645" y="42096"/>
                  <a:pt x="237703" y="40827"/>
                  <a:pt x="239214" y="38711"/>
                </a:cubicBezTo>
                <a:lnTo>
                  <a:pt x="242296" y="38711"/>
                </a:lnTo>
                <a:close/>
                <a:moveTo>
                  <a:pt x="292777" y="10063"/>
                </a:moveTo>
                <a:lnTo>
                  <a:pt x="292777" y="41068"/>
                </a:lnTo>
                <a:lnTo>
                  <a:pt x="312904" y="41068"/>
                </a:lnTo>
                <a:lnTo>
                  <a:pt x="312904" y="50044"/>
                </a:lnTo>
                <a:lnTo>
                  <a:pt x="292777" y="50044"/>
                </a:lnTo>
                <a:lnTo>
                  <a:pt x="292777" y="102354"/>
                </a:lnTo>
                <a:cubicBezTo>
                  <a:pt x="292777" y="107310"/>
                  <a:pt x="293019" y="110452"/>
                  <a:pt x="293503" y="111782"/>
                </a:cubicBezTo>
                <a:cubicBezTo>
                  <a:pt x="293865" y="113293"/>
                  <a:pt x="294651" y="114441"/>
                  <a:pt x="295860" y="115227"/>
                </a:cubicBezTo>
                <a:cubicBezTo>
                  <a:pt x="296948" y="116134"/>
                  <a:pt x="298005" y="116587"/>
                  <a:pt x="299033" y="116587"/>
                </a:cubicBezTo>
                <a:cubicBezTo>
                  <a:pt x="302901" y="116587"/>
                  <a:pt x="306618" y="113595"/>
                  <a:pt x="310184" y="107612"/>
                </a:cubicBezTo>
                <a:lnTo>
                  <a:pt x="312904" y="109606"/>
                </a:lnTo>
                <a:cubicBezTo>
                  <a:pt x="307948" y="121211"/>
                  <a:pt x="300000" y="127013"/>
                  <a:pt x="289060" y="127013"/>
                </a:cubicBezTo>
                <a:cubicBezTo>
                  <a:pt x="283681" y="127013"/>
                  <a:pt x="279148" y="125502"/>
                  <a:pt x="275462" y="122480"/>
                </a:cubicBezTo>
                <a:cubicBezTo>
                  <a:pt x="271654" y="119579"/>
                  <a:pt x="269267" y="116255"/>
                  <a:pt x="268300" y="112507"/>
                </a:cubicBezTo>
                <a:cubicBezTo>
                  <a:pt x="267635" y="110452"/>
                  <a:pt x="267333" y="104892"/>
                  <a:pt x="267393" y="95826"/>
                </a:cubicBezTo>
                <a:lnTo>
                  <a:pt x="267393" y="50044"/>
                </a:lnTo>
                <a:lnTo>
                  <a:pt x="256333" y="50044"/>
                </a:lnTo>
                <a:lnTo>
                  <a:pt x="256333" y="46870"/>
                </a:lnTo>
                <a:cubicBezTo>
                  <a:pt x="263948" y="41552"/>
                  <a:pt x="270445" y="35901"/>
                  <a:pt x="275824" y="29917"/>
                </a:cubicBezTo>
                <a:cubicBezTo>
                  <a:pt x="281143" y="24055"/>
                  <a:pt x="285797" y="17437"/>
                  <a:pt x="289786" y="10063"/>
                </a:cubicBezTo>
                <a:lnTo>
                  <a:pt x="292777" y="10063"/>
                </a:lnTo>
                <a:close/>
                <a:moveTo>
                  <a:pt x="395059" y="80414"/>
                </a:moveTo>
                <a:lnTo>
                  <a:pt x="348551" y="80414"/>
                </a:lnTo>
                <a:cubicBezTo>
                  <a:pt x="349095" y="91656"/>
                  <a:pt x="352087" y="100540"/>
                  <a:pt x="357526" y="107068"/>
                </a:cubicBezTo>
                <a:cubicBezTo>
                  <a:pt x="361636" y="112084"/>
                  <a:pt x="366652" y="114592"/>
                  <a:pt x="372575" y="114592"/>
                </a:cubicBezTo>
                <a:cubicBezTo>
                  <a:pt x="376141" y="114653"/>
                  <a:pt x="379435" y="113625"/>
                  <a:pt x="382457" y="111510"/>
                </a:cubicBezTo>
                <a:cubicBezTo>
                  <a:pt x="385419" y="109516"/>
                  <a:pt x="388592" y="105889"/>
                  <a:pt x="391976" y="100631"/>
                </a:cubicBezTo>
                <a:lnTo>
                  <a:pt x="395059" y="102626"/>
                </a:lnTo>
                <a:cubicBezTo>
                  <a:pt x="390405" y="111994"/>
                  <a:pt x="385328" y="118612"/>
                  <a:pt x="379828" y="122480"/>
                </a:cubicBezTo>
                <a:cubicBezTo>
                  <a:pt x="374268" y="126408"/>
                  <a:pt x="367831" y="128373"/>
                  <a:pt x="360518" y="128373"/>
                </a:cubicBezTo>
                <a:cubicBezTo>
                  <a:pt x="347886" y="128433"/>
                  <a:pt x="338367" y="123598"/>
                  <a:pt x="331960" y="113867"/>
                </a:cubicBezTo>
                <a:cubicBezTo>
                  <a:pt x="326763" y="106071"/>
                  <a:pt x="324164" y="96400"/>
                  <a:pt x="324164" y="84856"/>
                </a:cubicBezTo>
                <a:cubicBezTo>
                  <a:pt x="324103" y="70774"/>
                  <a:pt x="327941" y="59502"/>
                  <a:pt x="335677" y="51041"/>
                </a:cubicBezTo>
                <a:cubicBezTo>
                  <a:pt x="343293" y="42700"/>
                  <a:pt x="352238" y="38530"/>
                  <a:pt x="362512" y="38530"/>
                </a:cubicBezTo>
                <a:cubicBezTo>
                  <a:pt x="371095" y="38590"/>
                  <a:pt x="378559" y="42096"/>
                  <a:pt x="384905" y="49046"/>
                </a:cubicBezTo>
                <a:cubicBezTo>
                  <a:pt x="391130" y="56118"/>
                  <a:pt x="394515" y="66574"/>
                  <a:pt x="395059" y="80414"/>
                </a:cubicBezTo>
                <a:moveTo>
                  <a:pt x="372757" y="74340"/>
                </a:moveTo>
                <a:cubicBezTo>
                  <a:pt x="372696" y="64670"/>
                  <a:pt x="372183" y="57991"/>
                  <a:pt x="371215" y="54304"/>
                </a:cubicBezTo>
                <a:cubicBezTo>
                  <a:pt x="370128" y="50739"/>
                  <a:pt x="368466" y="47989"/>
                  <a:pt x="366229" y="46055"/>
                </a:cubicBezTo>
                <a:cubicBezTo>
                  <a:pt x="364900" y="44967"/>
                  <a:pt x="363207" y="44423"/>
                  <a:pt x="361152" y="44423"/>
                </a:cubicBezTo>
                <a:cubicBezTo>
                  <a:pt x="357949" y="44423"/>
                  <a:pt x="355380" y="45964"/>
                  <a:pt x="353446" y="49046"/>
                </a:cubicBezTo>
                <a:cubicBezTo>
                  <a:pt x="349881" y="54486"/>
                  <a:pt x="348098" y="61859"/>
                  <a:pt x="348098" y="71167"/>
                </a:cubicBezTo>
                <a:lnTo>
                  <a:pt x="348098" y="74340"/>
                </a:lnTo>
                <a:lnTo>
                  <a:pt x="372757" y="74340"/>
                </a:lnTo>
                <a:close/>
                <a:moveTo>
                  <a:pt x="441573" y="41068"/>
                </a:moveTo>
                <a:lnTo>
                  <a:pt x="441573" y="52219"/>
                </a:lnTo>
                <a:cubicBezTo>
                  <a:pt x="446166" y="47203"/>
                  <a:pt x="450488" y="43637"/>
                  <a:pt x="454537" y="41522"/>
                </a:cubicBezTo>
                <a:cubicBezTo>
                  <a:pt x="458405" y="39527"/>
                  <a:pt x="462727" y="38530"/>
                  <a:pt x="467501" y="38530"/>
                </a:cubicBezTo>
                <a:cubicBezTo>
                  <a:pt x="472880" y="38530"/>
                  <a:pt x="477444" y="39799"/>
                  <a:pt x="481191" y="42338"/>
                </a:cubicBezTo>
                <a:cubicBezTo>
                  <a:pt x="484878" y="44936"/>
                  <a:pt x="487718" y="48805"/>
                  <a:pt x="489713" y="53942"/>
                </a:cubicBezTo>
                <a:cubicBezTo>
                  <a:pt x="494487" y="48563"/>
                  <a:pt x="499141" y="44634"/>
                  <a:pt x="503674" y="42156"/>
                </a:cubicBezTo>
                <a:cubicBezTo>
                  <a:pt x="508086" y="39739"/>
                  <a:pt x="512710" y="38530"/>
                  <a:pt x="517545" y="38530"/>
                </a:cubicBezTo>
                <a:cubicBezTo>
                  <a:pt x="523347" y="38590"/>
                  <a:pt x="528031" y="39920"/>
                  <a:pt x="531597" y="42519"/>
                </a:cubicBezTo>
                <a:cubicBezTo>
                  <a:pt x="535042" y="45299"/>
                  <a:pt x="537460" y="48714"/>
                  <a:pt x="538850" y="52763"/>
                </a:cubicBezTo>
                <a:cubicBezTo>
                  <a:pt x="540179" y="56934"/>
                  <a:pt x="540844" y="63552"/>
                  <a:pt x="540844" y="72618"/>
                </a:cubicBezTo>
                <a:lnTo>
                  <a:pt x="540844" y="107340"/>
                </a:lnTo>
                <a:cubicBezTo>
                  <a:pt x="540844" y="113928"/>
                  <a:pt x="541448" y="117977"/>
                  <a:pt x="542657" y="119488"/>
                </a:cubicBezTo>
                <a:cubicBezTo>
                  <a:pt x="543806" y="121120"/>
                  <a:pt x="546253" y="122147"/>
                  <a:pt x="550001" y="122570"/>
                </a:cubicBezTo>
                <a:lnTo>
                  <a:pt x="550001" y="125834"/>
                </a:lnTo>
                <a:lnTo>
                  <a:pt x="506213" y="125834"/>
                </a:lnTo>
                <a:lnTo>
                  <a:pt x="506213" y="122570"/>
                </a:lnTo>
                <a:cubicBezTo>
                  <a:pt x="509658" y="122329"/>
                  <a:pt x="512196" y="120999"/>
                  <a:pt x="513828" y="118581"/>
                </a:cubicBezTo>
                <a:cubicBezTo>
                  <a:pt x="514916" y="117010"/>
                  <a:pt x="515460" y="113263"/>
                  <a:pt x="515460" y="107340"/>
                </a:cubicBezTo>
                <a:lnTo>
                  <a:pt x="515460" y="70895"/>
                </a:lnTo>
                <a:cubicBezTo>
                  <a:pt x="515460" y="63401"/>
                  <a:pt x="515157" y="58596"/>
                  <a:pt x="514553" y="56480"/>
                </a:cubicBezTo>
                <a:cubicBezTo>
                  <a:pt x="513888" y="54425"/>
                  <a:pt x="512951" y="52884"/>
                  <a:pt x="511743" y="51857"/>
                </a:cubicBezTo>
                <a:cubicBezTo>
                  <a:pt x="510353" y="50890"/>
                  <a:pt x="508811" y="50406"/>
                  <a:pt x="507119" y="50406"/>
                </a:cubicBezTo>
                <a:cubicBezTo>
                  <a:pt x="504460" y="50406"/>
                  <a:pt x="501831" y="51343"/>
                  <a:pt x="499232" y="53217"/>
                </a:cubicBezTo>
                <a:cubicBezTo>
                  <a:pt x="496572" y="55151"/>
                  <a:pt x="493883" y="58021"/>
                  <a:pt x="491163" y="61829"/>
                </a:cubicBezTo>
                <a:lnTo>
                  <a:pt x="491163" y="107340"/>
                </a:lnTo>
                <a:cubicBezTo>
                  <a:pt x="491163" y="113505"/>
                  <a:pt x="491677" y="117342"/>
                  <a:pt x="492704" y="118853"/>
                </a:cubicBezTo>
                <a:cubicBezTo>
                  <a:pt x="494034" y="121150"/>
                  <a:pt x="496693" y="122389"/>
                  <a:pt x="500682" y="122570"/>
                </a:cubicBezTo>
                <a:lnTo>
                  <a:pt x="500682" y="125834"/>
                </a:lnTo>
                <a:lnTo>
                  <a:pt x="456804" y="125834"/>
                </a:lnTo>
                <a:lnTo>
                  <a:pt x="456804" y="122570"/>
                </a:lnTo>
                <a:cubicBezTo>
                  <a:pt x="459161" y="122510"/>
                  <a:pt x="461034" y="121906"/>
                  <a:pt x="462424" y="120757"/>
                </a:cubicBezTo>
                <a:cubicBezTo>
                  <a:pt x="463754" y="119790"/>
                  <a:pt x="464661" y="118521"/>
                  <a:pt x="465144" y="116950"/>
                </a:cubicBezTo>
                <a:cubicBezTo>
                  <a:pt x="465567" y="115559"/>
                  <a:pt x="465779" y="112356"/>
                  <a:pt x="465779" y="107340"/>
                </a:cubicBezTo>
                <a:lnTo>
                  <a:pt x="465779" y="70895"/>
                </a:lnTo>
                <a:cubicBezTo>
                  <a:pt x="465779" y="63219"/>
                  <a:pt x="465477" y="58414"/>
                  <a:pt x="464872" y="56480"/>
                </a:cubicBezTo>
                <a:cubicBezTo>
                  <a:pt x="464207" y="54607"/>
                  <a:pt x="463210" y="53096"/>
                  <a:pt x="461880" y="51947"/>
                </a:cubicBezTo>
                <a:cubicBezTo>
                  <a:pt x="460430" y="50859"/>
                  <a:pt x="458889" y="50316"/>
                  <a:pt x="457257" y="50316"/>
                </a:cubicBezTo>
                <a:cubicBezTo>
                  <a:pt x="454779" y="50316"/>
                  <a:pt x="452573" y="50950"/>
                  <a:pt x="450639" y="52219"/>
                </a:cubicBezTo>
                <a:cubicBezTo>
                  <a:pt x="447738" y="54153"/>
                  <a:pt x="444716" y="57357"/>
                  <a:pt x="441573" y="61829"/>
                </a:cubicBezTo>
                <a:lnTo>
                  <a:pt x="441573" y="107340"/>
                </a:lnTo>
                <a:cubicBezTo>
                  <a:pt x="441573" y="113323"/>
                  <a:pt x="442177" y="117252"/>
                  <a:pt x="443386" y="119125"/>
                </a:cubicBezTo>
                <a:cubicBezTo>
                  <a:pt x="444534" y="121059"/>
                  <a:pt x="446982" y="122208"/>
                  <a:pt x="450729" y="122570"/>
                </a:cubicBezTo>
                <a:lnTo>
                  <a:pt x="450729" y="125834"/>
                </a:lnTo>
                <a:lnTo>
                  <a:pt x="407032" y="125834"/>
                </a:lnTo>
                <a:lnTo>
                  <a:pt x="407032" y="122570"/>
                </a:lnTo>
                <a:cubicBezTo>
                  <a:pt x="410537" y="122208"/>
                  <a:pt x="413076" y="121059"/>
                  <a:pt x="414647" y="119125"/>
                </a:cubicBezTo>
                <a:cubicBezTo>
                  <a:pt x="415614" y="117796"/>
                  <a:pt x="416128" y="113867"/>
                  <a:pt x="416189" y="107340"/>
                </a:cubicBezTo>
                <a:lnTo>
                  <a:pt x="416189" y="59472"/>
                </a:lnTo>
                <a:cubicBezTo>
                  <a:pt x="416189" y="53065"/>
                  <a:pt x="415614" y="49077"/>
                  <a:pt x="414466" y="47505"/>
                </a:cubicBezTo>
                <a:cubicBezTo>
                  <a:pt x="413197" y="45994"/>
                  <a:pt x="410719" y="44967"/>
                  <a:pt x="407032" y="44423"/>
                </a:cubicBezTo>
                <a:lnTo>
                  <a:pt x="407032" y="41068"/>
                </a:lnTo>
                <a:lnTo>
                  <a:pt x="441573" y="41068"/>
                </a:lnTo>
                <a:close/>
                <a:moveTo>
                  <a:pt x="611186" y="92562"/>
                </a:moveTo>
                <a:lnTo>
                  <a:pt x="558332" y="92562"/>
                </a:lnTo>
                <a:lnTo>
                  <a:pt x="558332" y="73796"/>
                </a:lnTo>
                <a:lnTo>
                  <a:pt x="611186" y="73796"/>
                </a:lnTo>
                <a:lnTo>
                  <a:pt x="611186" y="92562"/>
                </a:lnTo>
                <a:close/>
                <a:moveTo>
                  <a:pt x="700413" y="60651"/>
                </a:moveTo>
                <a:cubicBezTo>
                  <a:pt x="712077" y="63370"/>
                  <a:pt x="720267" y="66664"/>
                  <a:pt x="724981" y="70532"/>
                </a:cubicBezTo>
                <a:cubicBezTo>
                  <a:pt x="731750" y="76093"/>
                  <a:pt x="735135" y="83225"/>
                  <a:pt x="735135" y="91928"/>
                </a:cubicBezTo>
                <a:cubicBezTo>
                  <a:pt x="735135" y="101175"/>
                  <a:pt x="731418" y="108821"/>
                  <a:pt x="723984" y="114864"/>
                </a:cubicBezTo>
                <a:cubicBezTo>
                  <a:pt x="714797" y="122238"/>
                  <a:pt x="701531" y="125895"/>
                  <a:pt x="684185" y="125834"/>
                </a:cubicBezTo>
                <a:lnTo>
                  <a:pt x="621721" y="125834"/>
                </a:lnTo>
                <a:lnTo>
                  <a:pt x="621721" y="122480"/>
                </a:lnTo>
                <a:cubicBezTo>
                  <a:pt x="627342" y="122480"/>
                  <a:pt x="631210" y="121936"/>
                  <a:pt x="633325" y="120848"/>
                </a:cubicBezTo>
                <a:cubicBezTo>
                  <a:pt x="635320" y="119881"/>
                  <a:pt x="636740" y="118521"/>
                  <a:pt x="637586" y="116768"/>
                </a:cubicBezTo>
                <a:cubicBezTo>
                  <a:pt x="638372" y="115076"/>
                  <a:pt x="638765" y="110906"/>
                  <a:pt x="638765" y="104257"/>
                </a:cubicBezTo>
                <a:lnTo>
                  <a:pt x="638765" y="24478"/>
                </a:lnTo>
                <a:cubicBezTo>
                  <a:pt x="638765" y="17890"/>
                  <a:pt x="638372" y="13689"/>
                  <a:pt x="637586" y="11876"/>
                </a:cubicBezTo>
                <a:cubicBezTo>
                  <a:pt x="636740" y="10184"/>
                  <a:pt x="635289" y="8824"/>
                  <a:pt x="633235" y="7797"/>
                </a:cubicBezTo>
                <a:cubicBezTo>
                  <a:pt x="631119" y="6830"/>
                  <a:pt x="627281" y="6316"/>
                  <a:pt x="621721" y="6255"/>
                </a:cubicBezTo>
                <a:lnTo>
                  <a:pt x="621721" y="2901"/>
                </a:lnTo>
                <a:lnTo>
                  <a:pt x="680649" y="2901"/>
                </a:lnTo>
                <a:cubicBezTo>
                  <a:pt x="694671" y="2962"/>
                  <a:pt x="704643" y="4201"/>
                  <a:pt x="710566" y="6618"/>
                </a:cubicBezTo>
                <a:cubicBezTo>
                  <a:pt x="716429" y="9157"/>
                  <a:pt x="721053" y="12904"/>
                  <a:pt x="724437" y="17860"/>
                </a:cubicBezTo>
                <a:cubicBezTo>
                  <a:pt x="727761" y="22876"/>
                  <a:pt x="729454" y="28195"/>
                  <a:pt x="729514" y="33816"/>
                </a:cubicBezTo>
                <a:cubicBezTo>
                  <a:pt x="729454" y="39739"/>
                  <a:pt x="727308" y="44997"/>
                  <a:pt x="723077" y="49590"/>
                </a:cubicBezTo>
                <a:cubicBezTo>
                  <a:pt x="718726" y="54244"/>
                  <a:pt x="711171" y="57931"/>
                  <a:pt x="700413" y="60651"/>
                </a:cubicBezTo>
                <a:moveTo>
                  <a:pt x="667413" y="58203"/>
                </a:moveTo>
                <a:cubicBezTo>
                  <a:pt x="675995" y="58203"/>
                  <a:pt x="682341" y="57236"/>
                  <a:pt x="686451" y="55302"/>
                </a:cubicBezTo>
                <a:cubicBezTo>
                  <a:pt x="690501" y="53428"/>
                  <a:pt x="693613" y="50708"/>
                  <a:pt x="695789" y="47142"/>
                </a:cubicBezTo>
                <a:cubicBezTo>
                  <a:pt x="697965" y="43637"/>
                  <a:pt x="699053" y="39165"/>
                  <a:pt x="699053" y="33725"/>
                </a:cubicBezTo>
                <a:cubicBezTo>
                  <a:pt x="698992" y="28346"/>
                  <a:pt x="697935" y="23873"/>
                  <a:pt x="695880" y="20308"/>
                </a:cubicBezTo>
                <a:cubicBezTo>
                  <a:pt x="693704" y="16862"/>
                  <a:pt x="690621" y="14233"/>
                  <a:pt x="686632" y="12420"/>
                </a:cubicBezTo>
                <a:cubicBezTo>
                  <a:pt x="682583" y="10607"/>
                  <a:pt x="676177" y="9731"/>
                  <a:pt x="667413" y="9791"/>
                </a:cubicBezTo>
                <a:lnTo>
                  <a:pt x="667413" y="58203"/>
                </a:lnTo>
                <a:moveTo>
                  <a:pt x="667413" y="65274"/>
                </a:moveTo>
                <a:lnTo>
                  <a:pt x="667413" y="104711"/>
                </a:lnTo>
                <a:lnTo>
                  <a:pt x="667322" y="109244"/>
                </a:lnTo>
                <a:cubicBezTo>
                  <a:pt x="667262" y="112507"/>
                  <a:pt x="668108" y="114955"/>
                  <a:pt x="669861" y="116587"/>
                </a:cubicBezTo>
                <a:cubicBezTo>
                  <a:pt x="671492" y="118340"/>
                  <a:pt x="673940" y="119186"/>
                  <a:pt x="677204" y="119125"/>
                </a:cubicBezTo>
                <a:cubicBezTo>
                  <a:pt x="681979" y="119125"/>
                  <a:pt x="686451" y="118037"/>
                  <a:pt x="690621" y="115862"/>
                </a:cubicBezTo>
                <a:cubicBezTo>
                  <a:pt x="694671" y="113807"/>
                  <a:pt x="697783" y="110694"/>
                  <a:pt x="699959" y="106524"/>
                </a:cubicBezTo>
                <a:cubicBezTo>
                  <a:pt x="702135" y="102474"/>
                  <a:pt x="703223" y="97941"/>
                  <a:pt x="703223" y="92925"/>
                </a:cubicBezTo>
                <a:cubicBezTo>
                  <a:pt x="703163" y="87244"/>
                  <a:pt x="701833" y="82076"/>
                  <a:pt x="699234" y="77422"/>
                </a:cubicBezTo>
                <a:cubicBezTo>
                  <a:pt x="696514" y="72890"/>
                  <a:pt x="692858" y="69716"/>
                  <a:pt x="688264" y="67903"/>
                </a:cubicBezTo>
                <a:cubicBezTo>
                  <a:pt x="683611" y="66090"/>
                  <a:pt x="676660" y="65214"/>
                  <a:pt x="667413" y="65274"/>
                </a:cubicBezTo>
                <a:close/>
                <a:moveTo>
                  <a:pt x="772524" y="0"/>
                </a:moveTo>
                <a:cubicBezTo>
                  <a:pt x="776392" y="0"/>
                  <a:pt x="779716" y="1360"/>
                  <a:pt x="782496" y="4080"/>
                </a:cubicBezTo>
                <a:cubicBezTo>
                  <a:pt x="785216" y="6920"/>
                  <a:pt x="786576" y="10244"/>
                  <a:pt x="786576" y="14052"/>
                </a:cubicBezTo>
                <a:cubicBezTo>
                  <a:pt x="786576" y="17981"/>
                  <a:pt x="785216" y="21275"/>
                  <a:pt x="782496" y="23934"/>
                </a:cubicBezTo>
                <a:cubicBezTo>
                  <a:pt x="779655" y="26654"/>
                  <a:pt x="776331" y="28014"/>
                  <a:pt x="772524" y="28014"/>
                </a:cubicBezTo>
                <a:cubicBezTo>
                  <a:pt x="768595" y="28014"/>
                  <a:pt x="765301" y="26654"/>
                  <a:pt x="762642" y="23934"/>
                </a:cubicBezTo>
                <a:cubicBezTo>
                  <a:pt x="759922" y="21275"/>
                  <a:pt x="758562" y="17981"/>
                  <a:pt x="758562" y="14052"/>
                </a:cubicBezTo>
                <a:cubicBezTo>
                  <a:pt x="758562" y="10244"/>
                  <a:pt x="759922" y="6920"/>
                  <a:pt x="762642" y="4080"/>
                </a:cubicBezTo>
                <a:cubicBezTo>
                  <a:pt x="765301" y="1360"/>
                  <a:pt x="768595" y="0"/>
                  <a:pt x="772524" y="0"/>
                </a:cubicBezTo>
                <a:moveTo>
                  <a:pt x="785216" y="41068"/>
                </a:moveTo>
                <a:lnTo>
                  <a:pt x="785216" y="108246"/>
                </a:lnTo>
                <a:cubicBezTo>
                  <a:pt x="785216" y="114230"/>
                  <a:pt x="785911" y="118037"/>
                  <a:pt x="787301" y="119669"/>
                </a:cubicBezTo>
                <a:cubicBezTo>
                  <a:pt x="788631" y="121422"/>
                  <a:pt x="791350" y="122389"/>
                  <a:pt x="795460" y="122570"/>
                </a:cubicBezTo>
                <a:lnTo>
                  <a:pt x="795460" y="125834"/>
                </a:lnTo>
                <a:lnTo>
                  <a:pt x="749678" y="125834"/>
                </a:lnTo>
                <a:lnTo>
                  <a:pt x="749678" y="122570"/>
                </a:lnTo>
                <a:cubicBezTo>
                  <a:pt x="753364" y="122510"/>
                  <a:pt x="756145" y="121422"/>
                  <a:pt x="758018" y="119307"/>
                </a:cubicBezTo>
                <a:cubicBezTo>
                  <a:pt x="759167" y="117977"/>
                  <a:pt x="759771" y="114290"/>
                  <a:pt x="759831" y="108246"/>
                </a:cubicBezTo>
                <a:lnTo>
                  <a:pt x="759831" y="58747"/>
                </a:lnTo>
                <a:cubicBezTo>
                  <a:pt x="759771" y="52824"/>
                  <a:pt x="759076" y="48986"/>
                  <a:pt x="757746" y="47233"/>
                </a:cubicBezTo>
                <a:cubicBezTo>
                  <a:pt x="756356" y="45662"/>
                  <a:pt x="753667" y="44725"/>
                  <a:pt x="749678" y="44423"/>
                </a:cubicBezTo>
                <a:lnTo>
                  <a:pt x="749678" y="41068"/>
                </a:lnTo>
                <a:lnTo>
                  <a:pt x="785216" y="41068"/>
                </a:lnTo>
                <a:close/>
                <a:moveTo>
                  <a:pt x="850125" y="113323"/>
                </a:moveTo>
                <a:cubicBezTo>
                  <a:pt x="839789" y="122510"/>
                  <a:pt x="830512" y="127073"/>
                  <a:pt x="822292" y="127013"/>
                </a:cubicBezTo>
                <a:cubicBezTo>
                  <a:pt x="817397" y="127013"/>
                  <a:pt x="813378" y="125411"/>
                  <a:pt x="810235" y="122208"/>
                </a:cubicBezTo>
                <a:cubicBezTo>
                  <a:pt x="807032" y="119125"/>
                  <a:pt x="805430" y="115167"/>
                  <a:pt x="805430" y="110331"/>
                </a:cubicBezTo>
                <a:cubicBezTo>
                  <a:pt x="805430" y="103925"/>
                  <a:pt x="808210" y="98093"/>
                  <a:pt x="813770" y="92834"/>
                </a:cubicBezTo>
                <a:cubicBezTo>
                  <a:pt x="819270" y="87758"/>
                  <a:pt x="831388" y="80898"/>
                  <a:pt x="850125" y="72255"/>
                </a:cubicBezTo>
                <a:lnTo>
                  <a:pt x="850125" y="63733"/>
                </a:lnTo>
                <a:cubicBezTo>
                  <a:pt x="850064" y="57387"/>
                  <a:pt x="849732" y="53337"/>
                  <a:pt x="849127" y="51585"/>
                </a:cubicBezTo>
                <a:cubicBezTo>
                  <a:pt x="848342" y="49953"/>
                  <a:pt x="847012" y="48502"/>
                  <a:pt x="845138" y="47233"/>
                </a:cubicBezTo>
                <a:cubicBezTo>
                  <a:pt x="843204" y="46085"/>
                  <a:pt x="841028" y="45480"/>
                  <a:pt x="838611" y="45420"/>
                </a:cubicBezTo>
                <a:cubicBezTo>
                  <a:pt x="834682" y="45480"/>
                  <a:pt x="831449" y="46357"/>
                  <a:pt x="828910" y="48049"/>
                </a:cubicBezTo>
                <a:cubicBezTo>
                  <a:pt x="827339" y="49137"/>
                  <a:pt x="826553" y="50406"/>
                  <a:pt x="826553" y="51857"/>
                </a:cubicBezTo>
                <a:cubicBezTo>
                  <a:pt x="826493" y="53126"/>
                  <a:pt x="827339" y="54697"/>
                  <a:pt x="829092" y="56571"/>
                </a:cubicBezTo>
                <a:cubicBezTo>
                  <a:pt x="831328" y="59230"/>
                  <a:pt x="832476" y="61738"/>
                  <a:pt x="832537" y="64096"/>
                </a:cubicBezTo>
                <a:cubicBezTo>
                  <a:pt x="832537" y="67118"/>
                  <a:pt x="831449" y="69626"/>
                  <a:pt x="829273" y="71620"/>
                </a:cubicBezTo>
                <a:cubicBezTo>
                  <a:pt x="826976" y="73736"/>
                  <a:pt x="824075" y="74793"/>
                  <a:pt x="820570" y="74793"/>
                </a:cubicBezTo>
                <a:cubicBezTo>
                  <a:pt x="816762" y="74793"/>
                  <a:pt x="813589" y="73645"/>
                  <a:pt x="811051" y="71348"/>
                </a:cubicBezTo>
                <a:cubicBezTo>
                  <a:pt x="808391" y="69112"/>
                  <a:pt x="807092" y="66423"/>
                  <a:pt x="807152" y="63280"/>
                </a:cubicBezTo>
                <a:cubicBezTo>
                  <a:pt x="807152" y="58928"/>
                  <a:pt x="808875" y="54758"/>
                  <a:pt x="812320" y="50769"/>
                </a:cubicBezTo>
                <a:cubicBezTo>
                  <a:pt x="815765" y="46901"/>
                  <a:pt x="820570" y="43879"/>
                  <a:pt x="826735" y="41703"/>
                </a:cubicBezTo>
                <a:cubicBezTo>
                  <a:pt x="832899" y="39648"/>
                  <a:pt x="839306" y="38590"/>
                  <a:pt x="845954" y="38530"/>
                </a:cubicBezTo>
                <a:cubicBezTo>
                  <a:pt x="853993" y="38590"/>
                  <a:pt x="860369" y="40283"/>
                  <a:pt x="865083" y="43607"/>
                </a:cubicBezTo>
                <a:cubicBezTo>
                  <a:pt x="869677" y="47052"/>
                  <a:pt x="872699" y="50769"/>
                  <a:pt x="874149" y="54758"/>
                </a:cubicBezTo>
                <a:cubicBezTo>
                  <a:pt x="874935" y="57296"/>
                  <a:pt x="875358" y="63129"/>
                  <a:pt x="875418" y="72255"/>
                </a:cubicBezTo>
                <a:lnTo>
                  <a:pt x="875418" y="105164"/>
                </a:lnTo>
                <a:cubicBezTo>
                  <a:pt x="875418" y="109092"/>
                  <a:pt x="875569" y="111510"/>
                  <a:pt x="875872" y="112417"/>
                </a:cubicBezTo>
                <a:cubicBezTo>
                  <a:pt x="876113" y="113505"/>
                  <a:pt x="876567" y="114260"/>
                  <a:pt x="877231" y="114683"/>
                </a:cubicBezTo>
                <a:cubicBezTo>
                  <a:pt x="877775" y="115167"/>
                  <a:pt x="878470" y="115408"/>
                  <a:pt x="879317" y="115408"/>
                </a:cubicBezTo>
                <a:cubicBezTo>
                  <a:pt x="880828" y="115469"/>
                  <a:pt x="882429" y="114351"/>
                  <a:pt x="884122" y="112054"/>
                </a:cubicBezTo>
                <a:lnTo>
                  <a:pt x="886841" y="114230"/>
                </a:lnTo>
                <a:cubicBezTo>
                  <a:pt x="883759" y="118702"/>
                  <a:pt x="880646" y="121936"/>
                  <a:pt x="877503" y="123930"/>
                </a:cubicBezTo>
                <a:cubicBezTo>
                  <a:pt x="874179" y="126046"/>
                  <a:pt x="870493" y="127073"/>
                  <a:pt x="866443" y="127013"/>
                </a:cubicBezTo>
                <a:cubicBezTo>
                  <a:pt x="861608" y="127013"/>
                  <a:pt x="857831" y="125864"/>
                  <a:pt x="855111" y="123568"/>
                </a:cubicBezTo>
                <a:cubicBezTo>
                  <a:pt x="852391" y="121392"/>
                  <a:pt x="850729" y="117977"/>
                  <a:pt x="850125" y="113323"/>
                </a:cubicBezTo>
                <a:moveTo>
                  <a:pt x="850125" y="106705"/>
                </a:moveTo>
                <a:lnTo>
                  <a:pt x="850125" y="78329"/>
                </a:lnTo>
                <a:cubicBezTo>
                  <a:pt x="842751" y="82620"/>
                  <a:pt x="837311" y="87214"/>
                  <a:pt x="833806" y="92109"/>
                </a:cubicBezTo>
                <a:cubicBezTo>
                  <a:pt x="831449" y="95373"/>
                  <a:pt x="830270" y="98667"/>
                  <a:pt x="830270" y="101991"/>
                </a:cubicBezTo>
                <a:cubicBezTo>
                  <a:pt x="830270" y="104832"/>
                  <a:pt x="831268" y="107279"/>
                  <a:pt x="833262" y="109334"/>
                </a:cubicBezTo>
                <a:cubicBezTo>
                  <a:pt x="834773" y="110966"/>
                  <a:pt x="836888" y="111782"/>
                  <a:pt x="839608" y="111782"/>
                </a:cubicBezTo>
                <a:cubicBezTo>
                  <a:pt x="842570" y="111782"/>
                  <a:pt x="846075" y="110090"/>
                  <a:pt x="850125" y="106705"/>
                </a:cubicBezTo>
                <a:close/>
                <a:moveTo>
                  <a:pt x="946557" y="38711"/>
                </a:moveTo>
                <a:lnTo>
                  <a:pt x="947917" y="67631"/>
                </a:lnTo>
                <a:lnTo>
                  <a:pt x="944834" y="67631"/>
                </a:lnTo>
                <a:cubicBezTo>
                  <a:pt x="941087" y="59109"/>
                  <a:pt x="937279" y="53247"/>
                  <a:pt x="933411" y="50044"/>
                </a:cubicBezTo>
                <a:cubicBezTo>
                  <a:pt x="929362" y="46901"/>
                  <a:pt x="925403" y="45329"/>
                  <a:pt x="921535" y="45329"/>
                </a:cubicBezTo>
                <a:cubicBezTo>
                  <a:pt x="918997" y="45329"/>
                  <a:pt x="916881" y="46145"/>
                  <a:pt x="915189" y="47777"/>
                </a:cubicBezTo>
                <a:cubicBezTo>
                  <a:pt x="913436" y="49530"/>
                  <a:pt x="912560" y="51464"/>
                  <a:pt x="912560" y="53579"/>
                </a:cubicBezTo>
                <a:cubicBezTo>
                  <a:pt x="912560" y="55211"/>
                  <a:pt x="913164" y="56782"/>
                  <a:pt x="914373" y="58293"/>
                </a:cubicBezTo>
                <a:cubicBezTo>
                  <a:pt x="916247" y="60771"/>
                  <a:pt x="921656" y="65002"/>
                  <a:pt x="930601" y="70986"/>
                </a:cubicBezTo>
                <a:cubicBezTo>
                  <a:pt x="939486" y="77090"/>
                  <a:pt x="945348" y="82197"/>
                  <a:pt x="948189" y="86307"/>
                </a:cubicBezTo>
                <a:cubicBezTo>
                  <a:pt x="950969" y="90598"/>
                  <a:pt x="952359" y="95312"/>
                  <a:pt x="952359" y="100450"/>
                </a:cubicBezTo>
                <a:cubicBezTo>
                  <a:pt x="952359" y="105164"/>
                  <a:pt x="951180" y="109788"/>
                  <a:pt x="948823" y="114320"/>
                </a:cubicBezTo>
                <a:cubicBezTo>
                  <a:pt x="946406" y="118853"/>
                  <a:pt x="943082" y="122329"/>
                  <a:pt x="938851" y="124746"/>
                </a:cubicBezTo>
                <a:cubicBezTo>
                  <a:pt x="934499" y="127224"/>
                  <a:pt x="929755" y="128433"/>
                  <a:pt x="924618" y="128373"/>
                </a:cubicBezTo>
                <a:cubicBezTo>
                  <a:pt x="920508" y="128373"/>
                  <a:pt x="915098" y="127103"/>
                  <a:pt x="908390" y="124565"/>
                </a:cubicBezTo>
                <a:cubicBezTo>
                  <a:pt x="906516" y="123961"/>
                  <a:pt x="905277" y="123628"/>
                  <a:pt x="904673" y="123568"/>
                </a:cubicBezTo>
                <a:cubicBezTo>
                  <a:pt x="902678" y="123628"/>
                  <a:pt x="901016" y="125139"/>
                  <a:pt x="899686" y="128101"/>
                </a:cubicBezTo>
                <a:lnTo>
                  <a:pt x="896695" y="128101"/>
                </a:lnTo>
                <a:lnTo>
                  <a:pt x="895244" y="97639"/>
                </a:lnTo>
                <a:lnTo>
                  <a:pt x="898327" y="97639"/>
                </a:lnTo>
                <a:cubicBezTo>
                  <a:pt x="900986" y="105617"/>
                  <a:pt x="904733" y="111601"/>
                  <a:pt x="909568" y="115590"/>
                </a:cubicBezTo>
                <a:cubicBezTo>
                  <a:pt x="914222" y="119579"/>
                  <a:pt x="918694" y="121573"/>
                  <a:pt x="922986" y="121573"/>
                </a:cubicBezTo>
                <a:cubicBezTo>
                  <a:pt x="925826" y="121573"/>
                  <a:pt x="928214" y="120667"/>
                  <a:pt x="930148" y="118853"/>
                </a:cubicBezTo>
                <a:cubicBezTo>
                  <a:pt x="931961" y="117161"/>
                  <a:pt x="932867" y="115016"/>
                  <a:pt x="932867" y="112417"/>
                </a:cubicBezTo>
                <a:cubicBezTo>
                  <a:pt x="932867" y="109516"/>
                  <a:pt x="931961" y="107007"/>
                  <a:pt x="930148" y="104892"/>
                </a:cubicBezTo>
                <a:cubicBezTo>
                  <a:pt x="928274" y="102837"/>
                  <a:pt x="924225" y="99634"/>
                  <a:pt x="917999" y="95282"/>
                </a:cubicBezTo>
                <a:cubicBezTo>
                  <a:pt x="908752" y="88876"/>
                  <a:pt x="902769" y="83980"/>
                  <a:pt x="900049" y="80595"/>
                </a:cubicBezTo>
                <a:cubicBezTo>
                  <a:pt x="896060" y="75639"/>
                  <a:pt x="894066" y="70170"/>
                  <a:pt x="894066" y="64186"/>
                </a:cubicBezTo>
                <a:cubicBezTo>
                  <a:pt x="894066" y="57719"/>
                  <a:pt x="896332" y="51796"/>
                  <a:pt x="900865" y="46417"/>
                </a:cubicBezTo>
                <a:cubicBezTo>
                  <a:pt x="905277" y="41159"/>
                  <a:pt x="911774" y="38530"/>
                  <a:pt x="920357" y="38530"/>
                </a:cubicBezTo>
                <a:cubicBezTo>
                  <a:pt x="924950" y="38530"/>
                  <a:pt x="929392" y="39648"/>
                  <a:pt x="933683" y="41884"/>
                </a:cubicBezTo>
                <a:cubicBezTo>
                  <a:pt x="935315" y="42791"/>
                  <a:pt x="936645" y="43244"/>
                  <a:pt x="937672" y="43244"/>
                </a:cubicBezTo>
                <a:cubicBezTo>
                  <a:pt x="938760" y="43244"/>
                  <a:pt x="939637" y="43002"/>
                  <a:pt x="940301" y="42519"/>
                </a:cubicBezTo>
                <a:cubicBezTo>
                  <a:pt x="940906" y="42096"/>
                  <a:pt x="941964" y="40827"/>
                  <a:pt x="943474" y="38711"/>
                </a:cubicBezTo>
                <a:lnTo>
                  <a:pt x="946557" y="38711"/>
                </a:lnTo>
                <a:close/>
                <a:moveTo>
                  <a:pt x="1035296" y="80414"/>
                </a:moveTo>
                <a:lnTo>
                  <a:pt x="988788" y="80414"/>
                </a:lnTo>
                <a:cubicBezTo>
                  <a:pt x="989332" y="91656"/>
                  <a:pt x="992324" y="100540"/>
                  <a:pt x="997763" y="107068"/>
                </a:cubicBezTo>
                <a:cubicBezTo>
                  <a:pt x="1001873" y="112084"/>
                  <a:pt x="1006890" y="114592"/>
                  <a:pt x="1012813" y="114592"/>
                </a:cubicBezTo>
                <a:cubicBezTo>
                  <a:pt x="1016378" y="114653"/>
                  <a:pt x="1019672" y="113625"/>
                  <a:pt x="1022694" y="111510"/>
                </a:cubicBezTo>
                <a:cubicBezTo>
                  <a:pt x="1025656" y="109516"/>
                  <a:pt x="1028829" y="105889"/>
                  <a:pt x="1032213" y="100631"/>
                </a:cubicBezTo>
                <a:lnTo>
                  <a:pt x="1035296" y="102626"/>
                </a:lnTo>
                <a:cubicBezTo>
                  <a:pt x="1030642" y="111994"/>
                  <a:pt x="1025565" y="118612"/>
                  <a:pt x="1020065" y="122480"/>
                </a:cubicBezTo>
                <a:cubicBezTo>
                  <a:pt x="1014505" y="126408"/>
                  <a:pt x="1008068" y="128373"/>
                  <a:pt x="1000755" y="128373"/>
                </a:cubicBezTo>
                <a:cubicBezTo>
                  <a:pt x="988123" y="128433"/>
                  <a:pt x="978604" y="123598"/>
                  <a:pt x="972197" y="113867"/>
                </a:cubicBezTo>
                <a:cubicBezTo>
                  <a:pt x="967000" y="106071"/>
                  <a:pt x="964401" y="96400"/>
                  <a:pt x="964401" y="84856"/>
                </a:cubicBezTo>
                <a:cubicBezTo>
                  <a:pt x="964340" y="70774"/>
                  <a:pt x="968178" y="59502"/>
                  <a:pt x="975914" y="51041"/>
                </a:cubicBezTo>
                <a:cubicBezTo>
                  <a:pt x="983530" y="42700"/>
                  <a:pt x="992475" y="38530"/>
                  <a:pt x="1002749" y="38530"/>
                </a:cubicBezTo>
                <a:cubicBezTo>
                  <a:pt x="1011332" y="38590"/>
                  <a:pt x="1018796" y="42096"/>
                  <a:pt x="1025142" y="49046"/>
                </a:cubicBezTo>
                <a:cubicBezTo>
                  <a:pt x="1031367" y="56118"/>
                  <a:pt x="1034752" y="66574"/>
                  <a:pt x="1035296" y="80414"/>
                </a:cubicBezTo>
                <a:moveTo>
                  <a:pt x="1012994" y="74340"/>
                </a:moveTo>
                <a:cubicBezTo>
                  <a:pt x="1012933" y="64670"/>
                  <a:pt x="1012420" y="57991"/>
                  <a:pt x="1011453" y="54304"/>
                </a:cubicBezTo>
                <a:cubicBezTo>
                  <a:pt x="1010365" y="50739"/>
                  <a:pt x="1008703" y="47989"/>
                  <a:pt x="1006466" y="46055"/>
                </a:cubicBezTo>
                <a:cubicBezTo>
                  <a:pt x="1005137" y="44967"/>
                  <a:pt x="1003444" y="44423"/>
                  <a:pt x="1001390" y="44423"/>
                </a:cubicBezTo>
                <a:cubicBezTo>
                  <a:pt x="998186" y="44423"/>
                  <a:pt x="995618" y="45964"/>
                  <a:pt x="993684" y="49046"/>
                </a:cubicBezTo>
                <a:cubicBezTo>
                  <a:pt x="990118" y="54486"/>
                  <a:pt x="988335" y="61859"/>
                  <a:pt x="988335" y="71167"/>
                </a:cubicBezTo>
                <a:lnTo>
                  <a:pt x="988335" y="74340"/>
                </a:lnTo>
                <a:lnTo>
                  <a:pt x="1012994" y="74340"/>
                </a:lnTo>
                <a:close/>
                <a:moveTo>
                  <a:pt x="1129133" y="2901"/>
                </a:moveTo>
                <a:lnTo>
                  <a:pt x="1129133" y="100450"/>
                </a:lnTo>
                <a:cubicBezTo>
                  <a:pt x="1129133" y="107098"/>
                  <a:pt x="1129315" y="110996"/>
                  <a:pt x="1129677" y="112145"/>
                </a:cubicBezTo>
                <a:cubicBezTo>
                  <a:pt x="1130100" y="114139"/>
                  <a:pt x="1131037" y="115620"/>
                  <a:pt x="1132488" y="116587"/>
                </a:cubicBezTo>
                <a:cubicBezTo>
                  <a:pt x="1133817" y="117614"/>
                  <a:pt x="1136174" y="118219"/>
                  <a:pt x="1139559" y="118400"/>
                </a:cubicBezTo>
                <a:lnTo>
                  <a:pt x="1139559" y="121392"/>
                </a:lnTo>
                <a:lnTo>
                  <a:pt x="1103749" y="128373"/>
                </a:lnTo>
                <a:lnTo>
                  <a:pt x="1103749" y="114955"/>
                </a:lnTo>
                <a:cubicBezTo>
                  <a:pt x="1099458" y="120153"/>
                  <a:pt x="1095650" y="123689"/>
                  <a:pt x="1092326" y="125562"/>
                </a:cubicBezTo>
                <a:cubicBezTo>
                  <a:pt x="1088941" y="127496"/>
                  <a:pt x="1085134" y="128433"/>
                  <a:pt x="1080903" y="128373"/>
                </a:cubicBezTo>
                <a:cubicBezTo>
                  <a:pt x="1070024" y="128433"/>
                  <a:pt x="1061472" y="123598"/>
                  <a:pt x="1055247" y="113867"/>
                </a:cubicBezTo>
                <a:cubicBezTo>
                  <a:pt x="1050170" y="106010"/>
                  <a:pt x="1047631" y="96370"/>
                  <a:pt x="1047631" y="84947"/>
                </a:cubicBezTo>
                <a:cubicBezTo>
                  <a:pt x="1047571" y="75821"/>
                  <a:pt x="1049142" y="67631"/>
                  <a:pt x="1052345" y="60379"/>
                </a:cubicBezTo>
                <a:cubicBezTo>
                  <a:pt x="1055428" y="53247"/>
                  <a:pt x="1059749" y="47807"/>
                  <a:pt x="1065310" y="44060"/>
                </a:cubicBezTo>
                <a:cubicBezTo>
                  <a:pt x="1070749" y="40373"/>
                  <a:pt x="1076612" y="38530"/>
                  <a:pt x="1082897" y="38530"/>
                </a:cubicBezTo>
                <a:cubicBezTo>
                  <a:pt x="1086886" y="38590"/>
                  <a:pt x="1090483" y="39376"/>
                  <a:pt x="1093686" y="40887"/>
                </a:cubicBezTo>
                <a:cubicBezTo>
                  <a:pt x="1096829" y="42519"/>
                  <a:pt x="1100183" y="45269"/>
                  <a:pt x="1103749" y="49137"/>
                </a:cubicBezTo>
                <a:lnTo>
                  <a:pt x="1103749" y="23571"/>
                </a:lnTo>
                <a:cubicBezTo>
                  <a:pt x="1103749" y="17165"/>
                  <a:pt x="1103477" y="13266"/>
                  <a:pt x="1102933" y="11876"/>
                </a:cubicBezTo>
                <a:cubicBezTo>
                  <a:pt x="1102208" y="10184"/>
                  <a:pt x="1101120" y="8885"/>
                  <a:pt x="1099669" y="7978"/>
                </a:cubicBezTo>
                <a:cubicBezTo>
                  <a:pt x="1098219" y="7192"/>
                  <a:pt x="1095499" y="6769"/>
                  <a:pt x="1091510" y="6709"/>
                </a:cubicBezTo>
                <a:lnTo>
                  <a:pt x="1091510" y="2901"/>
                </a:lnTo>
                <a:lnTo>
                  <a:pt x="1129133" y="2901"/>
                </a:lnTo>
                <a:moveTo>
                  <a:pt x="1103749" y="60379"/>
                </a:moveTo>
                <a:cubicBezTo>
                  <a:pt x="1099216" y="51796"/>
                  <a:pt x="1093746" y="47505"/>
                  <a:pt x="1087340" y="47505"/>
                </a:cubicBezTo>
                <a:cubicBezTo>
                  <a:pt x="1085043" y="47566"/>
                  <a:pt x="1083200" y="48170"/>
                  <a:pt x="1081810" y="49318"/>
                </a:cubicBezTo>
                <a:cubicBezTo>
                  <a:pt x="1079513" y="51252"/>
                  <a:pt x="1077700" y="54546"/>
                  <a:pt x="1076370" y="59200"/>
                </a:cubicBezTo>
                <a:cubicBezTo>
                  <a:pt x="1074919" y="63975"/>
                  <a:pt x="1074194" y="71197"/>
                  <a:pt x="1074194" y="80867"/>
                </a:cubicBezTo>
                <a:cubicBezTo>
                  <a:pt x="1074194" y="91565"/>
                  <a:pt x="1074980" y="99483"/>
                  <a:pt x="1076551" y="104620"/>
                </a:cubicBezTo>
                <a:cubicBezTo>
                  <a:pt x="1078062" y="109818"/>
                  <a:pt x="1080208" y="113535"/>
                  <a:pt x="1082988" y="115771"/>
                </a:cubicBezTo>
                <a:cubicBezTo>
                  <a:pt x="1084318" y="116980"/>
                  <a:pt x="1086222" y="117554"/>
                  <a:pt x="1088700" y="117494"/>
                </a:cubicBezTo>
                <a:cubicBezTo>
                  <a:pt x="1094018" y="117494"/>
                  <a:pt x="1099035" y="113323"/>
                  <a:pt x="1103749" y="104983"/>
                </a:cubicBezTo>
                <a:lnTo>
                  <a:pt x="1103749" y="6037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Sampler">
            <a:extLst xmlns:a="http://schemas.openxmlformats.org/drawingml/2006/main">
              <a:ext uri="{FF2B5EF4-FFF2-40B4-BE49-F238E27FC236}">
                <a16:creationId xmlns:a16="http://schemas.microsoft.com/office/drawing/2014/main" id="{18AE7165-8225-4A33-B65A-277608C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724" y="756705"/>
            <a:ext cx="652604" cy="165452"/>
          </a:xfrm>
          <a:custGeom xmlns:a="http://schemas.openxmlformats.org/drawingml/2006/main">
            <a:pathLst>
              <a:path w="652604" h="165452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45863" y="113233"/>
                </a:moveTo>
                <a:cubicBezTo>
                  <a:pt x="135528" y="122419"/>
                  <a:pt x="126251" y="126982"/>
                  <a:pt x="118031" y="126922"/>
                </a:cubicBezTo>
                <a:cubicBezTo>
                  <a:pt x="113135" y="126922"/>
                  <a:pt x="109116" y="125320"/>
                  <a:pt x="105973" y="122117"/>
                </a:cubicBezTo>
                <a:cubicBezTo>
                  <a:pt x="102770" y="119035"/>
                  <a:pt x="101168" y="115076"/>
                  <a:pt x="101168" y="110241"/>
                </a:cubicBezTo>
                <a:cubicBezTo>
                  <a:pt x="101168" y="103834"/>
                  <a:pt x="103949" y="98002"/>
                  <a:pt x="109509" y="92744"/>
                </a:cubicBezTo>
                <a:cubicBezTo>
                  <a:pt x="115009" y="87667"/>
                  <a:pt x="127127" y="80807"/>
                  <a:pt x="145863" y="72164"/>
                </a:cubicBezTo>
                <a:lnTo>
                  <a:pt x="145863" y="63642"/>
                </a:lnTo>
                <a:cubicBezTo>
                  <a:pt x="145803" y="57296"/>
                  <a:pt x="145470" y="53247"/>
                  <a:pt x="144866" y="51494"/>
                </a:cubicBezTo>
                <a:cubicBezTo>
                  <a:pt x="144080" y="49862"/>
                  <a:pt x="142751" y="48412"/>
                  <a:pt x="140877" y="47142"/>
                </a:cubicBezTo>
                <a:cubicBezTo>
                  <a:pt x="138943" y="45994"/>
                  <a:pt x="136767" y="45390"/>
                  <a:pt x="134349" y="45329"/>
                </a:cubicBezTo>
                <a:cubicBezTo>
                  <a:pt x="130421" y="45390"/>
                  <a:pt x="127187" y="46266"/>
                  <a:pt x="124649" y="47958"/>
                </a:cubicBezTo>
                <a:cubicBezTo>
                  <a:pt x="123078" y="49046"/>
                  <a:pt x="122292" y="50316"/>
                  <a:pt x="122292" y="51766"/>
                </a:cubicBezTo>
                <a:cubicBezTo>
                  <a:pt x="122231" y="53035"/>
                  <a:pt x="123078" y="54607"/>
                  <a:pt x="124830" y="56480"/>
                </a:cubicBezTo>
                <a:cubicBezTo>
                  <a:pt x="127067" y="59140"/>
                  <a:pt x="128215" y="61648"/>
                  <a:pt x="128275" y="64005"/>
                </a:cubicBezTo>
                <a:cubicBezTo>
                  <a:pt x="128275" y="67027"/>
                  <a:pt x="127187" y="69535"/>
                  <a:pt x="125012" y="71530"/>
                </a:cubicBezTo>
                <a:cubicBezTo>
                  <a:pt x="122715" y="73645"/>
                  <a:pt x="119814" y="74703"/>
                  <a:pt x="116308" y="74703"/>
                </a:cubicBezTo>
                <a:cubicBezTo>
                  <a:pt x="112501" y="74703"/>
                  <a:pt x="109328" y="73554"/>
                  <a:pt x="106789" y="71258"/>
                </a:cubicBezTo>
                <a:cubicBezTo>
                  <a:pt x="104130" y="69021"/>
                  <a:pt x="102831" y="66332"/>
                  <a:pt x="102891" y="63189"/>
                </a:cubicBezTo>
                <a:cubicBezTo>
                  <a:pt x="102891" y="58837"/>
                  <a:pt x="104613" y="54667"/>
                  <a:pt x="108058" y="50678"/>
                </a:cubicBezTo>
                <a:cubicBezTo>
                  <a:pt x="111504" y="46810"/>
                  <a:pt x="116308" y="43788"/>
                  <a:pt x="122473" y="41612"/>
                </a:cubicBezTo>
                <a:cubicBezTo>
                  <a:pt x="128638" y="39557"/>
                  <a:pt x="135045" y="38500"/>
                  <a:pt x="141693" y="38439"/>
                </a:cubicBezTo>
                <a:cubicBezTo>
                  <a:pt x="149731" y="38500"/>
                  <a:pt x="156108" y="40192"/>
                  <a:pt x="160822" y="43516"/>
                </a:cubicBezTo>
                <a:cubicBezTo>
                  <a:pt x="165415" y="46961"/>
                  <a:pt x="168437" y="50678"/>
                  <a:pt x="169888" y="54667"/>
                </a:cubicBezTo>
                <a:cubicBezTo>
                  <a:pt x="170673" y="57206"/>
                  <a:pt x="171096" y="63038"/>
                  <a:pt x="171157" y="72164"/>
                </a:cubicBezTo>
                <a:lnTo>
                  <a:pt x="171157" y="105073"/>
                </a:lnTo>
                <a:cubicBezTo>
                  <a:pt x="171157" y="109002"/>
                  <a:pt x="171308" y="111419"/>
                  <a:pt x="171610" y="112326"/>
                </a:cubicBezTo>
                <a:cubicBezTo>
                  <a:pt x="171852" y="113414"/>
                  <a:pt x="172305" y="114169"/>
                  <a:pt x="172970" y="114592"/>
                </a:cubicBezTo>
                <a:cubicBezTo>
                  <a:pt x="173514" y="115076"/>
                  <a:pt x="174209" y="115318"/>
                  <a:pt x="175055" y="115318"/>
                </a:cubicBezTo>
                <a:cubicBezTo>
                  <a:pt x="176566" y="115378"/>
                  <a:pt x="178168" y="114260"/>
                  <a:pt x="179860" y="111963"/>
                </a:cubicBezTo>
                <a:lnTo>
                  <a:pt x="182580" y="114139"/>
                </a:lnTo>
                <a:cubicBezTo>
                  <a:pt x="179497" y="118612"/>
                  <a:pt x="176385" y="121845"/>
                  <a:pt x="173242" y="123840"/>
                </a:cubicBezTo>
                <a:cubicBezTo>
                  <a:pt x="169918" y="125955"/>
                  <a:pt x="166231" y="126982"/>
                  <a:pt x="162182" y="126922"/>
                </a:cubicBezTo>
                <a:cubicBezTo>
                  <a:pt x="157347" y="126922"/>
                  <a:pt x="153569" y="125774"/>
                  <a:pt x="150849" y="123477"/>
                </a:cubicBezTo>
                <a:cubicBezTo>
                  <a:pt x="148130" y="121301"/>
                  <a:pt x="146468" y="117886"/>
                  <a:pt x="145863" y="113233"/>
                </a:cubicBezTo>
                <a:moveTo>
                  <a:pt x="145863" y="106614"/>
                </a:moveTo>
                <a:lnTo>
                  <a:pt x="145863" y="78238"/>
                </a:lnTo>
                <a:cubicBezTo>
                  <a:pt x="138490" y="82530"/>
                  <a:pt x="133050" y="87123"/>
                  <a:pt x="129545" y="92018"/>
                </a:cubicBezTo>
                <a:cubicBezTo>
                  <a:pt x="127187" y="95282"/>
                  <a:pt x="126009" y="98576"/>
                  <a:pt x="126009" y="101900"/>
                </a:cubicBezTo>
                <a:cubicBezTo>
                  <a:pt x="126009" y="104741"/>
                  <a:pt x="127006" y="107189"/>
                  <a:pt x="129001" y="109244"/>
                </a:cubicBezTo>
                <a:cubicBezTo>
                  <a:pt x="130512" y="110875"/>
                  <a:pt x="132627" y="111691"/>
                  <a:pt x="135347" y="111691"/>
                </a:cubicBezTo>
                <a:cubicBezTo>
                  <a:pt x="138308" y="111691"/>
                  <a:pt x="141814" y="109999"/>
                  <a:pt x="145863" y="106614"/>
                </a:cubicBezTo>
                <a:close/>
                <a:moveTo>
                  <a:pt x="223892" y="40978"/>
                </a:moveTo>
                <a:lnTo>
                  <a:pt x="223892" y="52129"/>
                </a:lnTo>
                <a:cubicBezTo>
                  <a:pt x="228486" y="47112"/>
                  <a:pt x="232807" y="43546"/>
                  <a:pt x="236856" y="41431"/>
                </a:cubicBezTo>
                <a:cubicBezTo>
                  <a:pt x="240725" y="39436"/>
                  <a:pt x="245046" y="38439"/>
                  <a:pt x="249821" y="38439"/>
                </a:cubicBezTo>
                <a:cubicBezTo>
                  <a:pt x="255200" y="38439"/>
                  <a:pt x="259763" y="39708"/>
                  <a:pt x="263510" y="42247"/>
                </a:cubicBezTo>
                <a:cubicBezTo>
                  <a:pt x="267197" y="44846"/>
                  <a:pt x="270038" y="48714"/>
                  <a:pt x="272032" y="53851"/>
                </a:cubicBezTo>
                <a:cubicBezTo>
                  <a:pt x="276807" y="48472"/>
                  <a:pt x="281461" y="44544"/>
                  <a:pt x="285993" y="42066"/>
                </a:cubicBezTo>
                <a:cubicBezTo>
                  <a:pt x="290405" y="39648"/>
                  <a:pt x="295029" y="38439"/>
                  <a:pt x="299864" y="38439"/>
                </a:cubicBezTo>
                <a:cubicBezTo>
                  <a:pt x="305666" y="38500"/>
                  <a:pt x="310350" y="39829"/>
                  <a:pt x="313916" y="42428"/>
                </a:cubicBezTo>
                <a:cubicBezTo>
                  <a:pt x="317361" y="45208"/>
                  <a:pt x="319779" y="48623"/>
                  <a:pt x="321169" y="52673"/>
                </a:cubicBezTo>
                <a:cubicBezTo>
                  <a:pt x="322499" y="56843"/>
                  <a:pt x="323163" y="63461"/>
                  <a:pt x="323163" y="72527"/>
                </a:cubicBezTo>
                <a:lnTo>
                  <a:pt x="323163" y="107249"/>
                </a:lnTo>
                <a:cubicBezTo>
                  <a:pt x="323163" y="113837"/>
                  <a:pt x="323768" y="117886"/>
                  <a:pt x="324977" y="119397"/>
                </a:cubicBezTo>
                <a:cubicBezTo>
                  <a:pt x="326125" y="121029"/>
                  <a:pt x="328573" y="122057"/>
                  <a:pt x="332320" y="122480"/>
                </a:cubicBezTo>
                <a:lnTo>
                  <a:pt x="332320" y="125743"/>
                </a:lnTo>
                <a:lnTo>
                  <a:pt x="288532" y="125743"/>
                </a:lnTo>
                <a:lnTo>
                  <a:pt x="288532" y="122480"/>
                </a:lnTo>
                <a:cubicBezTo>
                  <a:pt x="291977" y="122238"/>
                  <a:pt x="294515" y="120908"/>
                  <a:pt x="296147" y="118491"/>
                </a:cubicBezTo>
                <a:cubicBezTo>
                  <a:pt x="297235" y="116919"/>
                  <a:pt x="297779" y="113172"/>
                  <a:pt x="297779" y="107249"/>
                </a:cubicBezTo>
                <a:lnTo>
                  <a:pt x="297779" y="70804"/>
                </a:lnTo>
                <a:cubicBezTo>
                  <a:pt x="297779" y="63310"/>
                  <a:pt x="297477" y="58505"/>
                  <a:pt x="296872" y="56390"/>
                </a:cubicBezTo>
                <a:cubicBezTo>
                  <a:pt x="296208" y="54335"/>
                  <a:pt x="295271" y="52794"/>
                  <a:pt x="294062" y="51766"/>
                </a:cubicBezTo>
                <a:cubicBezTo>
                  <a:pt x="292672" y="50799"/>
                  <a:pt x="291131" y="50316"/>
                  <a:pt x="289438" y="50316"/>
                </a:cubicBezTo>
                <a:cubicBezTo>
                  <a:pt x="286779" y="50316"/>
                  <a:pt x="284150" y="51252"/>
                  <a:pt x="281551" y="53126"/>
                </a:cubicBezTo>
                <a:cubicBezTo>
                  <a:pt x="278892" y="55060"/>
                  <a:pt x="276202" y="57931"/>
                  <a:pt x="273483" y="61738"/>
                </a:cubicBezTo>
                <a:lnTo>
                  <a:pt x="273483" y="107249"/>
                </a:lnTo>
                <a:cubicBezTo>
                  <a:pt x="273483" y="113414"/>
                  <a:pt x="273996" y="117252"/>
                  <a:pt x="275024" y="118763"/>
                </a:cubicBezTo>
                <a:cubicBezTo>
                  <a:pt x="276353" y="121059"/>
                  <a:pt x="279013" y="122298"/>
                  <a:pt x="283002" y="122480"/>
                </a:cubicBezTo>
                <a:lnTo>
                  <a:pt x="283002" y="125743"/>
                </a:lnTo>
                <a:lnTo>
                  <a:pt x="239123" y="125743"/>
                </a:lnTo>
                <a:lnTo>
                  <a:pt x="239123" y="122480"/>
                </a:lnTo>
                <a:cubicBezTo>
                  <a:pt x="241480" y="122419"/>
                  <a:pt x="243354" y="121815"/>
                  <a:pt x="244744" y="120667"/>
                </a:cubicBezTo>
                <a:cubicBezTo>
                  <a:pt x="246073" y="119700"/>
                  <a:pt x="246980" y="118430"/>
                  <a:pt x="247464" y="116859"/>
                </a:cubicBezTo>
                <a:cubicBezTo>
                  <a:pt x="247887" y="115469"/>
                  <a:pt x="248098" y="112266"/>
                  <a:pt x="248098" y="107249"/>
                </a:cubicBezTo>
                <a:lnTo>
                  <a:pt x="248098" y="70804"/>
                </a:lnTo>
                <a:cubicBezTo>
                  <a:pt x="248098" y="63129"/>
                  <a:pt x="247796" y="58324"/>
                  <a:pt x="247192" y="56390"/>
                </a:cubicBezTo>
                <a:cubicBezTo>
                  <a:pt x="246527" y="54516"/>
                  <a:pt x="245529" y="53005"/>
                  <a:pt x="244200" y="51857"/>
                </a:cubicBezTo>
                <a:cubicBezTo>
                  <a:pt x="242749" y="50769"/>
                  <a:pt x="241208" y="50225"/>
                  <a:pt x="239576" y="50225"/>
                </a:cubicBezTo>
                <a:cubicBezTo>
                  <a:pt x="237098" y="50225"/>
                  <a:pt x="234892" y="50859"/>
                  <a:pt x="232958" y="52129"/>
                </a:cubicBezTo>
                <a:cubicBezTo>
                  <a:pt x="230057" y="54063"/>
                  <a:pt x="227035" y="57266"/>
                  <a:pt x="223892" y="61738"/>
                </a:cubicBezTo>
                <a:lnTo>
                  <a:pt x="223892" y="107249"/>
                </a:lnTo>
                <a:cubicBezTo>
                  <a:pt x="223892" y="113233"/>
                  <a:pt x="224497" y="117161"/>
                  <a:pt x="225705" y="119035"/>
                </a:cubicBezTo>
                <a:cubicBezTo>
                  <a:pt x="226854" y="120969"/>
                  <a:pt x="229302" y="122117"/>
                  <a:pt x="233049" y="122480"/>
                </a:cubicBezTo>
                <a:lnTo>
                  <a:pt x="233049" y="125743"/>
                </a:lnTo>
                <a:lnTo>
                  <a:pt x="189351" y="125743"/>
                </a:lnTo>
                <a:lnTo>
                  <a:pt x="189351" y="122480"/>
                </a:lnTo>
                <a:cubicBezTo>
                  <a:pt x="192857" y="122117"/>
                  <a:pt x="195395" y="120969"/>
                  <a:pt x="196967" y="119035"/>
                </a:cubicBezTo>
                <a:cubicBezTo>
                  <a:pt x="197934" y="117705"/>
                  <a:pt x="198447" y="113777"/>
                  <a:pt x="198508" y="107249"/>
                </a:cubicBezTo>
                <a:lnTo>
                  <a:pt x="198508" y="59381"/>
                </a:lnTo>
                <a:cubicBezTo>
                  <a:pt x="198508" y="52975"/>
                  <a:pt x="197934" y="48986"/>
                  <a:pt x="196785" y="47414"/>
                </a:cubicBezTo>
                <a:cubicBezTo>
                  <a:pt x="195516" y="45903"/>
                  <a:pt x="193038" y="44876"/>
                  <a:pt x="189351" y="44332"/>
                </a:cubicBezTo>
                <a:lnTo>
                  <a:pt x="189351" y="40978"/>
                </a:lnTo>
                <a:lnTo>
                  <a:pt x="223892" y="40978"/>
                </a:lnTo>
                <a:close/>
                <a:moveTo>
                  <a:pt x="375192" y="117131"/>
                </a:moveTo>
                <a:lnTo>
                  <a:pt x="375192" y="148680"/>
                </a:lnTo>
                <a:cubicBezTo>
                  <a:pt x="375192" y="153092"/>
                  <a:pt x="375555" y="156054"/>
                  <a:pt x="376280" y="157565"/>
                </a:cubicBezTo>
                <a:cubicBezTo>
                  <a:pt x="376884" y="159136"/>
                  <a:pt x="377942" y="160284"/>
                  <a:pt x="379453" y="161010"/>
                </a:cubicBezTo>
                <a:cubicBezTo>
                  <a:pt x="380843" y="161735"/>
                  <a:pt x="383684" y="162098"/>
                  <a:pt x="387975" y="162098"/>
                </a:cubicBezTo>
                <a:lnTo>
                  <a:pt x="387975" y="165452"/>
                </a:lnTo>
                <a:lnTo>
                  <a:pt x="339654" y="165452"/>
                </a:lnTo>
                <a:lnTo>
                  <a:pt x="339654" y="162098"/>
                </a:lnTo>
                <a:cubicBezTo>
                  <a:pt x="343341" y="162037"/>
                  <a:pt x="346121" y="160979"/>
                  <a:pt x="347995" y="158924"/>
                </a:cubicBezTo>
                <a:cubicBezTo>
                  <a:pt x="349143" y="157595"/>
                  <a:pt x="349747" y="153999"/>
                  <a:pt x="349808" y="148136"/>
                </a:cubicBezTo>
                <a:lnTo>
                  <a:pt x="349808" y="58656"/>
                </a:lnTo>
                <a:cubicBezTo>
                  <a:pt x="349747" y="52733"/>
                  <a:pt x="349052" y="48895"/>
                  <a:pt x="347723" y="47142"/>
                </a:cubicBezTo>
                <a:cubicBezTo>
                  <a:pt x="346332" y="45571"/>
                  <a:pt x="343643" y="44634"/>
                  <a:pt x="339654" y="44332"/>
                </a:cubicBezTo>
                <a:lnTo>
                  <a:pt x="339654" y="40978"/>
                </a:lnTo>
                <a:lnTo>
                  <a:pt x="375192" y="40978"/>
                </a:lnTo>
                <a:lnTo>
                  <a:pt x="375192" y="52129"/>
                </a:lnTo>
                <a:cubicBezTo>
                  <a:pt x="378154" y="47777"/>
                  <a:pt x="381176" y="44634"/>
                  <a:pt x="384258" y="42700"/>
                </a:cubicBezTo>
                <a:cubicBezTo>
                  <a:pt x="388670" y="39920"/>
                  <a:pt x="393475" y="38500"/>
                  <a:pt x="398673" y="38439"/>
                </a:cubicBezTo>
                <a:cubicBezTo>
                  <a:pt x="404837" y="38500"/>
                  <a:pt x="410519" y="40464"/>
                  <a:pt x="415716" y="44332"/>
                </a:cubicBezTo>
                <a:cubicBezTo>
                  <a:pt x="420793" y="48261"/>
                  <a:pt x="424661" y="53670"/>
                  <a:pt x="427321" y="60560"/>
                </a:cubicBezTo>
                <a:cubicBezTo>
                  <a:pt x="429920" y="67571"/>
                  <a:pt x="431249" y="75035"/>
                  <a:pt x="431310" y="82953"/>
                </a:cubicBezTo>
                <a:cubicBezTo>
                  <a:pt x="431310" y="91595"/>
                  <a:pt x="429950" y="99422"/>
                  <a:pt x="427230" y="106433"/>
                </a:cubicBezTo>
                <a:cubicBezTo>
                  <a:pt x="424390" y="113625"/>
                  <a:pt x="420401" y="119035"/>
                  <a:pt x="415263" y="122661"/>
                </a:cubicBezTo>
                <a:cubicBezTo>
                  <a:pt x="410005" y="126408"/>
                  <a:pt x="404173" y="128282"/>
                  <a:pt x="397766" y="128282"/>
                </a:cubicBezTo>
                <a:cubicBezTo>
                  <a:pt x="393112" y="128342"/>
                  <a:pt x="388761" y="127315"/>
                  <a:pt x="384711" y="125200"/>
                </a:cubicBezTo>
                <a:cubicBezTo>
                  <a:pt x="381689" y="123689"/>
                  <a:pt x="378516" y="120999"/>
                  <a:pt x="375192" y="117131"/>
                </a:cubicBezTo>
                <a:moveTo>
                  <a:pt x="375192" y="107974"/>
                </a:moveTo>
                <a:cubicBezTo>
                  <a:pt x="380329" y="115348"/>
                  <a:pt x="385890" y="119035"/>
                  <a:pt x="391873" y="119035"/>
                </a:cubicBezTo>
                <a:cubicBezTo>
                  <a:pt x="395137" y="119035"/>
                  <a:pt x="397827" y="117312"/>
                  <a:pt x="399942" y="113867"/>
                </a:cubicBezTo>
                <a:cubicBezTo>
                  <a:pt x="403085" y="108790"/>
                  <a:pt x="404656" y="99120"/>
                  <a:pt x="404656" y="84856"/>
                </a:cubicBezTo>
                <a:cubicBezTo>
                  <a:pt x="404656" y="70291"/>
                  <a:pt x="402934" y="60288"/>
                  <a:pt x="399489" y="54848"/>
                </a:cubicBezTo>
                <a:cubicBezTo>
                  <a:pt x="397192" y="51343"/>
                  <a:pt x="394110" y="49560"/>
                  <a:pt x="390241" y="49500"/>
                </a:cubicBezTo>
                <a:cubicBezTo>
                  <a:pt x="384077" y="49560"/>
                  <a:pt x="379060" y="53972"/>
                  <a:pt x="375192" y="62736"/>
                </a:cubicBezTo>
                <a:lnTo>
                  <a:pt x="375192" y="107974"/>
                </a:lnTo>
                <a:close/>
                <a:moveTo>
                  <a:pt x="477993" y="2810"/>
                </a:moveTo>
                <a:lnTo>
                  <a:pt x="477993" y="108156"/>
                </a:lnTo>
                <a:cubicBezTo>
                  <a:pt x="477993" y="114139"/>
                  <a:pt x="478688" y="117947"/>
                  <a:pt x="480078" y="119579"/>
                </a:cubicBezTo>
                <a:cubicBezTo>
                  <a:pt x="481408" y="121331"/>
                  <a:pt x="484128" y="122298"/>
                  <a:pt x="488237" y="122480"/>
                </a:cubicBezTo>
                <a:lnTo>
                  <a:pt x="488237" y="125743"/>
                </a:lnTo>
                <a:lnTo>
                  <a:pt x="442455" y="125743"/>
                </a:lnTo>
                <a:lnTo>
                  <a:pt x="442455" y="122480"/>
                </a:lnTo>
                <a:cubicBezTo>
                  <a:pt x="446142" y="122419"/>
                  <a:pt x="448922" y="121331"/>
                  <a:pt x="450795" y="119216"/>
                </a:cubicBezTo>
                <a:cubicBezTo>
                  <a:pt x="451944" y="117886"/>
                  <a:pt x="452548" y="114200"/>
                  <a:pt x="452609" y="108156"/>
                </a:cubicBezTo>
                <a:lnTo>
                  <a:pt x="452609" y="20398"/>
                </a:lnTo>
                <a:cubicBezTo>
                  <a:pt x="452548" y="14536"/>
                  <a:pt x="451853" y="10728"/>
                  <a:pt x="450523" y="8975"/>
                </a:cubicBezTo>
                <a:cubicBezTo>
                  <a:pt x="449133" y="7404"/>
                  <a:pt x="446444" y="6467"/>
                  <a:pt x="442455" y="6165"/>
                </a:cubicBezTo>
                <a:lnTo>
                  <a:pt x="442455" y="2810"/>
                </a:lnTo>
                <a:lnTo>
                  <a:pt x="477993" y="2810"/>
                </a:lnTo>
                <a:close/>
                <a:moveTo>
                  <a:pt x="567923" y="80324"/>
                </a:moveTo>
                <a:lnTo>
                  <a:pt x="521415" y="80324"/>
                </a:lnTo>
                <a:cubicBezTo>
                  <a:pt x="521959" y="91565"/>
                  <a:pt x="524951" y="100450"/>
                  <a:pt x="530390" y="106977"/>
                </a:cubicBezTo>
                <a:cubicBezTo>
                  <a:pt x="534500" y="111994"/>
                  <a:pt x="539517" y="114502"/>
                  <a:pt x="545440" y="114502"/>
                </a:cubicBezTo>
                <a:cubicBezTo>
                  <a:pt x="549005" y="114562"/>
                  <a:pt x="552299" y="113535"/>
                  <a:pt x="555321" y="111419"/>
                </a:cubicBezTo>
                <a:cubicBezTo>
                  <a:pt x="558283" y="109425"/>
                  <a:pt x="561456" y="105799"/>
                  <a:pt x="564840" y="100540"/>
                </a:cubicBezTo>
                <a:lnTo>
                  <a:pt x="567923" y="102535"/>
                </a:lnTo>
                <a:cubicBezTo>
                  <a:pt x="563269" y="111903"/>
                  <a:pt x="558192" y="118521"/>
                  <a:pt x="552692" y="122389"/>
                </a:cubicBezTo>
                <a:cubicBezTo>
                  <a:pt x="547132" y="126318"/>
                  <a:pt x="540695" y="128282"/>
                  <a:pt x="533382" y="128282"/>
                </a:cubicBezTo>
                <a:cubicBezTo>
                  <a:pt x="520750" y="128342"/>
                  <a:pt x="511231" y="123507"/>
                  <a:pt x="504825" y="113777"/>
                </a:cubicBezTo>
                <a:cubicBezTo>
                  <a:pt x="499627" y="105980"/>
                  <a:pt x="497028" y="96310"/>
                  <a:pt x="497028" y="84766"/>
                </a:cubicBezTo>
                <a:cubicBezTo>
                  <a:pt x="496967" y="70683"/>
                  <a:pt x="500805" y="59412"/>
                  <a:pt x="508542" y="50950"/>
                </a:cubicBezTo>
                <a:cubicBezTo>
                  <a:pt x="516157" y="42610"/>
                  <a:pt x="525102" y="38439"/>
                  <a:pt x="535376" y="38439"/>
                </a:cubicBezTo>
                <a:cubicBezTo>
                  <a:pt x="543959" y="38500"/>
                  <a:pt x="551423" y="42005"/>
                  <a:pt x="557769" y="48956"/>
                </a:cubicBezTo>
                <a:cubicBezTo>
                  <a:pt x="563994" y="56027"/>
                  <a:pt x="567379" y="66483"/>
                  <a:pt x="567923" y="80324"/>
                </a:cubicBezTo>
                <a:moveTo>
                  <a:pt x="545621" y="74249"/>
                </a:moveTo>
                <a:cubicBezTo>
                  <a:pt x="545560" y="64579"/>
                  <a:pt x="545047" y="57901"/>
                  <a:pt x="544080" y="54214"/>
                </a:cubicBezTo>
                <a:cubicBezTo>
                  <a:pt x="542992" y="50648"/>
                  <a:pt x="541330" y="47898"/>
                  <a:pt x="539093" y="45964"/>
                </a:cubicBezTo>
                <a:cubicBezTo>
                  <a:pt x="537764" y="44876"/>
                  <a:pt x="536071" y="44332"/>
                  <a:pt x="534017" y="44332"/>
                </a:cubicBezTo>
                <a:cubicBezTo>
                  <a:pt x="530813" y="44332"/>
                  <a:pt x="528245" y="45873"/>
                  <a:pt x="526311" y="48956"/>
                </a:cubicBezTo>
                <a:cubicBezTo>
                  <a:pt x="522745" y="54395"/>
                  <a:pt x="520962" y="61769"/>
                  <a:pt x="520962" y="71076"/>
                </a:cubicBezTo>
                <a:lnTo>
                  <a:pt x="520962" y="74249"/>
                </a:lnTo>
                <a:lnTo>
                  <a:pt x="545621" y="74249"/>
                </a:lnTo>
                <a:close/>
                <a:moveTo>
                  <a:pt x="614437" y="40978"/>
                </a:moveTo>
                <a:lnTo>
                  <a:pt x="614437" y="60197"/>
                </a:lnTo>
                <a:cubicBezTo>
                  <a:pt x="619997" y="51434"/>
                  <a:pt x="624923" y="45601"/>
                  <a:pt x="629214" y="42700"/>
                </a:cubicBezTo>
                <a:cubicBezTo>
                  <a:pt x="633445" y="39920"/>
                  <a:pt x="637525" y="38500"/>
                  <a:pt x="641453" y="38439"/>
                </a:cubicBezTo>
                <a:cubicBezTo>
                  <a:pt x="644777" y="38439"/>
                  <a:pt x="647497" y="39467"/>
                  <a:pt x="649612" y="41522"/>
                </a:cubicBezTo>
                <a:cubicBezTo>
                  <a:pt x="651607" y="43637"/>
                  <a:pt x="652604" y="46599"/>
                  <a:pt x="652604" y="50406"/>
                </a:cubicBezTo>
                <a:cubicBezTo>
                  <a:pt x="652544" y="54516"/>
                  <a:pt x="651577" y="57659"/>
                  <a:pt x="649703" y="59835"/>
                </a:cubicBezTo>
                <a:cubicBezTo>
                  <a:pt x="647709" y="62131"/>
                  <a:pt x="645321" y="63249"/>
                  <a:pt x="642541" y="63189"/>
                </a:cubicBezTo>
                <a:cubicBezTo>
                  <a:pt x="639338" y="63249"/>
                  <a:pt x="636558" y="62222"/>
                  <a:pt x="634200" y="60107"/>
                </a:cubicBezTo>
                <a:cubicBezTo>
                  <a:pt x="631843" y="58112"/>
                  <a:pt x="630453" y="56964"/>
                  <a:pt x="630030" y="56662"/>
                </a:cubicBezTo>
                <a:cubicBezTo>
                  <a:pt x="629365" y="56299"/>
                  <a:pt x="628670" y="56118"/>
                  <a:pt x="627945" y="56118"/>
                </a:cubicBezTo>
                <a:cubicBezTo>
                  <a:pt x="626132" y="56118"/>
                  <a:pt x="624470" y="56782"/>
                  <a:pt x="622959" y="58112"/>
                </a:cubicBezTo>
                <a:cubicBezTo>
                  <a:pt x="620481" y="60228"/>
                  <a:pt x="618607" y="63159"/>
                  <a:pt x="617338" y="66906"/>
                </a:cubicBezTo>
                <a:cubicBezTo>
                  <a:pt x="615404" y="72829"/>
                  <a:pt x="614437" y="79296"/>
                  <a:pt x="614437" y="86307"/>
                </a:cubicBezTo>
                <a:lnTo>
                  <a:pt x="614437" y="105799"/>
                </a:lnTo>
                <a:lnTo>
                  <a:pt x="614527" y="110875"/>
                </a:lnTo>
                <a:cubicBezTo>
                  <a:pt x="614467" y="114320"/>
                  <a:pt x="614679" y="116526"/>
                  <a:pt x="615162" y="117494"/>
                </a:cubicBezTo>
                <a:cubicBezTo>
                  <a:pt x="615887" y="119125"/>
                  <a:pt x="616975" y="120304"/>
                  <a:pt x="618426" y="121029"/>
                </a:cubicBezTo>
                <a:cubicBezTo>
                  <a:pt x="619755" y="121875"/>
                  <a:pt x="622143" y="122359"/>
                  <a:pt x="625588" y="122480"/>
                </a:cubicBezTo>
                <a:lnTo>
                  <a:pt x="625588" y="125743"/>
                </a:lnTo>
                <a:lnTo>
                  <a:pt x="579805" y="125743"/>
                </a:lnTo>
                <a:lnTo>
                  <a:pt x="579805" y="122480"/>
                </a:lnTo>
                <a:cubicBezTo>
                  <a:pt x="583432" y="122238"/>
                  <a:pt x="585940" y="121211"/>
                  <a:pt x="587330" y="119397"/>
                </a:cubicBezTo>
                <a:cubicBezTo>
                  <a:pt x="588599" y="117705"/>
                  <a:pt x="589234" y="113172"/>
                  <a:pt x="589234" y="105799"/>
                </a:cubicBezTo>
                <a:lnTo>
                  <a:pt x="589234" y="58928"/>
                </a:lnTo>
                <a:cubicBezTo>
                  <a:pt x="589173" y="54153"/>
                  <a:pt x="588932" y="51071"/>
                  <a:pt x="588508" y="49681"/>
                </a:cubicBezTo>
                <a:cubicBezTo>
                  <a:pt x="587844" y="48049"/>
                  <a:pt x="586967" y="46810"/>
                  <a:pt x="585879" y="45964"/>
                </a:cubicBezTo>
                <a:cubicBezTo>
                  <a:pt x="584671" y="45178"/>
                  <a:pt x="582646" y="44634"/>
                  <a:pt x="579805" y="44332"/>
                </a:cubicBezTo>
                <a:lnTo>
                  <a:pt x="579805" y="40978"/>
                </a:lnTo>
                <a:lnTo>
                  <a:pt x="614437" y="4097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Diversity-Biased">
            <a:extLst xmlns:a="http://schemas.openxmlformats.org/drawingml/2006/main">
              <a:ext uri="{FF2B5EF4-FFF2-40B4-BE49-F238E27FC236}">
                <a16:creationId xmlns:a16="http://schemas.microsoft.com/office/drawing/2014/main" id="{A157BA84-799D-42D8-BB93-13302AA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51" y="1663369"/>
            <a:ext cx="1293977" cy="165905"/>
          </a:xfrm>
          <a:custGeom xmlns:a="http://schemas.openxmlformats.org/drawingml/2006/main">
            <a:pathLst>
              <a:path w="1293977" h="165905">
                <a:moveTo>
                  <a:pt x="0" y="125834"/>
                </a:moveTo>
                <a:lnTo>
                  <a:pt x="0" y="122480"/>
                </a:lnTo>
                <a:lnTo>
                  <a:pt x="4080" y="122480"/>
                </a:lnTo>
                <a:cubicBezTo>
                  <a:pt x="7585" y="122540"/>
                  <a:pt x="10335" y="121966"/>
                  <a:pt x="12330" y="120757"/>
                </a:cubicBezTo>
                <a:cubicBezTo>
                  <a:pt x="14203" y="119669"/>
                  <a:pt x="15593" y="118158"/>
                  <a:pt x="16500" y="116224"/>
                </a:cubicBezTo>
                <a:cubicBezTo>
                  <a:pt x="17044" y="114955"/>
                  <a:pt x="17316" y="111147"/>
                  <a:pt x="17316" y="104801"/>
                </a:cubicBezTo>
                <a:lnTo>
                  <a:pt x="17316" y="23934"/>
                </a:lnTo>
                <a:cubicBezTo>
                  <a:pt x="17255" y="17709"/>
                  <a:pt x="16923" y="13780"/>
                  <a:pt x="16319" y="12148"/>
                </a:cubicBezTo>
                <a:cubicBezTo>
                  <a:pt x="15654" y="10637"/>
                  <a:pt x="14324" y="9247"/>
                  <a:pt x="12330" y="7978"/>
                </a:cubicBezTo>
                <a:cubicBezTo>
                  <a:pt x="10214" y="6830"/>
                  <a:pt x="7464" y="6255"/>
                  <a:pt x="4080" y="6255"/>
                </a:cubicBezTo>
                <a:lnTo>
                  <a:pt x="0" y="6255"/>
                </a:lnTo>
                <a:lnTo>
                  <a:pt x="0" y="2901"/>
                </a:lnTo>
                <a:lnTo>
                  <a:pt x="55030" y="2901"/>
                </a:lnTo>
                <a:cubicBezTo>
                  <a:pt x="69656" y="2901"/>
                  <a:pt x="81472" y="4896"/>
                  <a:pt x="90477" y="8885"/>
                </a:cubicBezTo>
                <a:cubicBezTo>
                  <a:pt x="101356" y="13841"/>
                  <a:pt x="109667" y="21244"/>
                  <a:pt x="115408" y="31096"/>
                </a:cubicBezTo>
                <a:cubicBezTo>
                  <a:pt x="121029" y="41008"/>
                  <a:pt x="123840" y="52219"/>
                  <a:pt x="123840" y="64730"/>
                </a:cubicBezTo>
                <a:cubicBezTo>
                  <a:pt x="123840" y="73373"/>
                  <a:pt x="122450" y="81321"/>
                  <a:pt x="119669" y="88573"/>
                </a:cubicBezTo>
                <a:cubicBezTo>
                  <a:pt x="116829" y="95947"/>
                  <a:pt x="113233" y="101961"/>
                  <a:pt x="108881" y="106614"/>
                </a:cubicBezTo>
                <a:cubicBezTo>
                  <a:pt x="104408" y="111450"/>
                  <a:pt x="99332" y="115257"/>
                  <a:pt x="93650" y="118037"/>
                </a:cubicBezTo>
                <a:cubicBezTo>
                  <a:pt x="87848" y="120999"/>
                  <a:pt x="80777" y="123235"/>
                  <a:pt x="72436" y="124746"/>
                </a:cubicBezTo>
                <a:cubicBezTo>
                  <a:pt x="68689" y="125471"/>
                  <a:pt x="62887" y="125834"/>
                  <a:pt x="55030" y="125834"/>
                </a:cubicBezTo>
                <a:lnTo>
                  <a:pt x="0" y="125834"/>
                </a:lnTo>
                <a:moveTo>
                  <a:pt x="46870" y="9882"/>
                </a:moveTo>
                <a:lnTo>
                  <a:pt x="46870" y="105799"/>
                </a:lnTo>
                <a:cubicBezTo>
                  <a:pt x="46870" y="110875"/>
                  <a:pt x="47112" y="113988"/>
                  <a:pt x="47596" y="115136"/>
                </a:cubicBezTo>
                <a:cubicBezTo>
                  <a:pt x="48019" y="116345"/>
                  <a:pt x="48835" y="117222"/>
                  <a:pt x="50044" y="117766"/>
                </a:cubicBezTo>
                <a:cubicBezTo>
                  <a:pt x="51675" y="118672"/>
                  <a:pt x="54033" y="119125"/>
                  <a:pt x="57115" y="119125"/>
                </a:cubicBezTo>
                <a:cubicBezTo>
                  <a:pt x="67148" y="119125"/>
                  <a:pt x="74854" y="115680"/>
                  <a:pt x="80233" y="108790"/>
                </a:cubicBezTo>
                <a:cubicBezTo>
                  <a:pt x="87486" y="99483"/>
                  <a:pt x="91112" y="85038"/>
                  <a:pt x="91112" y="65456"/>
                </a:cubicBezTo>
                <a:cubicBezTo>
                  <a:pt x="91112" y="49681"/>
                  <a:pt x="88634" y="37079"/>
                  <a:pt x="83678" y="27651"/>
                </a:cubicBezTo>
                <a:cubicBezTo>
                  <a:pt x="79749" y="20338"/>
                  <a:pt x="74703" y="15321"/>
                  <a:pt x="68538" y="12602"/>
                </a:cubicBezTo>
                <a:cubicBezTo>
                  <a:pt x="64126" y="10728"/>
                  <a:pt x="56903" y="9821"/>
                  <a:pt x="46870" y="9882"/>
                </a:cubicBezTo>
                <a:close/>
                <a:moveTo>
                  <a:pt x="158656" y="0"/>
                </a:moveTo>
                <a:cubicBezTo>
                  <a:pt x="162524" y="0"/>
                  <a:pt x="165848" y="1360"/>
                  <a:pt x="168628" y="4080"/>
                </a:cubicBezTo>
                <a:cubicBezTo>
                  <a:pt x="171348" y="6920"/>
                  <a:pt x="172708" y="10244"/>
                  <a:pt x="172708" y="14052"/>
                </a:cubicBezTo>
                <a:cubicBezTo>
                  <a:pt x="172708" y="17981"/>
                  <a:pt x="171348" y="21275"/>
                  <a:pt x="168628" y="23934"/>
                </a:cubicBezTo>
                <a:cubicBezTo>
                  <a:pt x="165788" y="26654"/>
                  <a:pt x="162463" y="28014"/>
                  <a:pt x="158656" y="28014"/>
                </a:cubicBezTo>
                <a:cubicBezTo>
                  <a:pt x="154727" y="28014"/>
                  <a:pt x="151433" y="26654"/>
                  <a:pt x="148774" y="23934"/>
                </a:cubicBezTo>
                <a:cubicBezTo>
                  <a:pt x="146054" y="21275"/>
                  <a:pt x="144694" y="17981"/>
                  <a:pt x="144694" y="14052"/>
                </a:cubicBezTo>
                <a:cubicBezTo>
                  <a:pt x="144694" y="10244"/>
                  <a:pt x="146054" y="6920"/>
                  <a:pt x="148774" y="4080"/>
                </a:cubicBezTo>
                <a:cubicBezTo>
                  <a:pt x="151433" y="1360"/>
                  <a:pt x="154727" y="0"/>
                  <a:pt x="158656" y="0"/>
                </a:cubicBezTo>
                <a:moveTo>
                  <a:pt x="171348" y="41068"/>
                </a:moveTo>
                <a:lnTo>
                  <a:pt x="171348" y="108246"/>
                </a:lnTo>
                <a:cubicBezTo>
                  <a:pt x="171348" y="114230"/>
                  <a:pt x="172043" y="118037"/>
                  <a:pt x="173433" y="119669"/>
                </a:cubicBezTo>
                <a:cubicBezTo>
                  <a:pt x="174763" y="121422"/>
                  <a:pt x="177483" y="122389"/>
                  <a:pt x="181592" y="122570"/>
                </a:cubicBezTo>
                <a:lnTo>
                  <a:pt x="181592" y="125834"/>
                </a:lnTo>
                <a:lnTo>
                  <a:pt x="135810" y="125834"/>
                </a:lnTo>
                <a:lnTo>
                  <a:pt x="135810" y="122570"/>
                </a:lnTo>
                <a:cubicBezTo>
                  <a:pt x="139497" y="122510"/>
                  <a:pt x="142277" y="121422"/>
                  <a:pt x="144150" y="119307"/>
                </a:cubicBezTo>
                <a:cubicBezTo>
                  <a:pt x="145299" y="117977"/>
                  <a:pt x="145903" y="114290"/>
                  <a:pt x="145964" y="108246"/>
                </a:cubicBezTo>
                <a:lnTo>
                  <a:pt x="145964" y="58747"/>
                </a:lnTo>
                <a:cubicBezTo>
                  <a:pt x="145903" y="52824"/>
                  <a:pt x="145208" y="48986"/>
                  <a:pt x="143878" y="47233"/>
                </a:cubicBezTo>
                <a:cubicBezTo>
                  <a:pt x="142488" y="45662"/>
                  <a:pt x="139799" y="44725"/>
                  <a:pt x="135810" y="44423"/>
                </a:cubicBezTo>
                <a:lnTo>
                  <a:pt x="135810" y="41068"/>
                </a:lnTo>
                <a:lnTo>
                  <a:pt x="171348" y="41068"/>
                </a:lnTo>
                <a:close/>
                <a:moveTo>
                  <a:pt x="227735" y="128373"/>
                </a:moveTo>
                <a:lnTo>
                  <a:pt x="199177" y="62645"/>
                </a:lnTo>
                <a:cubicBezTo>
                  <a:pt x="195672" y="54788"/>
                  <a:pt x="192982" y="49772"/>
                  <a:pt x="191109" y="47596"/>
                </a:cubicBezTo>
                <a:cubicBezTo>
                  <a:pt x="189719" y="46085"/>
                  <a:pt x="187664" y="45027"/>
                  <a:pt x="184944" y="44423"/>
                </a:cubicBezTo>
                <a:lnTo>
                  <a:pt x="184944" y="41068"/>
                </a:lnTo>
                <a:lnTo>
                  <a:pt x="230001" y="41068"/>
                </a:lnTo>
                <a:lnTo>
                  <a:pt x="230001" y="44423"/>
                </a:lnTo>
                <a:cubicBezTo>
                  <a:pt x="227100" y="44483"/>
                  <a:pt x="225166" y="44997"/>
                  <a:pt x="224199" y="45964"/>
                </a:cubicBezTo>
                <a:cubicBezTo>
                  <a:pt x="222749" y="47354"/>
                  <a:pt x="222023" y="48925"/>
                  <a:pt x="222023" y="50678"/>
                </a:cubicBezTo>
                <a:cubicBezTo>
                  <a:pt x="222023" y="52975"/>
                  <a:pt x="223353" y="57175"/>
                  <a:pt x="226012" y="63280"/>
                </a:cubicBezTo>
                <a:lnTo>
                  <a:pt x="239974" y="95101"/>
                </a:lnTo>
                <a:lnTo>
                  <a:pt x="251125" y="67631"/>
                </a:lnTo>
                <a:cubicBezTo>
                  <a:pt x="254268" y="59774"/>
                  <a:pt x="255869" y="54214"/>
                  <a:pt x="255930" y="50950"/>
                </a:cubicBezTo>
                <a:cubicBezTo>
                  <a:pt x="255930" y="49077"/>
                  <a:pt x="255265" y="47535"/>
                  <a:pt x="253935" y="46327"/>
                </a:cubicBezTo>
                <a:cubicBezTo>
                  <a:pt x="252545" y="45178"/>
                  <a:pt x="250127" y="44544"/>
                  <a:pt x="246682" y="44423"/>
                </a:cubicBezTo>
                <a:lnTo>
                  <a:pt x="246682" y="41068"/>
                </a:lnTo>
                <a:lnTo>
                  <a:pt x="274424" y="41068"/>
                </a:lnTo>
                <a:lnTo>
                  <a:pt x="274424" y="44423"/>
                </a:lnTo>
                <a:cubicBezTo>
                  <a:pt x="271765" y="44785"/>
                  <a:pt x="269589" y="45783"/>
                  <a:pt x="267897" y="47414"/>
                </a:cubicBezTo>
                <a:cubicBezTo>
                  <a:pt x="266144" y="49046"/>
                  <a:pt x="263605" y="53851"/>
                  <a:pt x="260281" y="61829"/>
                </a:cubicBezTo>
                <a:lnTo>
                  <a:pt x="231996" y="128373"/>
                </a:lnTo>
                <a:lnTo>
                  <a:pt x="227735" y="128373"/>
                </a:lnTo>
                <a:close/>
                <a:moveTo>
                  <a:pt x="351002" y="80414"/>
                </a:moveTo>
                <a:lnTo>
                  <a:pt x="304494" y="80414"/>
                </a:lnTo>
                <a:cubicBezTo>
                  <a:pt x="305038" y="91656"/>
                  <a:pt x="308030" y="100540"/>
                  <a:pt x="313469" y="107068"/>
                </a:cubicBezTo>
                <a:cubicBezTo>
                  <a:pt x="317579" y="112084"/>
                  <a:pt x="322596" y="114592"/>
                  <a:pt x="328519" y="114592"/>
                </a:cubicBezTo>
                <a:cubicBezTo>
                  <a:pt x="332085" y="114653"/>
                  <a:pt x="335379" y="113625"/>
                  <a:pt x="338400" y="111510"/>
                </a:cubicBezTo>
                <a:cubicBezTo>
                  <a:pt x="341362" y="109516"/>
                  <a:pt x="344535" y="105889"/>
                  <a:pt x="347920" y="100631"/>
                </a:cubicBezTo>
                <a:lnTo>
                  <a:pt x="351002" y="102626"/>
                </a:lnTo>
                <a:cubicBezTo>
                  <a:pt x="346348" y="111994"/>
                  <a:pt x="341271" y="118612"/>
                  <a:pt x="335771" y="122480"/>
                </a:cubicBezTo>
                <a:cubicBezTo>
                  <a:pt x="330211" y="126408"/>
                  <a:pt x="323774" y="128373"/>
                  <a:pt x="316461" y="128373"/>
                </a:cubicBezTo>
                <a:cubicBezTo>
                  <a:pt x="303829" y="128433"/>
                  <a:pt x="294310" y="123598"/>
                  <a:pt x="287904" y="113867"/>
                </a:cubicBezTo>
                <a:cubicBezTo>
                  <a:pt x="282706" y="106071"/>
                  <a:pt x="280107" y="96400"/>
                  <a:pt x="280107" y="84856"/>
                </a:cubicBezTo>
                <a:cubicBezTo>
                  <a:pt x="280047" y="70774"/>
                  <a:pt x="283884" y="59502"/>
                  <a:pt x="291621" y="51041"/>
                </a:cubicBezTo>
                <a:cubicBezTo>
                  <a:pt x="299236" y="42700"/>
                  <a:pt x="308181" y="38530"/>
                  <a:pt x="318456" y="38530"/>
                </a:cubicBezTo>
                <a:cubicBezTo>
                  <a:pt x="327038" y="38590"/>
                  <a:pt x="334502" y="42096"/>
                  <a:pt x="340848" y="49046"/>
                </a:cubicBezTo>
                <a:cubicBezTo>
                  <a:pt x="347074" y="56118"/>
                  <a:pt x="350458" y="66574"/>
                  <a:pt x="351002" y="80414"/>
                </a:cubicBezTo>
                <a:moveTo>
                  <a:pt x="328700" y="74340"/>
                </a:moveTo>
                <a:cubicBezTo>
                  <a:pt x="328640" y="64670"/>
                  <a:pt x="328126" y="57991"/>
                  <a:pt x="327159" y="54304"/>
                </a:cubicBezTo>
                <a:cubicBezTo>
                  <a:pt x="326071" y="50739"/>
                  <a:pt x="324409" y="47989"/>
                  <a:pt x="322173" y="46055"/>
                </a:cubicBezTo>
                <a:cubicBezTo>
                  <a:pt x="320843" y="44967"/>
                  <a:pt x="319151" y="44423"/>
                  <a:pt x="317096" y="44423"/>
                </a:cubicBezTo>
                <a:cubicBezTo>
                  <a:pt x="313892" y="44423"/>
                  <a:pt x="311324" y="45964"/>
                  <a:pt x="309390" y="49046"/>
                </a:cubicBezTo>
                <a:cubicBezTo>
                  <a:pt x="305824" y="54486"/>
                  <a:pt x="304041" y="61859"/>
                  <a:pt x="304041" y="71167"/>
                </a:cubicBezTo>
                <a:lnTo>
                  <a:pt x="304041" y="74340"/>
                </a:lnTo>
                <a:lnTo>
                  <a:pt x="328700" y="74340"/>
                </a:lnTo>
                <a:close/>
                <a:moveTo>
                  <a:pt x="397516" y="41068"/>
                </a:moveTo>
                <a:lnTo>
                  <a:pt x="397516" y="60288"/>
                </a:lnTo>
                <a:cubicBezTo>
                  <a:pt x="403077" y="51524"/>
                  <a:pt x="408002" y="45692"/>
                  <a:pt x="412294" y="42791"/>
                </a:cubicBezTo>
                <a:cubicBezTo>
                  <a:pt x="416524" y="40011"/>
                  <a:pt x="420604" y="38590"/>
                  <a:pt x="424533" y="38530"/>
                </a:cubicBezTo>
                <a:cubicBezTo>
                  <a:pt x="427857" y="38530"/>
                  <a:pt x="430576" y="39557"/>
                  <a:pt x="432692" y="41612"/>
                </a:cubicBezTo>
                <a:cubicBezTo>
                  <a:pt x="434686" y="43728"/>
                  <a:pt x="435684" y="46689"/>
                  <a:pt x="435684" y="50497"/>
                </a:cubicBezTo>
                <a:cubicBezTo>
                  <a:pt x="435623" y="54607"/>
                  <a:pt x="434656" y="57750"/>
                  <a:pt x="432782" y="59925"/>
                </a:cubicBezTo>
                <a:cubicBezTo>
                  <a:pt x="430788" y="62222"/>
                  <a:pt x="428401" y="63340"/>
                  <a:pt x="425620" y="63280"/>
                </a:cubicBezTo>
                <a:cubicBezTo>
                  <a:pt x="422417" y="63340"/>
                  <a:pt x="419637" y="62313"/>
                  <a:pt x="417280" y="60197"/>
                </a:cubicBezTo>
                <a:cubicBezTo>
                  <a:pt x="414923" y="58203"/>
                  <a:pt x="413533" y="57054"/>
                  <a:pt x="413110" y="56752"/>
                </a:cubicBezTo>
                <a:cubicBezTo>
                  <a:pt x="412445" y="56390"/>
                  <a:pt x="411750" y="56208"/>
                  <a:pt x="411024" y="56208"/>
                </a:cubicBezTo>
                <a:cubicBezTo>
                  <a:pt x="409211" y="56208"/>
                  <a:pt x="407549" y="56873"/>
                  <a:pt x="406038" y="58203"/>
                </a:cubicBezTo>
                <a:cubicBezTo>
                  <a:pt x="403560" y="60318"/>
                  <a:pt x="401687" y="63249"/>
                  <a:pt x="400417" y="66997"/>
                </a:cubicBezTo>
                <a:cubicBezTo>
                  <a:pt x="398483" y="72920"/>
                  <a:pt x="397516" y="79387"/>
                  <a:pt x="397516" y="86398"/>
                </a:cubicBezTo>
                <a:lnTo>
                  <a:pt x="397516" y="105889"/>
                </a:lnTo>
                <a:lnTo>
                  <a:pt x="397607" y="110966"/>
                </a:lnTo>
                <a:cubicBezTo>
                  <a:pt x="397547" y="114411"/>
                  <a:pt x="397758" y="116617"/>
                  <a:pt x="398242" y="117584"/>
                </a:cubicBezTo>
                <a:cubicBezTo>
                  <a:pt x="398967" y="119216"/>
                  <a:pt x="400055" y="120395"/>
                  <a:pt x="401505" y="121120"/>
                </a:cubicBezTo>
                <a:cubicBezTo>
                  <a:pt x="402835" y="121966"/>
                  <a:pt x="405222" y="122450"/>
                  <a:pt x="408667" y="122570"/>
                </a:cubicBezTo>
                <a:lnTo>
                  <a:pt x="408667" y="125834"/>
                </a:lnTo>
                <a:lnTo>
                  <a:pt x="362885" y="125834"/>
                </a:lnTo>
                <a:lnTo>
                  <a:pt x="362885" y="122570"/>
                </a:lnTo>
                <a:cubicBezTo>
                  <a:pt x="366511" y="122329"/>
                  <a:pt x="369019" y="121301"/>
                  <a:pt x="370409" y="119488"/>
                </a:cubicBezTo>
                <a:cubicBezTo>
                  <a:pt x="371679" y="117796"/>
                  <a:pt x="372313" y="113263"/>
                  <a:pt x="372313" y="105889"/>
                </a:cubicBezTo>
                <a:lnTo>
                  <a:pt x="372313" y="59019"/>
                </a:lnTo>
                <a:cubicBezTo>
                  <a:pt x="372253" y="54244"/>
                  <a:pt x="372011" y="51162"/>
                  <a:pt x="371588" y="49772"/>
                </a:cubicBezTo>
                <a:cubicBezTo>
                  <a:pt x="370923" y="48140"/>
                  <a:pt x="370047" y="46901"/>
                  <a:pt x="368959" y="46055"/>
                </a:cubicBezTo>
                <a:cubicBezTo>
                  <a:pt x="367750" y="45269"/>
                  <a:pt x="365725" y="44725"/>
                  <a:pt x="362885" y="44423"/>
                </a:cubicBezTo>
                <a:lnTo>
                  <a:pt x="362885" y="41068"/>
                </a:lnTo>
                <a:lnTo>
                  <a:pt x="397516" y="41068"/>
                </a:lnTo>
                <a:close/>
                <a:moveTo>
                  <a:pt x="492748" y="38711"/>
                </a:moveTo>
                <a:lnTo>
                  <a:pt x="494108" y="67631"/>
                </a:lnTo>
                <a:lnTo>
                  <a:pt x="491026" y="67631"/>
                </a:lnTo>
                <a:cubicBezTo>
                  <a:pt x="487279" y="59109"/>
                  <a:pt x="483471" y="53247"/>
                  <a:pt x="479603" y="50044"/>
                </a:cubicBezTo>
                <a:cubicBezTo>
                  <a:pt x="475554" y="46901"/>
                  <a:pt x="471595" y="45329"/>
                  <a:pt x="467727" y="45329"/>
                </a:cubicBezTo>
                <a:cubicBezTo>
                  <a:pt x="465188" y="45329"/>
                  <a:pt x="463073" y="46145"/>
                  <a:pt x="461381" y="47777"/>
                </a:cubicBezTo>
                <a:cubicBezTo>
                  <a:pt x="459628" y="49530"/>
                  <a:pt x="458751" y="51464"/>
                  <a:pt x="458751" y="53579"/>
                </a:cubicBezTo>
                <a:cubicBezTo>
                  <a:pt x="458751" y="55211"/>
                  <a:pt x="459356" y="56782"/>
                  <a:pt x="460565" y="58293"/>
                </a:cubicBezTo>
                <a:cubicBezTo>
                  <a:pt x="462438" y="60771"/>
                  <a:pt x="467848" y="65002"/>
                  <a:pt x="476793" y="70986"/>
                </a:cubicBezTo>
                <a:cubicBezTo>
                  <a:pt x="485677" y="77090"/>
                  <a:pt x="491540" y="82197"/>
                  <a:pt x="494380" y="86307"/>
                </a:cubicBezTo>
                <a:cubicBezTo>
                  <a:pt x="497160" y="90598"/>
                  <a:pt x="498551" y="95312"/>
                  <a:pt x="498551" y="100450"/>
                </a:cubicBezTo>
                <a:cubicBezTo>
                  <a:pt x="498551" y="105164"/>
                  <a:pt x="497372" y="109788"/>
                  <a:pt x="495015" y="114320"/>
                </a:cubicBezTo>
                <a:cubicBezTo>
                  <a:pt x="492597" y="118853"/>
                  <a:pt x="489273" y="122329"/>
                  <a:pt x="485042" y="124746"/>
                </a:cubicBezTo>
                <a:cubicBezTo>
                  <a:pt x="480691" y="127224"/>
                  <a:pt x="475946" y="128433"/>
                  <a:pt x="470809" y="128373"/>
                </a:cubicBezTo>
                <a:cubicBezTo>
                  <a:pt x="466699" y="128373"/>
                  <a:pt x="461290" y="127103"/>
                  <a:pt x="454581" y="124565"/>
                </a:cubicBezTo>
                <a:cubicBezTo>
                  <a:pt x="452708" y="123961"/>
                  <a:pt x="451469" y="123628"/>
                  <a:pt x="450864" y="123568"/>
                </a:cubicBezTo>
                <a:cubicBezTo>
                  <a:pt x="448870" y="123628"/>
                  <a:pt x="447208" y="125139"/>
                  <a:pt x="445878" y="128101"/>
                </a:cubicBezTo>
                <a:lnTo>
                  <a:pt x="442886" y="128101"/>
                </a:lnTo>
                <a:lnTo>
                  <a:pt x="441436" y="97639"/>
                </a:lnTo>
                <a:lnTo>
                  <a:pt x="444518" y="97639"/>
                </a:lnTo>
                <a:cubicBezTo>
                  <a:pt x="447177" y="105617"/>
                  <a:pt x="450925" y="111601"/>
                  <a:pt x="455760" y="115590"/>
                </a:cubicBezTo>
                <a:cubicBezTo>
                  <a:pt x="460414" y="119579"/>
                  <a:pt x="464886" y="121573"/>
                  <a:pt x="469177" y="121573"/>
                </a:cubicBezTo>
                <a:cubicBezTo>
                  <a:pt x="472018" y="121573"/>
                  <a:pt x="474405" y="120667"/>
                  <a:pt x="476339" y="118853"/>
                </a:cubicBezTo>
                <a:cubicBezTo>
                  <a:pt x="478152" y="117161"/>
                  <a:pt x="479059" y="115016"/>
                  <a:pt x="479059" y="112417"/>
                </a:cubicBezTo>
                <a:cubicBezTo>
                  <a:pt x="479059" y="109516"/>
                  <a:pt x="478152" y="107007"/>
                  <a:pt x="476339" y="104892"/>
                </a:cubicBezTo>
                <a:cubicBezTo>
                  <a:pt x="474466" y="102837"/>
                  <a:pt x="470416" y="99634"/>
                  <a:pt x="464191" y="95282"/>
                </a:cubicBezTo>
                <a:cubicBezTo>
                  <a:pt x="454944" y="88876"/>
                  <a:pt x="448960" y="83980"/>
                  <a:pt x="446241" y="80595"/>
                </a:cubicBezTo>
                <a:cubicBezTo>
                  <a:pt x="442252" y="75639"/>
                  <a:pt x="440257" y="70170"/>
                  <a:pt x="440257" y="64186"/>
                </a:cubicBezTo>
                <a:cubicBezTo>
                  <a:pt x="440257" y="57719"/>
                  <a:pt x="442524" y="51796"/>
                  <a:pt x="447057" y="46417"/>
                </a:cubicBezTo>
                <a:cubicBezTo>
                  <a:pt x="451469" y="41159"/>
                  <a:pt x="457966" y="38530"/>
                  <a:pt x="466548" y="38530"/>
                </a:cubicBezTo>
                <a:cubicBezTo>
                  <a:pt x="471141" y="38530"/>
                  <a:pt x="475584" y="39648"/>
                  <a:pt x="479875" y="41884"/>
                </a:cubicBezTo>
                <a:cubicBezTo>
                  <a:pt x="481507" y="42791"/>
                  <a:pt x="482836" y="43244"/>
                  <a:pt x="483864" y="43244"/>
                </a:cubicBezTo>
                <a:cubicBezTo>
                  <a:pt x="484952" y="43244"/>
                  <a:pt x="485828" y="43002"/>
                  <a:pt x="486493" y="42519"/>
                </a:cubicBezTo>
                <a:cubicBezTo>
                  <a:pt x="487097" y="42096"/>
                  <a:pt x="488155" y="40827"/>
                  <a:pt x="489666" y="38711"/>
                </a:cubicBezTo>
                <a:lnTo>
                  <a:pt x="492748" y="38711"/>
                </a:lnTo>
                <a:close/>
                <a:moveTo>
                  <a:pt x="529993" y="0"/>
                </a:moveTo>
                <a:cubicBezTo>
                  <a:pt x="533861" y="0"/>
                  <a:pt x="537186" y="1360"/>
                  <a:pt x="539966" y="4080"/>
                </a:cubicBezTo>
                <a:cubicBezTo>
                  <a:pt x="542686" y="6920"/>
                  <a:pt x="544045" y="10244"/>
                  <a:pt x="544045" y="14052"/>
                </a:cubicBezTo>
                <a:cubicBezTo>
                  <a:pt x="544045" y="17981"/>
                  <a:pt x="542686" y="21275"/>
                  <a:pt x="539966" y="23934"/>
                </a:cubicBezTo>
                <a:cubicBezTo>
                  <a:pt x="537125" y="26654"/>
                  <a:pt x="533801" y="28014"/>
                  <a:pt x="529993" y="28014"/>
                </a:cubicBezTo>
                <a:cubicBezTo>
                  <a:pt x="526065" y="28014"/>
                  <a:pt x="522771" y="26654"/>
                  <a:pt x="520112" y="23934"/>
                </a:cubicBezTo>
                <a:cubicBezTo>
                  <a:pt x="517392" y="21275"/>
                  <a:pt x="516032" y="17981"/>
                  <a:pt x="516032" y="14052"/>
                </a:cubicBezTo>
                <a:cubicBezTo>
                  <a:pt x="516032" y="10244"/>
                  <a:pt x="517392" y="6920"/>
                  <a:pt x="520112" y="4080"/>
                </a:cubicBezTo>
                <a:cubicBezTo>
                  <a:pt x="522771" y="1360"/>
                  <a:pt x="526065" y="0"/>
                  <a:pt x="529993" y="0"/>
                </a:cubicBezTo>
                <a:moveTo>
                  <a:pt x="542686" y="41068"/>
                </a:moveTo>
                <a:lnTo>
                  <a:pt x="542686" y="108246"/>
                </a:lnTo>
                <a:cubicBezTo>
                  <a:pt x="542686" y="114230"/>
                  <a:pt x="543381" y="118037"/>
                  <a:pt x="544771" y="119669"/>
                </a:cubicBezTo>
                <a:cubicBezTo>
                  <a:pt x="546100" y="121422"/>
                  <a:pt x="548820" y="122389"/>
                  <a:pt x="552930" y="122570"/>
                </a:cubicBezTo>
                <a:lnTo>
                  <a:pt x="552930" y="125834"/>
                </a:lnTo>
                <a:lnTo>
                  <a:pt x="507147" y="125834"/>
                </a:lnTo>
                <a:lnTo>
                  <a:pt x="507147" y="122570"/>
                </a:lnTo>
                <a:cubicBezTo>
                  <a:pt x="510834" y="122510"/>
                  <a:pt x="513614" y="121422"/>
                  <a:pt x="515488" y="119307"/>
                </a:cubicBezTo>
                <a:cubicBezTo>
                  <a:pt x="516636" y="117977"/>
                  <a:pt x="517241" y="114290"/>
                  <a:pt x="517301" y="108246"/>
                </a:cubicBezTo>
                <a:lnTo>
                  <a:pt x="517301" y="58747"/>
                </a:lnTo>
                <a:cubicBezTo>
                  <a:pt x="517241" y="52824"/>
                  <a:pt x="516546" y="48986"/>
                  <a:pt x="515216" y="47233"/>
                </a:cubicBezTo>
                <a:cubicBezTo>
                  <a:pt x="513826" y="45662"/>
                  <a:pt x="511136" y="44725"/>
                  <a:pt x="507147" y="44423"/>
                </a:cubicBezTo>
                <a:lnTo>
                  <a:pt x="507147" y="41068"/>
                </a:lnTo>
                <a:lnTo>
                  <a:pt x="542686" y="41068"/>
                </a:lnTo>
                <a:close/>
                <a:moveTo>
                  <a:pt x="594448" y="10063"/>
                </a:moveTo>
                <a:lnTo>
                  <a:pt x="594448" y="41068"/>
                </a:lnTo>
                <a:lnTo>
                  <a:pt x="614575" y="41068"/>
                </a:lnTo>
                <a:lnTo>
                  <a:pt x="614575" y="50044"/>
                </a:lnTo>
                <a:lnTo>
                  <a:pt x="594448" y="50044"/>
                </a:lnTo>
                <a:lnTo>
                  <a:pt x="594448" y="102354"/>
                </a:lnTo>
                <a:cubicBezTo>
                  <a:pt x="594448" y="107310"/>
                  <a:pt x="594690" y="110452"/>
                  <a:pt x="595174" y="111782"/>
                </a:cubicBezTo>
                <a:cubicBezTo>
                  <a:pt x="595536" y="113293"/>
                  <a:pt x="596322" y="114441"/>
                  <a:pt x="597531" y="115227"/>
                </a:cubicBezTo>
                <a:cubicBezTo>
                  <a:pt x="598619" y="116134"/>
                  <a:pt x="599676" y="116587"/>
                  <a:pt x="600704" y="116587"/>
                </a:cubicBezTo>
                <a:cubicBezTo>
                  <a:pt x="604572" y="116587"/>
                  <a:pt x="608289" y="113595"/>
                  <a:pt x="611855" y="107612"/>
                </a:cubicBezTo>
                <a:lnTo>
                  <a:pt x="614575" y="109606"/>
                </a:lnTo>
                <a:cubicBezTo>
                  <a:pt x="609619" y="121211"/>
                  <a:pt x="601671" y="127013"/>
                  <a:pt x="590731" y="127013"/>
                </a:cubicBezTo>
                <a:cubicBezTo>
                  <a:pt x="585352" y="127013"/>
                  <a:pt x="580819" y="125502"/>
                  <a:pt x="577133" y="122480"/>
                </a:cubicBezTo>
                <a:cubicBezTo>
                  <a:pt x="573325" y="119579"/>
                  <a:pt x="570938" y="116255"/>
                  <a:pt x="569971" y="112507"/>
                </a:cubicBezTo>
                <a:cubicBezTo>
                  <a:pt x="569306" y="110452"/>
                  <a:pt x="569004" y="104892"/>
                  <a:pt x="569064" y="95826"/>
                </a:cubicBezTo>
                <a:lnTo>
                  <a:pt x="569064" y="50044"/>
                </a:lnTo>
                <a:lnTo>
                  <a:pt x="558004" y="50044"/>
                </a:lnTo>
                <a:lnTo>
                  <a:pt x="558004" y="46870"/>
                </a:lnTo>
                <a:cubicBezTo>
                  <a:pt x="565619" y="41552"/>
                  <a:pt x="572116" y="35901"/>
                  <a:pt x="577495" y="29917"/>
                </a:cubicBezTo>
                <a:cubicBezTo>
                  <a:pt x="582814" y="24055"/>
                  <a:pt x="587468" y="17437"/>
                  <a:pt x="591457" y="10063"/>
                </a:cubicBezTo>
                <a:lnTo>
                  <a:pt x="594448" y="10063"/>
                </a:lnTo>
                <a:close/>
                <a:moveTo>
                  <a:pt x="663730" y="129279"/>
                </a:moveTo>
                <a:lnTo>
                  <a:pt x="636351" y="66453"/>
                </a:lnTo>
                <a:cubicBezTo>
                  <a:pt x="632181" y="56964"/>
                  <a:pt x="629159" y="51131"/>
                  <a:pt x="627286" y="48956"/>
                </a:cubicBezTo>
                <a:cubicBezTo>
                  <a:pt x="625291" y="46780"/>
                  <a:pt x="622904" y="45269"/>
                  <a:pt x="620124" y="44423"/>
                </a:cubicBezTo>
                <a:lnTo>
                  <a:pt x="620124" y="41068"/>
                </a:lnTo>
                <a:lnTo>
                  <a:pt x="665181" y="41068"/>
                </a:lnTo>
                <a:lnTo>
                  <a:pt x="665181" y="44423"/>
                </a:lnTo>
                <a:cubicBezTo>
                  <a:pt x="662159" y="44604"/>
                  <a:pt x="660074" y="45178"/>
                  <a:pt x="658925" y="46145"/>
                </a:cubicBezTo>
                <a:cubicBezTo>
                  <a:pt x="657717" y="47173"/>
                  <a:pt x="657112" y="48412"/>
                  <a:pt x="657112" y="49862"/>
                </a:cubicBezTo>
                <a:cubicBezTo>
                  <a:pt x="657112" y="52159"/>
                  <a:pt x="658623" y="56692"/>
                  <a:pt x="661645" y="63461"/>
                </a:cubicBezTo>
                <a:lnTo>
                  <a:pt x="676151" y="96642"/>
                </a:lnTo>
                <a:lnTo>
                  <a:pt x="686032" y="70986"/>
                </a:lnTo>
                <a:cubicBezTo>
                  <a:pt x="689538" y="61859"/>
                  <a:pt x="691321" y="55513"/>
                  <a:pt x="691381" y="51947"/>
                </a:cubicBezTo>
                <a:cubicBezTo>
                  <a:pt x="691381" y="49772"/>
                  <a:pt x="690656" y="47989"/>
                  <a:pt x="689205" y="46599"/>
                </a:cubicBezTo>
                <a:cubicBezTo>
                  <a:pt x="687634" y="45269"/>
                  <a:pt x="685005" y="44544"/>
                  <a:pt x="681318" y="44423"/>
                </a:cubicBezTo>
                <a:lnTo>
                  <a:pt x="681318" y="41068"/>
                </a:lnTo>
                <a:lnTo>
                  <a:pt x="709694" y="41068"/>
                </a:lnTo>
                <a:lnTo>
                  <a:pt x="709694" y="44423"/>
                </a:lnTo>
                <a:cubicBezTo>
                  <a:pt x="706854" y="44725"/>
                  <a:pt x="704587" y="45783"/>
                  <a:pt x="702895" y="47596"/>
                </a:cubicBezTo>
                <a:cubicBezTo>
                  <a:pt x="701082" y="49530"/>
                  <a:pt x="698150" y="55815"/>
                  <a:pt x="694101" y="66453"/>
                </a:cubicBezTo>
                <a:lnTo>
                  <a:pt x="669895" y="129279"/>
                </a:lnTo>
                <a:cubicBezTo>
                  <a:pt x="663791" y="144993"/>
                  <a:pt x="659258" y="154664"/>
                  <a:pt x="656296" y="158290"/>
                </a:cubicBezTo>
                <a:cubicBezTo>
                  <a:pt x="652066" y="163367"/>
                  <a:pt x="646838" y="165905"/>
                  <a:pt x="640612" y="165905"/>
                </a:cubicBezTo>
                <a:cubicBezTo>
                  <a:pt x="635596" y="165905"/>
                  <a:pt x="631547" y="164455"/>
                  <a:pt x="628464" y="161554"/>
                </a:cubicBezTo>
                <a:cubicBezTo>
                  <a:pt x="625261" y="158773"/>
                  <a:pt x="623690" y="155328"/>
                  <a:pt x="623750" y="151219"/>
                </a:cubicBezTo>
                <a:cubicBezTo>
                  <a:pt x="623750" y="147713"/>
                  <a:pt x="624838" y="144812"/>
                  <a:pt x="627014" y="142515"/>
                </a:cubicBezTo>
                <a:cubicBezTo>
                  <a:pt x="629069" y="140279"/>
                  <a:pt x="631698" y="139131"/>
                  <a:pt x="634901" y="139070"/>
                </a:cubicBezTo>
                <a:cubicBezTo>
                  <a:pt x="637862" y="139131"/>
                  <a:pt x="640310" y="140098"/>
                  <a:pt x="642244" y="141971"/>
                </a:cubicBezTo>
                <a:cubicBezTo>
                  <a:pt x="643997" y="143905"/>
                  <a:pt x="644934" y="146897"/>
                  <a:pt x="645055" y="150947"/>
                </a:cubicBezTo>
                <a:cubicBezTo>
                  <a:pt x="645115" y="153304"/>
                  <a:pt x="645387" y="154784"/>
                  <a:pt x="645871" y="155389"/>
                </a:cubicBezTo>
                <a:cubicBezTo>
                  <a:pt x="646294" y="156054"/>
                  <a:pt x="646989" y="156386"/>
                  <a:pt x="647956" y="156386"/>
                </a:cubicBezTo>
                <a:cubicBezTo>
                  <a:pt x="649406" y="156386"/>
                  <a:pt x="650948" y="155510"/>
                  <a:pt x="652579" y="153757"/>
                </a:cubicBezTo>
                <a:cubicBezTo>
                  <a:pt x="654997" y="151219"/>
                  <a:pt x="657838" y="145416"/>
                  <a:pt x="661101" y="136351"/>
                </a:cubicBezTo>
                <a:lnTo>
                  <a:pt x="663730" y="129279"/>
                </a:lnTo>
                <a:close/>
                <a:moveTo>
                  <a:pt x="765602" y="92562"/>
                </a:moveTo>
                <a:lnTo>
                  <a:pt x="712749" y="92562"/>
                </a:lnTo>
                <a:lnTo>
                  <a:pt x="712749" y="73796"/>
                </a:lnTo>
                <a:lnTo>
                  <a:pt x="765602" y="73796"/>
                </a:lnTo>
                <a:lnTo>
                  <a:pt x="765602" y="92562"/>
                </a:lnTo>
                <a:close/>
                <a:moveTo>
                  <a:pt x="854829" y="60651"/>
                </a:moveTo>
                <a:cubicBezTo>
                  <a:pt x="866494" y="63370"/>
                  <a:pt x="874684" y="66664"/>
                  <a:pt x="879398" y="70532"/>
                </a:cubicBezTo>
                <a:cubicBezTo>
                  <a:pt x="886167" y="76093"/>
                  <a:pt x="889552" y="83225"/>
                  <a:pt x="889552" y="91928"/>
                </a:cubicBezTo>
                <a:cubicBezTo>
                  <a:pt x="889552" y="101175"/>
                  <a:pt x="885835" y="108821"/>
                  <a:pt x="878401" y="114864"/>
                </a:cubicBezTo>
                <a:cubicBezTo>
                  <a:pt x="869214" y="122238"/>
                  <a:pt x="855947" y="125895"/>
                  <a:pt x="838601" y="125834"/>
                </a:cubicBezTo>
                <a:lnTo>
                  <a:pt x="776138" y="125834"/>
                </a:lnTo>
                <a:lnTo>
                  <a:pt x="776138" y="122480"/>
                </a:lnTo>
                <a:cubicBezTo>
                  <a:pt x="781758" y="122480"/>
                  <a:pt x="785627" y="121936"/>
                  <a:pt x="787742" y="120848"/>
                </a:cubicBezTo>
                <a:cubicBezTo>
                  <a:pt x="789736" y="119881"/>
                  <a:pt x="791157" y="118521"/>
                  <a:pt x="792003" y="116768"/>
                </a:cubicBezTo>
                <a:cubicBezTo>
                  <a:pt x="792789" y="115076"/>
                  <a:pt x="793181" y="110906"/>
                  <a:pt x="793181" y="104257"/>
                </a:cubicBezTo>
                <a:lnTo>
                  <a:pt x="793181" y="24478"/>
                </a:lnTo>
                <a:cubicBezTo>
                  <a:pt x="793181" y="17890"/>
                  <a:pt x="792789" y="13689"/>
                  <a:pt x="792003" y="11876"/>
                </a:cubicBezTo>
                <a:cubicBezTo>
                  <a:pt x="791157" y="10184"/>
                  <a:pt x="789706" y="8824"/>
                  <a:pt x="787651" y="7797"/>
                </a:cubicBezTo>
                <a:cubicBezTo>
                  <a:pt x="785536" y="6830"/>
                  <a:pt x="781698" y="6316"/>
                  <a:pt x="776138" y="6255"/>
                </a:cubicBezTo>
                <a:lnTo>
                  <a:pt x="776138" y="2901"/>
                </a:lnTo>
                <a:lnTo>
                  <a:pt x="835066" y="2901"/>
                </a:lnTo>
                <a:cubicBezTo>
                  <a:pt x="849088" y="2962"/>
                  <a:pt x="859060" y="4201"/>
                  <a:pt x="864983" y="6618"/>
                </a:cubicBezTo>
                <a:cubicBezTo>
                  <a:pt x="870846" y="9157"/>
                  <a:pt x="875469" y="12904"/>
                  <a:pt x="878854" y="17860"/>
                </a:cubicBezTo>
                <a:cubicBezTo>
                  <a:pt x="882178" y="22876"/>
                  <a:pt x="883870" y="28195"/>
                  <a:pt x="883931" y="33816"/>
                </a:cubicBezTo>
                <a:cubicBezTo>
                  <a:pt x="883870" y="39739"/>
                  <a:pt x="881725" y="44997"/>
                  <a:pt x="877494" y="49590"/>
                </a:cubicBezTo>
                <a:cubicBezTo>
                  <a:pt x="873142" y="54244"/>
                  <a:pt x="865587" y="57931"/>
                  <a:pt x="854829" y="60651"/>
                </a:cubicBezTo>
                <a:moveTo>
                  <a:pt x="821830" y="58203"/>
                </a:moveTo>
                <a:cubicBezTo>
                  <a:pt x="830412" y="58203"/>
                  <a:pt x="836758" y="57236"/>
                  <a:pt x="840868" y="55302"/>
                </a:cubicBezTo>
                <a:cubicBezTo>
                  <a:pt x="844917" y="53428"/>
                  <a:pt x="848030" y="50708"/>
                  <a:pt x="850206" y="47142"/>
                </a:cubicBezTo>
                <a:cubicBezTo>
                  <a:pt x="852382" y="43637"/>
                  <a:pt x="853469" y="39165"/>
                  <a:pt x="853469" y="33725"/>
                </a:cubicBezTo>
                <a:cubicBezTo>
                  <a:pt x="853409" y="28346"/>
                  <a:pt x="852351" y="23873"/>
                  <a:pt x="850296" y="20308"/>
                </a:cubicBezTo>
                <a:cubicBezTo>
                  <a:pt x="848121" y="16862"/>
                  <a:pt x="845038" y="14233"/>
                  <a:pt x="841049" y="12420"/>
                </a:cubicBezTo>
                <a:cubicBezTo>
                  <a:pt x="837000" y="10607"/>
                  <a:pt x="830593" y="9731"/>
                  <a:pt x="821830" y="9791"/>
                </a:cubicBezTo>
                <a:lnTo>
                  <a:pt x="821830" y="58203"/>
                </a:lnTo>
                <a:moveTo>
                  <a:pt x="821830" y="65274"/>
                </a:moveTo>
                <a:lnTo>
                  <a:pt x="821830" y="104711"/>
                </a:lnTo>
                <a:lnTo>
                  <a:pt x="821739" y="109244"/>
                </a:lnTo>
                <a:cubicBezTo>
                  <a:pt x="821678" y="112507"/>
                  <a:pt x="822525" y="114955"/>
                  <a:pt x="824277" y="116587"/>
                </a:cubicBezTo>
                <a:cubicBezTo>
                  <a:pt x="825909" y="118340"/>
                  <a:pt x="828357" y="119186"/>
                  <a:pt x="831621" y="119125"/>
                </a:cubicBezTo>
                <a:cubicBezTo>
                  <a:pt x="836395" y="119125"/>
                  <a:pt x="840868" y="118037"/>
                  <a:pt x="845038" y="115862"/>
                </a:cubicBezTo>
                <a:cubicBezTo>
                  <a:pt x="849088" y="113807"/>
                  <a:pt x="852200" y="110694"/>
                  <a:pt x="854376" y="106524"/>
                </a:cubicBezTo>
                <a:cubicBezTo>
                  <a:pt x="856552" y="102474"/>
                  <a:pt x="857640" y="97941"/>
                  <a:pt x="857640" y="92925"/>
                </a:cubicBezTo>
                <a:cubicBezTo>
                  <a:pt x="857579" y="87244"/>
                  <a:pt x="856250" y="82076"/>
                  <a:pt x="853651" y="77422"/>
                </a:cubicBezTo>
                <a:cubicBezTo>
                  <a:pt x="850931" y="72890"/>
                  <a:pt x="847274" y="69716"/>
                  <a:pt x="842681" y="67903"/>
                </a:cubicBezTo>
                <a:cubicBezTo>
                  <a:pt x="838027" y="66090"/>
                  <a:pt x="831077" y="65214"/>
                  <a:pt x="821830" y="65274"/>
                </a:cubicBezTo>
                <a:close/>
                <a:moveTo>
                  <a:pt x="926940" y="0"/>
                </a:moveTo>
                <a:cubicBezTo>
                  <a:pt x="930808" y="0"/>
                  <a:pt x="934133" y="1360"/>
                  <a:pt x="936913" y="4080"/>
                </a:cubicBezTo>
                <a:cubicBezTo>
                  <a:pt x="939633" y="6920"/>
                  <a:pt x="940992" y="10244"/>
                  <a:pt x="940992" y="14052"/>
                </a:cubicBezTo>
                <a:cubicBezTo>
                  <a:pt x="940992" y="17981"/>
                  <a:pt x="939633" y="21275"/>
                  <a:pt x="936913" y="23934"/>
                </a:cubicBezTo>
                <a:cubicBezTo>
                  <a:pt x="934072" y="26654"/>
                  <a:pt x="930748" y="28014"/>
                  <a:pt x="926940" y="28014"/>
                </a:cubicBezTo>
                <a:cubicBezTo>
                  <a:pt x="923012" y="28014"/>
                  <a:pt x="919718" y="26654"/>
                  <a:pt x="917059" y="23934"/>
                </a:cubicBezTo>
                <a:cubicBezTo>
                  <a:pt x="914339" y="21275"/>
                  <a:pt x="912979" y="17981"/>
                  <a:pt x="912979" y="14052"/>
                </a:cubicBezTo>
                <a:cubicBezTo>
                  <a:pt x="912979" y="10244"/>
                  <a:pt x="914339" y="6920"/>
                  <a:pt x="917059" y="4080"/>
                </a:cubicBezTo>
                <a:cubicBezTo>
                  <a:pt x="919718" y="1360"/>
                  <a:pt x="923012" y="0"/>
                  <a:pt x="926940" y="0"/>
                </a:cubicBezTo>
                <a:moveTo>
                  <a:pt x="939633" y="41068"/>
                </a:moveTo>
                <a:lnTo>
                  <a:pt x="939633" y="108246"/>
                </a:lnTo>
                <a:cubicBezTo>
                  <a:pt x="939633" y="114230"/>
                  <a:pt x="940328" y="118037"/>
                  <a:pt x="941718" y="119669"/>
                </a:cubicBezTo>
                <a:cubicBezTo>
                  <a:pt x="943047" y="121422"/>
                  <a:pt x="945767" y="122389"/>
                  <a:pt x="949877" y="122570"/>
                </a:cubicBezTo>
                <a:lnTo>
                  <a:pt x="949877" y="125834"/>
                </a:lnTo>
                <a:lnTo>
                  <a:pt x="904094" y="125834"/>
                </a:lnTo>
                <a:lnTo>
                  <a:pt x="904094" y="122570"/>
                </a:lnTo>
                <a:cubicBezTo>
                  <a:pt x="907781" y="122510"/>
                  <a:pt x="910561" y="121422"/>
                  <a:pt x="912435" y="119307"/>
                </a:cubicBezTo>
                <a:cubicBezTo>
                  <a:pt x="913583" y="117977"/>
                  <a:pt x="914188" y="114290"/>
                  <a:pt x="914248" y="108246"/>
                </a:cubicBezTo>
                <a:lnTo>
                  <a:pt x="914248" y="58747"/>
                </a:lnTo>
                <a:cubicBezTo>
                  <a:pt x="914188" y="52824"/>
                  <a:pt x="913493" y="48986"/>
                  <a:pt x="912163" y="47233"/>
                </a:cubicBezTo>
                <a:cubicBezTo>
                  <a:pt x="910773" y="45662"/>
                  <a:pt x="908083" y="44725"/>
                  <a:pt x="904094" y="44423"/>
                </a:cubicBezTo>
                <a:lnTo>
                  <a:pt x="904094" y="41068"/>
                </a:lnTo>
                <a:lnTo>
                  <a:pt x="939633" y="41068"/>
                </a:lnTo>
                <a:close/>
                <a:moveTo>
                  <a:pt x="1004541" y="113323"/>
                </a:moveTo>
                <a:cubicBezTo>
                  <a:pt x="994206" y="122510"/>
                  <a:pt x="984929" y="127073"/>
                  <a:pt x="976709" y="127013"/>
                </a:cubicBezTo>
                <a:cubicBezTo>
                  <a:pt x="971814" y="127013"/>
                  <a:pt x="967794" y="125411"/>
                  <a:pt x="964652" y="122208"/>
                </a:cubicBezTo>
                <a:cubicBezTo>
                  <a:pt x="961448" y="119125"/>
                  <a:pt x="959847" y="115167"/>
                  <a:pt x="959847" y="110331"/>
                </a:cubicBezTo>
                <a:cubicBezTo>
                  <a:pt x="959847" y="103925"/>
                  <a:pt x="962627" y="98093"/>
                  <a:pt x="968187" y="92834"/>
                </a:cubicBezTo>
                <a:cubicBezTo>
                  <a:pt x="973687" y="87758"/>
                  <a:pt x="985805" y="80898"/>
                  <a:pt x="1004541" y="72255"/>
                </a:cubicBezTo>
                <a:lnTo>
                  <a:pt x="1004541" y="63733"/>
                </a:lnTo>
                <a:cubicBezTo>
                  <a:pt x="1004481" y="57387"/>
                  <a:pt x="1004148" y="53337"/>
                  <a:pt x="1003544" y="51585"/>
                </a:cubicBezTo>
                <a:cubicBezTo>
                  <a:pt x="1002758" y="49953"/>
                  <a:pt x="1001429" y="48502"/>
                  <a:pt x="999555" y="47233"/>
                </a:cubicBezTo>
                <a:cubicBezTo>
                  <a:pt x="997621" y="46085"/>
                  <a:pt x="995445" y="45480"/>
                  <a:pt x="993028" y="45420"/>
                </a:cubicBezTo>
                <a:cubicBezTo>
                  <a:pt x="989099" y="45480"/>
                  <a:pt x="985866" y="46357"/>
                  <a:pt x="983327" y="48049"/>
                </a:cubicBezTo>
                <a:cubicBezTo>
                  <a:pt x="981756" y="49137"/>
                  <a:pt x="980970" y="50406"/>
                  <a:pt x="980970" y="51857"/>
                </a:cubicBezTo>
                <a:cubicBezTo>
                  <a:pt x="980910" y="53126"/>
                  <a:pt x="981756" y="54697"/>
                  <a:pt x="983508" y="56571"/>
                </a:cubicBezTo>
                <a:cubicBezTo>
                  <a:pt x="985745" y="59230"/>
                  <a:pt x="986893" y="61738"/>
                  <a:pt x="986954" y="64096"/>
                </a:cubicBezTo>
                <a:cubicBezTo>
                  <a:pt x="986954" y="67118"/>
                  <a:pt x="985866" y="69626"/>
                  <a:pt x="983690" y="71620"/>
                </a:cubicBezTo>
                <a:cubicBezTo>
                  <a:pt x="981393" y="73736"/>
                  <a:pt x="978492" y="74793"/>
                  <a:pt x="974987" y="74793"/>
                </a:cubicBezTo>
                <a:cubicBezTo>
                  <a:pt x="971179" y="74793"/>
                  <a:pt x="968006" y="73645"/>
                  <a:pt x="965467" y="71348"/>
                </a:cubicBezTo>
                <a:cubicBezTo>
                  <a:pt x="962808" y="69112"/>
                  <a:pt x="961509" y="66423"/>
                  <a:pt x="961569" y="63280"/>
                </a:cubicBezTo>
                <a:cubicBezTo>
                  <a:pt x="961569" y="58928"/>
                  <a:pt x="963292" y="54758"/>
                  <a:pt x="966737" y="50769"/>
                </a:cubicBezTo>
                <a:cubicBezTo>
                  <a:pt x="970182" y="46901"/>
                  <a:pt x="974987" y="43879"/>
                  <a:pt x="981151" y="41703"/>
                </a:cubicBezTo>
                <a:cubicBezTo>
                  <a:pt x="987316" y="39648"/>
                  <a:pt x="993723" y="38590"/>
                  <a:pt x="1000371" y="38530"/>
                </a:cubicBezTo>
                <a:cubicBezTo>
                  <a:pt x="1008409" y="38590"/>
                  <a:pt x="1014786" y="40283"/>
                  <a:pt x="1019500" y="43607"/>
                </a:cubicBezTo>
                <a:cubicBezTo>
                  <a:pt x="1024093" y="47052"/>
                  <a:pt x="1027115" y="50769"/>
                  <a:pt x="1028566" y="54758"/>
                </a:cubicBezTo>
                <a:cubicBezTo>
                  <a:pt x="1029352" y="57296"/>
                  <a:pt x="1029775" y="63129"/>
                  <a:pt x="1029835" y="72255"/>
                </a:cubicBezTo>
                <a:lnTo>
                  <a:pt x="1029835" y="105164"/>
                </a:lnTo>
                <a:cubicBezTo>
                  <a:pt x="1029835" y="109092"/>
                  <a:pt x="1029986" y="111510"/>
                  <a:pt x="1030288" y="112417"/>
                </a:cubicBezTo>
                <a:cubicBezTo>
                  <a:pt x="1030530" y="113505"/>
                  <a:pt x="1030983" y="114260"/>
                  <a:pt x="1031648" y="114683"/>
                </a:cubicBezTo>
                <a:cubicBezTo>
                  <a:pt x="1032192" y="115167"/>
                  <a:pt x="1032887" y="115408"/>
                  <a:pt x="1033733" y="115408"/>
                </a:cubicBezTo>
                <a:cubicBezTo>
                  <a:pt x="1035244" y="115469"/>
                  <a:pt x="1036846" y="114351"/>
                  <a:pt x="1038538" y="112054"/>
                </a:cubicBezTo>
                <a:lnTo>
                  <a:pt x="1041258" y="114230"/>
                </a:lnTo>
                <a:cubicBezTo>
                  <a:pt x="1038176" y="118702"/>
                  <a:pt x="1035063" y="121936"/>
                  <a:pt x="1031920" y="123930"/>
                </a:cubicBezTo>
                <a:cubicBezTo>
                  <a:pt x="1028596" y="126046"/>
                  <a:pt x="1024909" y="127073"/>
                  <a:pt x="1020860" y="127013"/>
                </a:cubicBezTo>
                <a:cubicBezTo>
                  <a:pt x="1016025" y="127013"/>
                  <a:pt x="1012247" y="125864"/>
                  <a:pt x="1009528" y="123568"/>
                </a:cubicBezTo>
                <a:cubicBezTo>
                  <a:pt x="1006808" y="121392"/>
                  <a:pt x="1005146" y="117977"/>
                  <a:pt x="1004541" y="113323"/>
                </a:cubicBezTo>
                <a:moveTo>
                  <a:pt x="1004541" y="106705"/>
                </a:moveTo>
                <a:lnTo>
                  <a:pt x="1004541" y="78329"/>
                </a:lnTo>
                <a:cubicBezTo>
                  <a:pt x="997168" y="82620"/>
                  <a:pt x="991728" y="87214"/>
                  <a:pt x="988223" y="92109"/>
                </a:cubicBezTo>
                <a:cubicBezTo>
                  <a:pt x="985866" y="95373"/>
                  <a:pt x="984687" y="98667"/>
                  <a:pt x="984687" y="101991"/>
                </a:cubicBezTo>
                <a:cubicBezTo>
                  <a:pt x="984687" y="104832"/>
                  <a:pt x="985684" y="107279"/>
                  <a:pt x="987679" y="109334"/>
                </a:cubicBezTo>
                <a:cubicBezTo>
                  <a:pt x="989190" y="110966"/>
                  <a:pt x="991305" y="111782"/>
                  <a:pt x="994025" y="111782"/>
                </a:cubicBezTo>
                <a:cubicBezTo>
                  <a:pt x="996986" y="111782"/>
                  <a:pt x="1000492" y="110090"/>
                  <a:pt x="1004541" y="106705"/>
                </a:cubicBezTo>
                <a:close/>
                <a:moveTo>
                  <a:pt x="1100974" y="38711"/>
                </a:moveTo>
                <a:lnTo>
                  <a:pt x="1102334" y="67631"/>
                </a:lnTo>
                <a:lnTo>
                  <a:pt x="1099252" y="67631"/>
                </a:lnTo>
                <a:cubicBezTo>
                  <a:pt x="1095504" y="59109"/>
                  <a:pt x="1091697" y="53247"/>
                  <a:pt x="1087829" y="50044"/>
                </a:cubicBezTo>
                <a:cubicBezTo>
                  <a:pt x="1083779" y="46901"/>
                  <a:pt x="1079821" y="45329"/>
                  <a:pt x="1075952" y="45329"/>
                </a:cubicBezTo>
                <a:cubicBezTo>
                  <a:pt x="1073414" y="45329"/>
                  <a:pt x="1071299" y="46145"/>
                  <a:pt x="1069606" y="47777"/>
                </a:cubicBezTo>
                <a:cubicBezTo>
                  <a:pt x="1067854" y="49530"/>
                  <a:pt x="1066977" y="51464"/>
                  <a:pt x="1066977" y="53579"/>
                </a:cubicBezTo>
                <a:cubicBezTo>
                  <a:pt x="1066977" y="55211"/>
                  <a:pt x="1067582" y="56782"/>
                  <a:pt x="1068790" y="58293"/>
                </a:cubicBezTo>
                <a:cubicBezTo>
                  <a:pt x="1070664" y="60771"/>
                  <a:pt x="1076073" y="65002"/>
                  <a:pt x="1085018" y="70986"/>
                </a:cubicBezTo>
                <a:cubicBezTo>
                  <a:pt x="1093903" y="77090"/>
                  <a:pt x="1099765" y="82197"/>
                  <a:pt x="1102606" y="86307"/>
                </a:cubicBezTo>
                <a:cubicBezTo>
                  <a:pt x="1105386" y="90598"/>
                  <a:pt x="1106776" y="95312"/>
                  <a:pt x="1106776" y="100450"/>
                </a:cubicBezTo>
                <a:cubicBezTo>
                  <a:pt x="1106776" y="105164"/>
                  <a:pt x="1105598" y="109788"/>
                  <a:pt x="1103241" y="114320"/>
                </a:cubicBezTo>
                <a:cubicBezTo>
                  <a:pt x="1100823" y="118853"/>
                  <a:pt x="1097499" y="122329"/>
                  <a:pt x="1093268" y="124746"/>
                </a:cubicBezTo>
                <a:cubicBezTo>
                  <a:pt x="1088917" y="127224"/>
                  <a:pt x="1084172" y="128433"/>
                  <a:pt x="1079035" y="128373"/>
                </a:cubicBezTo>
                <a:cubicBezTo>
                  <a:pt x="1074925" y="128373"/>
                  <a:pt x="1069516" y="127103"/>
                  <a:pt x="1062807" y="124565"/>
                </a:cubicBezTo>
                <a:cubicBezTo>
                  <a:pt x="1060933" y="123961"/>
                  <a:pt x="1059694" y="123628"/>
                  <a:pt x="1059090" y="123568"/>
                </a:cubicBezTo>
                <a:cubicBezTo>
                  <a:pt x="1057095" y="123628"/>
                  <a:pt x="1055433" y="125139"/>
                  <a:pt x="1054104" y="128101"/>
                </a:cubicBezTo>
                <a:lnTo>
                  <a:pt x="1051112" y="128101"/>
                </a:lnTo>
                <a:lnTo>
                  <a:pt x="1049661" y="97639"/>
                </a:lnTo>
                <a:lnTo>
                  <a:pt x="1052744" y="97639"/>
                </a:lnTo>
                <a:cubicBezTo>
                  <a:pt x="1055403" y="105617"/>
                  <a:pt x="1059150" y="111601"/>
                  <a:pt x="1063985" y="115590"/>
                </a:cubicBezTo>
                <a:cubicBezTo>
                  <a:pt x="1068639" y="119579"/>
                  <a:pt x="1073112" y="121573"/>
                  <a:pt x="1077403" y="121573"/>
                </a:cubicBezTo>
                <a:cubicBezTo>
                  <a:pt x="1080244" y="121573"/>
                  <a:pt x="1082631" y="120667"/>
                  <a:pt x="1084565" y="118853"/>
                </a:cubicBezTo>
                <a:cubicBezTo>
                  <a:pt x="1086378" y="117161"/>
                  <a:pt x="1087285" y="115016"/>
                  <a:pt x="1087285" y="112417"/>
                </a:cubicBezTo>
                <a:cubicBezTo>
                  <a:pt x="1087285" y="109516"/>
                  <a:pt x="1086378" y="107007"/>
                  <a:pt x="1084565" y="104892"/>
                </a:cubicBezTo>
                <a:cubicBezTo>
                  <a:pt x="1082691" y="102837"/>
                  <a:pt x="1078642" y="99634"/>
                  <a:pt x="1072417" y="95282"/>
                </a:cubicBezTo>
                <a:cubicBezTo>
                  <a:pt x="1063170" y="88876"/>
                  <a:pt x="1057186" y="83980"/>
                  <a:pt x="1054466" y="80595"/>
                </a:cubicBezTo>
                <a:cubicBezTo>
                  <a:pt x="1050477" y="75639"/>
                  <a:pt x="1048483" y="70170"/>
                  <a:pt x="1048483" y="64186"/>
                </a:cubicBezTo>
                <a:cubicBezTo>
                  <a:pt x="1048483" y="57719"/>
                  <a:pt x="1050749" y="51796"/>
                  <a:pt x="1055282" y="46417"/>
                </a:cubicBezTo>
                <a:cubicBezTo>
                  <a:pt x="1059694" y="41159"/>
                  <a:pt x="1066191" y="38530"/>
                  <a:pt x="1074774" y="38530"/>
                </a:cubicBezTo>
                <a:cubicBezTo>
                  <a:pt x="1079367" y="38530"/>
                  <a:pt x="1083809" y="39648"/>
                  <a:pt x="1088101" y="41884"/>
                </a:cubicBezTo>
                <a:cubicBezTo>
                  <a:pt x="1089733" y="42791"/>
                  <a:pt x="1091062" y="43244"/>
                  <a:pt x="1092090" y="43244"/>
                </a:cubicBezTo>
                <a:cubicBezTo>
                  <a:pt x="1093178" y="43244"/>
                  <a:pt x="1094054" y="43002"/>
                  <a:pt x="1094719" y="42519"/>
                </a:cubicBezTo>
                <a:cubicBezTo>
                  <a:pt x="1095323" y="42096"/>
                  <a:pt x="1096381" y="40827"/>
                  <a:pt x="1097892" y="38711"/>
                </a:cubicBezTo>
                <a:lnTo>
                  <a:pt x="1100974" y="38711"/>
                </a:lnTo>
                <a:close/>
                <a:moveTo>
                  <a:pt x="1189713" y="80414"/>
                </a:moveTo>
                <a:lnTo>
                  <a:pt x="1143205" y="80414"/>
                </a:lnTo>
                <a:cubicBezTo>
                  <a:pt x="1143749" y="91656"/>
                  <a:pt x="1146741" y="100540"/>
                  <a:pt x="1152180" y="107068"/>
                </a:cubicBezTo>
                <a:cubicBezTo>
                  <a:pt x="1156290" y="112084"/>
                  <a:pt x="1161307" y="114592"/>
                  <a:pt x="1167230" y="114592"/>
                </a:cubicBezTo>
                <a:cubicBezTo>
                  <a:pt x="1170796" y="114653"/>
                  <a:pt x="1174090" y="113625"/>
                  <a:pt x="1177112" y="111510"/>
                </a:cubicBezTo>
                <a:cubicBezTo>
                  <a:pt x="1180073" y="109516"/>
                  <a:pt x="1183246" y="105889"/>
                  <a:pt x="1186631" y="100631"/>
                </a:cubicBezTo>
                <a:lnTo>
                  <a:pt x="1189713" y="102626"/>
                </a:lnTo>
                <a:cubicBezTo>
                  <a:pt x="1185059" y="111994"/>
                  <a:pt x="1179982" y="118612"/>
                  <a:pt x="1174483" y="122480"/>
                </a:cubicBezTo>
                <a:cubicBezTo>
                  <a:pt x="1168922" y="126408"/>
                  <a:pt x="1162485" y="128373"/>
                  <a:pt x="1155172" y="128373"/>
                </a:cubicBezTo>
                <a:cubicBezTo>
                  <a:pt x="1142540" y="128433"/>
                  <a:pt x="1133021" y="123598"/>
                  <a:pt x="1126615" y="113867"/>
                </a:cubicBezTo>
                <a:cubicBezTo>
                  <a:pt x="1121417" y="106071"/>
                  <a:pt x="1118818" y="96400"/>
                  <a:pt x="1118818" y="84856"/>
                </a:cubicBezTo>
                <a:cubicBezTo>
                  <a:pt x="1118758" y="70774"/>
                  <a:pt x="1122596" y="59502"/>
                  <a:pt x="1130332" y="51041"/>
                </a:cubicBezTo>
                <a:cubicBezTo>
                  <a:pt x="1137947" y="42700"/>
                  <a:pt x="1146892" y="38530"/>
                  <a:pt x="1157167" y="38530"/>
                </a:cubicBezTo>
                <a:cubicBezTo>
                  <a:pt x="1165749" y="38590"/>
                  <a:pt x="1173213" y="42096"/>
                  <a:pt x="1179559" y="49046"/>
                </a:cubicBezTo>
                <a:cubicBezTo>
                  <a:pt x="1185785" y="56118"/>
                  <a:pt x="1189169" y="66574"/>
                  <a:pt x="1189713" y="80414"/>
                </a:cubicBezTo>
                <a:moveTo>
                  <a:pt x="1167411" y="74340"/>
                </a:moveTo>
                <a:cubicBezTo>
                  <a:pt x="1167351" y="64670"/>
                  <a:pt x="1166837" y="57991"/>
                  <a:pt x="1165870" y="54304"/>
                </a:cubicBezTo>
                <a:cubicBezTo>
                  <a:pt x="1164782" y="50739"/>
                  <a:pt x="1163120" y="47989"/>
                  <a:pt x="1160884" y="46055"/>
                </a:cubicBezTo>
                <a:cubicBezTo>
                  <a:pt x="1159554" y="44967"/>
                  <a:pt x="1157862" y="44423"/>
                  <a:pt x="1155807" y="44423"/>
                </a:cubicBezTo>
                <a:cubicBezTo>
                  <a:pt x="1152604" y="44423"/>
                  <a:pt x="1150035" y="45964"/>
                  <a:pt x="1148101" y="49046"/>
                </a:cubicBezTo>
                <a:cubicBezTo>
                  <a:pt x="1144535" y="54486"/>
                  <a:pt x="1142752" y="61859"/>
                  <a:pt x="1142752" y="71167"/>
                </a:cubicBezTo>
                <a:lnTo>
                  <a:pt x="1142752" y="74340"/>
                </a:lnTo>
                <a:lnTo>
                  <a:pt x="1167411" y="74340"/>
                </a:lnTo>
                <a:close/>
                <a:moveTo>
                  <a:pt x="1283551" y="2901"/>
                </a:moveTo>
                <a:lnTo>
                  <a:pt x="1283551" y="100450"/>
                </a:lnTo>
                <a:cubicBezTo>
                  <a:pt x="1283551" y="107098"/>
                  <a:pt x="1283732" y="110996"/>
                  <a:pt x="1284095" y="112145"/>
                </a:cubicBezTo>
                <a:cubicBezTo>
                  <a:pt x="1284518" y="114139"/>
                  <a:pt x="1285455" y="115620"/>
                  <a:pt x="1286906" y="116587"/>
                </a:cubicBezTo>
                <a:cubicBezTo>
                  <a:pt x="1288235" y="117614"/>
                  <a:pt x="1290592" y="118219"/>
                  <a:pt x="1293977" y="118400"/>
                </a:cubicBezTo>
                <a:lnTo>
                  <a:pt x="1293977" y="121392"/>
                </a:lnTo>
                <a:lnTo>
                  <a:pt x="1258167" y="128373"/>
                </a:lnTo>
                <a:lnTo>
                  <a:pt x="1258167" y="114955"/>
                </a:lnTo>
                <a:cubicBezTo>
                  <a:pt x="1253876" y="120153"/>
                  <a:pt x="1250068" y="123689"/>
                  <a:pt x="1246744" y="125562"/>
                </a:cubicBezTo>
                <a:cubicBezTo>
                  <a:pt x="1243359" y="127496"/>
                  <a:pt x="1239552" y="128433"/>
                  <a:pt x="1235321" y="128373"/>
                </a:cubicBezTo>
                <a:cubicBezTo>
                  <a:pt x="1224442" y="128433"/>
                  <a:pt x="1215890" y="123598"/>
                  <a:pt x="1209664" y="113867"/>
                </a:cubicBezTo>
                <a:cubicBezTo>
                  <a:pt x="1204588" y="106010"/>
                  <a:pt x="1202049" y="96370"/>
                  <a:pt x="1202049" y="84947"/>
                </a:cubicBezTo>
                <a:cubicBezTo>
                  <a:pt x="1201989" y="75821"/>
                  <a:pt x="1203560" y="67631"/>
                  <a:pt x="1206763" y="60379"/>
                </a:cubicBezTo>
                <a:cubicBezTo>
                  <a:pt x="1209846" y="53247"/>
                  <a:pt x="1214167" y="47807"/>
                  <a:pt x="1219728" y="44060"/>
                </a:cubicBezTo>
                <a:cubicBezTo>
                  <a:pt x="1225167" y="40373"/>
                  <a:pt x="1231030" y="38530"/>
                  <a:pt x="1237315" y="38530"/>
                </a:cubicBezTo>
                <a:cubicBezTo>
                  <a:pt x="1241304" y="38590"/>
                  <a:pt x="1244900" y="39376"/>
                  <a:pt x="1248104" y="40887"/>
                </a:cubicBezTo>
                <a:cubicBezTo>
                  <a:pt x="1251247" y="42519"/>
                  <a:pt x="1254601" y="45269"/>
                  <a:pt x="1258167" y="49137"/>
                </a:cubicBezTo>
                <a:lnTo>
                  <a:pt x="1258167" y="23571"/>
                </a:lnTo>
                <a:cubicBezTo>
                  <a:pt x="1258167" y="17165"/>
                  <a:pt x="1257895" y="13266"/>
                  <a:pt x="1257351" y="11876"/>
                </a:cubicBezTo>
                <a:cubicBezTo>
                  <a:pt x="1256626" y="10184"/>
                  <a:pt x="1255538" y="8885"/>
                  <a:pt x="1254087" y="7978"/>
                </a:cubicBezTo>
                <a:cubicBezTo>
                  <a:pt x="1252637" y="7192"/>
                  <a:pt x="1249917" y="6769"/>
                  <a:pt x="1245928" y="6709"/>
                </a:cubicBezTo>
                <a:lnTo>
                  <a:pt x="1245928" y="2901"/>
                </a:lnTo>
                <a:lnTo>
                  <a:pt x="1283551" y="2901"/>
                </a:lnTo>
                <a:moveTo>
                  <a:pt x="1258167" y="60379"/>
                </a:moveTo>
                <a:cubicBezTo>
                  <a:pt x="1253634" y="51796"/>
                  <a:pt x="1248164" y="47505"/>
                  <a:pt x="1241758" y="47505"/>
                </a:cubicBezTo>
                <a:cubicBezTo>
                  <a:pt x="1239461" y="47566"/>
                  <a:pt x="1237617" y="48170"/>
                  <a:pt x="1236227" y="49318"/>
                </a:cubicBezTo>
                <a:cubicBezTo>
                  <a:pt x="1233931" y="51252"/>
                  <a:pt x="1232118" y="54546"/>
                  <a:pt x="1230788" y="59200"/>
                </a:cubicBezTo>
                <a:cubicBezTo>
                  <a:pt x="1229337" y="63975"/>
                  <a:pt x="1228612" y="71197"/>
                  <a:pt x="1228612" y="80867"/>
                </a:cubicBezTo>
                <a:cubicBezTo>
                  <a:pt x="1228612" y="91565"/>
                  <a:pt x="1229398" y="99483"/>
                  <a:pt x="1230969" y="104620"/>
                </a:cubicBezTo>
                <a:cubicBezTo>
                  <a:pt x="1232480" y="109818"/>
                  <a:pt x="1234626" y="113535"/>
                  <a:pt x="1237406" y="115771"/>
                </a:cubicBezTo>
                <a:cubicBezTo>
                  <a:pt x="1238736" y="116980"/>
                  <a:pt x="1240639" y="117554"/>
                  <a:pt x="1243117" y="117494"/>
                </a:cubicBezTo>
                <a:cubicBezTo>
                  <a:pt x="1248436" y="117494"/>
                  <a:pt x="1253453" y="113323"/>
                  <a:pt x="1258167" y="104983"/>
                </a:cubicBezTo>
                <a:lnTo>
                  <a:pt x="1258167" y="6037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Sampler">
            <a:extLst xmlns:a="http://schemas.openxmlformats.org/drawingml/2006/main">
              <a:ext uri="{FF2B5EF4-FFF2-40B4-BE49-F238E27FC236}">
                <a16:creationId xmlns:a16="http://schemas.microsoft.com/office/drawing/2014/main" id="{7AE9D2F5-1A8D-4AE0-A95B-1814D5C9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932" y="1874738"/>
            <a:ext cx="652604" cy="165452"/>
          </a:xfrm>
          <a:custGeom xmlns:a="http://schemas.openxmlformats.org/drawingml/2006/main">
            <a:pathLst>
              <a:path w="652604" h="165452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45863" y="113233"/>
                </a:moveTo>
                <a:cubicBezTo>
                  <a:pt x="135528" y="122419"/>
                  <a:pt x="126251" y="126982"/>
                  <a:pt x="118031" y="126922"/>
                </a:cubicBezTo>
                <a:cubicBezTo>
                  <a:pt x="113135" y="126922"/>
                  <a:pt x="109116" y="125320"/>
                  <a:pt x="105973" y="122117"/>
                </a:cubicBezTo>
                <a:cubicBezTo>
                  <a:pt x="102770" y="119035"/>
                  <a:pt x="101168" y="115076"/>
                  <a:pt x="101168" y="110241"/>
                </a:cubicBezTo>
                <a:cubicBezTo>
                  <a:pt x="101168" y="103834"/>
                  <a:pt x="103949" y="98002"/>
                  <a:pt x="109509" y="92744"/>
                </a:cubicBezTo>
                <a:cubicBezTo>
                  <a:pt x="115009" y="87667"/>
                  <a:pt x="127127" y="80807"/>
                  <a:pt x="145863" y="72164"/>
                </a:cubicBezTo>
                <a:lnTo>
                  <a:pt x="145863" y="63642"/>
                </a:lnTo>
                <a:cubicBezTo>
                  <a:pt x="145803" y="57296"/>
                  <a:pt x="145470" y="53247"/>
                  <a:pt x="144866" y="51494"/>
                </a:cubicBezTo>
                <a:cubicBezTo>
                  <a:pt x="144080" y="49862"/>
                  <a:pt x="142751" y="48412"/>
                  <a:pt x="140877" y="47142"/>
                </a:cubicBezTo>
                <a:cubicBezTo>
                  <a:pt x="138943" y="45994"/>
                  <a:pt x="136767" y="45390"/>
                  <a:pt x="134349" y="45329"/>
                </a:cubicBezTo>
                <a:cubicBezTo>
                  <a:pt x="130421" y="45390"/>
                  <a:pt x="127187" y="46266"/>
                  <a:pt x="124649" y="47958"/>
                </a:cubicBezTo>
                <a:cubicBezTo>
                  <a:pt x="123078" y="49046"/>
                  <a:pt x="122292" y="50316"/>
                  <a:pt x="122292" y="51766"/>
                </a:cubicBezTo>
                <a:cubicBezTo>
                  <a:pt x="122231" y="53035"/>
                  <a:pt x="123078" y="54607"/>
                  <a:pt x="124830" y="56480"/>
                </a:cubicBezTo>
                <a:cubicBezTo>
                  <a:pt x="127067" y="59140"/>
                  <a:pt x="128215" y="61648"/>
                  <a:pt x="128275" y="64005"/>
                </a:cubicBezTo>
                <a:cubicBezTo>
                  <a:pt x="128275" y="67027"/>
                  <a:pt x="127187" y="69535"/>
                  <a:pt x="125012" y="71530"/>
                </a:cubicBezTo>
                <a:cubicBezTo>
                  <a:pt x="122715" y="73645"/>
                  <a:pt x="119814" y="74703"/>
                  <a:pt x="116308" y="74703"/>
                </a:cubicBezTo>
                <a:cubicBezTo>
                  <a:pt x="112501" y="74703"/>
                  <a:pt x="109328" y="73554"/>
                  <a:pt x="106789" y="71258"/>
                </a:cubicBezTo>
                <a:cubicBezTo>
                  <a:pt x="104130" y="69021"/>
                  <a:pt x="102831" y="66332"/>
                  <a:pt x="102891" y="63189"/>
                </a:cubicBezTo>
                <a:cubicBezTo>
                  <a:pt x="102891" y="58837"/>
                  <a:pt x="104613" y="54667"/>
                  <a:pt x="108058" y="50678"/>
                </a:cubicBezTo>
                <a:cubicBezTo>
                  <a:pt x="111504" y="46810"/>
                  <a:pt x="116308" y="43788"/>
                  <a:pt x="122473" y="41612"/>
                </a:cubicBezTo>
                <a:cubicBezTo>
                  <a:pt x="128638" y="39557"/>
                  <a:pt x="135045" y="38500"/>
                  <a:pt x="141693" y="38439"/>
                </a:cubicBezTo>
                <a:cubicBezTo>
                  <a:pt x="149731" y="38500"/>
                  <a:pt x="156108" y="40192"/>
                  <a:pt x="160822" y="43516"/>
                </a:cubicBezTo>
                <a:cubicBezTo>
                  <a:pt x="165415" y="46961"/>
                  <a:pt x="168437" y="50678"/>
                  <a:pt x="169888" y="54667"/>
                </a:cubicBezTo>
                <a:cubicBezTo>
                  <a:pt x="170673" y="57206"/>
                  <a:pt x="171096" y="63038"/>
                  <a:pt x="171157" y="72164"/>
                </a:cubicBezTo>
                <a:lnTo>
                  <a:pt x="171157" y="105073"/>
                </a:lnTo>
                <a:cubicBezTo>
                  <a:pt x="171157" y="109002"/>
                  <a:pt x="171308" y="111419"/>
                  <a:pt x="171610" y="112326"/>
                </a:cubicBezTo>
                <a:cubicBezTo>
                  <a:pt x="171852" y="113414"/>
                  <a:pt x="172305" y="114169"/>
                  <a:pt x="172970" y="114592"/>
                </a:cubicBezTo>
                <a:cubicBezTo>
                  <a:pt x="173514" y="115076"/>
                  <a:pt x="174209" y="115318"/>
                  <a:pt x="175055" y="115318"/>
                </a:cubicBezTo>
                <a:cubicBezTo>
                  <a:pt x="176566" y="115378"/>
                  <a:pt x="178168" y="114260"/>
                  <a:pt x="179860" y="111963"/>
                </a:cubicBezTo>
                <a:lnTo>
                  <a:pt x="182580" y="114139"/>
                </a:lnTo>
                <a:cubicBezTo>
                  <a:pt x="179497" y="118612"/>
                  <a:pt x="176385" y="121845"/>
                  <a:pt x="173242" y="123840"/>
                </a:cubicBezTo>
                <a:cubicBezTo>
                  <a:pt x="169918" y="125955"/>
                  <a:pt x="166231" y="126982"/>
                  <a:pt x="162182" y="126922"/>
                </a:cubicBezTo>
                <a:cubicBezTo>
                  <a:pt x="157347" y="126922"/>
                  <a:pt x="153569" y="125774"/>
                  <a:pt x="150849" y="123477"/>
                </a:cubicBezTo>
                <a:cubicBezTo>
                  <a:pt x="148130" y="121301"/>
                  <a:pt x="146468" y="117886"/>
                  <a:pt x="145863" y="113233"/>
                </a:cubicBezTo>
                <a:moveTo>
                  <a:pt x="145863" y="106614"/>
                </a:moveTo>
                <a:lnTo>
                  <a:pt x="145863" y="78238"/>
                </a:lnTo>
                <a:cubicBezTo>
                  <a:pt x="138490" y="82530"/>
                  <a:pt x="133050" y="87123"/>
                  <a:pt x="129545" y="92018"/>
                </a:cubicBezTo>
                <a:cubicBezTo>
                  <a:pt x="127187" y="95282"/>
                  <a:pt x="126009" y="98576"/>
                  <a:pt x="126009" y="101900"/>
                </a:cubicBezTo>
                <a:cubicBezTo>
                  <a:pt x="126009" y="104741"/>
                  <a:pt x="127006" y="107189"/>
                  <a:pt x="129001" y="109244"/>
                </a:cubicBezTo>
                <a:cubicBezTo>
                  <a:pt x="130512" y="110875"/>
                  <a:pt x="132627" y="111691"/>
                  <a:pt x="135347" y="111691"/>
                </a:cubicBezTo>
                <a:cubicBezTo>
                  <a:pt x="138308" y="111691"/>
                  <a:pt x="141814" y="109999"/>
                  <a:pt x="145863" y="106614"/>
                </a:cubicBezTo>
                <a:close/>
                <a:moveTo>
                  <a:pt x="223892" y="40978"/>
                </a:moveTo>
                <a:lnTo>
                  <a:pt x="223892" y="52129"/>
                </a:lnTo>
                <a:cubicBezTo>
                  <a:pt x="228486" y="47112"/>
                  <a:pt x="232807" y="43546"/>
                  <a:pt x="236856" y="41431"/>
                </a:cubicBezTo>
                <a:cubicBezTo>
                  <a:pt x="240725" y="39436"/>
                  <a:pt x="245046" y="38439"/>
                  <a:pt x="249821" y="38439"/>
                </a:cubicBezTo>
                <a:cubicBezTo>
                  <a:pt x="255200" y="38439"/>
                  <a:pt x="259763" y="39708"/>
                  <a:pt x="263510" y="42247"/>
                </a:cubicBezTo>
                <a:cubicBezTo>
                  <a:pt x="267197" y="44846"/>
                  <a:pt x="270038" y="48714"/>
                  <a:pt x="272032" y="53851"/>
                </a:cubicBezTo>
                <a:cubicBezTo>
                  <a:pt x="276807" y="48472"/>
                  <a:pt x="281461" y="44544"/>
                  <a:pt x="285993" y="42066"/>
                </a:cubicBezTo>
                <a:cubicBezTo>
                  <a:pt x="290405" y="39648"/>
                  <a:pt x="295029" y="38439"/>
                  <a:pt x="299864" y="38439"/>
                </a:cubicBezTo>
                <a:cubicBezTo>
                  <a:pt x="305666" y="38500"/>
                  <a:pt x="310350" y="39829"/>
                  <a:pt x="313916" y="42428"/>
                </a:cubicBezTo>
                <a:cubicBezTo>
                  <a:pt x="317361" y="45208"/>
                  <a:pt x="319779" y="48623"/>
                  <a:pt x="321169" y="52673"/>
                </a:cubicBezTo>
                <a:cubicBezTo>
                  <a:pt x="322499" y="56843"/>
                  <a:pt x="323163" y="63461"/>
                  <a:pt x="323163" y="72527"/>
                </a:cubicBezTo>
                <a:lnTo>
                  <a:pt x="323163" y="107249"/>
                </a:lnTo>
                <a:cubicBezTo>
                  <a:pt x="323163" y="113837"/>
                  <a:pt x="323768" y="117886"/>
                  <a:pt x="324977" y="119397"/>
                </a:cubicBezTo>
                <a:cubicBezTo>
                  <a:pt x="326125" y="121029"/>
                  <a:pt x="328573" y="122057"/>
                  <a:pt x="332320" y="122480"/>
                </a:cubicBezTo>
                <a:lnTo>
                  <a:pt x="332320" y="125743"/>
                </a:lnTo>
                <a:lnTo>
                  <a:pt x="288532" y="125743"/>
                </a:lnTo>
                <a:lnTo>
                  <a:pt x="288532" y="122480"/>
                </a:lnTo>
                <a:cubicBezTo>
                  <a:pt x="291977" y="122238"/>
                  <a:pt x="294515" y="120908"/>
                  <a:pt x="296147" y="118491"/>
                </a:cubicBezTo>
                <a:cubicBezTo>
                  <a:pt x="297235" y="116919"/>
                  <a:pt x="297779" y="113172"/>
                  <a:pt x="297779" y="107249"/>
                </a:cubicBezTo>
                <a:lnTo>
                  <a:pt x="297779" y="70804"/>
                </a:lnTo>
                <a:cubicBezTo>
                  <a:pt x="297779" y="63310"/>
                  <a:pt x="297477" y="58505"/>
                  <a:pt x="296872" y="56390"/>
                </a:cubicBezTo>
                <a:cubicBezTo>
                  <a:pt x="296208" y="54335"/>
                  <a:pt x="295271" y="52794"/>
                  <a:pt x="294062" y="51766"/>
                </a:cubicBezTo>
                <a:cubicBezTo>
                  <a:pt x="292672" y="50799"/>
                  <a:pt x="291131" y="50316"/>
                  <a:pt x="289438" y="50316"/>
                </a:cubicBezTo>
                <a:cubicBezTo>
                  <a:pt x="286779" y="50316"/>
                  <a:pt x="284150" y="51252"/>
                  <a:pt x="281551" y="53126"/>
                </a:cubicBezTo>
                <a:cubicBezTo>
                  <a:pt x="278892" y="55060"/>
                  <a:pt x="276202" y="57931"/>
                  <a:pt x="273483" y="61738"/>
                </a:cubicBezTo>
                <a:lnTo>
                  <a:pt x="273483" y="107249"/>
                </a:lnTo>
                <a:cubicBezTo>
                  <a:pt x="273483" y="113414"/>
                  <a:pt x="273996" y="117252"/>
                  <a:pt x="275024" y="118763"/>
                </a:cubicBezTo>
                <a:cubicBezTo>
                  <a:pt x="276353" y="121059"/>
                  <a:pt x="279013" y="122298"/>
                  <a:pt x="283002" y="122480"/>
                </a:cubicBezTo>
                <a:lnTo>
                  <a:pt x="283002" y="125743"/>
                </a:lnTo>
                <a:lnTo>
                  <a:pt x="239123" y="125743"/>
                </a:lnTo>
                <a:lnTo>
                  <a:pt x="239123" y="122480"/>
                </a:lnTo>
                <a:cubicBezTo>
                  <a:pt x="241480" y="122419"/>
                  <a:pt x="243354" y="121815"/>
                  <a:pt x="244744" y="120667"/>
                </a:cubicBezTo>
                <a:cubicBezTo>
                  <a:pt x="246073" y="119700"/>
                  <a:pt x="246980" y="118430"/>
                  <a:pt x="247464" y="116859"/>
                </a:cubicBezTo>
                <a:cubicBezTo>
                  <a:pt x="247887" y="115469"/>
                  <a:pt x="248098" y="112266"/>
                  <a:pt x="248098" y="107249"/>
                </a:cubicBezTo>
                <a:lnTo>
                  <a:pt x="248098" y="70804"/>
                </a:lnTo>
                <a:cubicBezTo>
                  <a:pt x="248098" y="63129"/>
                  <a:pt x="247796" y="58324"/>
                  <a:pt x="247192" y="56390"/>
                </a:cubicBezTo>
                <a:cubicBezTo>
                  <a:pt x="246527" y="54516"/>
                  <a:pt x="245529" y="53005"/>
                  <a:pt x="244200" y="51857"/>
                </a:cubicBezTo>
                <a:cubicBezTo>
                  <a:pt x="242749" y="50769"/>
                  <a:pt x="241208" y="50225"/>
                  <a:pt x="239576" y="50225"/>
                </a:cubicBezTo>
                <a:cubicBezTo>
                  <a:pt x="237098" y="50225"/>
                  <a:pt x="234892" y="50859"/>
                  <a:pt x="232958" y="52129"/>
                </a:cubicBezTo>
                <a:cubicBezTo>
                  <a:pt x="230057" y="54063"/>
                  <a:pt x="227035" y="57266"/>
                  <a:pt x="223892" y="61738"/>
                </a:cubicBezTo>
                <a:lnTo>
                  <a:pt x="223892" y="107249"/>
                </a:lnTo>
                <a:cubicBezTo>
                  <a:pt x="223892" y="113233"/>
                  <a:pt x="224497" y="117161"/>
                  <a:pt x="225705" y="119035"/>
                </a:cubicBezTo>
                <a:cubicBezTo>
                  <a:pt x="226854" y="120969"/>
                  <a:pt x="229302" y="122117"/>
                  <a:pt x="233049" y="122480"/>
                </a:cubicBezTo>
                <a:lnTo>
                  <a:pt x="233049" y="125743"/>
                </a:lnTo>
                <a:lnTo>
                  <a:pt x="189351" y="125743"/>
                </a:lnTo>
                <a:lnTo>
                  <a:pt x="189351" y="122480"/>
                </a:lnTo>
                <a:cubicBezTo>
                  <a:pt x="192857" y="122117"/>
                  <a:pt x="195395" y="120969"/>
                  <a:pt x="196967" y="119035"/>
                </a:cubicBezTo>
                <a:cubicBezTo>
                  <a:pt x="197934" y="117705"/>
                  <a:pt x="198447" y="113777"/>
                  <a:pt x="198508" y="107249"/>
                </a:cubicBezTo>
                <a:lnTo>
                  <a:pt x="198508" y="59381"/>
                </a:lnTo>
                <a:cubicBezTo>
                  <a:pt x="198508" y="52975"/>
                  <a:pt x="197934" y="48986"/>
                  <a:pt x="196785" y="47414"/>
                </a:cubicBezTo>
                <a:cubicBezTo>
                  <a:pt x="195516" y="45903"/>
                  <a:pt x="193038" y="44876"/>
                  <a:pt x="189351" y="44332"/>
                </a:cubicBezTo>
                <a:lnTo>
                  <a:pt x="189351" y="40978"/>
                </a:lnTo>
                <a:lnTo>
                  <a:pt x="223892" y="40978"/>
                </a:lnTo>
                <a:close/>
                <a:moveTo>
                  <a:pt x="375192" y="117131"/>
                </a:moveTo>
                <a:lnTo>
                  <a:pt x="375192" y="148680"/>
                </a:lnTo>
                <a:cubicBezTo>
                  <a:pt x="375192" y="153092"/>
                  <a:pt x="375555" y="156054"/>
                  <a:pt x="376280" y="157565"/>
                </a:cubicBezTo>
                <a:cubicBezTo>
                  <a:pt x="376884" y="159136"/>
                  <a:pt x="377942" y="160284"/>
                  <a:pt x="379453" y="161010"/>
                </a:cubicBezTo>
                <a:cubicBezTo>
                  <a:pt x="380843" y="161735"/>
                  <a:pt x="383684" y="162098"/>
                  <a:pt x="387975" y="162098"/>
                </a:cubicBezTo>
                <a:lnTo>
                  <a:pt x="387975" y="165452"/>
                </a:lnTo>
                <a:lnTo>
                  <a:pt x="339654" y="165452"/>
                </a:lnTo>
                <a:lnTo>
                  <a:pt x="339654" y="162098"/>
                </a:lnTo>
                <a:cubicBezTo>
                  <a:pt x="343341" y="162037"/>
                  <a:pt x="346121" y="160979"/>
                  <a:pt x="347995" y="158924"/>
                </a:cubicBezTo>
                <a:cubicBezTo>
                  <a:pt x="349143" y="157595"/>
                  <a:pt x="349747" y="153999"/>
                  <a:pt x="349808" y="148136"/>
                </a:cubicBezTo>
                <a:lnTo>
                  <a:pt x="349808" y="58656"/>
                </a:lnTo>
                <a:cubicBezTo>
                  <a:pt x="349747" y="52733"/>
                  <a:pt x="349052" y="48895"/>
                  <a:pt x="347723" y="47142"/>
                </a:cubicBezTo>
                <a:cubicBezTo>
                  <a:pt x="346332" y="45571"/>
                  <a:pt x="343643" y="44634"/>
                  <a:pt x="339654" y="44332"/>
                </a:cubicBezTo>
                <a:lnTo>
                  <a:pt x="339654" y="40978"/>
                </a:lnTo>
                <a:lnTo>
                  <a:pt x="375192" y="40978"/>
                </a:lnTo>
                <a:lnTo>
                  <a:pt x="375192" y="52129"/>
                </a:lnTo>
                <a:cubicBezTo>
                  <a:pt x="378154" y="47777"/>
                  <a:pt x="381176" y="44634"/>
                  <a:pt x="384258" y="42700"/>
                </a:cubicBezTo>
                <a:cubicBezTo>
                  <a:pt x="388670" y="39920"/>
                  <a:pt x="393475" y="38500"/>
                  <a:pt x="398673" y="38439"/>
                </a:cubicBezTo>
                <a:cubicBezTo>
                  <a:pt x="404837" y="38500"/>
                  <a:pt x="410519" y="40464"/>
                  <a:pt x="415716" y="44332"/>
                </a:cubicBezTo>
                <a:cubicBezTo>
                  <a:pt x="420793" y="48261"/>
                  <a:pt x="424661" y="53670"/>
                  <a:pt x="427321" y="60560"/>
                </a:cubicBezTo>
                <a:cubicBezTo>
                  <a:pt x="429920" y="67571"/>
                  <a:pt x="431249" y="75035"/>
                  <a:pt x="431310" y="82953"/>
                </a:cubicBezTo>
                <a:cubicBezTo>
                  <a:pt x="431310" y="91595"/>
                  <a:pt x="429950" y="99422"/>
                  <a:pt x="427230" y="106433"/>
                </a:cubicBezTo>
                <a:cubicBezTo>
                  <a:pt x="424390" y="113625"/>
                  <a:pt x="420401" y="119035"/>
                  <a:pt x="415263" y="122661"/>
                </a:cubicBezTo>
                <a:cubicBezTo>
                  <a:pt x="410005" y="126408"/>
                  <a:pt x="404173" y="128282"/>
                  <a:pt x="397766" y="128282"/>
                </a:cubicBezTo>
                <a:cubicBezTo>
                  <a:pt x="393112" y="128342"/>
                  <a:pt x="388761" y="127315"/>
                  <a:pt x="384711" y="125200"/>
                </a:cubicBezTo>
                <a:cubicBezTo>
                  <a:pt x="381689" y="123689"/>
                  <a:pt x="378516" y="120999"/>
                  <a:pt x="375192" y="117131"/>
                </a:cubicBezTo>
                <a:moveTo>
                  <a:pt x="375192" y="107974"/>
                </a:moveTo>
                <a:cubicBezTo>
                  <a:pt x="380329" y="115348"/>
                  <a:pt x="385890" y="119035"/>
                  <a:pt x="391873" y="119035"/>
                </a:cubicBezTo>
                <a:cubicBezTo>
                  <a:pt x="395137" y="119035"/>
                  <a:pt x="397827" y="117312"/>
                  <a:pt x="399942" y="113867"/>
                </a:cubicBezTo>
                <a:cubicBezTo>
                  <a:pt x="403085" y="108790"/>
                  <a:pt x="404656" y="99120"/>
                  <a:pt x="404656" y="84856"/>
                </a:cubicBezTo>
                <a:cubicBezTo>
                  <a:pt x="404656" y="70291"/>
                  <a:pt x="402934" y="60288"/>
                  <a:pt x="399489" y="54848"/>
                </a:cubicBezTo>
                <a:cubicBezTo>
                  <a:pt x="397192" y="51343"/>
                  <a:pt x="394110" y="49560"/>
                  <a:pt x="390241" y="49500"/>
                </a:cubicBezTo>
                <a:cubicBezTo>
                  <a:pt x="384077" y="49560"/>
                  <a:pt x="379060" y="53972"/>
                  <a:pt x="375192" y="62736"/>
                </a:cubicBezTo>
                <a:lnTo>
                  <a:pt x="375192" y="107974"/>
                </a:lnTo>
                <a:close/>
                <a:moveTo>
                  <a:pt x="477993" y="2810"/>
                </a:moveTo>
                <a:lnTo>
                  <a:pt x="477993" y="108156"/>
                </a:lnTo>
                <a:cubicBezTo>
                  <a:pt x="477993" y="114139"/>
                  <a:pt x="478688" y="117947"/>
                  <a:pt x="480078" y="119579"/>
                </a:cubicBezTo>
                <a:cubicBezTo>
                  <a:pt x="481408" y="121331"/>
                  <a:pt x="484128" y="122298"/>
                  <a:pt x="488237" y="122480"/>
                </a:cubicBezTo>
                <a:lnTo>
                  <a:pt x="488237" y="125743"/>
                </a:lnTo>
                <a:lnTo>
                  <a:pt x="442455" y="125743"/>
                </a:lnTo>
                <a:lnTo>
                  <a:pt x="442455" y="122480"/>
                </a:lnTo>
                <a:cubicBezTo>
                  <a:pt x="446142" y="122419"/>
                  <a:pt x="448922" y="121331"/>
                  <a:pt x="450795" y="119216"/>
                </a:cubicBezTo>
                <a:cubicBezTo>
                  <a:pt x="451944" y="117886"/>
                  <a:pt x="452548" y="114200"/>
                  <a:pt x="452609" y="108156"/>
                </a:cubicBezTo>
                <a:lnTo>
                  <a:pt x="452609" y="20398"/>
                </a:lnTo>
                <a:cubicBezTo>
                  <a:pt x="452548" y="14536"/>
                  <a:pt x="451853" y="10728"/>
                  <a:pt x="450523" y="8975"/>
                </a:cubicBezTo>
                <a:cubicBezTo>
                  <a:pt x="449133" y="7404"/>
                  <a:pt x="446444" y="6467"/>
                  <a:pt x="442455" y="6165"/>
                </a:cubicBezTo>
                <a:lnTo>
                  <a:pt x="442455" y="2810"/>
                </a:lnTo>
                <a:lnTo>
                  <a:pt x="477993" y="2810"/>
                </a:lnTo>
                <a:close/>
                <a:moveTo>
                  <a:pt x="567923" y="80324"/>
                </a:moveTo>
                <a:lnTo>
                  <a:pt x="521415" y="80324"/>
                </a:lnTo>
                <a:cubicBezTo>
                  <a:pt x="521959" y="91565"/>
                  <a:pt x="524951" y="100450"/>
                  <a:pt x="530390" y="106977"/>
                </a:cubicBezTo>
                <a:cubicBezTo>
                  <a:pt x="534500" y="111994"/>
                  <a:pt x="539517" y="114502"/>
                  <a:pt x="545440" y="114502"/>
                </a:cubicBezTo>
                <a:cubicBezTo>
                  <a:pt x="549005" y="114562"/>
                  <a:pt x="552299" y="113535"/>
                  <a:pt x="555321" y="111419"/>
                </a:cubicBezTo>
                <a:cubicBezTo>
                  <a:pt x="558283" y="109425"/>
                  <a:pt x="561456" y="105799"/>
                  <a:pt x="564840" y="100540"/>
                </a:cubicBezTo>
                <a:lnTo>
                  <a:pt x="567923" y="102535"/>
                </a:lnTo>
                <a:cubicBezTo>
                  <a:pt x="563269" y="111903"/>
                  <a:pt x="558192" y="118521"/>
                  <a:pt x="552692" y="122389"/>
                </a:cubicBezTo>
                <a:cubicBezTo>
                  <a:pt x="547132" y="126318"/>
                  <a:pt x="540695" y="128282"/>
                  <a:pt x="533382" y="128282"/>
                </a:cubicBezTo>
                <a:cubicBezTo>
                  <a:pt x="520750" y="128342"/>
                  <a:pt x="511231" y="123507"/>
                  <a:pt x="504825" y="113777"/>
                </a:cubicBezTo>
                <a:cubicBezTo>
                  <a:pt x="499627" y="105980"/>
                  <a:pt x="497028" y="96310"/>
                  <a:pt x="497028" y="84766"/>
                </a:cubicBezTo>
                <a:cubicBezTo>
                  <a:pt x="496967" y="70683"/>
                  <a:pt x="500805" y="59412"/>
                  <a:pt x="508542" y="50950"/>
                </a:cubicBezTo>
                <a:cubicBezTo>
                  <a:pt x="516157" y="42610"/>
                  <a:pt x="525102" y="38439"/>
                  <a:pt x="535376" y="38439"/>
                </a:cubicBezTo>
                <a:cubicBezTo>
                  <a:pt x="543959" y="38500"/>
                  <a:pt x="551423" y="42005"/>
                  <a:pt x="557769" y="48956"/>
                </a:cubicBezTo>
                <a:cubicBezTo>
                  <a:pt x="563994" y="56027"/>
                  <a:pt x="567379" y="66483"/>
                  <a:pt x="567923" y="80324"/>
                </a:cubicBezTo>
                <a:moveTo>
                  <a:pt x="545621" y="74249"/>
                </a:moveTo>
                <a:cubicBezTo>
                  <a:pt x="545560" y="64579"/>
                  <a:pt x="545047" y="57901"/>
                  <a:pt x="544080" y="54214"/>
                </a:cubicBezTo>
                <a:cubicBezTo>
                  <a:pt x="542992" y="50648"/>
                  <a:pt x="541330" y="47898"/>
                  <a:pt x="539093" y="45964"/>
                </a:cubicBezTo>
                <a:cubicBezTo>
                  <a:pt x="537764" y="44876"/>
                  <a:pt x="536071" y="44332"/>
                  <a:pt x="534017" y="44332"/>
                </a:cubicBezTo>
                <a:cubicBezTo>
                  <a:pt x="530813" y="44332"/>
                  <a:pt x="528245" y="45873"/>
                  <a:pt x="526311" y="48956"/>
                </a:cubicBezTo>
                <a:cubicBezTo>
                  <a:pt x="522745" y="54395"/>
                  <a:pt x="520962" y="61769"/>
                  <a:pt x="520962" y="71076"/>
                </a:cubicBezTo>
                <a:lnTo>
                  <a:pt x="520962" y="74249"/>
                </a:lnTo>
                <a:lnTo>
                  <a:pt x="545621" y="74249"/>
                </a:lnTo>
                <a:close/>
                <a:moveTo>
                  <a:pt x="614437" y="40978"/>
                </a:moveTo>
                <a:lnTo>
                  <a:pt x="614437" y="60197"/>
                </a:lnTo>
                <a:cubicBezTo>
                  <a:pt x="619997" y="51434"/>
                  <a:pt x="624923" y="45601"/>
                  <a:pt x="629214" y="42700"/>
                </a:cubicBezTo>
                <a:cubicBezTo>
                  <a:pt x="633445" y="39920"/>
                  <a:pt x="637525" y="38500"/>
                  <a:pt x="641453" y="38439"/>
                </a:cubicBezTo>
                <a:cubicBezTo>
                  <a:pt x="644777" y="38439"/>
                  <a:pt x="647497" y="39467"/>
                  <a:pt x="649612" y="41522"/>
                </a:cubicBezTo>
                <a:cubicBezTo>
                  <a:pt x="651607" y="43637"/>
                  <a:pt x="652604" y="46599"/>
                  <a:pt x="652604" y="50406"/>
                </a:cubicBezTo>
                <a:cubicBezTo>
                  <a:pt x="652544" y="54516"/>
                  <a:pt x="651577" y="57659"/>
                  <a:pt x="649703" y="59835"/>
                </a:cubicBezTo>
                <a:cubicBezTo>
                  <a:pt x="647709" y="62131"/>
                  <a:pt x="645321" y="63249"/>
                  <a:pt x="642541" y="63189"/>
                </a:cubicBezTo>
                <a:cubicBezTo>
                  <a:pt x="639338" y="63249"/>
                  <a:pt x="636558" y="62222"/>
                  <a:pt x="634200" y="60107"/>
                </a:cubicBezTo>
                <a:cubicBezTo>
                  <a:pt x="631843" y="58112"/>
                  <a:pt x="630453" y="56964"/>
                  <a:pt x="630030" y="56662"/>
                </a:cubicBezTo>
                <a:cubicBezTo>
                  <a:pt x="629365" y="56299"/>
                  <a:pt x="628670" y="56118"/>
                  <a:pt x="627945" y="56118"/>
                </a:cubicBezTo>
                <a:cubicBezTo>
                  <a:pt x="626132" y="56118"/>
                  <a:pt x="624470" y="56782"/>
                  <a:pt x="622959" y="58112"/>
                </a:cubicBezTo>
                <a:cubicBezTo>
                  <a:pt x="620481" y="60228"/>
                  <a:pt x="618607" y="63159"/>
                  <a:pt x="617338" y="66906"/>
                </a:cubicBezTo>
                <a:cubicBezTo>
                  <a:pt x="615404" y="72829"/>
                  <a:pt x="614437" y="79296"/>
                  <a:pt x="614437" y="86307"/>
                </a:cubicBezTo>
                <a:lnTo>
                  <a:pt x="614437" y="105799"/>
                </a:lnTo>
                <a:lnTo>
                  <a:pt x="614527" y="110875"/>
                </a:lnTo>
                <a:cubicBezTo>
                  <a:pt x="614467" y="114320"/>
                  <a:pt x="614679" y="116526"/>
                  <a:pt x="615162" y="117494"/>
                </a:cubicBezTo>
                <a:cubicBezTo>
                  <a:pt x="615887" y="119125"/>
                  <a:pt x="616975" y="120304"/>
                  <a:pt x="618426" y="121029"/>
                </a:cubicBezTo>
                <a:cubicBezTo>
                  <a:pt x="619755" y="121875"/>
                  <a:pt x="622143" y="122359"/>
                  <a:pt x="625588" y="122480"/>
                </a:cubicBezTo>
                <a:lnTo>
                  <a:pt x="625588" y="125743"/>
                </a:lnTo>
                <a:lnTo>
                  <a:pt x="579805" y="125743"/>
                </a:lnTo>
                <a:lnTo>
                  <a:pt x="579805" y="122480"/>
                </a:lnTo>
                <a:cubicBezTo>
                  <a:pt x="583432" y="122238"/>
                  <a:pt x="585940" y="121211"/>
                  <a:pt x="587330" y="119397"/>
                </a:cubicBezTo>
                <a:cubicBezTo>
                  <a:pt x="588599" y="117705"/>
                  <a:pt x="589234" y="113172"/>
                  <a:pt x="589234" y="105799"/>
                </a:cubicBezTo>
                <a:lnTo>
                  <a:pt x="589234" y="58928"/>
                </a:lnTo>
                <a:cubicBezTo>
                  <a:pt x="589173" y="54153"/>
                  <a:pt x="588932" y="51071"/>
                  <a:pt x="588508" y="49681"/>
                </a:cubicBezTo>
                <a:cubicBezTo>
                  <a:pt x="587844" y="48049"/>
                  <a:pt x="586967" y="46810"/>
                  <a:pt x="585879" y="45964"/>
                </a:cubicBezTo>
                <a:cubicBezTo>
                  <a:pt x="584671" y="45178"/>
                  <a:pt x="582646" y="44634"/>
                  <a:pt x="579805" y="44332"/>
                </a:cubicBezTo>
                <a:lnTo>
                  <a:pt x="579805" y="40978"/>
                </a:lnTo>
                <a:lnTo>
                  <a:pt x="614437" y="4097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55790-1D0B-4ADD-8CE8-138B187B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7" y="2075079"/>
            <a:ext cx="2124480" cy="448166"/>
          </a:xfrm>
          <a:custGeom xmlns:a="http://schemas.openxmlformats.org/drawingml/2006/main">
            <a:pathLst>
              <a:path w="2124480" h="448166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15FC5-9EDE-4298-ACBC-F62CC6F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7" y="2075079"/>
            <a:ext cx="2124480" cy="448166"/>
          </a:xfrm>
          <a:custGeom xmlns:a="http://schemas.openxmlformats.org/drawingml/2006/main">
            <a:pathLst>
              <a:path w="2124480" h="448166" fill="none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868686"/>
            </a:solidFill>
            <a:custDash>
              <a:ds d="600000" sp="400000"/>
            </a:custDash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EC78F-F942-40F4-A939-C7EA49A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0" y="117362"/>
            <a:ext cx="2124480" cy="448166"/>
          </a:xfrm>
          <a:custGeom xmlns:a="http://schemas.openxmlformats.org/drawingml/2006/main">
            <a:pathLst>
              <a:path w="2124480" h="448166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B40AB-2490-4147-8E4E-69C52F31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0" y="117362"/>
            <a:ext cx="2124480" cy="448166"/>
          </a:xfrm>
          <a:custGeom xmlns:a="http://schemas.openxmlformats.org/drawingml/2006/main">
            <a:pathLst>
              <a:path w="2124480" h="448166" fill="none">
                <a:moveTo>
                  <a:pt x="2124480" y="448166"/>
                </a:moveTo>
                <a:lnTo>
                  <a:pt x="2124480" y="0"/>
                </a:lnTo>
                <a:lnTo>
                  <a:pt x="0" y="0"/>
                </a:lnTo>
                <a:lnTo>
                  <a:pt x="0" y="448166"/>
                </a:lnTo>
                <a:lnTo>
                  <a:pt x="2124480" y="4481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868686"/>
            </a:solidFill>
            <a:custDash>
              <a:ds d="600000" sp="400000"/>
            </a:custDash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0C690-38B1-4A6B-9408-031B83D0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13" y="91845"/>
            <a:ext cx="1261261" cy="503924"/>
          </a:xfrm>
          <a:custGeom xmlns:a="http://schemas.openxmlformats.org/drawingml/2006/main">
            <a:pathLst>
              <a:path w="1261261" h="503924">
                <a:moveTo>
                  <a:pt x="1261261" y="503924"/>
                </a:moveTo>
                <a:lnTo>
                  <a:pt x="1261261" y="0"/>
                </a:lnTo>
                <a:lnTo>
                  <a:pt x="0" y="0"/>
                </a:lnTo>
                <a:lnTo>
                  <a:pt x="0" y="503924"/>
                </a:lnTo>
                <a:lnTo>
                  <a:pt x="1261261" y="503924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7C76C-B33D-4891-A001-7ADF8DA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13" y="91845"/>
            <a:ext cx="1261261" cy="503924"/>
          </a:xfrm>
          <a:custGeom xmlns:a="http://schemas.openxmlformats.org/drawingml/2006/main">
            <a:pathLst>
              <a:path w="1261261" h="503924" fill="none">
                <a:moveTo>
                  <a:pt x="1261261" y="503924"/>
                </a:moveTo>
                <a:lnTo>
                  <a:pt x="1261261" y="0"/>
                </a:lnTo>
                <a:lnTo>
                  <a:pt x="0" y="0"/>
                </a:lnTo>
                <a:lnTo>
                  <a:pt x="0" y="503924"/>
                </a:lnTo>
                <a:lnTo>
                  <a:pt x="1261261" y="503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2B366"/>
            </a:solidFill>
            <a:round/>
          </a:ln>
        </p:spPr>
      </p:sp>
      <p:sp>
        <p:nvSpPr>
          <p:cNvPr id="99" name="Text SystemBias">
            <a:extLst xmlns:a="http://schemas.openxmlformats.org/drawingml/2006/main">
              <a:ext uri="{FF2B5EF4-FFF2-40B4-BE49-F238E27FC236}">
                <a16:creationId xmlns:a16="http://schemas.microsoft.com/office/drawing/2014/main" id="{AF29CD8E-04C9-4EE9-BD9C-9A88823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074" y="175426"/>
            <a:ext cx="933152" cy="165905"/>
          </a:xfrm>
          <a:custGeom xmlns:a="http://schemas.openxmlformats.org/drawingml/2006/main">
            <a:pathLst>
              <a:path w="933152" h="165905">
                <a:moveTo>
                  <a:pt x="77604" y="91"/>
                </a:moveTo>
                <a:lnTo>
                  <a:pt x="78601" y="41068"/>
                </a:lnTo>
                <a:lnTo>
                  <a:pt x="74884" y="41068"/>
                </a:lnTo>
                <a:cubicBezTo>
                  <a:pt x="73071" y="30854"/>
                  <a:pt x="68780" y="22574"/>
                  <a:pt x="62010" y="16228"/>
                </a:cubicBezTo>
                <a:cubicBezTo>
                  <a:pt x="55120" y="10003"/>
                  <a:pt x="47686" y="6890"/>
                  <a:pt x="39708" y="6890"/>
                </a:cubicBezTo>
                <a:cubicBezTo>
                  <a:pt x="33483" y="6890"/>
                  <a:pt x="28618" y="8522"/>
                  <a:pt x="25112" y="11786"/>
                </a:cubicBezTo>
                <a:cubicBezTo>
                  <a:pt x="21486" y="15170"/>
                  <a:pt x="19673" y="18978"/>
                  <a:pt x="19673" y="23209"/>
                </a:cubicBezTo>
                <a:cubicBezTo>
                  <a:pt x="19673" y="25989"/>
                  <a:pt x="20308" y="28406"/>
                  <a:pt x="21577" y="30461"/>
                </a:cubicBezTo>
                <a:cubicBezTo>
                  <a:pt x="23269" y="33302"/>
                  <a:pt x="26079" y="36112"/>
                  <a:pt x="30008" y="38893"/>
                </a:cubicBezTo>
                <a:cubicBezTo>
                  <a:pt x="32788" y="40887"/>
                  <a:pt x="39346" y="44423"/>
                  <a:pt x="49681" y="49500"/>
                </a:cubicBezTo>
                <a:cubicBezTo>
                  <a:pt x="64065" y="56631"/>
                  <a:pt x="73766" y="63310"/>
                  <a:pt x="78782" y="69535"/>
                </a:cubicBezTo>
                <a:cubicBezTo>
                  <a:pt x="83738" y="75881"/>
                  <a:pt x="86216" y="83073"/>
                  <a:pt x="86216" y="91112"/>
                </a:cubicBezTo>
                <a:cubicBezTo>
                  <a:pt x="86216" y="101447"/>
                  <a:pt x="82227" y="110271"/>
                  <a:pt x="74249" y="117584"/>
                </a:cubicBezTo>
                <a:cubicBezTo>
                  <a:pt x="66151" y="125018"/>
                  <a:pt x="55967" y="128735"/>
                  <a:pt x="43697" y="128735"/>
                </a:cubicBezTo>
                <a:cubicBezTo>
                  <a:pt x="39769" y="128796"/>
                  <a:pt x="36112" y="128403"/>
                  <a:pt x="32728" y="127557"/>
                </a:cubicBezTo>
                <a:cubicBezTo>
                  <a:pt x="29222" y="126771"/>
                  <a:pt x="24901" y="125290"/>
                  <a:pt x="19764" y="123114"/>
                </a:cubicBezTo>
                <a:cubicBezTo>
                  <a:pt x="16862" y="121966"/>
                  <a:pt x="14475" y="121362"/>
                  <a:pt x="12602" y="121301"/>
                </a:cubicBezTo>
                <a:cubicBezTo>
                  <a:pt x="10970" y="121362"/>
                  <a:pt x="9308" y="121966"/>
                  <a:pt x="7615" y="123114"/>
                </a:cubicBezTo>
                <a:cubicBezTo>
                  <a:pt x="5863" y="124384"/>
                  <a:pt x="4442" y="126227"/>
                  <a:pt x="3354" y="128645"/>
                </a:cubicBezTo>
                <a:lnTo>
                  <a:pt x="0" y="128645"/>
                </a:lnTo>
                <a:lnTo>
                  <a:pt x="0" y="82227"/>
                </a:lnTo>
                <a:lnTo>
                  <a:pt x="3354" y="82227"/>
                </a:lnTo>
                <a:cubicBezTo>
                  <a:pt x="5953" y="95343"/>
                  <a:pt x="11091" y="105285"/>
                  <a:pt x="18766" y="112054"/>
                </a:cubicBezTo>
                <a:cubicBezTo>
                  <a:pt x="26261" y="118944"/>
                  <a:pt x="34420" y="122389"/>
                  <a:pt x="43244" y="122389"/>
                </a:cubicBezTo>
                <a:cubicBezTo>
                  <a:pt x="49953" y="122450"/>
                  <a:pt x="55362" y="120606"/>
                  <a:pt x="59472" y="116859"/>
                </a:cubicBezTo>
                <a:cubicBezTo>
                  <a:pt x="63461" y="113172"/>
                  <a:pt x="65455" y="108881"/>
                  <a:pt x="65455" y="103985"/>
                </a:cubicBezTo>
                <a:cubicBezTo>
                  <a:pt x="65455" y="101084"/>
                  <a:pt x="64700" y="98274"/>
                  <a:pt x="63189" y="95554"/>
                </a:cubicBezTo>
                <a:cubicBezTo>
                  <a:pt x="61618" y="92834"/>
                  <a:pt x="59260" y="90236"/>
                  <a:pt x="56118" y="87758"/>
                </a:cubicBezTo>
                <a:cubicBezTo>
                  <a:pt x="52914" y="85340"/>
                  <a:pt x="47354" y="82167"/>
                  <a:pt x="39436" y="78238"/>
                </a:cubicBezTo>
                <a:cubicBezTo>
                  <a:pt x="28255" y="72799"/>
                  <a:pt x="20217" y="68115"/>
                  <a:pt x="15321" y="64186"/>
                </a:cubicBezTo>
                <a:cubicBezTo>
                  <a:pt x="10426" y="60379"/>
                  <a:pt x="6679" y="56057"/>
                  <a:pt x="4080" y="51222"/>
                </a:cubicBezTo>
                <a:cubicBezTo>
                  <a:pt x="1420" y="46447"/>
                  <a:pt x="91" y="41189"/>
                  <a:pt x="91" y="35448"/>
                </a:cubicBezTo>
                <a:cubicBezTo>
                  <a:pt x="91" y="25656"/>
                  <a:pt x="3687" y="17316"/>
                  <a:pt x="10879" y="10426"/>
                </a:cubicBezTo>
                <a:cubicBezTo>
                  <a:pt x="18011" y="3536"/>
                  <a:pt x="27077" y="91"/>
                  <a:pt x="38077" y="91"/>
                </a:cubicBezTo>
                <a:cubicBezTo>
                  <a:pt x="42066" y="91"/>
                  <a:pt x="45934" y="574"/>
                  <a:pt x="49681" y="1541"/>
                </a:cubicBezTo>
                <a:cubicBezTo>
                  <a:pt x="52461" y="2327"/>
                  <a:pt x="55936" y="3657"/>
                  <a:pt x="60107" y="5530"/>
                </a:cubicBezTo>
                <a:cubicBezTo>
                  <a:pt x="64156" y="7525"/>
                  <a:pt x="66997" y="8522"/>
                  <a:pt x="68629" y="8522"/>
                </a:cubicBezTo>
                <a:cubicBezTo>
                  <a:pt x="70140" y="8582"/>
                  <a:pt x="71379" y="8099"/>
                  <a:pt x="72346" y="7071"/>
                </a:cubicBezTo>
                <a:cubicBezTo>
                  <a:pt x="73192" y="6165"/>
                  <a:pt x="74038" y="3838"/>
                  <a:pt x="74884" y="91"/>
                </a:cubicBezTo>
                <a:lnTo>
                  <a:pt x="77604" y="91"/>
                </a:lnTo>
                <a:close/>
                <a:moveTo>
                  <a:pt x="137976" y="129279"/>
                </a:moveTo>
                <a:lnTo>
                  <a:pt x="110598" y="66453"/>
                </a:lnTo>
                <a:cubicBezTo>
                  <a:pt x="106427" y="56964"/>
                  <a:pt x="103405" y="51131"/>
                  <a:pt x="101532" y="48956"/>
                </a:cubicBezTo>
                <a:cubicBezTo>
                  <a:pt x="99537" y="46780"/>
                  <a:pt x="97150" y="45269"/>
                  <a:pt x="94370" y="44423"/>
                </a:cubicBezTo>
                <a:lnTo>
                  <a:pt x="94370" y="41068"/>
                </a:lnTo>
                <a:lnTo>
                  <a:pt x="139427" y="41068"/>
                </a:lnTo>
                <a:lnTo>
                  <a:pt x="139427" y="44423"/>
                </a:lnTo>
                <a:cubicBezTo>
                  <a:pt x="136405" y="44604"/>
                  <a:pt x="134320" y="45178"/>
                  <a:pt x="133171" y="46145"/>
                </a:cubicBezTo>
                <a:cubicBezTo>
                  <a:pt x="131963" y="47173"/>
                  <a:pt x="131358" y="48412"/>
                  <a:pt x="131358" y="49862"/>
                </a:cubicBezTo>
                <a:cubicBezTo>
                  <a:pt x="131358" y="52159"/>
                  <a:pt x="132869" y="56692"/>
                  <a:pt x="135891" y="63461"/>
                </a:cubicBezTo>
                <a:lnTo>
                  <a:pt x="150397" y="96642"/>
                </a:lnTo>
                <a:lnTo>
                  <a:pt x="160278" y="70986"/>
                </a:lnTo>
                <a:cubicBezTo>
                  <a:pt x="163784" y="61859"/>
                  <a:pt x="165567" y="55513"/>
                  <a:pt x="165627" y="51947"/>
                </a:cubicBezTo>
                <a:cubicBezTo>
                  <a:pt x="165627" y="49772"/>
                  <a:pt x="164902" y="47989"/>
                  <a:pt x="163451" y="46599"/>
                </a:cubicBezTo>
                <a:cubicBezTo>
                  <a:pt x="161880" y="45269"/>
                  <a:pt x="159251" y="44544"/>
                  <a:pt x="155564" y="44423"/>
                </a:cubicBezTo>
                <a:lnTo>
                  <a:pt x="155564" y="41068"/>
                </a:lnTo>
                <a:lnTo>
                  <a:pt x="183940" y="41068"/>
                </a:lnTo>
                <a:lnTo>
                  <a:pt x="183940" y="44423"/>
                </a:lnTo>
                <a:cubicBezTo>
                  <a:pt x="181100" y="44725"/>
                  <a:pt x="178833" y="45783"/>
                  <a:pt x="177141" y="47596"/>
                </a:cubicBezTo>
                <a:cubicBezTo>
                  <a:pt x="175328" y="49530"/>
                  <a:pt x="172396" y="55815"/>
                  <a:pt x="168347" y="66453"/>
                </a:cubicBezTo>
                <a:lnTo>
                  <a:pt x="144141" y="129279"/>
                </a:lnTo>
                <a:cubicBezTo>
                  <a:pt x="138037" y="144993"/>
                  <a:pt x="133504" y="154664"/>
                  <a:pt x="130542" y="158290"/>
                </a:cubicBezTo>
                <a:cubicBezTo>
                  <a:pt x="126312" y="163367"/>
                  <a:pt x="121084" y="165905"/>
                  <a:pt x="114858" y="165905"/>
                </a:cubicBezTo>
                <a:cubicBezTo>
                  <a:pt x="109842" y="165905"/>
                  <a:pt x="105793" y="164455"/>
                  <a:pt x="102710" y="161554"/>
                </a:cubicBezTo>
                <a:cubicBezTo>
                  <a:pt x="99507" y="158773"/>
                  <a:pt x="97936" y="155328"/>
                  <a:pt x="97996" y="151219"/>
                </a:cubicBezTo>
                <a:cubicBezTo>
                  <a:pt x="97996" y="147713"/>
                  <a:pt x="99084" y="144812"/>
                  <a:pt x="101260" y="142515"/>
                </a:cubicBezTo>
                <a:cubicBezTo>
                  <a:pt x="103315" y="140279"/>
                  <a:pt x="105944" y="139131"/>
                  <a:pt x="109147" y="139070"/>
                </a:cubicBezTo>
                <a:cubicBezTo>
                  <a:pt x="112108" y="139131"/>
                  <a:pt x="114556" y="140098"/>
                  <a:pt x="116490" y="141971"/>
                </a:cubicBezTo>
                <a:cubicBezTo>
                  <a:pt x="118243" y="143905"/>
                  <a:pt x="119180" y="146897"/>
                  <a:pt x="119301" y="150947"/>
                </a:cubicBezTo>
                <a:cubicBezTo>
                  <a:pt x="119361" y="153304"/>
                  <a:pt x="119633" y="154784"/>
                  <a:pt x="120117" y="155389"/>
                </a:cubicBezTo>
                <a:cubicBezTo>
                  <a:pt x="120540" y="156054"/>
                  <a:pt x="121235" y="156386"/>
                  <a:pt x="122202" y="156386"/>
                </a:cubicBezTo>
                <a:cubicBezTo>
                  <a:pt x="123652" y="156386"/>
                  <a:pt x="125194" y="155510"/>
                  <a:pt x="126825" y="153757"/>
                </a:cubicBezTo>
                <a:cubicBezTo>
                  <a:pt x="129243" y="151219"/>
                  <a:pt x="132084" y="145416"/>
                  <a:pt x="135347" y="136351"/>
                </a:cubicBezTo>
                <a:lnTo>
                  <a:pt x="137976" y="129279"/>
                </a:lnTo>
                <a:close/>
                <a:moveTo>
                  <a:pt x="242296" y="38711"/>
                </a:moveTo>
                <a:lnTo>
                  <a:pt x="243656" y="67631"/>
                </a:lnTo>
                <a:lnTo>
                  <a:pt x="240573" y="67631"/>
                </a:lnTo>
                <a:cubicBezTo>
                  <a:pt x="236826" y="59109"/>
                  <a:pt x="233019" y="53247"/>
                  <a:pt x="229151" y="50044"/>
                </a:cubicBezTo>
                <a:cubicBezTo>
                  <a:pt x="225101" y="46901"/>
                  <a:pt x="221142" y="45329"/>
                  <a:pt x="217274" y="45329"/>
                </a:cubicBezTo>
                <a:cubicBezTo>
                  <a:pt x="214736" y="45329"/>
                  <a:pt x="212620" y="46145"/>
                  <a:pt x="210928" y="47777"/>
                </a:cubicBezTo>
                <a:cubicBezTo>
                  <a:pt x="209175" y="49530"/>
                  <a:pt x="208299" y="51464"/>
                  <a:pt x="208299" y="53579"/>
                </a:cubicBezTo>
                <a:cubicBezTo>
                  <a:pt x="208299" y="55211"/>
                  <a:pt x="208903" y="56782"/>
                  <a:pt x="210112" y="58293"/>
                </a:cubicBezTo>
                <a:cubicBezTo>
                  <a:pt x="211986" y="60771"/>
                  <a:pt x="217395" y="65002"/>
                  <a:pt x="226340" y="70986"/>
                </a:cubicBezTo>
                <a:cubicBezTo>
                  <a:pt x="235225" y="77090"/>
                  <a:pt x="241087" y="82197"/>
                  <a:pt x="243928" y="86307"/>
                </a:cubicBezTo>
                <a:cubicBezTo>
                  <a:pt x="246708" y="90598"/>
                  <a:pt x="248098" y="95312"/>
                  <a:pt x="248098" y="100450"/>
                </a:cubicBezTo>
                <a:cubicBezTo>
                  <a:pt x="248098" y="105164"/>
                  <a:pt x="246920" y="109788"/>
                  <a:pt x="244562" y="114320"/>
                </a:cubicBezTo>
                <a:cubicBezTo>
                  <a:pt x="242145" y="118853"/>
                  <a:pt x="238821" y="122329"/>
                  <a:pt x="234590" y="124746"/>
                </a:cubicBezTo>
                <a:cubicBezTo>
                  <a:pt x="230238" y="127224"/>
                  <a:pt x="225494" y="128433"/>
                  <a:pt x="220357" y="128373"/>
                </a:cubicBezTo>
                <a:cubicBezTo>
                  <a:pt x="216247" y="128373"/>
                  <a:pt x="210837" y="127103"/>
                  <a:pt x="204129" y="124565"/>
                </a:cubicBezTo>
                <a:cubicBezTo>
                  <a:pt x="202255" y="123961"/>
                  <a:pt x="201016" y="123628"/>
                  <a:pt x="200412" y="123568"/>
                </a:cubicBezTo>
                <a:cubicBezTo>
                  <a:pt x="198417" y="123628"/>
                  <a:pt x="196755" y="125139"/>
                  <a:pt x="195426" y="128101"/>
                </a:cubicBezTo>
                <a:lnTo>
                  <a:pt x="192434" y="128101"/>
                </a:lnTo>
                <a:lnTo>
                  <a:pt x="190983" y="97639"/>
                </a:lnTo>
                <a:lnTo>
                  <a:pt x="194066" y="97639"/>
                </a:lnTo>
                <a:cubicBezTo>
                  <a:pt x="196725" y="105617"/>
                  <a:pt x="200472" y="111601"/>
                  <a:pt x="205307" y="115590"/>
                </a:cubicBezTo>
                <a:cubicBezTo>
                  <a:pt x="209961" y="119579"/>
                  <a:pt x="214434" y="121573"/>
                  <a:pt x="218725" y="121573"/>
                </a:cubicBezTo>
                <a:cubicBezTo>
                  <a:pt x="221565" y="121573"/>
                  <a:pt x="223953" y="120667"/>
                  <a:pt x="225887" y="118853"/>
                </a:cubicBezTo>
                <a:cubicBezTo>
                  <a:pt x="227700" y="117161"/>
                  <a:pt x="228607" y="115016"/>
                  <a:pt x="228607" y="112417"/>
                </a:cubicBezTo>
                <a:cubicBezTo>
                  <a:pt x="228607" y="109516"/>
                  <a:pt x="227700" y="107007"/>
                  <a:pt x="225887" y="104892"/>
                </a:cubicBezTo>
                <a:cubicBezTo>
                  <a:pt x="224013" y="102837"/>
                  <a:pt x="219964" y="99634"/>
                  <a:pt x="213739" y="95282"/>
                </a:cubicBezTo>
                <a:cubicBezTo>
                  <a:pt x="204491" y="88876"/>
                  <a:pt x="198508" y="83980"/>
                  <a:pt x="195788" y="80595"/>
                </a:cubicBezTo>
                <a:cubicBezTo>
                  <a:pt x="191799" y="75639"/>
                  <a:pt x="189805" y="70170"/>
                  <a:pt x="189805" y="64186"/>
                </a:cubicBezTo>
                <a:cubicBezTo>
                  <a:pt x="189805" y="57719"/>
                  <a:pt x="192071" y="51796"/>
                  <a:pt x="196604" y="46417"/>
                </a:cubicBezTo>
                <a:cubicBezTo>
                  <a:pt x="201016" y="41159"/>
                  <a:pt x="207513" y="38530"/>
                  <a:pt x="216096" y="38530"/>
                </a:cubicBezTo>
                <a:cubicBezTo>
                  <a:pt x="220689" y="38530"/>
                  <a:pt x="225131" y="39648"/>
                  <a:pt x="229422" y="41884"/>
                </a:cubicBezTo>
                <a:cubicBezTo>
                  <a:pt x="231054" y="42791"/>
                  <a:pt x="232384" y="43244"/>
                  <a:pt x="233411" y="43244"/>
                </a:cubicBezTo>
                <a:cubicBezTo>
                  <a:pt x="234499" y="43244"/>
                  <a:pt x="235376" y="43002"/>
                  <a:pt x="236041" y="42519"/>
                </a:cubicBezTo>
                <a:cubicBezTo>
                  <a:pt x="236645" y="42096"/>
                  <a:pt x="237703" y="40827"/>
                  <a:pt x="239214" y="38711"/>
                </a:cubicBezTo>
                <a:lnTo>
                  <a:pt x="242296" y="38711"/>
                </a:lnTo>
                <a:close/>
                <a:moveTo>
                  <a:pt x="292777" y="10063"/>
                </a:moveTo>
                <a:lnTo>
                  <a:pt x="292777" y="41068"/>
                </a:lnTo>
                <a:lnTo>
                  <a:pt x="312904" y="41068"/>
                </a:lnTo>
                <a:lnTo>
                  <a:pt x="312904" y="50044"/>
                </a:lnTo>
                <a:lnTo>
                  <a:pt x="292777" y="50044"/>
                </a:lnTo>
                <a:lnTo>
                  <a:pt x="292777" y="102354"/>
                </a:lnTo>
                <a:cubicBezTo>
                  <a:pt x="292777" y="107310"/>
                  <a:pt x="293019" y="110452"/>
                  <a:pt x="293503" y="111782"/>
                </a:cubicBezTo>
                <a:cubicBezTo>
                  <a:pt x="293865" y="113293"/>
                  <a:pt x="294651" y="114441"/>
                  <a:pt x="295860" y="115227"/>
                </a:cubicBezTo>
                <a:cubicBezTo>
                  <a:pt x="296948" y="116134"/>
                  <a:pt x="298005" y="116587"/>
                  <a:pt x="299033" y="116587"/>
                </a:cubicBezTo>
                <a:cubicBezTo>
                  <a:pt x="302901" y="116587"/>
                  <a:pt x="306618" y="113595"/>
                  <a:pt x="310184" y="107612"/>
                </a:cubicBezTo>
                <a:lnTo>
                  <a:pt x="312904" y="109606"/>
                </a:lnTo>
                <a:cubicBezTo>
                  <a:pt x="307948" y="121211"/>
                  <a:pt x="300000" y="127013"/>
                  <a:pt x="289060" y="127013"/>
                </a:cubicBezTo>
                <a:cubicBezTo>
                  <a:pt x="283681" y="127013"/>
                  <a:pt x="279148" y="125502"/>
                  <a:pt x="275462" y="122480"/>
                </a:cubicBezTo>
                <a:cubicBezTo>
                  <a:pt x="271654" y="119579"/>
                  <a:pt x="269267" y="116255"/>
                  <a:pt x="268300" y="112507"/>
                </a:cubicBezTo>
                <a:cubicBezTo>
                  <a:pt x="267635" y="110452"/>
                  <a:pt x="267333" y="104892"/>
                  <a:pt x="267393" y="95826"/>
                </a:cubicBezTo>
                <a:lnTo>
                  <a:pt x="267393" y="50044"/>
                </a:lnTo>
                <a:lnTo>
                  <a:pt x="256333" y="50044"/>
                </a:lnTo>
                <a:lnTo>
                  <a:pt x="256333" y="46870"/>
                </a:lnTo>
                <a:cubicBezTo>
                  <a:pt x="263948" y="41552"/>
                  <a:pt x="270445" y="35901"/>
                  <a:pt x="275824" y="29917"/>
                </a:cubicBezTo>
                <a:cubicBezTo>
                  <a:pt x="281143" y="24055"/>
                  <a:pt x="285797" y="17437"/>
                  <a:pt x="289786" y="10063"/>
                </a:cubicBezTo>
                <a:lnTo>
                  <a:pt x="292777" y="10063"/>
                </a:lnTo>
                <a:close/>
                <a:moveTo>
                  <a:pt x="395059" y="80414"/>
                </a:moveTo>
                <a:lnTo>
                  <a:pt x="348551" y="80414"/>
                </a:lnTo>
                <a:cubicBezTo>
                  <a:pt x="349095" y="91656"/>
                  <a:pt x="352087" y="100540"/>
                  <a:pt x="357527" y="107068"/>
                </a:cubicBezTo>
                <a:cubicBezTo>
                  <a:pt x="361636" y="112084"/>
                  <a:pt x="366653" y="114592"/>
                  <a:pt x="372576" y="114592"/>
                </a:cubicBezTo>
                <a:cubicBezTo>
                  <a:pt x="376142" y="114653"/>
                  <a:pt x="379436" y="113625"/>
                  <a:pt x="382458" y="111510"/>
                </a:cubicBezTo>
                <a:cubicBezTo>
                  <a:pt x="385419" y="109516"/>
                  <a:pt x="388592" y="105889"/>
                  <a:pt x="391977" y="100631"/>
                </a:cubicBezTo>
                <a:lnTo>
                  <a:pt x="395059" y="102626"/>
                </a:lnTo>
                <a:cubicBezTo>
                  <a:pt x="390405" y="111994"/>
                  <a:pt x="385328" y="118612"/>
                  <a:pt x="379829" y="122480"/>
                </a:cubicBezTo>
                <a:cubicBezTo>
                  <a:pt x="374268" y="126408"/>
                  <a:pt x="367831" y="128373"/>
                  <a:pt x="360518" y="128373"/>
                </a:cubicBezTo>
                <a:cubicBezTo>
                  <a:pt x="347887" y="128433"/>
                  <a:pt x="338367" y="123598"/>
                  <a:pt x="331961" y="113867"/>
                </a:cubicBezTo>
                <a:cubicBezTo>
                  <a:pt x="326763" y="106071"/>
                  <a:pt x="324164" y="96400"/>
                  <a:pt x="324164" y="84856"/>
                </a:cubicBezTo>
                <a:cubicBezTo>
                  <a:pt x="324104" y="70774"/>
                  <a:pt x="327942" y="59502"/>
                  <a:pt x="335678" y="51041"/>
                </a:cubicBezTo>
                <a:cubicBezTo>
                  <a:pt x="343293" y="42700"/>
                  <a:pt x="352238" y="38530"/>
                  <a:pt x="362513" y="38530"/>
                </a:cubicBezTo>
                <a:cubicBezTo>
                  <a:pt x="371095" y="38590"/>
                  <a:pt x="378559" y="42096"/>
                  <a:pt x="384905" y="49046"/>
                </a:cubicBezTo>
                <a:cubicBezTo>
                  <a:pt x="391131" y="56118"/>
                  <a:pt x="394515" y="66574"/>
                  <a:pt x="395059" y="80414"/>
                </a:cubicBezTo>
                <a:moveTo>
                  <a:pt x="372757" y="74340"/>
                </a:moveTo>
                <a:cubicBezTo>
                  <a:pt x="372697" y="64670"/>
                  <a:pt x="372183" y="57991"/>
                  <a:pt x="371216" y="54304"/>
                </a:cubicBezTo>
                <a:cubicBezTo>
                  <a:pt x="370128" y="50739"/>
                  <a:pt x="368466" y="47989"/>
                  <a:pt x="366230" y="46055"/>
                </a:cubicBezTo>
                <a:cubicBezTo>
                  <a:pt x="364900" y="44967"/>
                  <a:pt x="363208" y="44423"/>
                  <a:pt x="361153" y="44423"/>
                </a:cubicBezTo>
                <a:cubicBezTo>
                  <a:pt x="357950" y="44423"/>
                  <a:pt x="355381" y="45964"/>
                  <a:pt x="353447" y="49046"/>
                </a:cubicBezTo>
                <a:cubicBezTo>
                  <a:pt x="349881" y="54486"/>
                  <a:pt x="348098" y="61859"/>
                  <a:pt x="348098" y="71167"/>
                </a:cubicBezTo>
                <a:lnTo>
                  <a:pt x="348098" y="74340"/>
                </a:lnTo>
                <a:lnTo>
                  <a:pt x="372757" y="74340"/>
                </a:lnTo>
                <a:close/>
                <a:moveTo>
                  <a:pt x="441573" y="41068"/>
                </a:moveTo>
                <a:lnTo>
                  <a:pt x="441573" y="52219"/>
                </a:lnTo>
                <a:cubicBezTo>
                  <a:pt x="446167" y="47203"/>
                  <a:pt x="450488" y="43637"/>
                  <a:pt x="454537" y="41522"/>
                </a:cubicBezTo>
                <a:cubicBezTo>
                  <a:pt x="458406" y="39527"/>
                  <a:pt x="462727" y="38530"/>
                  <a:pt x="467502" y="38530"/>
                </a:cubicBezTo>
                <a:cubicBezTo>
                  <a:pt x="472881" y="38530"/>
                  <a:pt x="477444" y="39799"/>
                  <a:pt x="481191" y="42338"/>
                </a:cubicBezTo>
                <a:cubicBezTo>
                  <a:pt x="484878" y="44936"/>
                  <a:pt x="487718" y="48805"/>
                  <a:pt x="489713" y="53942"/>
                </a:cubicBezTo>
                <a:cubicBezTo>
                  <a:pt x="494488" y="48563"/>
                  <a:pt x="499141" y="44634"/>
                  <a:pt x="503674" y="42156"/>
                </a:cubicBezTo>
                <a:cubicBezTo>
                  <a:pt x="508086" y="39739"/>
                  <a:pt x="512710" y="38530"/>
                  <a:pt x="517545" y="38530"/>
                </a:cubicBezTo>
                <a:cubicBezTo>
                  <a:pt x="523347" y="38590"/>
                  <a:pt x="528031" y="39920"/>
                  <a:pt x="531597" y="42519"/>
                </a:cubicBezTo>
                <a:cubicBezTo>
                  <a:pt x="535042" y="45299"/>
                  <a:pt x="537460" y="48714"/>
                  <a:pt x="538850" y="52763"/>
                </a:cubicBezTo>
                <a:cubicBezTo>
                  <a:pt x="540180" y="56934"/>
                  <a:pt x="540844" y="63552"/>
                  <a:pt x="540844" y="72618"/>
                </a:cubicBezTo>
                <a:lnTo>
                  <a:pt x="540844" y="107340"/>
                </a:lnTo>
                <a:cubicBezTo>
                  <a:pt x="540844" y="113928"/>
                  <a:pt x="541449" y="117977"/>
                  <a:pt x="542658" y="119488"/>
                </a:cubicBezTo>
                <a:cubicBezTo>
                  <a:pt x="543806" y="121120"/>
                  <a:pt x="546254" y="122147"/>
                  <a:pt x="550001" y="122570"/>
                </a:cubicBezTo>
                <a:lnTo>
                  <a:pt x="550001" y="125834"/>
                </a:lnTo>
                <a:lnTo>
                  <a:pt x="506213" y="125834"/>
                </a:lnTo>
                <a:lnTo>
                  <a:pt x="506213" y="122570"/>
                </a:lnTo>
                <a:cubicBezTo>
                  <a:pt x="509658" y="122329"/>
                  <a:pt x="512196" y="120999"/>
                  <a:pt x="513828" y="118581"/>
                </a:cubicBezTo>
                <a:cubicBezTo>
                  <a:pt x="514916" y="117010"/>
                  <a:pt x="515460" y="113263"/>
                  <a:pt x="515460" y="107340"/>
                </a:cubicBezTo>
                <a:lnTo>
                  <a:pt x="515460" y="70895"/>
                </a:lnTo>
                <a:cubicBezTo>
                  <a:pt x="515460" y="63401"/>
                  <a:pt x="515158" y="58596"/>
                  <a:pt x="514553" y="56480"/>
                </a:cubicBezTo>
                <a:cubicBezTo>
                  <a:pt x="513889" y="54425"/>
                  <a:pt x="512952" y="52884"/>
                  <a:pt x="511743" y="51857"/>
                </a:cubicBezTo>
                <a:cubicBezTo>
                  <a:pt x="510353" y="50890"/>
                  <a:pt x="508812" y="50406"/>
                  <a:pt x="507119" y="50406"/>
                </a:cubicBezTo>
                <a:cubicBezTo>
                  <a:pt x="504460" y="50406"/>
                  <a:pt x="501831" y="51343"/>
                  <a:pt x="499232" y="53217"/>
                </a:cubicBezTo>
                <a:cubicBezTo>
                  <a:pt x="496573" y="55151"/>
                  <a:pt x="493883" y="58021"/>
                  <a:pt x="491163" y="61829"/>
                </a:cubicBezTo>
                <a:lnTo>
                  <a:pt x="491163" y="107340"/>
                </a:lnTo>
                <a:cubicBezTo>
                  <a:pt x="491163" y="113505"/>
                  <a:pt x="491677" y="117342"/>
                  <a:pt x="492705" y="118853"/>
                </a:cubicBezTo>
                <a:cubicBezTo>
                  <a:pt x="494034" y="121150"/>
                  <a:pt x="496694" y="122389"/>
                  <a:pt x="500683" y="122570"/>
                </a:cubicBezTo>
                <a:lnTo>
                  <a:pt x="500683" y="125834"/>
                </a:lnTo>
                <a:lnTo>
                  <a:pt x="456804" y="125834"/>
                </a:lnTo>
                <a:lnTo>
                  <a:pt x="456804" y="122570"/>
                </a:lnTo>
                <a:cubicBezTo>
                  <a:pt x="459161" y="122510"/>
                  <a:pt x="461035" y="121906"/>
                  <a:pt x="462425" y="120757"/>
                </a:cubicBezTo>
                <a:cubicBezTo>
                  <a:pt x="463754" y="119790"/>
                  <a:pt x="464661" y="118521"/>
                  <a:pt x="465144" y="116950"/>
                </a:cubicBezTo>
                <a:cubicBezTo>
                  <a:pt x="465568" y="115559"/>
                  <a:pt x="465779" y="112356"/>
                  <a:pt x="465779" y="107340"/>
                </a:cubicBezTo>
                <a:lnTo>
                  <a:pt x="465779" y="70895"/>
                </a:lnTo>
                <a:cubicBezTo>
                  <a:pt x="465779" y="63219"/>
                  <a:pt x="465477" y="58414"/>
                  <a:pt x="464872" y="56480"/>
                </a:cubicBezTo>
                <a:cubicBezTo>
                  <a:pt x="464208" y="54607"/>
                  <a:pt x="463210" y="53096"/>
                  <a:pt x="461881" y="51947"/>
                </a:cubicBezTo>
                <a:cubicBezTo>
                  <a:pt x="460430" y="50859"/>
                  <a:pt x="458889" y="50316"/>
                  <a:pt x="457257" y="50316"/>
                </a:cubicBezTo>
                <a:cubicBezTo>
                  <a:pt x="454779" y="50316"/>
                  <a:pt x="452573" y="50950"/>
                  <a:pt x="450639" y="52219"/>
                </a:cubicBezTo>
                <a:cubicBezTo>
                  <a:pt x="447738" y="54153"/>
                  <a:pt x="444716" y="57357"/>
                  <a:pt x="441573" y="61829"/>
                </a:cubicBezTo>
                <a:lnTo>
                  <a:pt x="441573" y="107340"/>
                </a:lnTo>
                <a:cubicBezTo>
                  <a:pt x="441573" y="113323"/>
                  <a:pt x="442178" y="117252"/>
                  <a:pt x="443386" y="119125"/>
                </a:cubicBezTo>
                <a:cubicBezTo>
                  <a:pt x="444535" y="121059"/>
                  <a:pt x="446983" y="122208"/>
                  <a:pt x="450730" y="122570"/>
                </a:cubicBezTo>
                <a:lnTo>
                  <a:pt x="450730" y="125834"/>
                </a:lnTo>
                <a:lnTo>
                  <a:pt x="407032" y="125834"/>
                </a:lnTo>
                <a:lnTo>
                  <a:pt x="407032" y="122570"/>
                </a:lnTo>
                <a:cubicBezTo>
                  <a:pt x="410538" y="122208"/>
                  <a:pt x="413076" y="121059"/>
                  <a:pt x="414648" y="119125"/>
                </a:cubicBezTo>
                <a:cubicBezTo>
                  <a:pt x="415615" y="117796"/>
                  <a:pt x="416128" y="113867"/>
                  <a:pt x="416189" y="107340"/>
                </a:cubicBezTo>
                <a:lnTo>
                  <a:pt x="416189" y="59472"/>
                </a:lnTo>
                <a:cubicBezTo>
                  <a:pt x="416189" y="53065"/>
                  <a:pt x="415615" y="49077"/>
                  <a:pt x="414466" y="47505"/>
                </a:cubicBezTo>
                <a:cubicBezTo>
                  <a:pt x="413197" y="45994"/>
                  <a:pt x="410719" y="44967"/>
                  <a:pt x="407032" y="44423"/>
                </a:cubicBezTo>
                <a:lnTo>
                  <a:pt x="407032" y="41068"/>
                </a:lnTo>
                <a:lnTo>
                  <a:pt x="441573" y="41068"/>
                </a:lnTo>
                <a:close/>
                <a:moveTo>
                  <a:pt x="681206" y="60651"/>
                </a:moveTo>
                <a:cubicBezTo>
                  <a:pt x="692870" y="63370"/>
                  <a:pt x="701060" y="66664"/>
                  <a:pt x="705774" y="70532"/>
                </a:cubicBezTo>
                <a:cubicBezTo>
                  <a:pt x="712543" y="76093"/>
                  <a:pt x="715928" y="83225"/>
                  <a:pt x="715928" y="91928"/>
                </a:cubicBezTo>
                <a:cubicBezTo>
                  <a:pt x="715928" y="101175"/>
                  <a:pt x="712211" y="108821"/>
                  <a:pt x="704777" y="114864"/>
                </a:cubicBezTo>
                <a:cubicBezTo>
                  <a:pt x="695590" y="122238"/>
                  <a:pt x="682324" y="125895"/>
                  <a:pt x="664978" y="125834"/>
                </a:cubicBezTo>
                <a:lnTo>
                  <a:pt x="602514" y="125834"/>
                </a:lnTo>
                <a:lnTo>
                  <a:pt x="602514" y="122480"/>
                </a:lnTo>
                <a:cubicBezTo>
                  <a:pt x="608135" y="122480"/>
                  <a:pt x="612003" y="121936"/>
                  <a:pt x="614118" y="120848"/>
                </a:cubicBezTo>
                <a:cubicBezTo>
                  <a:pt x="616113" y="119881"/>
                  <a:pt x="617533" y="118521"/>
                  <a:pt x="618379" y="116768"/>
                </a:cubicBezTo>
                <a:cubicBezTo>
                  <a:pt x="619165" y="115076"/>
                  <a:pt x="619558" y="110906"/>
                  <a:pt x="619558" y="104257"/>
                </a:cubicBezTo>
                <a:lnTo>
                  <a:pt x="619558" y="24478"/>
                </a:lnTo>
                <a:cubicBezTo>
                  <a:pt x="619558" y="17890"/>
                  <a:pt x="619165" y="13689"/>
                  <a:pt x="618379" y="11876"/>
                </a:cubicBezTo>
                <a:cubicBezTo>
                  <a:pt x="617533" y="10184"/>
                  <a:pt x="616083" y="8824"/>
                  <a:pt x="614028" y="7797"/>
                </a:cubicBezTo>
                <a:cubicBezTo>
                  <a:pt x="611912" y="6830"/>
                  <a:pt x="608074" y="6316"/>
                  <a:pt x="602514" y="6255"/>
                </a:cubicBezTo>
                <a:lnTo>
                  <a:pt x="602514" y="2901"/>
                </a:lnTo>
                <a:lnTo>
                  <a:pt x="661442" y="2901"/>
                </a:lnTo>
                <a:cubicBezTo>
                  <a:pt x="675464" y="2962"/>
                  <a:pt x="685436" y="4201"/>
                  <a:pt x="691359" y="6618"/>
                </a:cubicBezTo>
                <a:cubicBezTo>
                  <a:pt x="697222" y="9157"/>
                  <a:pt x="701846" y="12904"/>
                  <a:pt x="705230" y="17860"/>
                </a:cubicBezTo>
                <a:cubicBezTo>
                  <a:pt x="708554" y="22876"/>
                  <a:pt x="710247" y="28195"/>
                  <a:pt x="710307" y="33816"/>
                </a:cubicBezTo>
                <a:cubicBezTo>
                  <a:pt x="710247" y="39739"/>
                  <a:pt x="708101" y="44997"/>
                  <a:pt x="703870" y="49590"/>
                </a:cubicBezTo>
                <a:cubicBezTo>
                  <a:pt x="699519" y="54244"/>
                  <a:pt x="691964" y="57931"/>
                  <a:pt x="681206" y="60651"/>
                </a:cubicBezTo>
                <a:moveTo>
                  <a:pt x="648206" y="58203"/>
                </a:moveTo>
                <a:cubicBezTo>
                  <a:pt x="656788" y="58203"/>
                  <a:pt x="663134" y="57236"/>
                  <a:pt x="667244" y="55302"/>
                </a:cubicBezTo>
                <a:cubicBezTo>
                  <a:pt x="671294" y="53428"/>
                  <a:pt x="674406" y="50708"/>
                  <a:pt x="676582" y="47142"/>
                </a:cubicBezTo>
                <a:cubicBezTo>
                  <a:pt x="678758" y="43637"/>
                  <a:pt x="679846" y="39165"/>
                  <a:pt x="679846" y="33725"/>
                </a:cubicBezTo>
                <a:cubicBezTo>
                  <a:pt x="679785" y="28346"/>
                  <a:pt x="678728" y="23873"/>
                  <a:pt x="676673" y="20308"/>
                </a:cubicBezTo>
                <a:cubicBezTo>
                  <a:pt x="674497" y="16862"/>
                  <a:pt x="671414" y="14233"/>
                  <a:pt x="667426" y="12420"/>
                </a:cubicBezTo>
                <a:cubicBezTo>
                  <a:pt x="663376" y="10607"/>
                  <a:pt x="656970" y="9731"/>
                  <a:pt x="648206" y="9791"/>
                </a:cubicBezTo>
                <a:lnTo>
                  <a:pt x="648206" y="58203"/>
                </a:lnTo>
                <a:moveTo>
                  <a:pt x="648206" y="65274"/>
                </a:moveTo>
                <a:lnTo>
                  <a:pt x="648206" y="104711"/>
                </a:lnTo>
                <a:lnTo>
                  <a:pt x="648115" y="109244"/>
                </a:lnTo>
                <a:cubicBezTo>
                  <a:pt x="648055" y="112507"/>
                  <a:pt x="648901" y="114955"/>
                  <a:pt x="650654" y="116587"/>
                </a:cubicBezTo>
                <a:cubicBezTo>
                  <a:pt x="652286" y="118340"/>
                  <a:pt x="654733" y="119186"/>
                  <a:pt x="657997" y="119125"/>
                </a:cubicBezTo>
                <a:cubicBezTo>
                  <a:pt x="662772" y="119125"/>
                  <a:pt x="667244" y="118037"/>
                  <a:pt x="671414" y="115862"/>
                </a:cubicBezTo>
                <a:cubicBezTo>
                  <a:pt x="675464" y="113807"/>
                  <a:pt x="678577" y="110694"/>
                  <a:pt x="680752" y="106524"/>
                </a:cubicBezTo>
                <a:cubicBezTo>
                  <a:pt x="682928" y="102474"/>
                  <a:pt x="684016" y="97941"/>
                  <a:pt x="684016" y="92925"/>
                </a:cubicBezTo>
                <a:cubicBezTo>
                  <a:pt x="683956" y="87244"/>
                  <a:pt x="682626" y="82076"/>
                  <a:pt x="680027" y="77422"/>
                </a:cubicBezTo>
                <a:cubicBezTo>
                  <a:pt x="677307" y="72890"/>
                  <a:pt x="673651" y="69716"/>
                  <a:pt x="669057" y="67903"/>
                </a:cubicBezTo>
                <a:cubicBezTo>
                  <a:pt x="664404" y="66090"/>
                  <a:pt x="657453" y="65214"/>
                  <a:pt x="648206" y="65274"/>
                </a:cubicBezTo>
                <a:close/>
                <a:moveTo>
                  <a:pt x="753317" y="0"/>
                </a:moveTo>
                <a:cubicBezTo>
                  <a:pt x="757185" y="0"/>
                  <a:pt x="760509" y="1360"/>
                  <a:pt x="763289" y="4080"/>
                </a:cubicBezTo>
                <a:cubicBezTo>
                  <a:pt x="766009" y="6920"/>
                  <a:pt x="767369" y="10244"/>
                  <a:pt x="767369" y="14052"/>
                </a:cubicBezTo>
                <a:cubicBezTo>
                  <a:pt x="767369" y="17981"/>
                  <a:pt x="766009" y="21275"/>
                  <a:pt x="763289" y="23934"/>
                </a:cubicBezTo>
                <a:cubicBezTo>
                  <a:pt x="760449" y="26654"/>
                  <a:pt x="757124" y="28014"/>
                  <a:pt x="753317" y="28014"/>
                </a:cubicBezTo>
                <a:cubicBezTo>
                  <a:pt x="749388" y="28014"/>
                  <a:pt x="746094" y="26654"/>
                  <a:pt x="743435" y="23934"/>
                </a:cubicBezTo>
                <a:cubicBezTo>
                  <a:pt x="740715" y="21275"/>
                  <a:pt x="739355" y="17981"/>
                  <a:pt x="739355" y="14052"/>
                </a:cubicBezTo>
                <a:cubicBezTo>
                  <a:pt x="739355" y="10244"/>
                  <a:pt x="740715" y="6920"/>
                  <a:pt x="743435" y="4080"/>
                </a:cubicBezTo>
                <a:cubicBezTo>
                  <a:pt x="746094" y="1360"/>
                  <a:pt x="749388" y="0"/>
                  <a:pt x="753317" y="0"/>
                </a:cubicBezTo>
                <a:moveTo>
                  <a:pt x="766009" y="41068"/>
                </a:moveTo>
                <a:lnTo>
                  <a:pt x="766009" y="108246"/>
                </a:lnTo>
                <a:cubicBezTo>
                  <a:pt x="766009" y="114230"/>
                  <a:pt x="766704" y="118037"/>
                  <a:pt x="768094" y="119669"/>
                </a:cubicBezTo>
                <a:cubicBezTo>
                  <a:pt x="769424" y="121422"/>
                  <a:pt x="772143" y="122389"/>
                  <a:pt x="776253" y="122570"/>
                </a:cubicBezTo>
                <a:lnTo>
                  <a:pt x="776253" y="125834"/>
                </a:lnTo>
                <a:lnTo>
                  <a:pt x="730471" y="125834"/>
                </a:lnTo>
                <a:lnTo>
                  <a:pt x="730471" y="122570"/>
                </a:lnTo>
                <a:cubicBezTo>
                  <a:pt x="734158" y="122510"/>
                  <a:pt x="736938" y="121422"/>
                  <a:pt x="738811" y="119307"/>
                </a:cubicBezTo>
                <a:cubicBezTo>
                  <a:pt x="739960" y="117977"/>
                  <a:pt x="740564" y="114290"/>
                  <a:pt x="740624" y="108246"/>
                </a:cubicBezTo>
                <a:lnTo>
                  <a:pt x="740624" y="58747"/>
                </a:lnTo>
                <a:cubicBezTo>
                  <a:pt x="740564" y="52824"/>
                  <a:pt x="739869" y="48986"/>
                  <a:pt x="738539" y="47233"/>
                </a:cubicBezTo>
                <a:cubicBezTo>
                  <a:pt x="737149" y="45662"/>
                  <a:pt x="734460" y="44725"/>
                  <a:pt x="730471" y="44423"/>
                </a:cubicBezTo>
                <a:lnTo>
                  <a:pt x="730471" y="41068"/>
                </a:lnTo>
                <a:lnTo>
                  <a:pt x="766009" y="41068"/>
                </a:lnTo>
                <a:close/>
                <a:moveTo>
                  <a:pt x="830917" y="113323"/>
                </a:moveTo>
                <a:cubicBezTo>
                  <a:pt x="820582" y="122510"/>
                  <a:pt x="811305" y="127073"/>
                  <a:pt x="803085" y="127013"/>
                </a:cubicBezTo>
                <a:cubicBezTo>
                  <a:pt x="798190" y="127013"/>
                  <a:pt x="794170" y="125411"/>
                  <a:pt x="791028" y="122208"/>
                </a:cubicBezTo>
                <a:cubicBezTo>
                  <a:pt x="787824" y="119125"/>
                  <a:pt x="786223" y="115167"/>
                  <a:pt x="786223" y="110331"/>
                </a:cubicBezTo>
                <a:cubicBezTo>
                  <a:pt x="786223" y="103925"/>
                  <a:pt x="789003" y="98093"/>
                  <a:pt x="794563" y="92834"/>
                </a:cubicBezTo>
                <a:cubicBezTo>
                  <a:pt x="800063" y="87758"/>
                  <a:pt x="812181" y="80898"/>
                  <a:pt x="830917" y="72255"/>
                </a:cubicBezTo>
                <a:lnTo>
                  <a:pt x="830917" y="63733"/>
                </a:lnTo>
                <a:cubicBezTo>
                  <a:pt x="830857" y="57387"/>
                  <a:pt x="830524" y="53337"/>
                  <a:pt x="829920" y="51585"/>
                </a:cubicBezTo>
                <a:cubicBezTo>
                  <a:pt x="829134" y="49953"/>
                  <a:pt x="827805" y="48502"/>
                  <a:pt x="825931" y="47233"/>
                </a:cubicBezTo>
                <a:cubicBezTo>
                  <a:pt x="823997" y="46085"/>
                  <a:pt x="821821" y="45480"/>
                  <a:pt x="819404" y="45420"/>
                </a:cubicBezTo>
                <a:cubicBezTo>
                  <a:pt x="815475" y="45480"/>
                  <a:pt x="812242" y="46357"/>
                  <a:pt x="809703" y="48049"/>
                </a:cubicBezTo>
                <a:cubicBezTo>
                  <a:pt x="808132" y="49137"/>
                  <a:pt x="807346" y="50406"/>
                  <a:pt x="807346" y="51857"/>
                </a:cubicBezTo>
                <a:cubicBezTo>
                  <a:pt x="807286" y="53126"/>
                  <a:pt x="808132" y="54697"/>
                  <a:pt x="809885" y="56571"/>
                </a:cubicBezTo>
                <a:cubicBezTo>
                  <a:pt x="812121" y="59230"/>
                  <a:pt x="813269" y="61738"/>
                  <a:pt x="813330" y="64096"/>
                </a:cubicBezTo>
                <a:cubicBezTo>
                  <a:pt x="813330" y="67118"/>
                  <a:pt x="812242" y="69626"/>
                  <a:pt x="810066" y="71620"/>
                </a:cubicBezTo>
                <a:cubicBezTo>
                  <a:pt x="807769" y="73736"/>
                  <a:pt x="804868" y="74793"/>
                  <a:pt x="801363" y="74793"/>
                </a:cubicBezTo>
                <a:cubicBezTo>
                  <a:pt x="797555" y="74793"/>
                  <a:pt x="794382" y="73645"/>
                  <a:pt x="791843" y="71348"/>
                </a:cubicBezTo>
                <a:cubicBezTo>
                  <a:pt x="789184" y="69112"/>
                  <a:pt x="787885" y="66423"/>
                  <a:pt x="787945" y="63280"/>
                </a:cubicBezTo>
                <a:cubicBezTo>
                  <a:pt x="787945" y="58928"/>
                  <a:pt x="789668" y="54758"/>
                  <a:pt x="793113" y="50769"/>
                </a:cubicBezTo>
                <a:cubicBezTo>
                  <a:pt x="796558" y="46901"/>
                  <a:pt x="801363" y="43879"/>
                  <a:pt x="807527" y="41703"/>
                </a:cubicBezTo>
                <a:cubicBezTo>
                  <a:pt x="813692" y="39648"/>
                  <a:pt x="820099" y="38590"/>
                  <a:pt x="826747" y="38530"/>
                </a:cubicBezTo>
                <a:cubicBezTo>
                  <a:pt x="834785" y="38590"/>
                  <a:pt x="841162" y="40283"/>
                  <a:pt x="845876" y="43607"/>
                </a:cubicBezTo>
                <a:cubicBezTo>
                  <a:pt x="850469" y="47052"/>
                  <a:pt x="853491" y="50769"/>
                  <a:pt x="854942" y="54758"/>
                </a:cubicBezTo>
                <a:cubicBezTo>
                  <a:pt x="855728" y="57296"/>
                  <a:pt x="856151" y="63129"/>
                  <a:pt x="856211" y="72255"/>
                </a:cubicBezTo>
                <a:lnTo>
                  <a:pt x="856211" y="105164"/>
                </a:lnTo>
                <a:cubicBezTo>
                  <a:pt x="856211" y="109092"/>
                  <a:pt x="856362" y="111510"/>
                  <a:pt x="856664" y="112417"/>
                </a:cubicBezTo>
                <a:cubicBezTo>
                  <a:pt x="856906" y="113505"/>
                  <a:pt x="857359" y="114260"/>
                  <a:pt x="858024" y="114683"/>
                </a:cubicBezTo>
                <a:cubicBezTo>
                  <a:pt x="858568" y="115167"/>
                  <a:pt x="859263" y="115408"/>
                  <a:pt x="860109" y="115408"/>
                </a:cubicBezTo>
                <a:cubicBezTo>
                  <a:pt x="861620" y="115469"/>
                  <a:pt x="863222" y="114351"/>
                  <a:pt x="864914" y="112054"/>
                </a:cubicBezTo>
                <a:lnTo>
                  <a:pt x="867634" y="114230"/>
                </a:lnTo>
                <a:cubicBezTo>
                  <a:pt x="864552" y="118702"/>
                  <a:pt x="861439" y="121936"/>
                  <a:pt x="858296" y="123930"/>
                </a:cubicBezTo>
                <a:cubicBezTo>
                  <a:pt x="854972" y="126046"/>
                  <a:pt x="851285" y="127073"/>
                  <a:pt x="847236" y="127013"/>
                </a:cubicBezTo>
                <a:cubicBezTo>
                  <a:pt x="842401" y="127013"/>
                  <a:pt x="838623" y="125864"/>
                  <a:pt x="835904" y="123568"/>
                </a:cubicBezTo>
                <a:cubicBezTo>
                  <a:pt x="833184" y="121392"/>
                  <a:pt x="831522" y="117977"/>
                  <a:pt x="830917" y="113323"/>
                </a:cubicBezTo>
                <a:moveTo>
                  <a:pt x="830917" y="106705"/>
                </a:moveTo>
                <a:lnTo>
                  <a:pt x="830917" y="78329"/>
                </a:lnTo>
                <a:cubicBezTo>
                  <a:pt x="823544" y="82620"/>
                  <a:pt x="818104" y="87214"/>
                  <a:pt x="814599" y="92109"/>
                </a:cubicBezTo>
                <a:cubicBezTo>
                  <a:pt x="812242" y="95373"/>
                  <a:pt x="811063" y="98667"/>
                  <a:pt x="811063" y="101991"/>
                </a:cubicBezTo>
                <a:cubicBezTo>
                  <a:pt x="811063" y="104832"/>
                  <a:pt x="812060" y="107279"/>
                  <a:pt x="814055" y="109334"/>
                </a:cubicBezTo>
                <a:cubicBezTo>
                  <a:pt x="815566" y="110966"/>
                  <a:pt x="817681" y="111782"/>
                  <a:pt x="820401" y="111782"/>
                </a:cubicBezTo>
                <a:cubicBezTo>
                  <a:pt x="823362" y="111782"/>
                  <a:pt x="826868" y="110090"/>
                  <a:pt x="830917" y="106705"/>
                </a:cubicBezTo>
                <a:close/>
                <a:moveTo>
                  <a:pt x="927350" y="38711"/>
                </a:moveTo>
                <a:lnTo>
                  <a:pt x="928710" y="67631"/>
                </a:lnTo>
                <a:lnTo>
                  <a:pt x="925627" y="67631"/>
                </a:lnTo>
                <a:cubicBezTo>
                  <a:pt x="921880" y="59109"/>
                  <a:pt x="918073" y="53247"/>
                  <a:pt x="914204" y="50044"/>
                </a:cubicBezTo>
                <a:cubicBezTo>
                  <a:pt x="910155" y="46901"/>
                  <a:pt x="906196" y="45329"/>
                  <a:pt x="902328" y="45329"/>
                </a:cubicBezTo>
                <a:cubicBezTo>
                  <a:pt x="899790" y="45329"/>
                  <a:pt x="897674" y="46145"/>
                  <a:pt x="895982" y="47777"/>
                </a:cubicBezTo>
                <a:cubicBezTo>
                  <a:pt x="894229" y="49530"/>
                  <a:pt x="893353" y="51464"/>
                  <a:pt x="893353" y="53579"/>
                </a:cubicBezTo>
                <a:cubicBezTo>
                  <a:pt x="893353" y="55211"/>
                  <a:pt x="893957" y="56782"/>
                  <a:pt x="895166" y="58293"/>
                </a:cubicBezTo>
                <a:cubicBezTo>
                  <a:pt x="897040" y="60771"/>
                  <a:pt x="902449" y="65002"/>
                  <a:pt x="911394" y="70986"/>
                </a:cubicBezTo>
                <a:cubicBezTo>
                  <a:pt x="920279" y="77090"/>
                  <a:pt x="926141" y="82197"/>
                  <a:pt x="928982" y="86307"/>
                </a:cubicBezTo>
                <a:cubicBezTo>
                  <a:pt x="931762" y="90598"/>
                  <a:pt x="933152" y="95312"/>
                  <a:pt x="933152" y="100450"/>
                </a:cubicBezTo>
                <a:cubicBezTo>
                  <a:pt x="933152" y="105164"/>
                  <a:pt x="931973" y="109788"/>
                  <a:pt x="929616" y="114320"/>
                </a:cubicBezTo>
                <a:cubicBezTo>
                  <a:pt x="927199" y="118853"/>
                  <a:pt x="923875" y="122329"/>
                  <a:pt x="919644" y="124746"/>
                </a:cubicBezTo>
                <a:cubicBezTo>
                  <a:pt x="915292" y="127224"/>
                  <a:pt x="910548" y="128433"/>
                  <a:pt x="905411" y="128373"/>
                </a:cubicBezTo>
                <a:cubicBezTo>
                  <a:pt x="901301" y="128373"/>
                  <a:pt x="895891" y="127103"/>
                  <a:pt x="889183" y="124565"/>
                </a:cubicBezTo>
                <a:cubicBezTo>
                  <a:pt x="887309" y="123961"/>
                  <a:pt x="886070" y="123628"/>
                  <a:pt x="885466" y="123568"/>
                </a:cubicBezTo>
                <a:cubicBezTo>
                  <a:pt x="883471" y="123628"/>
                  <a:pt x="881809" y="125139"/>
                  <a:pt x="880479" y="128101"/>
                </a:cubicBezTo>
                <a:lnTo>
                  <a:pt x="877488" y="128101"/>
                </a:lnTo>
                <a:lnTo>
                  <a:pt x="876037" y="97639"/>
                </a:lnTo>
                <a:lnTo>
                  <a:pt x="879120" y="97639"/>
                </a:lnTo>
                <a:cubicBezTo>
                  <a:pt x="881779" y="105617"/>
                  <a:pt x="885526" y="111601"/>
                  <a:pt x="890361" y="115590"/>
                </a:cubicBezTo>
                <a:cubicBezTo>
                  <a:pt x="895015" y="119579"/>
                  <a:pt x="899488" y="121573"/>
                  <a:pt x="903779" y="121573"/>
                </a:cubicBezTo>
                <a:cubicBezTo>
                  <a:pt x="906619" y="121573"/>
                  <a:pt x="909007" y="120667"/>
                  <a:pt x="910941" y="118853"/>
                </a:cubicBezTo>
                <a:cubicBezTo>
                  <a:pt x="912754" y="117161"/>
                  <a:pt x="913660" y="115016"/>
                  <a:pt x="913660" y="112417"/>
                </a:cubicBezTo>
                <a:cubicBezTo>
                  <a:pt x="913660" y="109516"/>
                  <a:pt x="912754" y="107007"/>
                  <a:pt x="910941" y="104892"/>
                </a:cubicBezTo>
                <a:cubicBezTo>
                  <a:pt x="909067" y="102837"/>
                  <a:pt x="905018" y="99634"/>
                  <a:pt x="898792" y="95282"/>
                </a:cubicBezTo>
                <a:cubicBezTo>
                  <a:pt x="889545" y="88876"/>
                  <a:pt x="883562" y="83980"/>
                  <a:pt x="880842" y="80595"/>
                </a:cubicBezTo>
                <a:cubicBezTo>
                  <a:pt x="876853" y="75639"/>
                  <a:pt x="874859" y="70170"/>
                  <a:pt x="874859" y="64186"/>
                </a:cubicBezTo>
                <a:cubicBezTo>
                  <a:pt x="874859" y="57719"/>
                  <a:pt x="877125" y="51796"/>
                  <a:pt x="881658" y="46417"/>
                </a:cubicBezTo>
                <a:cubicBezTo>
                  <a:pt x="886070" y="41159"/>
                  <a:pt x="892567" y="38530"/>
                  <a:pt x="901150" y="38530"/>
                </a:cubicBezTo>
                <a:cubicBezTo>
                  <a:pt x="905743" y="38530"/>
                  <a:pt x="910185" y="39648"/>
                  <a:pt x="914476" y="41884"/>
                </a:cubicBezTo>
                <a:cubicBezTo>
                  <a:pt x="916108" y="42791"/>
                  <a:pt x="917438" y="43244"/>
                  <a:pt x="918465" y="43244"/>
                </a:cubicBezTo>
                <a:cubicBezTo>
                  <a:pt x="919553" y="43244"/>
                  <a:pt x="920430" y="43002"/>
                  <a:pt x="921094" y="42519"/>
                </a:cubicBezTo>
                <a:cubicBezTo>
                  <a:pt x="921699" y="42096"/>
                  <a:pt x="922757" y="40827"/>
                  <a:pt x="924268" y="38711"/>
                </a:cubicBezTo>
                <a:lnTo>
                  <a:pt x="927350" y="3871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Extractor">
            <a:extLst xmlns:a="http://schemas.openxmlformats.org/drawingml/2006/main">
              <a:ext uri="{FF2B5EF4-FFF2-40B4-BE49-F238E27FC236}">
                <a16:creationId xmlns:a16="http://schemas.microsoft.com/office/drawing/2014/main" id="{C3B78294-FDA4-40CA-B740-CB19D77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217" y="389605"/>
            <a:ext cx="754533" cy="125532"/>
          </a:xfrm>
          <a:custGeom xmlns:a="http://schemas.openxmlformats.org/drawingml/2006/main">
            <a:pathLst>
              <a:path w="754533" h="125532">
                <a:moveTo>
                  <a:pt x="46870" y="7071"/>
                </a:moveTo>
                <a:lnTo>
                  <a:pt x="46870" y="57115"/>
                </a:lnTo>
                <a:lnTo>
                  <a:pt x="49318" y="57115"/>
                </a:lnTo>
                <a:cubicBezTo>
                  <a:pt x="57054" y="57115"/>
                  <a:pt x="62706" y="54667"/>
                  <a:pt x="66271" y="49772"/>
                </a:cubicBezTo>
                <a:cubicBezTo>
                  <a:pt x="69716" y="44876"/>
                  <a:pt x="71953" y="37654"/>
                  <a:pt x="72980" y="28104"/>
                </a:cubicBezTo>
                <a:lnTo>
                  <a:pt x="76425" y="28104"/>
                </a:lnTo>
                <a:lnTo>
                  <a:pt x="76425" y="92472"/>
                </a:lnTo>
                <a:lnTo>
                  <a:pt x="72980" y="92472"/>
                </a:lnTo>
                <a:cubicBezTo>
                  <a:pt x="72194" y="85521"/>
                  <a:pt x="70683" y="79780"/>
                  <a:pt x="68447" y="75247"/>
                </a:cubicBezTo>
                <a:cubicBezTo>
                  <a:pt x="66090" y="70835"/>
                  <a:pt x="63370" y="67813"/>
                  <a:pt x="60288" y="66181"/>
                </a:cubicBezTo>
                <a:cubicBezTo>
                  <a:pt x="57206" y="64670"/>
                  <a:pt x="52733" y="63914"/>
                  <a:pt x="46870" y="63914"/>
                </a:cubicBezTo>
                <a:lnTo>
                  <a:pt x="46870" y="98546"/>
                </a:lnTo>
                <a:cubicBezTo>
                  <a:pt x="46810" y="105375"/>
                  <a:pt x="47112" y="109516"/>
                  <a:pt x="47777" y="110966"/>
                </a:cubicBezTo>
                <a:cubicBezTo>
                  <a:pt x="48321" y="112538"/>
                  <a:pt x="49379" y="113777"/>
                  <a:pt x="50950" y="114683"/>
                </a:cubicBezTo>
                <a:cubicBezTo>
                  <a:pt x="52461" y="115711"/>
                  <a:pt x="55000" y="116194"/>
                  <a:pt x="58565" y="116134"/>
                </a:cubicBezTo>
                <a:lnTo>
                  <a:pt x="65909" y="116134"/>
                </a:lnTo>
                <a:cubicBezTo>
                  <a:pt x="77332" y="116194"/>
                  <a:pt x="86549" y="113535"/>
                  <a:pt x="93560" y="108156"/>
                </a:cubicBezTo>
                <a:cubicBezTo>
                  <a:pt x="100450" y="102837"/>
                  <a:pt x="105406" y="94738"/>
                  <a:pt x="108428" y="83859"/>
                </a:cubicBezTo>
                <a:lnTo>
                  <a:pt x="111782" y="83859"/>
                </a:lnTo>
                <a:lnTo>
                  <a:pt x="106252" y="122933"/>
                </a:lnTo>
                <a:lnTo>
                  <a:pt x="0" y="122933"/>
                </a:lnTo>
                <a:lnTo>
                  <a:pt x="0" y="119579"/>
                </a:lnTo>
                <a:lnTo>
                  <a:pt x="4080" y="119579"/>
                </a:lnTo>
                <a:cubicBezTo>
                  <a:pt x="7585" y="119579"/>
                  <a:pt x="10456" y="118944"/>
                  <a:pt x="12692" y="117675"/>
                </a:cubicBezTo>
                <a:cubicBezTo>
                  <a:pt x="14203" y="116889"/>
                  <a:pt x="15412" y="115439"/>
                  <a:pt x="16319" y="113323"/>
                </a:cubicBezTo>
                <a:cubicBezTo>
                  <a:pt x="16923" y="111873"/>
                  <a:pt x="17255" y="108065"/>
                  <a:pt x="17316" y="101900"/>
                </a:cubicBezTo>
                <a:lnTo>
                  <a:pt x="17316" y="21033"/>
                </a:lnTo>
                <a:cubicBezTo>
                  <a:pt x="17255" y="15533"/>
                  <a:pt x="17104" y="12118"/>
                  <a:pt x="16862" y="10788"/>
                </a:cubicBezTo>
                <a:cubicBezTo>
                  <a:pt x="16198" y="8733"/>
                  <a:pt x="15080" y="7102"/>
                  <a:pt x="13508" y="5893"/>
                </a:cubicBezTo>
                <a:cubicBezTo>
                  <a:pt x="11211" y="4201"/>
                  <a:pt x="8069" y="3354"/>
                  <a:pt x="4080" y="3354"/>
                </a:cubicBezTo>
                <a:lnTo>
                  <a:pt x="0" y="3354"/>
                </a:lnTo>
                <a:lnTo>
                  <a:pt x="0" y="0"/>
                </a:lnTo>
                <a:lnTo>
                  <a:pt x="102897" y="0"/>
                </a:lnTo>
                <a:lnTo>
                  <a:pt x="102897" y="36354"/>
                </a:lnTo>
                <a:lnTo>
                  <a:pt x="99452" y="36354"/>
                </a:lnTo>
                <a:cubicBezTo>
                  <a:pt x="97700" y="27530"/>
                  <a:pt x="95252" y="21154"/>
                  <a:pt x="92109" y="17225"/>
                </a:cubicBezTo>
                <a:cubicBezTo>
                  <a:pt x="88906" y="13357"/>
                  <a:pt x="84403" y="10516"/>
                  <a:pt x="78601" y="8703"/>
                </a:cubicBezTo>
                <a:cubicBezTo>
                  <a:pt x="75216" y="7615"/>
                  <a:pt x="68870" y="7071"/>
                  <a:pt x="59563" y="7071"/>
                </a:cubicBezTo>
                <a:lnTo>
                  <a:pt x="46870" y="7071"/>
                </a:lnTo>
                <a:close/>
                <a:moveTo>
                  <a:pt x="174318" y="70986"/>
                </a:moveTo>
                <a:lnTo>
                  <a:pt x="189005" y="98909"/>
                </a:lnTo>
                <a:cubicBezTo>
                  <a:pt x="194021" y="108639"/>
                  <a:pt x="198040" y="114804"/>
                  <a:pt x="201062" y="117403"/>
                </a:cubicBezTo>
                <a:cubicBezTo>
                  <a:pt x="202694" y="118853"/>
                  <a:pt x="204930" y="119609"/>
                  <a:pt x="207771" y="119669"/>
                </a:cubicBezTo>
                <a:lnTo>
                  <a:pt x="207771" y="122933"/>
                </a:lnTo>
                <a:lnTo>
                  <a:pt x="160538" y="122933"/>
                </a:lnTo>
                <a:lnTo>
                  <a:pt x="160538" y="119669"/>
                </a:lnTo>
                <a:cubicBezTo>
                  <a:pt x="164225" y="119428"/>
                  <a:pt x="166521" y="118944"/>
                  <a:pt x="167428" y="118219"/>
                </a:cubicBezTo>
                <a:cubicBezTo>
                  <a:pt x="168213" y="117614"/>
                  <a:pt x="168637" y="116708"/>
                  <a:pt x="168697" y="115499"/>
                </a:cubicBezTo>
                <a:cubicBezTo>
                  <a:pt x="168637" y="113807"/>
                  <a:pt x="167670" y="111147"/>
                  <a:pt x="165796" y="107521"/>
                </a:cubicBezTo>
                <a:lnTo>
                  <a:pt x="158453" y="93741"/>
                </a:lnTo>
                <a:lnTo>
                  <a:pt x="152197" y="102897"/>
                </a:lnTo>
                <a:cubicBezTo>
                  <a:pt x="149357" y="107068"/>
                  <a:pt x="147755" y="109546"/>
                  <a:pt x="147392" y="110331"/>
                </a:cubicBezTo>
                <a:cubicBezTo>
                  <a:pt x="146909" y="111540"/>
                  <a:pt x="146667" y="112568"/>
                  <a:pt x="146667" y="113414"/>
                </a:cubicBezTo>
                <a:cubicBezTo>
                  <a:pt x="146607" y="114804"/>
                  <a:pt x="146909" y="115952"/>
                  <a:pt x="147574" y="116859"/>
                </a:cubicBezTo>
                <a:cubicBezTo>
                  <a:pt x="148118" y="117886"/>
                  <a:pt x="148903" y="118581"/>
                  <a:pt x="149931" y="118944"/>
                </a:cubicBezTo>
                <a:cubicBezTo>
                  <a:pt x="150898" y="119428"/>
                  <a:pt x="152711" y="119669"/>
                  <a:pt x="155370" y="119669"/>
                </a:cubicBezTo>
                <a:lnTo>
                  <a:pt x="155370" y="122933"/>
                </a:lnTo>
                <a:lnTo>
                  <a:pt x="122189" y="122933"/>
                </a:lnTo>
                <a:lnTo>
                  <a:pt x="122189" y="119669"/>
                </a:lnTo>
                <a:cubicBezTo>
                  <a:pt x="126239" y="119669"/>
                  <a:pt x="130016" y="118521"/>
                  <a:pt x="133521" y="116224"/>
                </a:cubicBezTo>
                <a:cubicBezTo>
                  <a:pt x="136846" y="113988"/>
                  <a:pt x="141802" y="108065"/>
                  <a:pt x="148389" y="98455"/>
                </a:cubicBezTo>
                <a:lnTo>
                  <a:pt x="155370" y="88120"/>
                </a:lnTo>
                <a:lnTo>
                  <a:pt x="140774" y="61104"/>
                </a:lnTo>
                <a:cubicBezTo>
                  <a:pt x="135939" y="52340"/>
                  <a:pt x="132373" y="46931"/>
                  <a:pt x="130076" y="44876"/>
                </a:cubicBezTo>
                <a:cubicBezTo>
                  <a:pt x="127719" y="42942"/>
                  <a:pt x="125090" y="41824"/>
                  <a:pt x="122189" y="41522"/>
                </a:cubicBezTo>
                <a:lnTo>
                  <a:pt x="122189" y="38167"/>
                </a:lnTo>
                <a:lnTo>
                  <a:pt x="169150" y="38167"/>
                </a:lnTo>
                <a:lnTo>
                  <a:pt x="169150" y="41522"/>
                </a:lnTo>
                <a:lnTo>
                  <a:pt x="166703" y="41612"/>
                </a:lnTo>
                <a:lnTo>
                  <a:pt x="161988" y="43244"/>
                </a:lnTo>
                <a:cubicBezTo>
                  <a:pt x="161505" y="43728"/>
                  <a:pt x="161263" y="44423"/>
                  <a:pt x="161263" y="45329"/>
                </a:cubicBezTo>
                <a:cubicBezTo>
                  <a:pt x="161263" y="46236"/>
                  <a:pt x="161414" y="47173"/>
                  <a:pt x="161716" y="48140"/>
                </a:cubicBezTo>
                <a:cubicBezTo>
                  <a:pt x="161837" y="48623"/>
                  <a:pt x="162683" y="50255"/>
                  <a:pt x="164255" y="53035"/>
                </a:cubicBezTo>
                <a:lnTo>
                  <a:pt x="170873" y="65365"/>
                </a:lnTo>
                <a:lnTo>
                  <a:pt x="174318" y="60469"/>
                </a:lnTo>
                <a:cubicBezTo>
                  <a:pt x="179093" y="53881"/>
                  <a:pt x="181510" y="49228"/>
                  <a:pt x="181571" y="46508"/>
                </a:cubicBezTo>
                <a:cubicBezTo>
                  <a:pt x="181510" y="45239"/>
                  <a:pt x="180996" y="44151"/>
                  <a:pt x="180029" y="43244"/>
                </a:cubicBezTo>
                <a:cubicBezTo>
                  <a:pt x="178941" y="42458"/>
                  <a:pt x="177038" y="41884"/>
                  <a:pt x="174318" y="41522"/>
                </a:cubicBezTo>
                <a:lnTo>
                  <a:pt x="174318" y="38167"/>
                </a:lnTo>
                <a:lnTo>
                  <a:pt x="204326" y="38167"/>
                </a:lnTo>
                <a:lnTo>
                  <a:pt x="204326" y="41522"/>
                </a:lnTo>
                <a:cubicBezTo>
                  <a:pt x="200579" y="41703"/>
                  <a:pt x="197134" y="42821"/>
                  <a:pt x="193991" y="44876"/>
                </a:cubicBezTo>
                <a:cubicBezTo>
                  <a:pt x="190787" y="47052"/>
                  <a:pt x="187191" y="51222"/>
                  <a:pt x="183202" y="57387"/>
                </a:cubicBezTo>
                <a:lnTo>
                  <a:pt x="174318" y="70986"/>
                </a:lnTo>
                <a:close/>
                <a:moveTo>
                  <a:pt x="247451" y="7162"/>
                </a:moveTo>
                <a:lnTo>
                  <a:pt x="247451" y="38167"/>
                </a:lnTo>
                <a:lnTo>
                  <a:pt x="267577" y="38167"/>
                </a:lnTo>
                <a:lnTo>
                  <a:pt x="267577" y="47142"/>
                </a:lnTo>
                <a:lnTo>
                  <a:pt x="247451" y="47142"/>
                </a:lnTo>
                <a:lnTo>
                  <a:pt x="247451" y="99452"/>
                </a:lnTo>
                <a:cubicBezTo>
                  <a:pt x="247451" y="104408"/>
                  <a:pt x="247693" y="107551"/>
                  <a:pt x="248176" y="108881"/>
                </a:cubicBezTo>
                <a:cubicBezTo>
                  <a:pt x="248539" y="110392"/>
                  <a:pt x="249325" y="111540"/>
                  <a:pt x="250534" y="112326"/>
                </a:cubicBezTo>
                <a:cubicBezTo>
                  <a:pt x="251621" y="113233"/>
                  <a:pt x="252679" y="113686"/>
                  <a:pt x="253707" y="113686"/>
                </a:cubicBezTo>
                <a:cubicBezTo>
                  <a:pt x="257575" y="113686"/>
                  <a:pt x="261292" y="110694"/>
                  <a:pt x="264858" y="104711"/>
                </a:cubicBezTo>
                <a:lnTo>
                  <a:pt x="267577" y="106705"/>
                </a:lnTo>
                <a:cubicBezTo>
                  <a:pt x="262621" y="118309"/>
                  <a:pt x="254674" y="124112"/>
                  <a:pt x="243734" y="124112"/>
                </a:cubicBezTo>
                <a:cubicBezTo>
                  <a:pt x="238355" y="124112"/>
                  <a:pt x="233822" y="122601"/>
                  <a:pt x="230135" y="119579"/>
                </a:cubicBezTo>
                <a:cubicBezTo>
                  <a:pt x="226328" y="116678"/>
                  <a:pt x="223940" y="113353"/>
                  <a:pt x="222973" y="109606"/>
                </a:cubicBezTo>
                <a:cubicBezTo>
                  <a:pt x="222309" y="107551"/>
                  <a:pt x="222006" y="101991"/>
                  <a:pt x="222067" y="92925"/>
                </a:cubicBezTo>
                <a:lnTo>
                  <a:pt x="222067" y="47142"/>
                </a:lnTo>
                <a:lnTo>
                  <a:pt x="211006" y="47142"/>
                </a:lnTo>
                <a:lnTo>
                  <a:pt x="211006" y="43969"/>
                </a:lnTo>
                <a:cubicBezTo>
                  <a:pt x="218622" y="38651"/>
                  <a:pt x="225119" y="33000"/>
                  <a:pt x="230498" y="27016"/>
                </a:cubicBezTo>
                <a:cubicBezTo>
                  <a:pt x="235817" y="21154"/>
                  <a:pt x="240470" y="14536"/>
                  <a:pt x="244459" y="7162"/>
                </a:cubicBezTo>
                <a:lnTo>
                  <a:pt x="247451" y="7162"/>
                </a:lnTo>
                <a:close/>
                <a:moveTo>
                  <a:pt x="313016" y="38167"/>
                </a:moveTo>
                <a:lnTo>
                  <a:pt x="313016" y="57387"/>
                </a:lnTo>
                <a:cubicBezTo>
                  <a:pt x="318576" y="48623"/>
                  <a:pt x="323502" y="42791"/>
                  <a:pt x="327793" y="39890"/>
                </a:cubicBezTo>
                <a:cubicBezTo>
                  <a:pt x="332024" y="37110"/>
                  <a:pt x="336104" y="35689"/>
                  <a:pt x="340032" y="35629"/>
                </a:cubicBezTo>
                <a:cubicBezTo>
                  <a:pt x="343357" y="35629"/>
                  <a:pt x="346076" y="36656"/>
                  <a:pt x="348192" y="38711"/>
                </a:cubicBezTo>
                <a:cubicBezTo>
                  <a:pt x="350186" y="40827"/>
                  <a:pt x="351183" y="43788"/>
                  <a:pt x="351183" y="47596"/>
                </a:cubicBezTo>
                <a:cubicBezTo>
                  <a:pt x="351123" y="51706"/>
                  <a:pt x="350156" y="54848"/>
                  <a:pt x="348282" y="57024"/>
                </a:cubicBezTo>
                <a:cubicBezTo>
                  <a:pt x="346288" y="59321"/>
                  <a:pt x="343900" y="60439"/>
                  <a:pt x="341120" y="60379"/>
                </a:cubicBezTo>
                <a:cubicBezTo>
                  <a:pt x="337917" y="60439"/>
                  <a:pt x="335137" y="59412"/>
                  <a:pt x="332780" y="57296"/>
                </a:cubicBezTo>
                <a:cubicBezTo>
                  <a:pt x="330423" y="55302"/>
                  <a:pt x="329032" y="54153"/>
                  <a:pt x="328609" y="53851"/>
                </a:cubicBezTo>
                <a:cubicBezTo>
                  <a:pt x="327945" y="53489"/>
                  <a:pt x="327249" y="53307"/>
                  <a:pt x="326524" y="53307"/>
                </a:cubicBezTo>
                <a:cubicBezTo>
                  <a:pt x="324711" y="53307"/>
                  <a:pt x="323049" y="53972"/>
                  <a:pt x="321538" y="55302"/>
                </a:cubicBezTo>
                <a:cubicBezTo>
                  <a:pt x="319060" y="57417"/>
                  <a:pt x="317186" y="60348"/>
                  <a:pt x="315917" y="64096"/>
                </a:cubicBezTo>
                <a:cubicBezTo>
                  <a:pt x="313983" y="70019"/>
                  <a:pt x="313016" y="76486"/>
                  <a:pt x="313016" y="83497"/>
                </a:cubicBezTo>
                <a:lnTo>
                  <a:pt x="313016" y="102988"/>
                </a:lnTo>
                <a:lnTo>
                  <a:pt x="313107" y="108065"/>
                </a:lnTo>
                <a:cubicBezTo>
                  <a:pt x="313046" y="111510"/>
                  <a:pt x="313258" y="113716"/>
                  <a:pt x="313741" y="114683"/>
                </a:cubicBezTo>
                <a:cubicBezTo>
                  <a:pt x="314467" y="116315"/>
                  <a:pt x="315555" y="117494"/>
                  <a:pt x="317005" y="118219"/>
                </a:cubicBezTo>
                <a:cubicBezTo>
                  <a:pt x="318335" y="119065"/>
                  <a:pt x="320722" y="119548"/>
                  <a:pt x="324167" y="119669"/>
                </a:cubicBezTo>
                <a:lnTo>
                  <a:pt x="324167" y="122933"/>
                </a:lnTo>
                <a:lnTo>
                  <a:pt x="278385" y="122933"/>
                </a:lnTo>
                <a:lnTo>
                  <a:pt x="278385" y="119669"/>
                </a:lnTo>
                <a:cubicBezTo>
                  <a:pt x="282011" y="119428"/>
                  <a:pt x="284519" y="118400"/>
                  <a:pt x="285909" y="116587"/>
                </a:cubicBezTo>
                <a:cubicBezTo>
                  <a:pt x="287178" y="114895"/>
                  <a:pt x="287813" y="110362"/>
                  <a:pt x="287813" y="102988"/>
                </a:cubicBezTo>
                <a:lnTo>
                  <a:pt x="287813" y="56118"/>
                </a:lnTo>
                <a:cubicBezTo>
                  <a:pt x="287753" y="51343"/>
                  <a:pt x="287511" y="48261"/>
                  <a:pt x="287088" y="46870"/>
                </a:cubicBezTo>
                <a:cubicBezTo>
                  <a:pt x="286423" y="45239"/>
                  <a:pt x="285547" y="44000"/>
                  <a:pt x="284459" y="43153"/>
                </a:cubicBezTo>
                <a:cubicBezTo>
                  <a:pt x="283250" y="42368"/>
                  <a:pt x="281225" y="41824"/>
                  <a:pt x="278385" y="41522"/>
                </a:cubicBezTo>
                <a:lnTo>
                  <a:pt x="278385" y="38167"/>
                </a:lnTo>
                <a:lnTo>
                  <a:pt x="313016" y="38167"/>
                </a:lnTo>
                <a:close/>
                <a:moveTo>
                  <a:pt x="401449" y="110422"/>
                </a:moveTo>
                <a:cubicBezTo>
                  <a:pt x="391114" y="119609"/>
                  <a:pt x="381836" y="124172"/>
                  <a:pt x="373617" y="124112"/>
                </a:cubicBezTo>
                <a:cubicBezTo>
                  <a:pt x="368721" y="124112"/>
                  <a:pt x="364702" y="122510"/>
                  <a:pt x="361559" y="119307"/>
                </a:cubicBezTo>
                <a:cubicBezTo>
                  <a:pt x="358356" y="116224"/>
                  <a:pt x="356754" y="112266"/>
                  <a:pt x="356754" y="107430"/>
                </a:cubicBezTo>
                <a:cubicBezTo>
                  <a:pt x="356754" y="101024"/>
                  <a:pt x="359534" y="95192"/>
                  <a:pt x="365095" y="89933"/>
                </a:cubicBezTo>
                <a:cubicBezTo>
                  <a:pt x="370595" y="84856"/>
                  <a:pt x="382713" y="77997"/>
                  <a:pt x="401449" y="69354"/>
                </a:cubicBezTo>
                <a:lnTo>
                  <a:pt x="401449" y="60832"/>
                </a:lnTo>
                <a:cubicBezTo>
                  <a:pt x="401388" y="54486"/>
                  <a:pt x="401056" y="50436"/>
                  <a:pt x="400452" y="48684"/>
                </a:cubicBezTo>
                <a:cubicBezTo>
                  <a:pt x="399666" y="47052"/>
                  <a:pt x="398336" y="45601"/>
                  <a:pt x="396463" y="44332"/>
                </a:cubicBezTo>
                <a:cubicBezTo>
                  <a:pt x="394529" y="43184"/>
                  <a:pt x="392353" y="42579"/>
                  <a:pt x="389935" y="42519"/>
                </a:cubicBezTo>
                <a:cubicBezTo>
                  <a:pt x="386007" y="42579"/>
                  <a:pt x="382773" y="43456"/>
                  <a:pt x="380235" y="45148"/>
                </a:cubicBezTo>
                <a:cubicBezTo>
                  <a:pt x="378663" y="46236"/>
                  <a:pt x="377878" y="47505"/>
                  <a:pt x="377878" y="48956"/>
                </a:cubicBezTo>
                <a:cubicBezTo>
                  <a:pt x="377817" y="50225"/>
                  <a:pt x="378663" y="51796"/>
                  <a:pt x="380416" y="53670"/>
                </a:cubicBezTo>
                <a:cubicBezTo>
                  <a:pt x="382652" y="56329"/>
                  <a:pt x="383801" y="58837"/>
                  <a:pt x="383861" y="61195"/>
                </a:cubicBezTo>
                <a:cubicBezTo>
                  <a:pt x="383861" y="64216"/>
                  <a:pt x="382773" y="66725"/>
                  <a:pt x="380597" y="68719"/>
                </a:cubicBezTo>
                <a:cubicBezTo>
                  <a:pt x="378301" y="70835"/>
                  <a:pt x="375400" y="71892"/>
                  <a:pt x="371894" y="71892"/>
                </a:cubicBezTo>
                <a:cubicBezTo>
                  <a:pt x="368086" y="71892"/>
                  <a:pt x="364913" y="70744"/>
                  <a:pt x="362375" y="68447"/>
                </a:cubicBezTo>
                <a:cubicBezTo>
                  <a:pt x="359716" y="66211"/>
                  <a:pt x="358416" y="63521"/>
                  <a:pt x="358477" y="60379"/>
                </a:cubicBezTo>
                <a:cubicBezTo>
                  <a:pt x="358477" y="56027"/>
                  <a:pt x="360199" y="51857"/>
                  <a:pt x="363644" y="47868"/>
                </a:cubicBezTo>
                <a:cubicBezTo>
                  <a:pt x="367089" y="44000"/>
                  <a:pt x="371894" y="40978"/>
                  <a:pt x="378059" y="38802"/>
                </a:cubicBezTo>
                <a:cubicBezTo>
                  <a:pt x="384224" y="36747"/>
                  <a:pt x="390630" y="35689"/>
                  <a:pt x="397279" y="35629"/>
                </a:cubicBezTo>
                <a:cubicBezTo>
                  <a:pt x="405317" y="35689"/>
                  <a:pt x="411693" y="37382"/>
                  <a:pt x="416407" y="40706"/>
                </a:cubicBezTo>
                <a:cubicBezTo>
                  <a:pt x="421001" y="44151"/>
                  <a:pt x="424023" y="47868"/>
                  <a:pt x="425473" y="51857"/>
                </a:cubicBezTo>
                <a:cubicBezTo>
                  <a:pt x="426259" y="54395"/>
                  <a:pt x="426682" y="60228"/>
                  <a:pt x="426743" y="69354"/>
                </a:cubicBezTo>
                <a:lnTo>
                  <a:pt x="426743" y="102263"/>
                </a:lnTo>
                <a:cubicBezTo>
                  <a:pt x="426743" y="106191"/>
                  <a:pt x="426894" y="108609"/>
                  <a:pt x="427196" y="109516"/>
                </a:cubicBezTo>
                <a:cubicBezTo>
                  <a:pt x="427438" y="110603"/>
                  <a:pt x="427891" y="111359"/>
                  <a:pt x="428556" y="111782"/>
                </a:cubicBezTo>
                <a:cubicBezTo>
                  <a:pt x="429100" y="112266"/>
                  <a:pt x="429795" y="112507"/>
                  <a:pt x="430641" y="112507"/>
                </a:cubicBezTo>
                <a:cubicBezTo>
                  <a:pt x="432152" y="112568"/>
                  <a:pt x="433753" y="111450"/>
                  <a:pt x="435446" y="109153"/>
                </a:cubicBezTo>
                <a:lnTo>
                  <a:pt x="438166" y="111329"/>
                </a:lnTo>
                <a:cubicBezTo>
                  <a:pt x="435083" y="115801"/>
                  <a:pt x="431971" y="119035"/>
                  <a:pt x="428828" y="121029"/>
                </a:cubicBezTo>
                <a:cubicBezTo>
                  <a:pt x="425504" y="123145"/>
                  <a:pt x="421817" y="124172"/>
                  <a:pt x="417767" y="124112"/>
                </a:cubicBezTo>
                <a:cubicBezTo>
                  <a:pt x="412932" y="124112"/>
                  <a:pt x="409155" y="122963"/>
                  <a:pt x="406435" y="120667"/>
                </a:cubicBezTo>
                <a:cubicBezTo>
                  <a:pt x="403715" y="118491"/>
                  <a:pt x="402053" y="115076"/>
                  <a:pt x="401449" y="110422"/>
                </a:cubicBezTo>
                <a:moveTo>
                  <a:pt x="401449" y="103804"/>
                </a:moveTo>
                <a:lnTo>
                  <a:pt x="401449" y="75428"/>
                </a:lnTo>
                <a:cubicBezTo>
                  <a:pt x="394075" y="79719"/>
                  <a:pt x="388636" y="84312"/>
                  <a:pt x="385130" y="89208"/>
                </a:cubicBezTo>
                <a:cubicBezTo>
                  <a:pt x="382773" y="92472"/>
                  <a:pt x="381595" y="95766"/>
                  <a:pt x="381595" y="99090"/>
                </a:cubicBezTo>
                <a:cubicBezTo>
                  <a:pt x="381595" y="101930"/>
                  <a:pt x="382592" y="104378"/>
                  <a:pt x="384586" y="106433"/>
                </a:cubicBezTo>
                <a:cubicBezTo>
                  <a:pt x="386097" y="108065"/>
                  <a:pt x="388213" y="108881"/>
                  <a:pt x="390932" y="108881"/>
                </a:cubicBezTo>
                <a:cubicBezTo>
                  <a:pt x="393894" y="108881"/>
                  <a:pt x="397399" y="107189"/>
                  <a:pt x="401449" y="103804"/>
                </a:cubicBezTo>
                <a:close/>
                <a:moveTo>
                  <a:pt x="513565" y="101084"/>
                </a:moveTo>
                <a:lnTo>
                  <a:pt x="516376" y="103260"/>
                </a:lnTo>
                <a:cubicBezTo>
                  <a:pt x="512326" y="110815"/>
                  <a:pt x="507370" y="116375"/>
                  <a:pt x="501508" y="119941"/>
                </a:cubicBezTo>
                <a:cubicBezTo>
                  <a:pt x="495524" y="123689"/>
                  <a:pt x="489178" y="125532"/>
                  <a:pt x="482469" y="125471"/>
                </a:cubicBezTo>
                <a:cubicBezTo>
                  <a:pt x="471107" y="125471"/>
                  <a:pt x="462071" y="121211"/>
                  <a:pt x="455363" y="112689"/>
                </a:cubicBezTo>
                <a:cubicBezTo>
                  <a:pt x="448533" y="104167"/>
                  <a:pt x="445148" y="93922"/>
                  <a:pt x="445209" y="81955"/>
                </a:cubicBezTo>
                <a:cubicBezTo>
                  <a:pt x="445209" y="70472"/>
                  <a:pt x="448291" y="60318"/>
                  <a:pt x="454456" y="51494"/>
                </a:cubicBezTo>
                <a:cubicBezTo>
                  <a:pt x="461890" y="40917"/>
                  <a:pt x="472134" y="35629"/>
                  <a:pt x="485189" y="35629"/>
                </a:cubicBezTo>
                <a:cubicBezTo>
                  <a:pt x="493953" y="35629"/>
                  <a:pt x="500934" y="37835"/>
                  <a:pt x="506131" y="42247"/>
                </a:cubicBezTo>
                <a:cubicBezTo>
                  <a:pt x="511269" y="46719"/>
                  <a:pt x="513837" y="51645"/>
                  <a:pt x="513837" y="57024"/>
                </a:cubicBezTo>
                <a:cubicBezTo>
                  <a:pt x="513837" y="60469"/>
                  <a:pt x="512810" y="63219"/>
                  <a:pt x="510755" y="65274"/>
                </a:cubicBezTo>
                <a:cubicBezTo>
                  <a:pt x="508579" y="67390"/>
                  <a:pt x="505829" y="68417"/>
                  <a:pt x="502505" y="68357"/>
                </a:cubicBezTo>
                <a:cubicBezTo>
                  <a:pt x="498879" y="68357"/>
                  <a:pt x="495947" y="67178"/>
                  <a:pt x="493711" y="64821"/>
                </a:cubicBezTo>
                <a:cubicBezTo>
                  <a:pt x="491354" y="62524"/>
                  <a:pt x="489903" y="58324"/>
                  <a:pt x="489360" y="52219"/>
                </a:cubicBezTo>
                <a:cubicBezTo>
                  <a:pt x="488936" y="48472"/>
                  <a:pt x="488060" y="45813"/>
                  <a:pt x="486730" y="44241"/>
                </a:cubicBezTo>
                <a:cubicBezTo>
                  <a:pt x="485340" y="42730"/>
                  <a:pt x="483708" y="41975"/>
                  <a:pt x="481835" y="41975"/>
                </a:cubicBezTo>
                <a:cubicBezTo>
                  <a:pt x="478934" y="41975"/>
                  <a:pt x="476456" y="43516"/>
                  <a:pt x="474401" y="46599"/>
                </a:cubicBezTo>
                <a:cubicBezTo>
                  <a:pt x="471198" y="51252"/>
                  <a:pt x="469626" y="58384"/>
                  <a:pt x="469687" y="67994"/>
                </a:cubicBezTo>
                <a:cubicBezTo>
                  <a:pt x="469687" y="75972"/>
                  <a:pt x="470956" y="83587"/>
                  <a:pt x="473494" y="90840"/>
                </a:cubicBezTo>
                <a:cubicBezTo>
                  <a:pt x="475972" y="98213"/>
                  <a:pt x="479448" y="103653"/>
                  <a:pt x="483920" y="107158"/>
                </a:cubicBezTo>
                <a:cubicBezTo>
                  <a:pt x="487244" y="109818"/>
                  <a:pt x="491173" y="111117"/>
                  <a:pt x="495706" y="111057"/>
                </a:cubicBezTo>
                <a:cubicBezTo>
                  <a:pt x="498667" y="111057"/>
                  <a:pt x="501478" y="110362"/>
                  <a:pt x="504137" y="108972"/>
                </a:cubicBezTo>
                <a:cubicBezTo>
                  <a:pt x="506736" y="107642"/>
                  <a:pt x="509879" y="105013"/>
                  <a:pt x="513565" y="101084"/>
                </a:cubicBezTo>
                <a:close/>
                <a:moveTo>
                  <a:pt x="561167" y="7162"/>
                </a:moveTo>
                <a:lnTo>
                  <a:pt x="561167" y="38167"/>
                </a:lnTo>
                <a:lnTo>
                  <a:pt x="581293" y="38167"/>
                </a:lnTo>
                <a:lnTo>
                  <a:pt x="581293" y="47142"/>
                </a:lnTo>
                <a:lnTo>
                  <a:pt x="561167" y="47142"/>
                </a:lnTo>
                <a:lnTo>
                  <a:pt x="561167" y="99452"/>
                </a:lnTo>
                <a:cubicBezTo>
                  <a:pt x="561167" y="104408"/>
                  <a:pt x="561409" y="107551"/>
                  <a:pt x="561893" y="108881"/>
                </a:cubicBezTo>
                <a:cubicBezTo>
                  <a:pt x="562255" y="110392"/>
                  <a:pt x="563041" y="111540"/>
                  <a:pt x="564250" y="112326"/>
                </a:cubicBezTo>
                <a:cubicBezTo>
                  <a:pt x="565338" y="113233"/>
                  <a:pt x="566395" y="113686"/>
                  <a:pt x="567423" y="113686"/>
                </a:cubicBezTo>
                <a:cubicBezTo>
                  <a:pt x="571291" y="113686"/>
                  <a:pt x="575008" y="110694"/>
                  <a:pt x="578574" y="104711"/>
                </a:cubicBezTo>
                <a:lnTo>
                  <a:pt x="581293" y="106705"/>
                </a:lnTo>
                <a:cubicBezTo>
                  <a:pt x="576337" y="118309"/>
                  <a:pt x="568390" y="124112"/>
                  <a:pt x="557450" y="124112"/>
                </a:cubicBezTo>
                <a:cubicBezTo>
                  <a:pt x="552071" y="124112"/>
                  <a:pt x="547538" y="122601"/>
                  <a:pt x="543851" y="119579"/>
                </a:cubicBezTo>
                <a:cubicBezTo>
                  <a:pt x="540044" y="116678"/>
                  <a:pt x="537656" y="113353"/>
                  <a:pt x="536689" y="109606"/>
                </a:cubicBezTo>
                <a:cubicBezTo>
                  <a:pt x="536025" y="107551"/>
                  <a:pt x="535722" y="101991"/>
                  <a:pt x="535783" y="92925"/>
                </a:cubicBezTo>
                <a:lnTo>
                  <a:pt x="535783" y="47142"/>
                </a:lnTo>
                <a:lnTo>
                  <a:pt x="524722" y="47142"/>
                </a:lnTo>
                <a:lnTo>
                  <a:pt x="524722" y="43969"/>
                </a:lnTo>
                <a:cubicBezTo>
                  <a:pt x="532338" y="38651"/>
                  <a:pt x="538835" y="33000"/>
                  <a:pt x="544214" y="27016"/>
                </a:cubicBezTo>
                <a:cubicBezTo>
                  <a:pt x="549533" y="21154"/>
                  <a:pt x="554187" y="14536"/>
                  <a:pt x="558176" y="7162"/>
                </a:cubicBezTo>
                <a:lnTo>
                  <a:pt x="561167" y="7162"/>
                </a:lnTo>
                <a:close/>
                <a:moveTo>
                  <a:pt x="631537" y="35629"/>
                </a:moveTo>
                <a:cubicBezTo>
                  <a:pt x="638850" y="35629"/>
                  <a:pt x="645710" y="37533"/>
                  <a:pt x="652117" y="41340"/>
                </a:cubicBezTo>
                <a:cubicBezTo>
                  <a:pt x="658402" y="45208"/>
                  <a:pt x="663237" y="50618"/>
                  <a:pt x="666622" y="57568"/>
                </a:cubicBezTo>
                <a:cubicBezTo>
                  <a:pt x="669886" y="64579"/>
                  <a:pt x="671518" y="72255"/>
                  <a:pt x="671518" y="80595"/>
                </a:cubicBezTo>
                <a:cubicBezTo>
                  <a:pt x="671457" y="92683"/>
                  <a:pt x="668405" y="102746"/>
                  <a:pt x="662361" y="110785"/>
                </a:cubicBezTo>
                <a:cubicBezTo>
                  <a:pt x="654927" y="120576"/>
                  <a:pt x="644743" y="125471"/>
                  <a:pt x="631809" y="125471"/>
                </a:cubicBezTo>
                <a:cubicBezTo>
                  <a:pt x="618996" y="125532"/>
                  <a:pt x="609175" y="121059"/>
                  <a:pt x="602345" y="112054"/>
                </a:cubicBezTo>
                <a:cubicBezTo>
                  <a:pt x="595455" y="103109"/>
                  <a:pt x="592010" y="92744"/>
                  <a:pt x="592010" y="80958"/>
                </a:cubicBezTo>
                <a:cubicBezTo>
                  <a:pt x="592010" y="68810"/>
                  <a:pt x="595546" y="58203"/>
                  <a:pt x="602617" y="49137"/>
                </a:cubicBezTo>
                <a:cubicBezTo>
                  <a:pt x="609567" y="40192"/>
                  <a:pt x="619207" y="35689"/>
                  <a:pt x="631537" y="35629"/>
                </a:cubicBezTo>
                <a:moveTo>
                  <a:pt x="631900" y="42066"/>
                </a:moveTo>
                <a:cubicBezTo>
                  <a:pt x="628817" y="42126"/>
                  <a:pt x="626188" y="43274"/>
                  <a:pt x="624012" y="45511"/>
                </a:cubicBezTo>
                <a:cubicBezTo>
                  <a:pt x="621716" y="47928"/>
                  <a:pt x="620265" y="52522"/>
                  <a:pt x="619661" y="59291"/>
                </a:cubicBezTo>
                <a:cubicBezTo>
                  <a:pt x="618936" y="66181"/>
                  <a:pt x="618573" y="75730"/>
                  <a:pt x="618573" y="87939"/>
                </a:cubicBezTo>
                <a:cubicBezTo>
                  <a:pt x="618573" y="94406"/>
                  <a:pt x="618996" y="100450"/>
                  <a:pt x="619842" y="106071"/>
                </a:cubicBezTo>
                <a:cubicBezTo>
                  <a:pt x="620446" y="110362"/>
                  <a:pt x="621867" y="113625"/>
                  <a:pt x="624103" y="115862"/>
                </a:cubicBezTo>
                <a:cubicBezTo>
                  <a:pt x="626218" y="118158"/>
                  <a:pt x="628696" y="119276"/>
                  <a:pt x="631537" y="119216"/>
                </a:cubicBezTo>
                <a:cubicBezTo>
                  <a:pt x="634257" y="119276"/>
                  <a:pt x="636523" y="118521"/>
                  <a:pt x="638336" y="116950"/>
                </a:cubicBezTo>
                <a:cubicBezTo>
                  <a:pt x="640633" y="114955"/>
                  <a:pt x="642205" y="112084"/>
                  <a:pt x="643051" y="108337"/>
                </a:cubicBezTo>
                <a:cubicBezTo>
                  <a:pt x="644199" y="102656"/>
                  <a:pt x="644803" y="91051"/>
                  <a:pt x="644864" y="73524"/>
                </a:cubicBezTo>
                <a:cubicBezTo>
                  <a:pt x="644864" y="63310"/>
                  <a:pt x="644290" y="56239"/>
                  <a:pt x="643141" y="52310"/>
                </a:cubicBezTo>
                <a:cubicBezTo>
                  <a:pt x="641933" y="48502"/>
                  <a:pt x="640240" y="45722"/>
                  <a:pt x="638064" y="43969"/>
                </a:cubicBezTo>
                <a:cubicBezTo>
                  <a:pt x="636493" y="42700"/>
                  <a:pt x="634438" y="42066"/>
                  <a:pt x="631900" y="42066"/>
                </a:cubicBezTo>
                <a:close/>
                <a:moveTo>
                  <a:pt x="716365" y="38167"/>
                </a:moveTo>
                <a:lnTo>
                  <a:pt x="716365" y="57387"/>
                </a:lnTo>
                <a:cubicBezTo>
                  <a:pt x="721926" y="48623"/>
                  <a:pt x="726852" y="42791"/>
                  <a:pt x="731143" y="39890"/>
                </a:cubicBezTo>
                <a:cubicBezTo>
                  <a:pt x="735373" y="37110"/>
                  <a:pt x="739453" y="35689"/>
                  <a:pt x="743382" y="35629"/>
                </a:cubicBezTo>
                <a:cubicBezTo>
                  <a:pt x="746706" y="35629"/>
                  <a:pt x="749426" y="36656"/>
                  <a:pt x="751541" y="38711"/>
                </a:cubicBezTo>
                <a:cubicBezTo>
                  <a:pt x="753535" y="40827"/>
                  <a:pt x="754533" y="43788"/>
                  <a:pt x="754533" y="47596"/>
                </a:cubicBezTo>
                <a:cubicBezTo>
                  <a:pt x="754472" y="51706"/>
                  <a:pt x="753505" y="54848"/>
                  <a:pt x="751632" y="57024"/>
                </a:cubicBezTo>
                <a:cubicBezTo>
                  <a:pt x="749637" y="59321"/>
                  <a:pt x="747250" y="60439"/>
                  <a:pt x="744470" y="60379"/>
                </a:cubicBezTo>
                <a:cubicBezTo>
                  <a:pt x="741266" y="60439"/>
                  <a:pt x="738486" y="59412"/>
                  <a:pt x="736129" y="57296"/>
                </a:cubicBezTo>
                <a:cubicBezTo>
                  <a:pt x="733772" y="55302"/>
                  <a:pt x="732382" y="54153"/>
                  <a:pt x="731959" y="53851"/>
                </a:cubicBezTo>
                <a:cubicBezTo>
                  <a:pt x="731294" y="53489"/>
                  <a:pt x="730599" y="53307"/>
                  <a:pt x="729873" y="53307"/>
                </a:cubicBezTo>
                <a:cubicBezTo>
                  <a:pt x="728060" y="53307"/>
                  <a:pt x="726398" y="53972"/>
                  <a:pt x="724887" y="55302"/>
                </a:cubicBezTo>
                <a:cubicBezTo>
                  <a:pt x="722409" y="57417"/>
                  <a:pt x="720536" y="60348"/>
                  <a:pt x="719266" y="64096"/>
                </a:cubicBezTo>
                <a:cubicBezTo>
                  <a:pt x="717332" y="70019"/>
                  <a:pt x="716365" y="76486"/>
                  <a:pt x="716365" y="83497"/>
                </a:cubicBezTo>
                <a:lnTo>
                  <a:pt x="716365" y="102988"/>
                </a:lnTo>
                <a:lnTo>
                  <a:pt x="716456" y="108065"/>
                </a:lnTo>
                <a:cubicBezTo>
                  <a:pt x="716396" y="111510"/>
                  <a:pt x="716607" y="113716"/>
                  <a:pt x="717091" y="114683"/>
                </a:cubicBezTo>
                <a:cubicBezTo>
                  <a:pt x="717816" y="116315"/>
                  <a:pt x="718904" y="117494"/>
                  <a:pt x="720354" y="118219"/>
                </a:cubicBezTo>
                <a:cubicBezTo>
                  <a:pt x="721684" y="119065"/>
                  <a:pt x="724071" y="119548"/>
                  <a:pt x="727516" y="119669"/>
                </a:cubicBezTo>
                <a:lnTo>
                  <a:pt x="727516" y="122933"/>
                </a:lnTo>
                <a:lnTo>
                  <a:pt x="681734" y="122933"/>
                </a:lnTo>
                <a:lnTo>
                  <a:pt x="681734" y="119669"/>
                </a:lnTo>
                <a:cubicBezTo>
                  <a:pt x="685360" y="119428"/>
                  <a:pt x="687868" y="118400"/>
                  <a:pt x="689258" y="116587"/>
                </a:cubicBezTo>
                <a:cubicBezTo>
                  <a:pt x="690528" y="114895"/>
                  <a:pt x="691162" y="110362"/>
                  <a:pt x="691162" y="102988"/>
                </a:cubicBezTo>
                <a:lnTo>
                  <a:pt x="691162" y="56118"/>
                </a:lnTo>
                <a:cubicBezTo>
                  <a:pt x="691102" y="51343"/>
                  <a:pt x="690860" y="48261"/>
                  <a:pt x="690437" y="46870"/>
                </a:cubicBezTo>
                <a:cubicBezTo>
                  <a:pt x="689772" y="45239"/>
                  <a:pt x="688896" y="44000"/>
                  <a:pt x="687808" y="43153"/>
                </a:cubicBezTo>
                <a:cubicBezTo>
                  <a:pt x="686599" y="42368"/>
                  <a:pt x="684574" y="41824"/>
                  <a:pt x="681734" y="41522"/>
                </a:cubicBezTo>
                <a:lnTo>
                  <a:pt x="681734" y="38167"/>
                </a:lnTo>
                <a:lnTo>
                  <a:pt x="716365" y="381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97C30-A315-4D51-8B96-B31CACD0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14" y="2106386"/>
            <a:ext cx="1261261" cy="390545"/>
          </a:xfrm>
          <a:custGeom xmlns:a="http://schemas.openxmlformats.org/drawingml/2006/main">
            <a:pathLst>
              <a:path w="1261261" h="390545">
                <a:moveTo>
                  <a:pt x="1261261" y="390545"/>
                </a:moveTo>
                <a:lnTo>
                  <a:pt x="1261261" y="0"/>
                </a:lnTo>
                <a:lnTo>
                  <a:pt x="0" y="0"/>
                </a:lnTo>
                <a:lnTo>
                  <a:pt x="0" y="390545"/>
                </a:lnTo>
                <a:lnTo>
                  <a:pt x="1261261" y="390545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6F1DF-2D49-4919-8312-2774757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14" y="2106386"/>
            <a:ext cx="1261261" cy="390545"/>
          </a:xfrm>
          <a:custGeom xmlns:a="http://schemas.openxmlformats.org/drawingml/2006/main">
            <a:pathLst>
              <a:path w="1261261" h="390545" fill="none">
                <a:moveTo>
                  <a:pt x="1261261" y="390545"/>
                </a:moveTo>
                <a:lnTo>
                  <a:pt x="1261261" y="0"/>
                </a:lnTo>
                <a:lnTo>
                  <a:pt x="0" y="0"/>
                </a:lnTo>
                <a:lnTo>
                  <a:pt x="0" y="390545"/>
                </a:lnTo>
                <a:lnTo>
                  <a:pt x="1261261" y="3905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2B366"/>
            </a:solidFill>
            <a:round/>
          </a:ln>
        </p:spPr>
      </p:sp>
      <p:sp>
        <p:nvSpPr>
          <p:cNvPr id="103" name="Text T">
            <a:extLst xmlns:a="http://schemas.openxmlformats.org/drawingml/2006/main">
              <a:ext uri="{FF2B5EF4-FFF2-40B4-BE49-F238E27FC236}">
                <a16:creationId xmlns:a16="http://schemas.microsoft.com/office/drawing/2014/main" id="{B081F19F-47E7-4F74-BA66-4C2582FE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137" y="2246021"/>
            <a:ext cx="110422" cy="122933"/>
          </a:xfrm>
          <a:custGeom xmlns:a="http://schemas.openxmlformats.org/drawingml/2006/main">
            <a:pathLst>
              <a:path w="110422" h="122933">
                <a:moveTo>
                  <a:pt x="110422" y="0"/>
                </a:moveTo>
                <a:lnTo>
                  <a:pt x="110422" y="33272"/>
                </a:lnTo>
                <a:lnTo>
                  <a:pt x="107158" y="33272"/>
                </a:lnTo>
                <a:cubicBezTo>
                  <a:pt x="105224" y="25596"/>
                  <a:pt x="103079" y="20066"/>
                  <a:pt x="100722" y="16681"/>
                </a:cubicBezTo>
                <a:cubicBezTo>
                  <a:pt x="98304" y="13357"/>
                  <a:pt x="95071" y="10698"/>
                  <a:pt x="91021" y="8703"/>
                </a:cubicBezTo>
                <a:cubicBezTo>
                  <a:pt x="88664" y="7615"/>
                  <a:pt x="84645" y="7071"/>
                  <a:pt x="78964" y="7071"/>
                </a:cubicBezTo>
                <a:lnTo>
                  <a:pt x="69807" y="7071"/>
                </a:lnTo>
                <a:lnTo>
                  <a:pt x="69807" y="101900"/>
                </a:lnTo>
                <a:cubicBezTo>
                  <a:pt x="69807" y="108246"/>
                  <a:pt x="70170" y="112175"/>
                  <a:pt x="70895" y="113686"/>
                </a:cubicBezTo>
                <a:cubicBezTo>
                  <a:pt x="71499" y="115257"/>
                  <a:pt x="72859" y="116617"/>
                  <a:pt x="74975" y="117766"/>
                </a:cubicBezTo>
                <a:cubicBezTo>
                  <a:pt x="76909" y="118974"/>
                  <a:pt x="79659" y="119579"/>
                  <a:pt x="83225" y="119579"/>
                </a:cubicBezTo>
                <a:lnTo>
                  <a:pt x="87304" y="119579"/>
                </a:lnTo>
                <a:lnTo>
                  <a:pt x="87304" y="122933"/>
                </a:lnTo>
                <a:lnTo>
                  <a:pt x="22937" y="122933"/>
                </a:lnTo>
                <a:lnTo>
                  <a:pt x="22937" y="119579"/>
                </a:lnTo>
                <a:lnTo>
                  <a:pt x="27016" y="119579"/>
                </a:lnTo>
                <a:cubicBezTo>
                  <a:pt x="30522" y="119579"/>
                  <a:pt x="33393" y="118944"/>
                  <a:pt x="35629" y="117675"/>
                </a:cubicBezTo>
                <a:cubicBezTo>
                  <a:pt x="37140" y="116889"/>
                  <a:pt x="38379" y="115439"/>
                  <a:pt x="39346" y="113323"/>
                </a:cubicBezTo>
                <a:cubicBezTo>
                  <a:pt x="39950" y="111873"/>
                  <a:pt x="40283" y="108065"/>
                  <a:pt x="40343" y="101900"/>
                </a:cubicBezTo>
                <a:lnTo>
                  <a:pt x="40343" y="7071"/>
                </a:lnTo>
                <a:lnTo>
                  <a:pt x="31459" y="7071"/>
                </a:lnTo>
                <a:cubicBezTo>
                  <a:pt x="23118" y="7071"/>
                  <a:pt x="17104" y="8824"/>
                  <a:pt x="13417" y="12330"/>
                </a:cubicBezTo>
                <a:cubicBezTo>
                  <a:pt x="8099" y="17225"/>
                  <a:pt x="4775" y="24206"/>
                  <a:pt x="3445" y="33272"/>
                </a:cubicBezTo>
                <a:lnTo>
                  <a:pt x="0" y="33272"/>
                </a:lnTo>
                <a:lnTo>
                  <a:pt x="0" y="0"/>
                </a:lnTo>
                <a:lnTo>
                  <a:pt x="110422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raceEncoder">
            <a:extLst xmlns:a="http://schemas.openxmlformats.org/drawingml/2006/main">
              <a:ext uri="{FF2B5EF4-FFF2-40B4-BE49-F238E27FC236}">
                <a16:creationId xmlns:a16="http://schemas.microsoft.com/office/drawing/2014/main" id="{86FA358E-D2AA-442A-9321-98AE49F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666" y="2246021"/>
            <a:ext cx="1033155" cy="125532"/>
          </a:xfrm>
          <a:custGeom xmlns:a="http://schemas.openxmlformats.org/drawingml/2006/main">
            <a:pathLst>
              <a:path w="1033155" h="125532">
                <a:moveTo>
                  <a:pt x="34632" y="38167"/>
                </a:moveTo>
                <a:lnTo>
                  <a:pt x="34632" y="57387"/>
                </a:lnTo>
                <a:cubicBezTo>
                  <a:pt x="40192" y="48623"/>
                  <a:pt x="45118" y="42791"/>
                  <a:pt x="49409" y="39890"/>
                </a:cubicBezTo>
                <a:cubicBezTo>
                  <a:pt x="53640" y="37110"/>
                  <a:pt x="57719" y="35689"/>
                  <a:pt x="61648" y="35629"/>
                </a:cubicBezTo>
                <a:cubicBezTo>
                  <a:pt x="64972" y="35629"/>
                  <a:pt x="67692" y="36656"/>
                  <a:pt x="69807" y="38711"/>
                </a:cubicBezTo>
                <a:cubicBezTo>
                  <a:pt x="71802" y="40827"/>
                  <a:pt x="72799" y="43788"/>
                  <a:pt x="72799" y="47596"/>
                </a:cubicBezTo>
                <a:cubicBezTo>
                  <a:pt x="72738" y="51706"/>
                  <a:pt x="71771" y="54848"/>
                  <a:pt x="69898" y="57024"/>
                </a:cubicBezTo>
                <a:cubicBezTo>
                  <a:pt x="67903" y="59321"/>
                  <a:pt x="65516" y="60439"/>
                  <a:pt x="62736" y="60379"/>
                </a:cubicBezTo>
                <a:cubicBezTo>
                  <a:pt x="59532" y="60439"/>
                  <a:pt x="56752" y="59412"/>
                  <a:pt x="54395" y="57296"/>
                </a:cubicBezTo>
                <a:cubicBezTo>
                  <a:pt x="52038" y="55302"/>
                  <a:pt x="50648" y="54153"/>
                  <a:pt x="50225" y="53851"/>
                </a:cubicBezTo>
                <a:cubicBezTo>
                  <a:pt x="49560" y="53489"/>
                  <a:pt x="48865" y="53307"/>
                  <a:pt x="48140" y="53307"/>
                </a:cubicBezTo>
                <a:cubicBezTo>
                  <a:pt x="46327" y="53307"/>
                  <a:pt x="44664" y="53972"/>
                  <a:pt x="43153" y="55302"/>
                </a:cubicBezTo>
                <a:cubicBezTo>
                  <a:pt x="40675" y="57417"/>
                  <a:pt x="38802" y="60348"/>
                  <a:pt x="37533" y="64096"/>
                </a:cubicBezTo>
                <a:cubicBezTo>
                  <a:pt x="35599" y="70019"/>
                  <a:pt x="34632" y="76486"/>
                  <a:pt x="34632" y="83497"/>
                </a:cubicBezTo>
                <a:lnTo>
                  <a:pt x="34632" y="102988"/>
                </a:lnTo>
                <a:lnTo>
                  <a:pt x="34722" y="108065"/>
                </a:lnTo>
                <a:cubicBezTo>
                  <a:pt x="34662" y="111510"/>
                  <a:pt x="34873" y="113716"/>
                  <a:pt x="35357" y="114683"/>
                </a:cubicBezTo>
                <a:cubicBezTo>
                  <a:pt x="36082" y="116315"/>
                  <a:pt x="37170" y="117494"/>
                  <a:pt x="38621" y="118219"/>
                </a:cubicBezTo>
                <a:cubicBezTo>
                  <a:pt x="39950" y="119065"/>
                  <a:pt x="42338" y="119548"/>
                  <a:pt x="45783" y="119669"/>
                </a:cubicBezTo>
                <a:lnTo>
                  <a:pt x="45783" y="122933"/>
                </a:lnTo>
                <a:lnTo>
                  <a:pt x="0" y="122933"/>
                </a:lnTo>
                <a:lnTo>
                  <a:pt x="0" y="119669"/>
                </a:lnTo>
                <a:cubicBezTo>
                  <a:pt x="3626" y="119428"/>
                  <a:pt x="6135" y="118400"/>
                  <a:pt x="7525" y="116587"/>
                </a:cubicBezTo>
                <a:cubicBezTo>
                  <a:pt x="8794" y="114895"/>
                  <a:pt x="9428" y="110362"/>
                  <a:pt x="9428" y="102988"/>
                </a:cubicBezTo>
                <a:lnTo>
                  <a:pt x="9428" y="56118"/>
                </a:lnTo>
                <a:cubicBezTo>
                  <a:pt x="9368" y="51343"/>
                  <a:pt x="9126" y="48261"/>
                  <a:pt x="8703" y="46870"/>
                </a:cubicBezTo>
                <a:cubicBezTo>
                  <a:pt x="8038" y="45239"/>
                  <a:pt x="7162" y="44000"/>
                  <a:pt x="6074" y="43153"/>
                </a:cubicBezTo>
                <a:cubicBezTo>
                  <a:pt x="4865" y="42368"/>
                  <a:pt x="2841" y="41824"/>
                  <a:pt x="0" y="41522"/>
                </a:cubicBezTo>
                <a:lnTo>
                  <a:pt x="0" y="38167"/>
                </a:lnTo>
                <a:lnTo>
                  <a:pt x="34632" y="38167"/>
                </a:lnTo>
                <a:close/>
                <a:moveTo>
                  <a:pt x="123064" y="110422"/>
                </a:moveTo>
                <a:cubicBezTo>
                  <a:pt x="112729" y="119609"/>
                  <a:pt x="103452" y="124172"/>
                  <a:pt x="95232" y="124112"/>
                </a:cubicBezTo>
                <a:cubicBezTo>
                  <a:pt x="90337" y="124112"/>
                  <a:pt x="86317" y="122510"/>
                  <a:pt x="83175" y="119307"/>
                </a:cubicBezTo>
                <a:cubicBezTo>
                  <a:pt x="79971" y="116224"/>
                  <a:pt x="78370" y="112266"/>
                  <a:pt x="78370" y="107430"/>
                </a:cubicBezTo>
                <a:cubicBezTo>
                  <a:pt x="78370" y="101024"/>
                  <a:pt x="81150" y="95192"/>
                  <a:pt x="86710" y="89933"/>
                </a:cubicBezTo>
                <a:cubicBezTo>
                  <a:pt x="92210" y="84856"/>
                  <a:pt x="104328" y="77997"/>
                  <a:pt x="123064" y="69354"/>
                </a:cubicBezTo>
                <a:lnTo>
                  <a:pt x="123064" y="60832"/>
                </a:lnTo>
                <a:cubicBezTo>
                  <a:pt x="123004" y="54486"/>
                  <a:pt x="122672" y="50436"/>
                  <a:pt x="122067" y="48684"/>
                </a:cubicBezTo>
                <a:cubicBezTo>
                  <a:pt x="121281" y="47052"/>
                  <a:pt x="119952" y="45601"/>
                  <a:pt x="118078" y="44332"/>
                </a:cubicBezTo>
                <a:cubicBezTo>
                  <a:pt x="116144" y="43184"/>
                  <a:pt x="113968" y="42579"/>
                  <a:pt x="111551" y="42519"/>
                </a:cubicBezTo>
                <a:cubicBezTo>
                  <a:pt x="107622" y="42579"/>
                  <a:pt x="104389" y="43456"/>
                  <a:pt x="101850" y="45148"/>
                </a:cubicBezTo>
                <a:cubicBezTo>
                  <a:pt x="100279" y="46236"/>
                  <a:pt x="99493" y="47505"/>
                  <a:pt x="99493" y="48956"/>
                </a:cubicBezTo>
                <a:cubicBezTo>
                  <a:pt x="99433" y="50225"/>
                  <a:pt x="100279" y="51796"/>
                  <a:pt x="102032" y="53670"/>
                </a:cubicBezTo>
                <a:cubicBezTo>
                  <a:pt x="104268" y="56329"/>
                  <a:pt x="105416" y="58837"/>
                  <a:pt x="105477" y="61195"/>
                </a:cubicBezTo>
                <a:cubicBezTo>
                  <a:pt x="105477" y="64216"/>
                  <a:pt x="104389" y="66725"/>
                  <a:pt x="102213" y="68719"/>
                </a:cubicBezTo>
                <a:cubicBezTo>
                  <a:pt x="99916" y="70835"/>
                  <a:pt x="97015" y="71892"/>
                  <a:pt x="93510" y="71892"/>
                </a:cubicBezTo>
                <a:cubicBezTo>
                  <a:pt x="89702" y="71892"/>
                  <a:pt x="86529" y="70744"/>
                  <a:pt x="83991" y="68447"/>
                </a:cubicBezTo>
                <a:cubicBezTo>
                  <a:pt x="81331" y="66211"/>
                  <a:pt x="80032" y="63521"/>
                  <a:pt x="80092" y="60379"/>
                </a:cubicBezTo>
                <a:cubicBezTo>
                  <a:pt x="80092" y="56027"/>
                  <a:pt x="81815" y="51857"/>
                  <a:pt x="85260" y="47868"/>
                </a:cubicBezTo>
                <a:cubicBezTo>
                  <a:pt x="88705" y="44000"/>
                  <a:pt x="93510" y="40978"/>
                  <a:pt x="99674" y="38802"/>
                </a:cubicBezTo>
                <a:cubicBezTo>
                  <a:pt x="105839" y="36747"/>
                  <a:pt x="112246" y="35689"/>
                  <a:pt x="118894" y="35629"/>
                </a:cubicBezTo>
                <a:cubicBezTo>
                  <a:pt x="126932" y="35689"/>
                  <a:pt x="133309" y="37382"/>
                  <a:pt x="138023" y="40706"/>
                </a:cubicBezTo>
                <a:cubicBezTo>
                  <a:pt x="142616" y="44151"/>
                  <a:pt x="145638" y="47868"/>
                  <a:pt x="147089" y="51857"/>
                </a:cubicBezTo>
                <a:cubicBezTo>
                  <a:pt x="147875" y="54395"/>
                  <a:pt x="148298" y="60228"/>
                  <a:pt x="148358" y="69354"/>
                </a:cubicBezTo>
                <a:lnTo>
                  <a:pt x="148358" y="102263"/>
                </a:lnTo>
                <a:cubicBezTo>
                  <a:pt x="148358" y="106191"/>
                  <a:pt x="148509" y="108609"/>
                  <a:pt x="148811" y="109516"/>
                </a:cubicBezTo>
                <a:cubicBezTo>
                  <a:pt x="149053" y="110603"/>
                  <a:pt x="149506" y="111359"/>
                  <a:pt x="150171" y="111782"/>
                </a:cubicBezTo>
                <a:cubicBezTo>
                  <a:pt x="150715" y="112266"/>
                  <a:pt x="151410" y="112507"/>
                  <a:pt x="152256" y="112507"/>
                </a:cubicBezTo>
                <a:cubicBezTo>
                  <a:pt x="153767" y="112568"/>
                  <a:pt x="155369" y="111450"/>
                  <a:pt x="157061" y="109153"/>
                </a:cubicBezTo>
                <a:lnTo>
                  <a:pt x="159781" y="111329"/>
                </a:lnTo>
                <a:cubicBezTo>
                  <a:pt x="156699" y="115801"/>
                  <a:pt x="153586" y="119035"/>
                  <a:pt x="150443" y="121029"/>
                </a:cubicBezTo>
                <a:cubicBezTo>
                  <a:pt x="147119" y="123145"/>
                  <a:pt x="143432" y="124172"/>
                  <a:pt x="139383" y="124112"/>
                </a:cubicBezTo>
                <a:cubicBezTo>
                  <a:pt x="134548" y="124112"/>
                  <a:pt x="130770" y="122963"/>
                  <a:pt x="128051" y="120667"/>
                </a:cubicBezTo>
                <a:cubicBezTo>
                  <a:pt x="125331" y="118491"/>
                  <a:pt x="123669" y="115076"/>
                  <a:pt x="123064" y="110422"/>
                </a:cubicBezTo>
                <a:moveTo>
                  <a:pt x="123064" y="103804"/>
                </a:moveTo>
                <a:lnTo>
                  <a:pt x="123064" y="75428"/>
                </a:lnTo>
                <a:cubicBezTo>
                  <a:pt x="115691" y="79719"/>
                  <a:pt x="110251" y="84312"/>
                  <a:pt x="106746" y="89208"/>
                </a:cubicBezTo>
                <a:cubicBezTo>
                  <a:pt x="104389" y="92472"/>
                  <a:pt x="103210" y="95766"/>
                  <a:pt x="103210" y="99090"/>
                </a:cubicBezTo>
                <a:cubicBezTo>
                  <a:pt x="103210" y="101930"/>
                  <a:pt x="104207" y="104378"/>
                  <a:pt x="106202" y="106433"/>
                </a:cubicBezTo>
                <a:cubicBezTo>
                  <a:pt x="107713" y="108065"/>
                  <a:pt x="109828" y="108881"/>
                  <a:pt x="112548" y="108881"/>
                </a:cubicBezTo>
                <a:cubicBezTo>
                  <a:pt x="115509" y="108881"/>
                  <a:pt x="119015" y="107189"/>
                  <a:pt x="123064" y="103804"/>
                </a:cubicBezTo>
                <a:close/>
                <a:moveTo>
                  <a:pt x="235181" y="101084"/>
                </a:moveTo>
                <a:lnTo>
                  <a:pt x="237991" y="103260"/>
                </a:lnTo>
                <a:cubicBezTo>
                  <a:pt x="233942" y="110815"/>
                  <a:pt x="228986" y="116375"/>
                  <a:pt x="223123" y="119941"/>
                </a:cubicBezTo>
                <a:cubicBezTo>
                  <a:pt x="217140" y="123689"/>
                  <a:pt x="210794" y="125532"/>
                  <a:pt x="204085" y="125471"/>
                </a:cubicBezTo>
                <a:cubicBezTo>
                  <a:pt x="192722" y="125471"/>
                  <a:pt x="183687" y="121211"/>
                  <a:pt x="176978" y="112689"/>
                </a:cubicBezTo>
                <a:cubicBezTo>
                  <a:pt x="170148" y="104167"/>
                  <a:pt x="166764" y="93922"/>
                  <a:pt x="166824" y="81955"/>
                </a:cubicBezTo>
                <a:cubicBezTo>
                  <a:pt x="166824" y="70472"/>
                  <a:pt x="169907" y="60318"/>
                  <a:pt x="176072" y="51494"/>
                </a:cubicBezTo>
                <a:cubicBezTo>
                  <a:pt x="183506" y="40917"/>
                  <a:pt x="193750" y="35629"/>
                  <a:pt x="206805" y="35629"/>
                </a:cubicBezTo>
                <a:cubicBezTo>
                  <a:pt x="215568" y="35629"/>
                  <a:pt x="222549" y="37835"/>
                  <a:pt x="227747" y="42247"/>
                </a:cubicBezTo>
                <a:cubicBezTo>
                  <a:pt x="232884" y="46719"/>
                  <a:pt x="235453" y="51645"/>
                  <a:pt x="235453" y="57024"/>
                </a:cubicBezTo>
                <a:cubicBezTo>
                  <a:pt x="235453" y="60469"/>
                  <a:pt x="234425" y="63219"/>
                  <a:pt x="232370" y="65274"/>
                </a:cubicBezTo>
                <a:cubicBezTo>
                  <a:pt x="230195" y="67390"/>
                  <a:pt x="227445" y="68417"/>
                  <a:pt x="224121" y="68357"/>
                </a:cubicBezTo>
                <a:cubicBezTo>
                  <a:pt x="220494" y="68357"/>
                  <a:pt x="217563" y="67178"/>
                  <a:pt x="215327" y="64821"/>
                </a:cubicBezTo>
                <a:cubicBezTo>
                  <a:pt x="212970" y="62524"/>
                  <a:pt x="211519" y="58324"/>
                  <a:pt x="210975" y="52219"/>
                </a:cubicBezTo>
                <a:cubicBezTo>
                  <a:pt x="210552" y="48472"/>
                  <a:pt x="209676" y="45813"/>
                  <a:pt x="208346" y="44241"/>
                </a:cubicBezTo>
                <a:cubicBezTo>
                  <a:pt x="206956" y="42730"/>
                  <a:pt x="205324" y="41975"/>
                  <a:pt x="203450" y="41975"/>
                </a:cubicBezTo>
                <a:cubicBezTo>
                  <a:pt x="200549" y="41975"/>
                  <a:pt x="198071" y="43516"/>
                  <a:pt x="196016" y="46599"/>
                </a:cubicBezTo>
                <a:cubicBezTo>
                  <a:pt x="192813" y="51252"/>
                  <a:pt x="191242" y="58384"/>
                  <a:pt x="191302" y="67994"/>
                </a:cubicBezTo>
                <a:cubicBezTo>
                  <a:pt x="191302" y="75972"/>
                  <a:pt x="192571" y="83587"/>
                  <a:pt x="195110" y="90840"/>
                </a:cubicBezTo>
                <a:cubicBezTo>
                  <a:pt x="197588" y="98213"/>
                  <a:pt x="201063" y="103653"/>
                  <a:pt x="205536" y="107158"/>
                </a:cubicBezTo>
                <a:cubicBezTo>
                  <a:pt x="208860" y="109818"/>
                  <a:pt x="212788" y="111117"/>
                  <a:pt x="217321" y="111057"/>
                </a:cubicBezTo>
                <a:cubicBezTo>
                  <a:pt x="220283" y="111057"/>
                  <a:pt x="223093" y="110362"/>
                  <a:pt x="225752" y="108972"/>
                </a:cubicBezTo>
                <a:cubicBezTo>
                  <a:pt x="228351" y="107642"/>
                  <a:pt x="231494" y="105013"/>
                  <a:pt x="235181" y="101084"/>
                </a:cubicBezTo>
                <a:close/>
                <a:moveTo>
                  <a:pt x="321041" y="77513"/>
                </a:moveTo>
                <a:lnTo>
                  <a:pt x="274533" y="77513"/>
                </a:lnTo>
                <a:cubicBezTo>
                  <a:pt x="275077" y="88755"/>
                  <a:pt x="278069" y="97639"/>
                  <a:pt x="283508" y="104167"/>
                </a:cubicBezTo>
                <a:cubicBezTo>
                  <a:pt x="287618" y="109183"/>
                  <a:pt x="292635" y="111691"/>
                  <a:pt x="298558" y="111691"/>
                </a:cubicBezTo>
                <a:cubicBezTo>
                  <a:pt x="302124" y="111752"/>
                  <a:pt x="305417" y="110724"/>
                  <a:pt x="308439" y="108609"/>
                </a:cubicBezTo>
                <a:cubicBezTo>
                  <a:pt x="311401" y="106614"/>
                  <a:pt x="314574" y="102988"/>
                  <a:pt x="317959" y="97730"/>
                </a:cubicBezTo>
                <a:lnTo>
                  <a:pt x="321041" y="99724"/>
                </a:lnTo>
                <a:cubicBezTo>
                  <a:pt x="316387" y="109092"/>
                  <a:pt x="311310" y="115711"/>
                  <a:pt x="305810" y="119579"/>
                </a:cubicBezTo>
                <a:cubicBezTo>
                  <a:pt x="300250" y="123507"/>
                  <a:pt x="293813" y="125471"/>
                  <a:pt x="286500" y="125471"/>
                </a:cubicBezTo>
                <a:cubicBezTo>
                  <a:pt x="273868" y="125532"/>
                  <a:pt x="264349" y="120697"/>
                  <a:pt x="257943" y="110966"/>
                </a:cubicBezTo>
                <a:cubicBezTo>
                  <a:pt x="252745" y="103169"/>
                  <a:pt x="250146" y="93499"/>
                  <a:pt x="250146" y="81955"/>
                </a:cubicBezTo>
                <a:cubicBezTo>
                  <a:pt x="250086" y="67873"/>
                  <a:pt x="253923" y="56601"/>
                  <a:pt x="261660" y="48140"/>
                </a:cubicBezTo>
                <a:cubicBezTo>
                  <a:pt x="269275" y="39799"/>
                  <a:pt x="278220" y="35629"/>
                  <a:pt x="288495" y="35629"/>
                </a:cubicBezTo>
                <a:cubicBezTo>
                  <a:pt x="297077" y="35689"/>
                  <a:pt x="304541" y="39195"/>
                  <a:pt x="310887" y="46145"/>
                </a:cubicBezTo>
                <a:cubicBezTo>
                  <a:pt x="317112" y="53217"/>
                  <a:pt x="320497" y="63673"/>
                  <a:pt x="321041" y="77513"/>
                </a:cubicBezTo>
                <a:moveTo>
                  <a:pt x="298739" y="71439"/>
                </a:moveTo>
                <a:cubicBezTo>
                  <a:pt x="298679" y="61769"/>
                  <a:pt x="298165" y="55090"/>
                  <a:pt x="297198" y="51403"/>
                </a:cubicBezTo>
                <a:cubicBezTo>
                  <a:pt x="296110" y="47838"/>
                  <a:pt x="294448" y="45088"/>
                  <a:pt x="292212" y="43153"/>
                </a:cubicBezTo>
                <a:cubicBezTo>
                  <a:pt x="290882" y="42066"/>
                  <a:pt x="289190" y="41522"/>
                  <a:pt x="287135" y="41522"/>
                </a:cubicBezTo>
                <a:cubicBezTo>
                  <a:pt x="283931" y="41522"/>
                  <a:pt x="281363" y="43063"/>
                  <a:pt x="279429" y="46145"/>
                </a:cubicBezTo>
                <a:cubicBezTo>
                  <a:pt x="275863" y="51585"/>
                  <a:pt x="274080" y="58958"/>
                  <a:pt x="274080" y="68266"/>
                </a:cubicBezTo>
                <a:lnTo>
                  <a:pt x="274080" y="71439"/>
                </a:lnTo>
                <a:lnTo>
                  <a:pt x="298739" y="71439"/>
                </a:lnTo>
                <a:close/>
                <a:moveTo>
                  <a:pt x="421528" y="7071"/>
                </a:moveTo>
                <a:lnTo>
                  <a:pt x="421528" y="57115"/>
                </a:lnTo>
                <a:lnTo>
                  <a:pt x="423976" y="57115"/>
                </a:lnTo>
                <a:cubicBezTo>
                  <a:pt x="431712" y="57115"/>
                  <a:pt x="437363" y="54667"/>
                  <a:pt x="440929" y="49772"/>
                </a:cubicBezTo>
                <a:cubicBezTo>
                  <a:pt x="444374" y="44876"/>
                  <a:pt x="446610" y="37654"/>
                  <a:pt x="447638" y="28104"/>
                </a:cubicBezTo>
                <a:lnTo>
                  <a:pt x="451083" y="28104"/>
                </a:lnTo>
                <a:lnTo>
                  <a:pt x="451083" y="92472"/>
                </a:lnTo>
                <a:lnTo>
                  <a:pt x="447638" y="92472"/>
                </a:lnTo>
                <a:cubicBezTo>
                  <a:pt x="446852" y="85521"/>
                  <a:pt x="445341" y="79780"/>
                  <a:pt x="443105" y="75247"/>
                </a:cubicBezTo>
                <a:cubicBezTo>
                  <a:pt x="440748" y="70835"/>
                  <a:pt x="438028" y="67813"/>
                  <a:pt x="434946" y="66181"/>
                </a:cubicBezTo>
                <a:cubicBezTo>
                  <a:pt x="431863" y="64670"/>
                  <a:pt x="427391" y="63914"/>
                  <a:pt x="421528" y="63914"/>
                </a:cubicBezTo>
                <a:lnTo>
                  <a:pt x="421528" y="98546"/>
                </a:lnTo>
                <a:cubicBezTo>
                  <a:pt x="421468" y="105375"/>
                  <a:pt x="421770" y="109516"/>
                  <a:pt x="422435" y="110966"/>
                </a:cubicBezTo>
                <a:cubicBezTo>
                  <a:pt x="422979" y="112538"/>
                  <a:pt x="424036" y="113777"/>
                  <a:pt x="425608" y="114683"/>
                </a:cubicBezTo>
                <a:cubicBezTo>
                  <a:pt x="427119" y="115711"/>
                  <a:pt x="429657" y="116194"/>
                  <a:pt x="433223" y="116134"/>
                </a:cubicBezTo>
                <a:lnTo>
                  <a:pt x="440566" y="116134"/>
                </a:lnTo>
                <a:cubicBezTo>
                  <a:pt x="451989" y="116194"/>
                  <a:pt x="461206" y="113535"/>
                  <a:pt x="468217" y="108156"/>
                </a:cubicBezTo>
                <a:cubicBezTo>
                  <a:pt x="475107" y="102837"/>
                  <a:pt x="480063" y="94738"/>
                  <a:pt x="483085" y="83859"/>
                </a:cubicBezTo>
                <a:lnTo>
                  <a:pt x="486440" y="83859"/>
                </a:lnTo>
                <a:lnTo>
                  <a:pt x="480910" y="122933"/>
                </a:lnTo>
                <a:lnTo>
                  <a:pt x="374658" y="122933"/>
                </a:lnTo>
                <a:lnTo>
                  <a:pt x="374658" y="119579"/>
                </a:lnTo>
                <a:lnTo>
                  <a:pt x="378737" y="119579"/>
                </a:lnTo>
                <a:cubicBezTo>
                  <a:pt x="382243" y="119579"/>
                  <a:pt x="385114" y="118944"/>
                  <a:pt x="387350" y="117675"/>
                </a:cubicBezTo>
                <a:cubicBezTo>
                  <a:pt x="388861" y="116889"/>
                  <a:pt x="390070" y="115439"/>
                  <a:pt x="390976" y="113323"/>
                </a:cubicBezTo>
                <a:cubicBezTo>
                  <a:pt x="391581" y="111873"/>
                  <a:pt x="391913" y="108065"/>
                  <a:pt x="391973" y="101900"/>
                </a:cubicBezTo>
                <a:lnTo>
                  <a:pt x="391973" y="21033"/>
                </a:lnTo>
                <a:cubicBezTo>
                  <a:pt x="391913" y="15533"/>
                  <a:pt x="391762" y="12118"/>
                  <a:pt x="391520" y="10788"/>
                </a:cubicBezTo>
                <a:cubicBezTo>
                  <a:pt x="390855" y="8733"/>
                  <a:pt x="389737" y="7102"/>
                  <a:pt x="388166" y="5893"/>
                </a:cubicBezTo>
                <a:cubicBezTo>
                  <a:pt x="385869" y="4201"/>
                  <a:pt x="382726" y="3354"/>
                  <a:pt x="378737" y="3354"/>
                </a:cubicBezTo>
                <a:lnTo>
                  <a:pt x="374658" y="3354"/>
                </a:lnTo>
                <a:lnTo>
                  <a:pt x="374658" y="0"/>
                </a:lnTo>
                <a:lnTo>
                  <a:pt x="477555" y="0"/>
                </a:lnTo>
                <a:lnTo>
                  <a:pt x="477555" y="36354"/>
                </a:lnTo>
                <a:lnTo>
                  <a:pt x="474110" y="36354"/>
                </a:lnTo>
                <a:cubicBezTo>
                  <a:pt x="472357" y="27530"/>
                  <a:pt x="469910" y="21154"/>
                  <a:pt x="466767" y="17225"/>
                </a:cubicBezTo>
                <a:cubicBezTo>
                  <a:pt x="463564" y="13357"/>
                  <a:pt x="459061" y="10516"/>
                  <a:pt x="453259" y="8703"/>
                </a:cubicBezTo>
                <a:cubicBezTo>
                  <a:pt x="449874" y="7615"/>
                  <a:pt x="443528" y="7071"/>
                  <a:pt x="434220" y="7071"/>
                </a:cubicBezTo>
                <a:lnTo>
                  <a:pt x="421528" y="7071"/>
                </a:lnTo>
                <a:close/>
                <a:moveTo>
                  <a:pt x="533473" y="38167"/>
                </a:moveTo>
                <a:lnTo>
                  <a:pt x="533473" y="49137"/>
                </a:lnTo>
                <a:cubicBezTo>
                  <a:pt x="537824" y="44423"/>
                  <a:pt x="541995" y="40978"/>
                  <a:pt x="545984" y="38802"/>
                </a:cubicBezTo>
                <a:cubicBezTo>
                  <a:pt x="549912" y="36747"/>
                  <a:pt x="554203" y="35689"/>
                  <a:pt x="558857" y="35629"/>
                </a:cubicBezTo>
                <a:cubicBezTo>
                  <a:pt x="564357" y="35689"/>
                  <a:pt x="568920" y="37200"/>
                  <a:pt x="572546" y="40162"/>
                </a:cubicBezTo>
                <a:cubicBezTo>
                  <a:pt x="576173" y="43244"/>
                  <a:pt x="578590" y="47052"/>
                  <a:pt x="579799" y="51585"/>
                </a:cubicBezTo>
                <a:cubicBezTo>
                  <a:pt x="580766" y="55030"/>
                  <a:pt x="581250" y="61648"/>
                  <a:pt x="581250" y="71439"/>
                </a:cubicBezTo>
                <a:lnTo>
                  <a:pt x="581250" y="104439"/>
                </a:lnTo>
                <a:cubicBezTo>
                  <a:pt x="581250" y="111027"/>
                  <a:pt x="581854" y="115076"/>
                  <a:pt x="583063" y="116587"/>
                </a:cubicBezTo>
                <a:cubicBezTo>
                  <a:pt x="584211" y="118219"/>
                  <a:pt x="586659" y="119246"/>
                  <a:pt x="590406" y="119669"/>
                </a:cubicBezTo>
                <a:lnTo>
                  <a:pt x="590406" y="122933"/>
                </a:lnTo>
                <a:lnTo>
                  <a:pt x="547525" y="122933"/>
                </a:lnTo>
                <a:lnTo>
                  <a:pt x="547525" y="119669"/>
                </a:lnTo>
                <a:cubicBezTo>
                  <a:pt x="550668" y="119307"/>
                  <a:pt x="552964" y="117977"/>
                  <a:pt x="554415" y="115680"/>
                </a:cubicBezTo>
                <a:cubicBezTo>
                  <a:pt x="555382" y="114169"/>
                  <a:pt x="555865" y="110422"/>
                  <a:pt x="555865" y="104439"/>
                </a:cubicBezTo>
                <a:lnTo>
                  <a:pt x="555865" y="66725"/>
                </a:lnTo>
                <a:cubicBezTo>
                  <a:pt x="555865" y="59774"/>
                  <a:pt x="555593" y="55392"/>
                  <a:pt x="555049" y="53579"/>
                </a:cubicBezTo>
                <a:cubicBezTo>
                  <a:pt x="554505" y="51766"/>
                  <a:pt x="553599" y="50346"/>
                  <a:pt x="552330" y="49318"/>
                </a:cubicBezTo>
                <a:cubicBezTo>
                  <a:pt x="550940" y="48351"/>
                  <a:pt x="549489" y="47868"/>
                  <a:pt x="547978" y="47868"/>
                </a:cubicBezTo>
                <a:cubicBezTo>
                  <a:pt x="542720" y="47868"/>
                  <a:pt x="537885" y="51585"/>
                  <a:pt x="533473" y="59019"/>
                </a:cubicBezTo>
                <a:lnTo>
                  <a:pt x="533473" y="104439"/>
                </a:lnTo>
                <a:cubicBezTo>
                  <a:pt x="533473" y="110785"/>
                  <a:pt x="534077" y="114804"/>
                  <a:pt x="535286" y="116496"/>
                </a:cubicBezTo>
                <a:cubicBezTo>
                  <a:pt x="536434" y="118249"/>
                  <a:pt x="538610" y="119307"/>
                  <a:pt x="541813" y="119669"/>
                </a:cubicBezTo>
                <a:lnTo>
                  <a:pt x="541813" y="122933"/>
                </a:lnTo>
                <a:lnTo>
                  <a:pt x="498932" y="122933"/>
                </a:lnTo>
                <a:lnTo>
                  <a:pt x="498932" y="119669"/>
                </a:lnTo>
                <a:cubicBezTo>
                  <a:pt x="502437" y="119307"/>
                  <a:pt x="504976" y="118158"/>
                  <a:pt x="506547" y="116224"/>
                </a:cubicBezTo>
                <a:cubicBezTo>
                  <a:pt x="507514" y="114895"/>
                  <a:pt x="508028" y="110966"/>
                  <a:pt x="508088" y="104439"/>
                </a:cubicBezTo>
                <a:lnTo>
                  <a:pt x="508088" y="56571"/>
                </a:lnTo>
                <a:cubicBezTo>
                  <a:pt x="508088" y="50164"/>
                  <a:pt x="507514" y="46175"/>
                  <a:pt x="506366" y="44604"/>
                </a:cubicBezTo>
                <a:cubicBezTo>
                  <a:pt x="505097" y="43093"/>
                  <a:pt x="502619" y="42066"/>
                  <a:pt x="498932" y="41522"/>
                </a:cubicBezTo>
                <a:lnTo>
                  <a:pt x="498932" y="38167"/>
                </a:lnTo>
                <a:lnTo>
                  <a:pt x="533473" y="38167"/>
                </a:lnTo>
                <a:close/>
                <a:moveTo>
                  <a:pt x="670542" y="101084"/>
                </a:moveTo>
                <a:lnTo>
                  <a:pt x="673353" y="103260"/>
                </a:lnTo>
                <a:cubicBezTo>
                  <a:pt x="669303" y="110815"/>
                  <a:pt x="664347" y="116375"/>
                  <a:pt x="658485" y="119941"/>
                </a:cubicBezTo>
                <a:cubicBezTo>
                  <a:pt x="652501" y="123689"/>
                  <a:pt x="646155" y="125532"/>
                  <a:pt x="639446" y="125471"/>
                </a:cubicBezTo>
                <a:cubicBezTo>
                  <a:pt x="628084" y="125471"/>
                  <a:pt x="619048" y="121211"/>
                  <a:pt x="612339" y="112689"/>
                </a:cubicBezTo>
                <a:cubicBezTo>
                  <a:pt x="605510" y="104167"/>
                  <a:pt x="602125" y="93922"/>
                  <a:pt x="602186" y="81955"/>
                </a:cubicBezTo>
                <a:cubicBezTo>
                  <a:pt x="602186" y="70472"/>
                  <a:pt x="605268" y="60318"/>
                  <a:pt x="611433" y="51494"/>
                </a:cubicBezTo>
                <a:cubicBezTo>
                  <a:pt x="618867" y="40917"/>
                  <a:pt x="629111" y="35629"/>
                  <a:pt x="642166" y="35629"/>
                </a:cubicBezTo>
                <a:cubicBezTo>
                  <a:pt x="650930" y="35629"/>
                  <a:pt x="657910" y="37835"/>
                  <a:pt x="663108" y="42247"/>
                </a:cubicBezTo>
                <a:cubicBezTo>
                  <a:pt x="668245" y="46719"/>
                  <a:pt x="670814" y="51645"/>
                  <a:pt x="670814" y="57024"/>
                </a:cubicBezTo>
                <a:cubicBezTo>
                  <a:pt x="670814" y="60469"/>
                  <a:pt x="669787" y="63219"/>
                  <a:pt x="667732" y="65274"/>
                </a:cubicBezTo>
                <a:cubicBezTo>
                  <a:pt x="665556" y="67390"/>
                  <a:pt x="662806" y="68417"/>
                  <a:pt x="659482" y="68357"/>
                </a:cubicBezTo>
                <a:cubicBezTo>
                  <a:pt x="655855" y="68357"/>
                  <a:pt x="652924" y="67178"/>
                  <a:pt x="650688" y="64821"/>
                </a:cubicBezTo>
                <a:cubicBezTo>
                  <a:pt x="648331" y="62524"/>
                  <a:pt x="646880" y="58324"/>
                  <a:pt x="646336" y="52219"/>
                </a:cubicBezTo>
                <a:cubicBezTo>
                  <a:pt x="645913" y="48472"/>
                  <a:pt x="645037" y="45813"/>
                  <a:pt x="643707" y="44241"/>
                </a:cubicBezTo>
                <a:cubicBezTo>
                  <a:pt x="642317" y="42730"/>
                  <a:pt x="640685" y="41975"/>
                  <a:pt x="638812" y="41975"/>
                </a:cubicBezTo>
                <a:cubicBezTo>
                  <a:pt x="635911" y="41975"/>
                  <a:pt x="633433" y="43516"/>
                  <a:pt x="631378" y="46599"/>
                </a:cubicBezTo>
                <a:cubicBezTo>
                  <a:pt x="628174" y="51252"/>
                  <a:pt x="626603" y="58384"/>
                  <a:pt x="626663" y="67994"/>
                </a:cubicBezTo>
                <a:cubicBezTo>
                  <a:pt x="626663" y="75972"/>
                  <a:pt x="627933" y="83587"/>
                  <a:pt x="630471" y="90840"/>
                </a:cubicBezTo>
                <a:cubicBezTo>
                  <a:pt x="632949" y="98213"/>
                  <a:pt x="636424" y="103653"/>
                  <a:pt x="640897" y="107158"/>
                </a:cubicBezTo>
                <a:cubicBezTo>
                  <a:pt x="644221" y="109818"/>
                  <a:pt x="648149" y="111117"/>
                  <a:pt x="652682" y="111057"/>
                </a:cubicBezTo>
                <a:cubicBezTo>
                  <a:pt x="655644" y="111057"/>
                  <a:pt x="658454" y="110362"/>
                  <a:pt x="661114" y="108972"/>
                </a:cubicBezTo>
                <a:cubicBezTo>
                  <a:pt x="663713" y="107642"/>
                  <a:pt x="666855" y="105013"/>
                  <a:pt x="670542" y="101084"/>
                </a:cubicBezTo>
                <a:close/>
                <a:moveTo>
                  <a:pt x="724490" y="35629"/>
                </a:moveTo>
                <a:cubicBezTo>
                  <a:pt x="731804" y="35629"/>
                  <a:pt x="738663" y="37533"/>
                  <a:pt x="745070" y="41340"/>
                </a:cubicBezTo>
                <a:cubicBezTo>
                  <a:pt x="751356" y="45208"/>
                  <a:pt x="756191" y="50618"/>
                  <a:pt x="759575" y="57568"/>
                </a:cubicBezTo>
                <a:cubicBezTo>
                  <a:pt x="762839" y="64579"/>
                  <a:pt x="764471" y="72255"/>
                  <a:pt x="764471" y="80595"/>
                </a:cubicBezTo>
                <a:cubicBezTo>
                  <a:pt x="764410" y="92683"/>
                  <a:pt x="761358" y="102746"/>
                  <a:pt x="755314" y="110785"/>
                </a:cubicBezTo>
                <a:cubicBezTo>
                  <a:pt x="747880" y="120576"/>
                  <a:pt x="737696" y="125471"/>
                  <a:pt x="724762" y="125471"/>
                </a:cubicBezTo>
                <a:cubicBezTo>
                  <a:pt x="711949" y="125532"/>
                  <a:pt x="702128" y="121059"/>
                  <a:pt x="695298" y="112054"/>
                </a:cubicBezTo>
                <a:cubicBezTo>
                  <a:pt x="688408" y="103109"/>
                  <a:pt x="684963" y="92744"/>
                  <a:pt x="684963" y="80958"/>
                </a:cubicBezTo>
                <a:cubicBezTo>
                  <a:pt x="684963" y="68810"/>
                  <a:pt x="688499" y="58203"/>
                  <a:pt x="695570" y="49137"/>
                </a:cubicBezTo>
                <a:cubicBezTo>
                  <a:pt x="702521" y="40192"/>
                  <a:pt x="712161" y="35689"/>
                  <a:pt x="724490" y="35629"/>
                </a:cubicBezTo>
                <a:moveTo>
                  <a:pt x="724853" y="42066"/>
                </a:moveTo>
                <a:cubicBezTo>
                  <a:pt x="721771" y="42126"/>
                  <a:pt x="719142" y="43274"/>
                  <a:pt x="716966" y="45511"/>
                </a:cubicBezTo>
                <a:cubicBezTo>
                  <a:pt x="714669" y="47928"/>
                  <a:pt x="713219" y="52522"/>
                  <a:pt x="712614" y="59291"/>
                </a:cubicBezTo>
                <a:cubicBezTo>
                  <a:pt x="711889" y="66181"/>
                  <a:pt x="711526" y="75730"/>
                  <a:pt x="711526" y="87939"/>
                </a:cubicBezTo>
                <a:cubicBezTo>
                  <a:pt x="711526" y="94406"/>
                  <a:pt x="711949" y="100450"/>
                  <a:pt x="712795" y="106071"/>
                </a:cubicBezTo>
                <a:cubicBezTo>
                  <a:pt x="713400" y="110362"/>
                  <a:pt x="714820" y="113625"/>
                  <a:pt x="717056" y="115862"/>
                </a:cubicBezTo>
                <a:cubicBezTo>
                  <a:pt x="719172" y="118158"/>
                  <a:pt x="721650" y="119276"/>
                  <a:pt x="724490" y="119216"/>
                </a:cubicBezTo>
                <a:cubicBezTo>
                  <a:pt x="727210" y="119276"/>
                  <a:pt x="729477" y="118521"/>
                  <a:pt x="731290" y="116950"/>
                </a:cubicBezTo>
                <a:cubicBezTo>
                  <a:pt x="733586" y="114955"/>
                  <a:pt x="735158" y="112084"/>
                  <a:pt x="736004" y="108337"/>
                </a:cubicBezTo>
                <a:cubicBezTo>
                  <a:pt x="737152" y="102656"/>
                  <a:pt x="737757" y="91051"/>
                  <a:pt x="737817" y="73524"/>
                </a:cubicBezTo>
                <a:cubicBezTo>
                  <a:pt x="737817" y="63310"/>
                  <a:pt x="737243" y="56239"/>
                  <a:pt x="736095" y="52310"/>
                </a:cubicBezTo>
                <a:cubicBezTo>
                  <a:pt x="734886" y="48502"/>
                  <a:pt x="733194" y="45722"/>
                  <a:pt x="731018" y="43969"/>
                </a:cubicBezTo>
                <a:cubicBezTo>
                  <a:pt x="729446" y="42700"/>
                  <a:pt x="727391" y="42066"/>
                  <a:pt x="724853" y="42066"/>
                </a:cubicBezTo>
                <a:close/>
                <a:moveTo>
                  <a:pt x="856642" y="0"/>
                </a:moveTo>
                <a:lnTo>
                  <a:pt x="856642" y="97549"/>
                </a:lnTo>
                <a:cubicBezTo>
                  <a:pt x="856642" y="104197"/>
                  <a:pt x="856824" y="108095"/>
                  <a:pt x="857186" y="109244"/>
                </a:cubicBezTo>
                <a:cubicBezTo>
                  <a:pt x="857609" y="111238"/>
                  <a:pt x="858546" y="112719"/>
                  <a:pt x="859997" y="113686"/>
                </a:cubicBezTo>
                <a:cubicBezTo>
                  <a:pt x="861326" y="114713"/>
                  <a:pt x="863683" y="115318"/>
                  <a:pt x="867068" y="115499"/>
                </a:cubicBezTo>
                <a:lnTo>
                  <a:pt x="867068" y="118491"/>
                </a:lnTo>
                <a:lnTo>
                  <a:pt x="831258" y="125471"/>
                </a:lnTo>
                <a:lnTo>
                  <a:pt x="831258" y="112054"/>
                </a:lnTo>
                <a:cubicBezTo>
                  <a:pt x="826967" y="117252"/>
                  <a:pt x="823159" y="120787"/>
                  <a:pt x="819835" y="122661"/>
                </a:cubicBezTo>
                <a:cubicBezTo>
                  <a:pt x="816450" y="124595"/>
                  <a:pt x="812643" y="125532"/>
                  <a:pt x="808412" y="125471"/>
                </a:cubicBezTo>
                <a:cubicBezTo>
                  <a:pt x="797533" y="125532"/>
                  <a:pt x="788981" y="120697"/>
                  <a:pt x="782755" y="110966"/>
                </a:cubicBezTo>
                <a:cubicBezTo>
                  <a:pt x="777679" y="103109"/>
                  <a:pt x="775140" y="93469"/>
                  <a:pt x="775140" y="82046"/>
                </a:cubicBezTo>
                <a:cubicBezTo>
                  <a:pt x="775080" y="72920"/>
                  <a:pt x="776651" y="64730"/>
                  <a:pt x="779854" y="57478"/>
                </a:cubicBezTo>
                <a:cubicBezTo>
                  <a:pt x="782937" y="50346"/>
                  <a:pt x="787258" y="44906"/>
                  <a:pt x="792819" y="41159"/>
                </a:cubicBezTo>
                <a:cubicBezTo>
                  <a:pt x="798258" y="37472"/>
                  <a:pt x="804121" y="35629"/>
                  <a:pt x="810406" y="35629"/>
                </a:cubicBezTo>
                <a:cubicBezTo>
                  <a:pt x="814395" y="35689"/>
                  <a:pt x="817991" y="36475"/>
                  <a:pt x="821195" y="37986"/>
                </a:cubicBezTo>
                <a:cubicBezTo>
                  <a:pt x="824338" y="39618"/>
                  <a:pt x="827692" y="42368"/>
                  <a:pt x="831258" y="46236"/>
                </a:cubicBezTo>
                <a:lnTo>
                  <a:pt x="831258" y="20670"/>
                </a:lnTo>
                <a:cubicBezTo>
                  <a:pt x="831258" y="14264"/>
                  <a:pt x="830986" y="10365"/>
                  <a:pt x="830442" y="8975"/>
                </a:cubicBezTo>
                <a:cubicBezTo>
                  <a:pt x="829717" y="7283"/>
                  <a:pt x="828629" y="5983"/>
                  <a:pt x="827178" y="5077"/>
                </a:cubicBezTo>
                <a:cubicBezTo>
                  <a:pt x="825728" y="4291"/>
                  <a:pt x="823008" y="3868"/>
                  <a:pt x="819019" y="3808"/>
                </a:cubicBezTo>
                <a:lnTo>
                  <a:pt x="819019" y="0"/>
                </a:lnTo>
                <a:lnTo>
                  <a:pt x="856642" y="0"/>
                </a:lnTo>
                <a:moveTo>
                  <a:pt x="831258" y="57478"/>
                </a:moveTo>
                <a:cubicBezTo>
                  <a:pt x="826725" y="48895"/>
                  <a:pt x="821255" y="44604"/>
                  <a:pt x="814849" y="44604"/>
                </a:cubicBezTo>
                <a:cubicBezTo>
                  <a:pt x="812552" y="44664"/>
                  <a:pt x="810709" y="45269"/>
                  <a:pt x="809318" y="46417"/>
                </a:cubicBezTo>
                <a:cubicBezTo>
                  <a:pt x="807022" y="48351"/>
                  <a:pt x="805209" y="51645"/>
                  <a:pt x="803879" y="56299"/>
                </a:cubicBezTo>
                <a:cubicBezTo>
                  <a:pt x="802428" y="61074"/>
                  <a:pt x="801703" y="68296"/>
                  <a:pt x="801703" y="77966"/>
                </a:cubicBezTo>
                <a:cubicBezTo>
                  <a:pt x="801703" y="88664"/>
                  <a:pt x="802489" y="96582"/>
                  <a:pt x="804060" y="101719"/>
                </a:cubicBezTo>
                <a:cubicBezTo>
                  <a:pt x="805571" y="106917"/>
                  <a:pt x="807717" y="110634"/>
                  <a:pt x="810497" y="112870"/>
                </a:cubicBezTo>
                <a:cubicBezTo>
                  <a:pt x="811827" y="114079"/>
                  <a:pt x="813730" y="114653"/>
                  <a:pt x="816208" y="114592"/>
                </a:cubicBezTo>
                <a:cubicBezTo>
                  <a:pt x="821527" y="114592"/>
                  <a:pt x="826544" y="110422"/>
                  <a:pt x="831258" y="102082"/>
                </a:cubicBezTo>
                <a:lnTo>
                  <a:pt x="831258" y="57478"/>
                </a:lnTo>
                <a:close/>
                <a:moveTo>
                  <a:pt x="948473" y="77513"/>
                </a:moveTo>
                <a:lnTo>
                  <a:pt x="901966" y="77513"/>
                </a:lnTo>
                <a:cubicBezTo>
                  <a:pt x="902509" y="88755"/>
                  <a:pt x="905501" y="97639"/>
                  <a:pt x="910941" y="104167"/>
                </a:cubicBezTo>
                <a:cubicBezTo>
                  <a:pt x="915051" y="109183"/>
                  <a:pt x="920067" y="111691"/>
                  <a:pt x="925990" y="111691"/>
                </a:cubicBezTo>
                <a:cubicBezTo>
                  <a:pt x="929556" y="111752"/>
                  <a:pt x="932850" y="110724"/>
                  <a:pt x="935872" y="108609"/>
                </a:cubicBezTo>
                <a:cubicBezTo>
                  <a:pt x="938833" y="106614"/>
                  <a:pt x="942006" y="102988"/>
                  <a:pt x="945391" y="97730"/>
                </a:cubicBezTo>
                <a:lnTo>
                  <a:pt x="948473" y="99724"/>
                </a:lnTo>
                <a:cubicBezTo>
                  <a:pt x="943820" y="109092"/>
                  <a:pt x="938743" y="115711"/>
                  <a:pt x="933243" y="119579"/>
                </a:cubicBezTo>
                <a:cubicBezTo>
                  <a:pt x="927682" y="123507"/>
                  <a:pt x="921246" y="125471"/>
                  <a:pt x="913932" y="125471"/>
                </a:cubicBezTo>
                <a:cubicBezTo>
                  <a:pt x="901301" y="125532"/>
                  <a:pt x="891782" y="120697"/>
                  <a:pt x="885375" y="110966"/>
                </a:cubicBezTo>
                <a:cubicBezTo>
                  <a:pt x="880177" y="103169"/>
                  <a:pt x="877578" y="93499"/>
                  <a:pt x="877578" y="81955"/>
                </a:cubicBezTo>
                <a:cubicBezTo>
                  <a:pt x="877518" y="67873"/>
                  <a:pt x="881356" y="56601"/>
                  <a:pt x="889092" y="48140"/>
                </a:cubicBezTo>
                <a:cubicBezTo>
                  <a:pt x="896707" y="39799"/>
                  <a:pt x="905652" y="35629"/>
                  <a:pt x="915927" y="35629"/>
                </a:cubicBezTo>
                <a:cubicBezTo>
                  <a:pt x="924509" y="35689"/>
                  <a:pt x="931974" y="39195"/>
                  <a:pt x="938320" y="46145"/>
                </a:cubicBezTo>
                <a:cubicBezTo>
                  <a:pt x="944545" y="53217"/>
                  <a:pt x="947929" y="63673"/>
                  <a:pt x="948473" y="77513"/>
                </a:cubicBezTo>
                <a:moveTo>
                  <a:pt x="926171" y="71439"/>
                </a:moveTo>
                <a:cubicBezTo>
                  <a:pt x="926111" y="61769"/>
                  <a:pt x="925597" y="55090"/>
                  <a:pt x="924630" y="51403"/>
                </a:cubicBezTo>
                <a:cubicBezTo>
                  <a:pt x="923542" y="47838"/>
                  <a:pt x="921880" y="45088"/>
                  <a:pt x="919644" y="43153"/>
                </a:cubicBezTo>
                <a:cubicBezTo>
                  <a:pt x="918314" y="42066"/>
                  <a:pt x="916622" y="41522"/>
                  <a:pt x="914567" y="41522"/>
                </a:cubicBezTo>
                <a:cubicBezTo>
                  <a:pt x="911364" y="41522"/>
                  <a:pt x="908795" y="43063"/>
                  <a:pt x="906861" y="46145"/>
                </a:cubicBezTo>
                <a:cubicBezTo>
                  <a:pt x="903295" y="51585"/>
                  <a:pt x="901512" y="58958"/>
                  <a:pt x="901512" y="68266"/>
                </a:cubicBezTo>
                <a:lnTo>
                  <a:pt x="901512" y="71439"/>
                </a:lnTo>
                <a:lnTo>
                  <a:pt x="926171" y="71439"/>
                </a:lnTo>
                <a:close/>
                <a:moveTo>
                  <a:pt x="994987" y="38167"/>
                </a:moveTo>
                <a:lnTo>
                  <a:pt x="994987" y="57387"/>
                </a:lnTo>
                <a:cubicBezTo>
                  <a:pt x="1000548" y="48623"/>
                  <a:pt x="1005474" y="42791"/>
                  <a:pt x="1009765" y="39890"/>
                </a:cubicBezTo>
                <a:cubicBezTo>
                  <a:pt x="1013995" y="37110"/>
                  <a:pt x="1018075" y="35689"/>
                  <a:pt x="1022004" y="35629"/>
                </a:cubicBezTo>
                <a:cubicBezTo>
                  <a:pt x="1025328" y="35629"/>
                  <a:pt x="1028048" y="36656"/>
                  <a:pt x="1030163" y="38711"/>
                </a:cubicBezTo>
                <a:cubicBezTo>
                  <a:pt x="1032157" y="40827"/>
                  <a:pt x="1033155" y="43788"/>
                  <a:pt x="1033155" y="47596"/>
                </a:cubicBezTo>
                <a:cubicBezTo>
                  <a:pt x="1033094" y="51706"/>
                  <a:pt x="1032127" y="54848"/>
                  <a:pt x="1030254" y="57024"/>
                </a:cubicBezTo>
                <a:cubicBezTo>
                  <a:pt x="1028259" y="59321"/>
                  <a:pt x="1025872" y="60439"/>
                  <a:pt x="1023092" y="60379"/>
                </a:cubicBezTo>
                <a:cubicBezTo>
                  <a:pt x="1019888" y="60439"/>
                  <a:pt x="1017108" y="59412"/>
                  <a:pt x="1014751" y="57296"/>
                </a:cubicBezTo>
                <a:cubicBezTo>
                  <a:pt x="1012394" y="55302"/>
                  <a:pt x="1011004" y="54153"/>
                  <a:pt x="1010581" y="53851"/>
                </a:cubicBezTo>
                <a:cubicBezTo>
                  <a:pt x="1009916" y="53489"/>
                  <a:pt x="1009221" y="53307"/>
                  <a:pt x="1008495" y="53307"/>
                </a:cubicBezTo>
                <a:cubicBezTo>
                  <a:pt x="1006682" y="53307"/>
                  <a:pt x="1005020" y="53972"/>
                  <a:pt x="1003509" y="55302"/>
                </a:cubicBezTo>
                <a:cubicBezTo>
                  <a:pt x="1001031" y="57417"/>
                  <a:pt x="999158" y="60348"/>
                  <a:pt x="997888" y="64096"/>
                </a:cubicBezTo>
                <a:cubicBezTo>
                  <a:pt x="995954" y="70019"/>
                  <a:pt x="994987" y="76486"/>
                  <a:pt x="994987" y="83497"/>
                </a:cubicBezTo>
                <a:lnTo>
                  <a:pt x="994987" y="102988"/>
                </a:lnTo>
                <a:lnTo>
                  <a:pt x="995078" y="108065"/>
                </a:lnTo>
                <a:cubicBezTo>
                  <a:pt x="995018" y="111510"/>
                  <a:pt x="995229" y="113716"/>
                  <a:pt x="995713" y="114683"/>
                </a:cubicBezTo>
                <a:cubicBezTo>
                  <a:pt x="996438" y="116315"/>
                  <a:pt x="997526" y="117494"/>
                  <a:pt x="998976" y="118219"/>
                </a:cubicBezTo>
                <a:cubicBezTo>
                  <a:pt x="1000306" y="119065"/>
                  <a:pt x="1002693" y="119548"/>
                  <a:pt x="1006138" y="119669"/>
                </a:cubicBezTo>
                <a:lnTo>
                  <a:pt x="1006138" y="122933"/>
                </a:lnTo>
                <a:lnTo>
                  <a:pt x="960356" y="122933"/>
                </a:lnTo>
                <a:lnTo>
                  <a:pt x="960356" y="119669"/>
                </a:lnTo>
                <a:cubicBezTo>
                  <a:pt x="963982" y="119428"/>
                  <a:pt x="966490" y="118400"/>
                  <a:pt x="967880" y="116587"/>
                </a:cubicBezTo>
                <a:cubicBezTo>
                  <a:pt x="969150" y="114895"/>
                  <a:pt x="969784" y="110362"/>
                  <a:pt x="969784" y="102988"/>
                </a:cubicBezTo>
                <a:lnTo>
                  <a:pt x="969784" y="56118"/>
                </a:lnTo>
                <a:cubicBezTo>
                  <a:pt x="969724" y="51343"/>
                  <a:pt x="969482" y="48261"/>
                  <a:pt x="969059" y="46870"/>
                </a:cubicBezTo>
                <a:cubicBezTo>
                  <a:pt x="968394" y="45239"/>
                  <a:pt x="967518" y="44000"/>
                  <a:pt x="966430" y="43153"/>
                </a:cubicBezTo>
                <a:cubicBezTo>
                  <a:pt x="965221" y="42368"/>
                  <a:pt x="963196" y="41824"/>
                  <a:pt x="960356" y="41522"/>
                </a:cubicBezTo>
                <a:lnTo>
                  <a:pt x="960356" y="38167"/>
                </a:lnTo>
                <a:lnTo>
                  <a:pt x="994987" y="3816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9CD39-255C-4066-A1D6-2C6E646B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31" y="201588"/>
            <a:ext cx="10" cy="234946"/>
          </a:xfrm>
          <a:custGeom xmlns:a="http://schemas.openxmlformats.org/drawingml/2006/main">
            <a:pathLst>
              <a:path w="1" h="234946" fill="none">
                <a:moveTo>
                  <a:pt x="0" y="2349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326C8-E505-49C9-B335-E9568F5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3" y="163820"/>
            <a:ext cx="75535" cy="37768"/>
          </a:xfrm>
          <a:custGeom xmlns:a="http://schemas.openxmlformats.org/drawingml/2006/main">
            <a:pathLst>
              <a:path w="75535" h="37768">
                <a:moveTo>
                  <a:pt x="0" y="37768"/>
                </a:moveTo>
                <a:lnTo>
                  <a:pt x="37767" y="0"/>
                </a:lnTo>
                <a:lnTo>
                  <a:pt x="75535" y="37768"/>
                </a:lnTo>
                <a:lnTo>
                  <a:pt x="0" y="37768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36092-2887-4F86-86B0-50B2826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63" y="163820"/>
            <a:ext cx="75535" cy="37768"/>
          </a:xfrm>
          <a:custGeom xmlns:a="http://schemas.openxmlformats.org/drawingml/2006/main">
            <a:pathLst>
              <a:path w="75535" h="37768" fill="none">
                <a:moveTo>
                  <a:pt x="0" y="37768"/>
                </a:moveTo>
                <a:lnTo>
                  <a:pt x="37767" y="0"/>
                </a:lnTo>
                <a:lnTo>
                  <a:pt x="75535" y="37768"/>
                </a:lnTo>
                <a:lnTo>
                  <a:pt x="0" y="377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86E17-C02C-4454-8307-606CB1C8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431" y="436534"/>
            <a:ext cx="308043" cy="10"/>
          </a:xfrm>
          <a:custGeom xmlns:a="http://schemas.openxmlformats.org/drawingml/2006/main">
            <a:pathLst>
              <a:path w="308043" h="1" fill="none">
                <a:moveTo>
                  <a:pt x="0" y="0"/>
                </a:moveTo>
                <a:lnTo>
                  <a:pt x="308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546A27-99DD-434A-B392-FB51A33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74" y="398767"/>
            <a:ext cx="37767" cy="75535"/>
          </a:xfrm>
          <a:custGeom xmlns:a="http://schemas.openxmlformats.org/drawingml/2006/main">
            <a:pathLst>
              <a:path w="37767" h="75535">
                <a:moveTo>
                  <a:pt x="0" y="0"/>
                </a:moveTo>
                <a:lnTo>
                  <a:pt x="37767" y="37767"/>
                </a:lnTo>
                <a:lnTo>
                  <a:pt x="0" y="75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4E203-A3AA-40E9-99E3-E2D63248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474" y="398767"/>
            <a:ext cx="37767" cy="75535"/>
          </a:xfrm>
          <a:custGeom xmlns:a="http://schemas.openxmlformats.org/drawingml/2006/main">
            <a:pathLst>
              <a:path w="37767" h="75535" fill="none">
                <a:moveTo>
                  <a:pt x="0" y="0"/>
                </a:moveTo>
                <a:lnTo>
                  <a:pt x="37767" y="37767"/>
                </a:lnTo>
                <a:lnTo>
                  <a:pt x="0" y="755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164CE-36F8-4952-9050-B7080E43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98" y="196171"/>
            <a:ext cx="255206" cy="202959"/>
          </a:xfrm>
          <a:custGeom xmlns:a="http://schemas.openxmlformats.org/drawingml/2006/main">
            <a:pathLst>
              <a:path w="255206" h="202959" fill="none">
                <a:moveTo>
                  <a:pt x="0" y="190902"/>
                </a:moveTo>
                <a:lnTo>
                  <a:pt x="34161" y="197936"/>
                </a:lnTo>
                <a:lnTo>
                  <a:pt x="71337" y="188892"/>
                </a:lnTo>
                <a:lnTo>
                  <a:pt x="110522" y="190902"/>
                </a:lnTo>
                <a:lnTo>
                  <a:pt x="143679" y="202959"/>
                </a:lnTo>
                <a:lnTo>
                  <a:pt x="180855" y="190902"/>
                </a:lnTo>
                <a:lnTo>
                  <a:pt x="224059" y="193916"/>
                </a:lnTo>
                <a:lnTo>
                  <a:pt x="255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2B366"/>
            </a:solidFill>
            <a:round/>
          </a:ln>
        </p:spPr>
      </p:sp>
      <p:sp>
        <p:nvSpPr>
          <p:cNvPr id="112" name="Text m">
            <a:extLst xmlns:a="http://schemas.openxmlformats.org/drawingml/2006/main">
              <a:ext uri="{FF2B5EF4-FFF2-40B4-BE49-F238E27FC236}">
                <a16:creationId xmlns:a16="http://schemas.microsoft.com/office/drawing/2014/main" id="{456C71F8-581E-4D49-A6AA-DDA037D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51" y="1256581"/>
            <a:ext cx="157758" cy="96336"/>
          </a:xfrm>
          <a:custGeom xmlns:a="http://schemas.openxmlformats.org/drawingml/2006/main">
            <a:pathLst>
              <a:path w="157758" h="96336">
                <a:moveTo>
                  <a:pt x="38114" y="2801"/>
                </a:moveTo>
                <a:lnTo>
                  <a:pt x="38114" y="15106"/>
                </a:lnTo>
                <a:cubicBezTo>
                  <a:pt x="43183" y="9570"/>
                  <a:pt x="47951" y="5635"/>
                  <a:pt x="52419" y="3301"/>
                </a:cubicBezTo>
                <a:cubicBezTo>
                  <a:pt x="56688" y="1100"/>
                  <a:pt x="61456" y="0"/>
                  <a:pt x="66725" y="0"/>
                </a:cubicBezTo>
                <a:cubicBezTo>
                  <a:pt x="72660" y="0"/>
                  <a:pt x="77695" y="1401"/>
                  <a:pt x="81830" y="4202"/>
                </a:cubicBezTo>
                <a:cubicBezTo>
                  <a:pt x="85898" y="7069"/>
                  <a:pt x="89033" y="11338"/>
                  <a:pt x="91234" y="17006"/>
                </a:cubicBezTo>
                <a:cubicBezTo>
                  <a:pt x="96502" y="11071"/>
                  <a:pt x="101638" y="6736"/>
                  <a:pt x="106640" y="4001"/>
                </a:cubicBezTo>
                <a:cubicBezTo>
                  <a:pt x="111508" y="1334"/>
                  <a:pt x="116610" y="0"/>
                  <a:pt x="121945" y="0"/>
                </a:cubicBezTo>
                <a:cubicBezTo>
                  <a:pt x="128348" y="67"/>
                  <a:pt x="133516" y="1534"/>
                  <a:pt x="137451" y="4402"/>
                </a:cubicBezTo>
                <a:cubicBezTo>
                  <a:pt x="141252" y="7469"/>
                  <a:pt x="143920" y="11237"/>
                  <a:pt x="145454" y="15706"/>
                </a:cubicBezTo>
                <a:cubicBezTo>
                  <a:pt x="146921" y="20308"/>
                  <a:pt x="147655" y="27610"/>
                  <a:pt x="147655" y="37614"/>
                </a:cubicBezTo>
                <a:lnTo>
                  <a:pt x="147655" y="75928"/>
                </a:lnTo>
                <a:cubicBezTo>
                  <a:pt x="147655" y="83197"/>
                  <a:pt x="148322" y="87666"/>
                  <a:pt x="149655" y="89333"/>
                </a:cubicBezTo>
                <a:cubicBezTo>
                  <a:pt x="150923" y="91134"/>
                  <a:pt x="153624" y="92268"/>
                  <a:pt x="157758" y="92734"/>
                </a:cubicBezTo>
                <a:lnTo>
                  <a:pt x="157758" y="96336"/>
                </a:lnTo>
                <a:lnTo>
                  <a:pt x="109441" y="96336"/>
                </a:lnTo>
                <a:lnTo>
                  <a:pt x="109441" y="92734"/>
                </a:lnTo>
                <a:cubicBezTo>
                  <a:pt x="113242" y="92468"/>
                  <a:pt x="116043" y="91000"/>
                  <a:pt x="117844" y="88333"/>
                </a:cubicBezTo>
                <a:cubicBezTo>
                  <a:pt x="119044" y="86599"/>
                  <a:pt x="119644" y="82464"/>
                  <a:pt x="119644" y="75928"/>
                </a:cubicBezTo>
                <a:lnTo>
                  <a:pt x="119644" y="35713"/>
                </a:lnTo>
                <a:cubicBezTo>
                  <a:pt x="119644" y="27443"/>
                  <a:pt x="119311" y="22142"/>
                  <a:pt x="118644" y="19807"/>
                </a:cubicBezTo>
                <a:cubicBezTo>
                  <a:pt x="117910" y="17540"/>
                  <a:pt x="116877" y="15839"/>
                  <a:pt x="115543" y="14705"/>
                </a:cubicBezTo>
                <a:cubicBezTo>
                  <a:pt x="114009" y="13638"/>
                  <a:pt x="112308" y="13105"/>
                  <a:pt x="110441" y="13105"/>
                </a:cubicBezTo>
                <a:cubicBezTo>
                  <a:pt x="107506" y="13105"/>
                  <a:pt x="104605" y="14139"/>
                  <a:pt x="101738" y="16206"/>
                </a:cubicBezTo>
                <a:cubicBezTo>
                  <a:pt x="98803" y="18340"/>
                  <a:pt x="95835" y="21508"/>
                  <a:pt x="92834" y="25710"/>
                </a:cubicBezTo>
                <a:lnTo>
                  <a:pt x="92834" y="75928"/>
                </a:lnTo>
                <a:cubicBezTo>
                  <a:pt x="92834" y="82731"/>
                  <a:pt x="93401" y="86966"/>
                  <a:pt x="94535" y="88633"/>
                </a:cubicBezTo>
                <a:cubicBezTo>
                  <a:pt x="96002" y="91167"/>
                  <a:pt x="98937" y="92534"/>
                  <a:pt x="103338" y="92734"/>
                </a:cubicBezTo>
                <a:lnTo>
                  <a:pt x="103338" y="96336"/>
                </a:lnTo>
                <a:lnTo>
                  <a:pt x="54920" y="96336"/>
                </a:lnTo>
                <a:lnTo>
                  <a:pt x="54920" y="92734"/>
                </a:lnTo>
                <a:cubicBezTo>
                  <a:pt x="57521" y="92668"/>
                  <a:pt x="59589" y="92001"/>
                  <a:pt x="61123" y="90734"/>
                </a:cubicBezTo>
                <a:cubicBezTo>
                  <a:pt x="62590" y="89667"/>
                  <a:pt x="63590" y="88266"/>
                  <a:pt x="64124" y="86532"/>
                </a:cubicBezTo>
                <a:cubicBezTo>
                  <a:pt x="64591" y="84998"/>
                  <a:pt x="64824" y="81464"/>
                  <a:pt x="64824" y="75928"/>
                </a:cubicBezTo>
                <a:lnTo>
                  <a:pt x="64824" y="35713"/>
                </a:lnTo>
                <a:cubicBezTo>
                  <a:pt x="64824" y="27243"/>
                  <a:pt x="64491" y="21941"/>
                  <a:pt x="63824" y="19807"/>
                </a:cubicBezTo>
                <a:cubicBezTo>
                  <a:pt x="63090" y="17740"/>
                  <a:pt x="61990" y="16073"/>
                  <a:pt x="60522" y="14805"/>
                </a:cubicBezTo>
                <a:cubicBezTo>
                  <a:pt x="58922" y="13605"/>
                  <a:pt x="57221" y="13005"/>
                  <a:pt x="55421" y="13005"/>
                </a:cubicBezTo>
                <a:cubicBezTo>
                  <a:pt x="52686" y="13005"/>
                  <a:pt x="50252" y="13705"/>
                  <a:pt x="48118" y="15106"/>
                </a:cubicBezTo>
                <a:cubicBezTo>
                  <a:pt x="44917" y="17240"/>
                  <a:pt x="41582" y="20774"/>
                  <a:pt x="38114" y="25710"/>
                </a:cubicBezTo>
                <a:lnTo>
                  <a:pt x="38114" y="75928"/>
                </a:lnTo>
                <a:cubicBezTo>
                  <a:pt x="38114" y="82531"/>
                  <a:pt x="38781" y="86866"/>
                  <a:pt x="40115" y="88933"/>
                </a:cubicBezTo>
                <a:cubicBezTo>
                  <a:pt x="41382" y="91067"/>
                  <a:pt x="44083" y="92334"/>
                  <a:pt x="48218" y="92734"/>
                </a:cubicBezTo>
                <a:lnTo>
                  <a:pt x="48218" y="96336"/>
                </a:lnTo>
                <a:lnTo>
                  <a:pt x="0" y="96336"/>
                </a:lnTo>
                <a:lnTo>
                  <a:pt x="0" y="92734"/>
                </a:lnTo>
                <a:cubicBezTo>
                  <a:pt x="3868" y="92334"/>
                  <a:pt x="6669" y="91067"/>
                  <a:pt x="8403" y="88933"/>
                </a:cubicBezTo>
                <a:cubicBezTo>
                  <a:pt x="9470" y="87466"/>
                  <a:pt x="10037" y="83131"/>
                  <a:pt x="10104" y="75928"/>
                </a:cubicBezTo>
                <a:lnTo>
                  <a:pt x="10104" y="23109"/>
                </a:lnTo>
                <a:cubicBezTo>
                  <a:pt x="10104" y="16039"/>
                  <a:pt x="9470" y="11638"/>
                  <a:pt x="8203" y="9904"/>
                </a:cubicBezTo>
                <a:cubicBezTo>
                  <a:pt x="6803" y="8236"/>
                  <a:pt x="4068" y="7103"/>
                  <a:pt x="0" y="6502"/>
                </a:cubicBezTo>
                <a:lnTo>
                  <a:pt x="0" y="2801"/>
                </a:lnTo>
                <a:lnTo>
                  <a:pt x="38114" y="2801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1">
            <a:extLst xmlns:a="http://schemas.openxmlformats.org/drawingml/2006/main">
              <a:ext uri="{FF2B5EF4-FFF2-40B4-BE49-F238E27FC236}">
                <a16:creationId xmlns:a16="http://schemas.microsoft.com/office/drawing/2014/main" id="{16BE812C-2488-41E2-84A5-6CBF305A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753" y="1290894"/>
            <a:ext cx="45767" cy="86532"/>
          </a:xfrm>
          <a:custGeom xmlns:a="http://schemas.openxmlformats.org/drawingml/2006/main">
            <a:pathLst>
              <a:path w="45767" h="86532">
                <a:moveTo>
                  <a:pt x="33262" y="0"/>
                </a:moveTo>
                <a:lnTo>
                  <a:pt x="33262" y="69338"/>
                </a:lnTo>
                <a:cubicBezTo>
                  <a:pt x="33262" y="74548"/>
                  <a:pt x="33492" y="77862"/>
                  <a:pt x="33950" y="79279"/>
                </a:cubicBezTo>
                <a:cubicBezTo>
                  <a:pt x="34367" y="80738"/>
                  <a:pt x="35326" y="81926"/>
                  <a:pt x="36826" y="82843"/>
                </a:cubicBezTo>
                <a:cubicBezTo>
                  <a:pt x="38243" y="83802"/>
                  <a:pt x="40578" y="84260"/>
                  <a:pt x="43829" y="84219"/>
                </a:cubicBezTo>
                <a:lnTo>
                  <a:pt x="45767" y="84219"/>
                </a:lnTo>
                <a:lnTo>
                  <a:pt x="45767" y="86532"/>
                </a:lnTo>
                <a:lnTo>
                  <a:pt x="1125" y="86532"/>
                </a:lnTo>
                <a:lnTo>
                  <a:pt x="1125" y="84219"/>
                </a:lnTo>
                <a:lnTo>
                  <a:pt x="3376" y="84219"/>
                </a:lnTo>
                <a:cubicBezTo>
                  <a:pt x="6961" y="84219"/>
                  <a:pt x="9545" y="83802"/>
                  <a:pt x="11129" y="82968"/>
                </a:cubicBezTo>
                <a:cubicBezTo>
                  <a:pt x="12630" y="82176"/>
                  <a:pt x="13672" y="81030"/>
                  <a:pt x="14255" y="79529"/>
                </a:cubicBezTo>
                <a:cubicBezTo>
                  <a:pt x="14797" y="78112"/>
                  <a:pt x="15068" y="74715"/>
                  <a:pt x="15068" y="69338"/>
                </a:cubicBezTo>
                <a:lnTo>
                  <a:pt x="15068" y="25384"/>
                </a:lnTo>
                <a:cubicBezTo>
                  <a:pt x="15068" y="21466"/>
                  <a:pt x="14881" y="19007"/>
                  <a:pt x="14505" y="18007"/>
                </a:cubicBezTo>
                <a:cubicBezTo>
                  <a:pt x="14130" y="17090"/>
                  <a:pt x="13442" y="16256"/>
                  <a:pt x="12442" y="15506"/>
                </a:cubicBezTo>
                <a:cubicBezTo>
                  <a:pt x="11358" y="14839"/>
                  <a:pt x="10170" y="14505"/>
                  <a:pt x="8878" y="14505"/>
                </a:cubicBezTo>
                <a:cubicBezTo>
                  <a:pt x="6753" y="14547"/>
                  <a:pt x="4168" y="15214"/>
                  <a:pt x="1125" y="16506"/>
                </a:cubicBezTo>
                <a:lnTo>
                  <a:pt x="0" y="14255"/>
                </a:lnTo>
                <a:lnTo>
                  <a:pt x="31199" y="0"/>
                </a:lnTo>
                <a:lnTo>
                  <a:pt x="33262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4FE5A-4E76-426F-B9ED-50CAF4EA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3" y="2264728"/>
            <a:ext cx="86702" cy="43962"/>
          </a:xfrm>
          <a:custGeom xmlns:a="http://schemas.openxmlformats.org/drawingml/2006/main">
            <a:pathLst>
              <a:path w="86702" h="43962" fill="none">
                <a:moveTo>
                  <a:pt x="0" y="43962"/>
                </a:moveTo>
                <a:lnTo>
                  <a:pt x="8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DE258-DE74-4009-AC32-AF961244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21" y="2236359"/>
            <a:ext cx="70133" cy="56343"/>
          </a:xfrm>
          <a:custGeom xmlns:a="http://schemas.openxmlformats.org/drawingml/2006/main">
            <a:pathLst>
              <a:path w="70133" h="56343">
                <a:moveTo>
                  <a:pt x="0" y="394"/>
                </a:moveTo>
                <a:lnTo>
                  <a:pt x="70133" y="0"/>
                </a:lnTo>
                <a:lnTo>
                  <a:pt x="28369" y="56343"/>
                </a:lnTo>
                <a:lnTo>
                  <a:pt x="0" y="394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F78DB-B0C6-4EEF-AB12-EF00C04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21" y="2236359"/>
            <a:ext cx="70133" cy="56343"/>
          </a:xfrm>
          <a:custGeom xmlns:a="http://schemas.openxmlformats.org/drawingml/2006/main">
            <a:pathLst>
              <a:path w="70133" h="56343" fill="none">
                <a:moveTo>
                  <a:pt x="0" y="394"/>
                </a:moveTo>
                <a:lnTo>
                  <a:pt x="70133" y="0"/>
                </a:lnTo>
                <a:lnTo>
                  <a:pt x="28369" y="56343"/>
                </a:lnTo>
                <a:lnTo>
                  <a:pt x="0" y="3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34F45-9ABA-4649-A4B8-CECD0609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85" y="2252181"/>
            <a:ext cx="113019" cy="113018"/>
          </a:xfrm>
          <a:custGeom xmlns:a="http://schemas.openxmlformats.org/drawingml/2006/main">
            <a:pathLst>
              <a:path w="113019" h="113018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8"/>
                  <a:pt x="56509" y="113018"/>
                </a:cubicBezTo>
                <a:cubicBezTo>
                  <a:pt x="25300" y="113018"/>
                  <a:pt x="0" y="87718"/>
                  <a:pt x="0" y="56509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D791B-22C2-4B0F-B1EC-86BC2883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85" y="2252181"/>
            <a:ext cx="113019" cy="113018"/>
          </a:xfrm>
          <a:custGeom xmlns:a="http://schemas.openxmlformats.org/drawingml/2006/main">
            <a:pathLst>
              <a:path w="113019" h="113018" fill="none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8"/>
                  <a:pt x="56509" y="113018"/>
                </a:cubicBezTo>
                <a:cubicBezTo>
                  <a:pt x="25300" y="113018"/>
                  <a:pt x="0" y="87718"/>
                  <a:pt x="0" y="56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1ABC9-6700-4DF0-B0B5-FA52058C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3" y="2308690"/>
            <a:ext cx="86171" cy="41646"/>
          </a:xfrm>
          <a:custGeom xmlns:a="http://schemas.openxmlformats.org/drawingml/2006/main">
            <a:pathLst>
              <a:path w="86171" h="41646" fill="none">
                <a:moveTo>
                  <a:pt x="0" y="0"/>
                </a:moveTo>
                <a:lnTo>
                  <a:pt x="86171" y="41646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C73AE-6D12-4BD2-8E40-3671E8B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26" y="2322095"/>
            <a:ext cx="70128" cy="56480"/>
          </a:xfrm>
          <a:custGeom xmlns:a="http://schemas.openxmlformats.org/drawingml/2006/main">
            <a:pathLst>
              <a:path w="70128" h="56480">
                <a:moveTo>
                  <a:pt x="27296" y="0"/>
                </a:moveTo>
                <a:lnTo>
                  <a:pt x="70128" y="55536"/>
                </a:lnTo>
                <a:lnTo>
                  <a:pt x="0" y="56480"/>
                </a:lnTo>
                <a:lnTo>
                  <a:pt x="27296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B9048-D58D-49B0-A3D4-75F02D71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326" y="2322095"/>
            <a:ext cx="70128" cy="56480"/>
          </a:xfrm>
          <a:custGeom xmlns:a="http://schemas.openxmlformats.org/drawingml/2006/main">
            <a:pathLst>
              <a:path w="70128" h="56480" fill="none">
                <a:moveTo>
                  <a:pt x="27296" y="0"/>
                </a:moveTo>
                <a:lnTo>
                  <a:pt x="70128" y="55536"/>
                </a:lnTo>
                <a:lnTo>
                  <a:pt x="0" y="56480"/>
                </a:lnTo>
                <a:lnTo>
                  <a:pt x="2729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785B-3677-4F1F-AACC-7C0D626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54" y="2321122"/>
            <a:ext cx="113018" cy="113019"/>
          </a:xfrm>
          <a:custGeom xmlns:a="http://schemas.openxmlformats.org/drawingml/2006/main">
            <a:pathLst>
              <a:path w="113018" h="113019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8" y="25300"/>
                  <a:pt x="113018" y="56509"/>
                </a:cubicBezTo>
                <a:cubicBezTo>
                  <a:pt x="113018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EA766-A334-4447-854F-C79DDEFB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54" y="2321122"/>
            <a:ext cx="113018" cy="113019"/>
          </a:xfrm>
          <a:custGeom xmlns:a="http://schemas.openxmlformats.org/drawingml/2006/main">
            <a:pathLst>
              <a:path w="113018" h="113019" fill="none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8" y="25300"/>
                  <a:pt x="113018" y="56509"/>
                </a:cubicBezTo>
                <a:cubicBezTo>
                  <a:pt x="113018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31330-645A-4320-89A4-E3B186B4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50" y="2182110"/>
            <a:ext cx="113019" cy="113019"/>
          </a:xfrm>
          <a:custGeom xmlns:a="http://schemas.openxmlformats.org/drawingml/2006/main">
            <a:pathLst>
              <a:path w="113019" h="113019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BC10A-6BC0-4832-A10D-412BA29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250" y="2182110"/>
            <a:ext cx="113019" cy="113019"/>
          </a:xfrm>
          <a:custGeom xmlns:a="http://schemas.openxmlformats.org/drawingml/2006/main">
            <a:pathLst>
              <a:path w="113019" h="113019" fill="none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70572-80E3-4643-AE58-13B2CB8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63" y="2238619"/>
            <a:ext cx="20903" cy="10"/>
          </a:xfrm>
          <a:custGeom xmlns:a="http://schemas.openxmlformats.org/drawingml/2006/main">
            <a:pathLst>
              <a:path w="20903" h="1" fill="none">
                <a:moveTo>
                  <a:pt x="0" y="0"/>
                </a:moveTo>
                <a:lnTo>
                  <a:pt x="20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A00FB-058D-4DFF-927C-6E97F45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66" y="2207254"/>
            <a:ext cx="62730" cy="62730"/>
          </a:xfrm>
          <a:custGeom xmlns:a="http://schemas.openxmlformats.org/drawingml/2006/main">
            <a:pathLst>
              <a:path w="62730" h="62730">
                <a:moveTo>
                  <a:pt x="0" y="0"/>
                </a:moveTo>
                <a:lnTo>
                  <a:pt x="62730" y="31365"/>
                </a:lnTo>
                <a:lnTo>
                  <a:pt x="0" y="627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0CAE9-45BA-4F8B-A596-38FBC4F4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66" y="2207254"/>
            <a:ext cx="62730" cy="62730"/>
          </a:xfrm>
          <a:custGeom xmlns:a="http://schemas.openxmlformats.org/drawingml/2006/main">
            <a:pathLst>
              <a:path w="62730" h="62730" fill="none">
                <a:moveTo>
                  <a:pt x="0" y="0"/>
                </a:moveTo>
                <a:lnTo>
                  <a:pt x="62730" y="31365"/>
                </a:lnTo>
                <a:lnTo>
                  <a:pt x="0" y="627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A1DEF-E7F4-4A9E-A4CE-312ACB48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615" y="2238619"/>
            <a:ext cx="20905" cy="10"/>
          </a:xfrm>
          <a:custGeom xmlns:a="http://schemas.openxmlformats.org/drawingml/2006/main">
            <a:pathLst>
              <a:path w="20905" h="1" fill="none">
                <a:moveTo>
                  <a:pt x="0" y="0"/>
                </a:moveTo>
                <a:lnTo>
                  <a:pt x="20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D4A41-F6A0-435E-B0A1-A0C3AED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519" y="2207254"/>
            <a:ext cx="62730" cy="62730"/>
          </a:xfrm>
          <a:custGeom xmlns:a="http://schemas.openxmlformats.org/drawingml/2006/main">
            <a:pathLst>
              <a:path w="62730" h="62730">
                <a:moveTo>
                  <a:pt x="0" y="0"/>
                </a:moveTo>
                <a:lnTo>
                  <a:pt x="62730" y="31365"/>
                </a:lnTo>
                <a:lnTo>
                  <a:pt x="0" y="627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31208-0C62-4C1E-B433-84FFB716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519" y="2207254"/>
            <a:ext cx="62730" cy="62730"/>
          </a:xfrm>
          <a:custGeom xmlns:a="http://schemas.openxmlformats.org/drawingml/2006/main">
            <a:pathLst>
              <a:path w="62730" h="62730" fill="none">
                <a:moveTo>
                  <a:pt x="0" y="0"/>
                </a:moveTo>
                <a:lnTo>
                  <a:pt x="62730" y="31365"/>
                </a:lnTo>
                <a:lnTo>
                  <a:pt x="0" y="627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93698-61AB-4CA9-BB8A-8428471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45" y="2182110"/>
            <a:ext cx="113018" cy="113019"/>
          </a:xfrm>
          <a:custGeom xmlns:a="http://schemas.openxmlformats.org/drawingml/2006/main">
            <a:pathLst>
              <a:path w="113018" h="113019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8" y="25300"/>
                  <a:pt x="113018" y="56509"/>
                </a:cubicBezTo>
                <a:cubicBezTo>
                  <a:pt x="113018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A959C-20E5-47A3-9191-341986B5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45" y="2182110"/>
            <a:ext cx="113018" cy="113019"/>
          </a:xfrm>
          <a:custGeom xmlns:a="http://schemas.openxmlformats.org/drawingml/2006/main">
            <a:pathLst>
              <a:path w="113018" h="113019" fill="none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8" y="25300"/>
                  <a:pt x="113018" y="56509"/>
                </a:cubicBezTo>
                <a:cubicBezTo>
                  <a:pt x="113018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F6ED8-DB8B-4A86-BAD1-3365150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96" y="2182110"/>
            <a:ext cx="113019" cy="113019"/>
          </a:xfrm>
          <a:custGeom xmlns:a="http://schemas.openxmlformats.org/drawingml/2006/main">
            <a:pathLst>
              <a:path w="113019" h="113019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5E66E-E5DC-45C5-8130-29D197E0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96" y="2182110"/>
            <a:ext cx="113019" cy="113019"/>
          </a:xfrm>
          <a:custGeom xmlns:a="http://schemas.openxmlformats.org/drawingml/2006/main">
            <a:pathLst>
              <a:path w="113019" h="113019" fill="none">
                <a:moveTo>
                  <a:pt x="0" y="56509"/>
                </a:moveTo>
                <a:cubicBezTo>
                  <a:pt x="0" y="25300"/>
                  <a:pt x="25300" y="0"/>
                  <a:pt x="56509" y="0"/>
                </a:cubicBezTo>
                <a:cubicBezTo>
                  <a:pt x="87718" y="0"/>
                  <a:pt x="113019" y="25300"/>
                  <a:pt x="113019" y="56509"/>
                </a:cubicBezTo>
                <a:cubicBezTo>
                  <a:pt x="113019" y="87718"/>
                  <a:pt x="87718" y="113019"/>
                  <a:pt x="56509" y="113019"/>
                </a:cubicBezTo>
                <a:cubicBezTo>
                  <a:pt x="25300" y="113019"/>
                  <a:pt x="0" y="87718"/>
                  <a:pt x="0" y="565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36" name="Text ···">
            <a:extLst xmlns:a="http://schemas.openxmlformats.org/drawingml/2006/main">
              <a:ext uri="{FF2B5EF4-FFF2-40B4-BE49-F238E27FC236}">
                <a16:creationId xmlns:a16="http://schemas.microsoft.com/office/drawing/2014/main" id="{7068CBB6-9B31-4011-8567-C011D14A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437" y="1314527"/>
            <a:ext cx="151981" cy="23843"/>
          </a:xfrm>
          <a:custGeom xmlns:a="http://schemas.openxmlformats.org/drawingml/2006/main">
            <a:pathLst>
              <a:path w="151981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4" y="0"/>
                </a:moveTo>
                <a:cubicBezTo>
                  <a:pt x="143338" y="60"/>
                  <a:pt x="146179" y="1209"/>
                  <a:pt x="148536" y="3445"/>
                </a:cubicBezTo>
                <a:cubicBezTo>
                  <a:pt x="150772" y="5802"/>
                  <a:pt x="151921" y="8613"/>
                  <a:pt x="151981" y="11876"/>
                </a:cubicBezTo>
                <a:cubicBezTo>
                  <a:pt x="151981" y="15261"/>
                  <a:pt x="150803" y="18071"/>
                  <a:pt x="148446" y="20308"/>
                </a:cubicBezTo>
                <a:cubicBezTo>
                  <a:pt x="146088" y="22665"/>
                  <a:pt x="143278" y="23843"/>
                  <a:pt x="140014" y="23843"/>
                </a:cubicBezTo>
                <a:cubicBezTo>
                  <a:pt x="136630" y="23843"/>
                  <a:pt x="133819" y="22665"/>
                  <a:pt x="131583" y="20308"/>
                </a:cubicBezTo>
                <a:cubicBezTo>
                  <a:pt x="129226" y="18071"/>
                  <a:pt x="128047" y="15261"/>
                  <a:pt x="128047" y="11876"/>
                </a:cubicBezTo>
                <a:cubicBezTo>
                  <a:pt x="128047" y="8613"/>
                  <a:pt x="129226" y="5802"/>
                  <a:pt x="131583" y="3445"/>
                </a:cubicBezTo>
                <a:cubicBezTo>
                  <a:pt x="133819" y="1209"/>
                  <a:pt x="136630" y="60"/>
                  <a:pt x="14001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32241-EBA7-4FCF-A37E-C7B8131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97" y="296607"/>
            <a:ext cx="273966" cy="72312"/>
          </a:xfrm>
          <a:custGeom xmlns:a="http://schemas.openxmlformats.org/drawingml/2006/main">
            <a:pathLst>
              <a:path w="273966" h="72312" fill="none">
                <a:moveTo>
                  <a:pt x="0" y="72312"/>
                </a:moveTo>
                <a:lnTo>
                  <a:pt x="40288" y="57850"/>
                </a:lnTo>
                <a:lnTo>
                  <a:pt x="70246" y="71279"/>
                </a:lnTo>
                <a:lnTo>
                  <a:pt x="91423" y="37706"/>
                </a:lnTo>
                <a:lnTo>
                  <a:pt x="127063" y="13429"/>
                </a:lnTo>
                <a:lnTo>
                  <a:pt x="168384" y="29958"/>
                </a:lnTo>
                <a:lnTo>
                  <a:pt x="210739" y="0"/>
                </a:lnTo>
                <a:lnTo>
                  <a:pt x="273966" y="16501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2B366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678AB-8BA1-4B8A-8A40-1C2DD33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218" y="201587"/>
            <a:ext cx="10" cy="234946"/>
          </a:xfrm>
          <a:custGeom xmlns:a="http://schemas.openxmlformats.org/drawingml/2006/main">
            <a:pathLst>
              <a:path w="1" h="234946" fill="none">
                <a:moveTo>
                  <a:pt x="0" y="23494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5A755-8865-4989-B571-69631E8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51" y="163819"/>
            <a:ext cx="75535" cy="37768"/>
          </a:xfrm>
          <a:custGeom xmlns:a="http://schemas.openxmlformats.org/drawingml/2006/main">
            <a:pathLst>
              <a:path w="75535" h="37768">
                <a:moveTo>
                  <a:pt x="0" y="37768"/>
                </a:moveTo>
                <a:lnTo>
                  <a:pt x="37768" y="0"/>
                </a:lnTo>
                <a:lnTo>
                  <a:pt x="75535" y="37768"/>
                </a:lnTo>
                <a:lnTo>
                  <a:pt x="0" y="37768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F6BA2-5AFC-42E7-AFFB-3A770248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451" y="163819"/>
            <a:ext cx="75535" cy="37768"/>
          </a:xfrm>
          <a:custGeom xmlns:a="http://schemas.openxmlformats.org/drawingml/2006/main">
            <a:pathLst>
              <a:path w="75535" h="37768" fill="none">
                <a:moveTo>
                  <a:pt x="0" y="37768"/>
                </a:moveTo>
                <a:lnTo>
                  <a:pt x="37768" y="0"/>
                </a:lnTo>
                <a:lnTo>
                  <a:pt x="75535" y="37768"/>
                </a:lnTo>
                <a:lnTo>
                  <a:pt x="0" y="377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62485-17AF-4128-BB1A-7676B6D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218" y="436533"/>
            <a:ext cx="308043" cy="10"/>
          </a:xfrm>
          <a:custGeom xmlns:a="http://schemas.openxmlformats.org/drawingml/2006/main">
            <a:pathLst>
              <a:path w="308043" h="1" fill="none">
                <a:moveTo>
                  <a:pt x="0" y="0"/>
                </a:moveTo>
                <a:lnTo>
                  <a:pt x="308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5" cap="flat">
            <a:solidFill>
              <a:srgbClr val="868686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FEC9C-F366-4FFB-88C4-37FA22EC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62" y="398765"/>
            <a:ext cx="37767" cy="75535"/>
          </a:xfrm>
          <a:custGeom xmlns:a="http://schemas.openxmlformats.org/drawingml/2006/main">
            <a:pathLst>
              <a:path w="37767" h="75535">
                <a:moveTo>
                  <a:pt x="0" y="0"/>
                </a:moveTo>
                <a:lnTo>
                  <a:pt x="37767" y="37768"/>
                </a:lnTo>
                <a:lnTo>
                  <a:pt x="0" y="755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DCCF4-F0B4-4055-B93F-CD911FE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62" y="398765"/>
            <a:ext cx="37767" cy="75535"/>
          </a:xfrm>
          <a:custGeom xmlns:a="http://schemas.openxmlformats.org/drawingml/2006/main">
            <a:pathLst>
              <a:path w="37767" h="75535" fill="none">
                <a:moveTo>
                  <a:pt x="0" y="0"/>
                </a:moveTo>
                <a:lnTo>
                  <a:pt x="37767" y="37768"/>
                </a:lnTo>
                <a:lnTo>
                  <a:pt x="0" y="755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44" name="Text ···">
            <a:extLst xmlns:a="http://schemas.openxmlformats.org/drawingml/2006/main">
              <a:ext uri="{FF2B5EF4-FFF2-40B4-BE49-F238E27FC236}">
                <a16:creationId xmlns:a16="http://schemas.microsoft.com/office/drawing/2014/main" id="{12DD4B08-2D3C-49CF-A2A9-3F0328D7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437" y="392585"/>
            <a:ext cx="151981" cy="23843"/>
          </a:xfrm>
          <a:custGeom xmlns:a="http://schemas.openxmlformats.org/drawingml/2006/main">
            <a:pathLst>
              <a:path w="151981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5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4" y="23843"/>
                  <a:pt x="75991" y="23843"/>
                </a:cubicBezTo>
                <a:cubicBezTo>
                  <a:pt x="72606" y="23843"/>
                  <a:pt x="69796" y="22665"/>
                  <a:pt x="67559" y="20308"/>
                </a:cubicBezTo>
                <a:cubicBezTo>
                  <a:pt x="65202" y="18071"/>
                  <a:pt x="64024" y="15261"/>
                  <a:pt x="64024" y="11876"/>
                </a:cubicBezTo>
                <a:cubicBezTo>
                  <a:pt x="64024" y="8613"/>
                  <a:pt x="65202" y="5802"/>
                  <a:pt x="67559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4" y="0"/>
                </a:moveTo>
                <a:cubicBezTo>
                  <a:pt x="143338" y="60"/>
                  <a:pt x="146179" y="1209"/>
                  <a:pt x="148536" y="3445"/>
                </a:cubicBezTo>
                <a:cubicBezTo>
                  <a:pt x="150772" y="5802"/>
                  <a:pt x="151921" y="8613"/>
                  <a:pt x="151981" y="11876"/>
                </a:cubicBezTo>
                <a:cubicBezTo>
                  <a:pt x="151981" y="15261"/>
                  <a:pt x="150803" y="18071"/>
                  <a:pt x="148446" y="20308"/>
                </a:cubicBezTo>
                <a:cubicBezTo>
                  <a:pt x="146088" y="22665"/>
                  <a:pt x="143278" y="23843"/>
                  <a:pt x="140014" y="23843"/>
                </a:cubicBezTo>
                <a:cubicBezTo>
                  <a:pt x="136630" y="23843"/>
                  <a:pt x="133819" y="22665"/>
                  <a:pt x="131583" y="20308"/>
                </a:cubicBezTo>
                <a:cubicBezTo>
                  <a:pt x="129226" y="18071"/>
                  <a:pt x="128047" y="15261"/>
                  <a:pt x="128047" y="11876"/>
                </a:cubicBezTo>
                <a:cubicBezTo>
                  <a:pt x="128047" y="8613"/>
                  <a:pt x="129226" y="5802"/>
                  <a:pt x="131583" y="3445"/>
                </a:cubicBezTo>
                <a:cubicBezTo>
                  <a:pt x="133819" y="1209"/>
                  <a:pt x="136630" y="60"/>
                  <a:pt x="140014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Runtime">
            <a:extLst xmlns:a="http://schemas.openxmlformats.org/drawingml/2006/main">
              <a:ext uri="{FF2B5EF4-FFF2-40B4-BE49-F238E27FC236}">
                <a16:creationId xmlns:a16="http://schemas.microsoft.com/office/drawing/2014/main" id="{7587852D-B86B-49E9-8AFD-20AFD18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20" y="198892"/>
            <a:ext cx="554805" cy="106289"/>
          </a:xfrm>
          <a:custGeom xmlns:a="http://schemas.openxmlformats.org/drawingml/2006/main">
            <a:pathLst>
              <a:path w="554805" h="106289">
                <a:moveTo>
                  <a:pt x="37964" y="57771"/>
                </a:moveTo>
                <a:lnTo>
                  <a:pt x="37964" y="86282"/>
                </a:lnTo>
                <a:cubicBezTo>
                  <a:pt x="37964" y="91784"/>
                  <a:pt x="38314" y="95235"/>
                  <a:pt x="39014" y="96636"/>
                </a:cubicBezTo>
                <a:cubicBezTo>
                  <a:pt x="39615" y="98136"/>
                  <a:pt x="40790" y="99287"/>
                  <a:pt x="42541" y="100087"/>
                </a:cubicBezTo>
                <a:cubicBezTo>
                  <a:pt x="44241" y="100937"/>
                  <a:pt x="47418" y="101363"/>
                  <a:pt x="52069" y="101363"/>
                </a:cubicBezTo>
                <a:lnTo>
                  <a:pt x="52069" y="104139"/>
                </a:lnTo>
                <a:lnTo>
                  <a:pt x="0" y="104139"/>
                </a:lnTo>
                <a:lnTo>
                  <a:pt x="0" y="101363"/>
                </a:lnTo>
                <a:cubicBezTo>
                  <a:pt x="4652" y="101363"/>
                  <a:pt x="7853" y="100912"/>
                  <a:pt x="9604" y="100012"/>
                </a:cubicBezTo>
                <a:cubicBezTo>
                  <a:pt x="11254" y="99212"/>
                  <a:pt x="12430" y="98086"/>
                  <a:pt x="13130" y="96636"/>
                </a:cubicBezTo>
                <a:cubicBezTo>
                  <a:pt x="13780" y="95235"/>
                  <a:pt x="14105" y="91784"/>
                  <a:pt x="14105" y="86282"/>
                </a:cubicBezTo>
                <a:lnTo>
                  <a:pt x="14105" y="20258"/>
                </a:lnTo>
                <a:cubicBezTo>
                  <a:pt x="14105" y="14805"/>
                  <a:pt x="13780" y="11329"/>
                  <a:pt x="13130" y="9829"/>
                </a:cubicBezTo>
                <a:cubicBezTo>
                  <a:pt x="12430" y="8428"/>
                  <a:pt x="11229" y="7303"/>
                  <a:pt x="9529" y="6452"/>
                </a:cubicBezTo>
                <a:cubicBezTo>
                  <a:pt x="7778" y="5652"/>
                  <a:pt x="4602" y="5227"/>
                  <a:pt x="0" y="5177"/>
                </a:cubicBezTo>
                <a:lnTo>
                  <a:pt x="0" y="2401"/>
                </a:lnTo>
                <a:lnTo>
                  <a:pt x="47268" y="2401"/>
                </a:lnTo>
                <a:cubicBezTo>
                  <a:pt x="59572" y="2401"/>
                  <a:pt x="68575" y="3251"/>
                  <a:pt x="74278" y="4952"/>
                </a:cubicBezTo>
                <a:cubicBezTo>
                  <a:pt x="79980" y="6702"/>
                  <a:pt x="84631" y="9829"/>
                  <a:pt x="88233" y="14330"/>
                </a:cubicBezTo>
                <a:cubicBezTo>
                  <a:pt x="91834" y="18932"/>
                  <a:pt x="93635" y="24309"/>
                  <a:pt x="93635" y="30461"/>
                </a:cubicBezTo>
                <a:cubicBezTo>
                  <a:pt x="93635" y="38014"/>
                  <a:pt x="90934" y="44216"/>
                  <a:pt x="85532" y="49068"/>
                </a:cubicBezTo>
                <a:cubicBezTo>
                  <a:pt x="82080" y="52169"/>
                  <a:pt x="77254" y="54495"/>
                  <a:pt x="71051" y="56046"/>
                </a:cubicBezTo>
                <a:lnTo>
                  <a:pt x="95510" y="90484"/>
                </a:lnTo>
                <a:cubicBezTo>
                  <a:pt x="98712" y="94935"/>
                  <a:pt x="100987" y="97711"/>
                  <a:pt x="102338" y="98812"/>
                </a:cubicBezTo>
                <a:cubicBezTo>
                  <a:pt x="104339" y="100412"/>
                  <a:pt x="106715" y="101263"/>
                  <a:pt x="109466" y="101363"/>
                </a:cubicBezTo>
                <a:lnTo>
                  <a:pt x="109466" y="104139"/>
                </a:lnTo>
                <a:lnTo>
                  <a:pt x="77429" y="104139"/>
                </a:lnTo>
                <a:lnTo>
                  <a:pt x="44642" y="57771"/>
                </a:lnTo>
                <a:lnTo>
                  <a:pt x="37964" y="57771"/>
                </a:lnTo>
                <a:moveTo>
                  <a:pt x="37964" y="7878"/>
                </a:moveTo>
                <a:lnTo>
                  <a:pt x="37964" y="52444"/>
                </a:lnTo>
                <a:lnTo>
                  <a:pt x="42241" y="52444"/>
                </a:lnTo>
                <a:cubicBezTo>
                  <a:pt x="49193" y="52444"/>
                  <a:pt x="54395" y="51794"/>
                  <a:pt x="57846" y="50494"/>
                </a:cubicBezTo>
                <a:cubicBezTo>
                  <a:pt x="61248" y="49293"/>
                  <a:pt x="63974" y="46992"/>
                  <a:pt x="66024" y="43591"/>
                </a:cubicBezTo>
                <a:cubicBezTo>
                  <a:pt x="67975" y="40290"/>
                  <a:pt x="68951" y="35963"/>
                  <a:pt x="68951" y="30611"/>
                </a:cubicBezTo>
                <a:cubicBezTo>
                  <a:pt x="68951" y="22908"/>
                  <a:pt x="67150" y="17181"/>
                  <a:pt x="63549" y="13430"/>
                </a:cubicBezTo>
                <a:cubicBezTo>
                  <a:pt x="59847" y="9779"/>
                  <a:pt x="53995" y="7928"/>
                  <a:pt x="45992" y="7878"/>
                </a:cubicBezTo>
                <a:lnTo>
                  <a:pt x="37964" y="7878"/>
                </a:lnTo>
                <a:close/>
                <a:moveTo>
                  <a:pt x="178916" y="33988"/>
                </a:moveTo>
                <a:lnTo>
                  <a:pt x="178916" y="88908"/>
                </a:lnTo>
                <a:cubicBezTo>
                  <a:pt x="178916" y="94310"/>
                  <a:pt x="179416" y="97636"/>
                  <a:pt x="180417" y="98887"/>
                </a:cubicBezTo>
                <a:cubicBezTo>
                  <a:pt x="181367" y="100237"/>
                  <a:pt x="183393" y="101087"/>
                  <a:pt x="186494" y="101438"/>
                </a:cubicBezTo>
                <a:lnTo>
                  <a:pt x="186494" y="104139"/>
                </a:lnTo>
                <a:lnTo>
                  <a:pt x="157908" y="104139"/>
                </a:lnTo>
                <a:lnTo>
                  <a:pt x="157908" y="94760"/>
                </a:lnTo>
                <a:cubicBezTo>
                  <a:pt x="154507" y="98762"/>
                  <a:pt x="151156" y="101663"/>
                  <a:pt x="147855" y="103463"/>
                </a:cubicBezTo>
                <a:cubicBezTo>
                  <a:pt x="144454" y="105364"/>
                  <a:pt x="140702" y="106289"/>
                  <a:pt x="136601" y="106239"/>
                </a:cubicBezTo>
                <a:cubicBezTo>
                  <a:pt x="132599" y="106289"/>
                  <a:pt x="129098" y="105064"/>
                  <a:pt x="126097" y="102563"/>
                </a:cubicBezTo>
                <a:cubicBezTo>
                  <a:pt x="122996" y="100162"/>
                  <a:pt x="120920" y="97336"/>
                  <a:pt x="119869" y="94085"/>
                </a:cubicBezTo>
                <a:cubicBezTo>
                  <a:pt x="118819" y="90884"/>
                  <a:pt x="118294" y="85207"/>
                  <a:pt x="118294" y="77054"/>
                </a:cubicBezTo>
                <a:lnTo>
                  <a:pt x="118294" y="49218"/>
                </a:lnTo>
                <a:cubicBezTo>
                  <a:pt x="118294" y="43916"/>
                  <a:pt x="117819" y="40615"/>
                  <a:pt x="116868" y="39315"/>
                </a:cubicBezTo>
                <a:cubicBezTo>
                  <a:pt x="115818" y="38064"/>
                  <a:pt x="113767" y="37214"/>
                  <a:pt x="110716" y="36764"/>
                </a:cubicBezTo>
                <a:lnTo>
                  <a:pt x="110716" y="33988"/>
                </a:lnTo>
                <a:lnTo>
                  <a:pt x="139302" y="33988"/>
                </a:lnTo>
                <a:lnTo>
                  <a:pt x="139302" y="81930"/>
                </a:lnTo>
                <a:cubicBezTo>
                  <a:pt x="139252" y="86982"/>
                  <a:pt x="139502" y="90208"/>
                  <a:pt x="140052" y="91609"/>
                </a:cubicBezTo>
                <a:cubicBezTo>
                  <a:pt x="140502" y="93059"/>
                  <a:pt x="141252" y="94160"/>
                  <a:pt x="142303" y="94910"/>
                </a:cubicBezTo>
                <a:cubicBezTo>
                  <a:pt x="143253" y="95660"/>
                  <a:pt x="144429" y="96036"/>
                  <a:pt x="145829" y="96036"/>
                </a:cubicBezTo>
                <a:cubicBezTo>
                  <a:pt x="147630" y="96086"/>
                  <a:pt x="149255" y="95610"/>
                  <a:pt x="150706" y="94610"/>
                </a:cubicBezTo>
                <a:cubicBezTo>
                  <a:pt x="152707" y="93360"/>
                  <a:pt x="155107" y="90734"/>
                  <a:pt x="157908" y="86732"/>
                </a:cubicBezTo>
                <a:lnTo>
                  <a:pt x="157908" y="49218"/>
                </a:lnTo>
                <a:cubicBezTo>
                  <a:pt x="157908" y="43916"/>
                  <a:pt x="157433" y="40615"/>
                  <a:pt x="156483" y="39315"/>
                </a:cubicBezTo>
                <a:cubicBezTo>
                  <a:pt x="155433" y="38064"/>
                  <a:pt x="153382" y="37214"/>
                  <a:pt x="150331" y="36764"/>
                </a:cubicBezTo>
                <a:lnTo>
                  <a:pt x="150331" y="33988"/>
                </a:lnTo>
                <a:lnTo>
                  <a:pt x="178916" y="33988"/>
                </a:lnTo>
                <a:close/>
                <a:moveTo>
                  <a:pt x="223058" y="33988"/>
                </a:moveTo>
                <a:lnTo>
                  <a:pt x="223058" y="43066"/>
                </a:lnTo>
                <a:cubicBezTo>
                  <a:pt x="226659" y="39165"/>
                  <a:pt x="230110" y="36313"/>
                  <a:pt x="233411" y="34513"/>
                </a:cubicBezTo>
                <a:cubicBezTo>
                  <a:pt x="236663" y="32812"/>
                  <a:pt x="240214" y="31937"/>
                  <a:pt x="244065" y="31887"/>
                </a:cubicBezTo>
                <a:cubicBezTo>
                  <a:pt x="248617" y="31937"/>
                  <a:pt x="252393" y="33187"/>
                  <a:pt x="255395" y="35638"/>
                </a:cubicBezTo>
                <a:cubicBezTo>
                  <a:pt x="258396" y="38189"/>
                  <a:pt x="260396" y="41340"/>
                  <a:pt x="261397" y="45092"/>
                </a:cubicBezTo>
                <a:cubicBezTo>
                  <a:pt x="262197" y="47943"/>
                  <a:pt x="262597" y="53420"/>
                  <a:pt x="262597" y="61523"/>
                </a:cubicBezTo>
                <a:lnTo>
                  <a:pt x="262597" y="88833"/>
                </a:lnTo>
                <a:cubicBezTo>
                  <a:pt x="262597" y="94285"/>
                  <a:pt x="263097" y="97636"/>
                  <a:pt x="264098" y="98887"/>
                </a:cubicBezTo>
                <a:cubicBezTo>
                  <a:pt x="265048" y="100237"/>
                  <a:pt x="267074" y="101087"/>
                  <a:pt x="270175" y="101438"/>
                </a:cubicBezTo>
                <a:lnTo>
                  <a:pt x="270175" y="104139"/>
                </a:lnTo>
                <a:lnTo>
                  <a:pt x="234687" y="104139"/>
                </a:lnTo>
                <a:lnTo>
                  <a:pt x="234687" y="101438"/>
                </a:lnTo>
                <a:cubicBezTo>
                  <a:pt x="237288" y="101137"/>
                  <a:pt x="239189" y="100037"/>
                  <a:pt x="240389" y="98136"/>
                </a:cubicBezTo>
                <a:cubicBezTo>
                  <a:pt x="241189" y="96886"/>
                  <a:pt x="241589" y="93785"/>
                  <a:pt x="241589" y="88833"/>
                </a:cubicBezTo>
                <a:lnTo>
                  <a:pt x="241589" y="57621"/>
                </a:lnTo>
                <a:cubicBezTo>
                  <a:pt x="241589" y="51869"/>
                  <a:pt x="241364" y="48243"/>
                  <a:pt x="240914" y="46742"/>
                </a:cubicBezTo>
                <a:cubicBezTo>
                  <a:pt x="240464" y="45242"/>
                  <a:pt x="239714" y="44066"/>
                  <a:pt x="238663" y="43216"/>
                </a:cubicBezTo>
                <a:cubicBezTo>
                  <a:pt x="237513" y="42416"/>
                  <a:pt x="236313" y="42016"/>
                  <a:pt x="235062" y="42016"/>
                </a:cubicBezTo>
                <a:cubicBezTo>
                  <a:pt x="230710" y="42016"/>
                  <a:pt x="226709" y="45092"/>
                  <a:pt x="223058" y="51244"/>
                </a:cubicBezTo>
                <a:lnTo>
                  <a:pt x="223058" y="88833"/>
                </a:lnTo>
                <a:cubicBezTo>
                  <a:pt x="223058" y="94085"/>
                  <a:pt x="223558" y="97411"/>
                  <a:pt x="224558" y="98812"/>
                </a:cubicBezTo>
                <a:cubicBezTo>
                  <a:pt x="225509" y="100262"/>
                  <a:pt x="227309" y="101137"/>
                  <a:pt x="229960" y="101438"/>
                </a:cubicBezTo>
                <a:lnTo>
                  <a:pt x="229960" y="104139"/>
                </a:lnTo>
                <a:lnTo>
                  <a:pt x="194472" y="104139"/>
                </a:lnTo>
                <a:lnTo>
                  <a:pt x="194472" y="101438"/>
                </a:lnTo>
                <a:cubicBezTo>
                  <a:pt x="197373" y="101137"/>
                  <a:pt x="199474" y="100187"/>
                  <a:pt x="200774" y="98587"/>
                </a:cubicBezTo>
                <a:cubicBezTo>
                  <a:pt x="201575" y="97486"/>
                  <a:pt x="202000" y="94235"/>
                  <a:pt x="202050" y="88833"/>
                </a:cubicBezTo>
                <a:lnTo>
                  <a:pt x="202050" y="49218"/>
                </a:lnTo>
                <a:cubicBezTo>
                  <a:pt x="202050" y="43916"/>
                  <a:pt x="201575" y="40615"/>
                  <a:pt x="200624" y="39315"/>
                </a:cubicBezTo>
                <a:cubicBezTo>
                  <a:pt x="199574" y="38064"/>
                  <a:pt x="197523" y="37214"/>
                  <a:pt x="194472" y="36764"/>
                </a:cubicBezTo>
                <a:lnTo>
                  <a:pt x="194472" y="33988"/>
                </a:lnTo>
                <a:lnTo>
                  <a:pt x="223058" y="33988"/>
                </a:lnTo>
                <a:close/>
                <a:moveTo>
                  <a:pt x="305463" y="8328"/>
                </a:moveTo>
                <a:lnTo>
                  <a:pt x="305463" y="33988"/>
                </a:lnTo>
                <a:lnTo>
                  <a:pt x="322119" y="33988"/>
                </a:lnTo>
                <a:lnTo>
                  <a:pt x="322119" y="41415"/>
                </a:lnTo>
                <a:lnTo>
                  <a:pt x="305463" y="41415"/>
                </a:lnTo>
                <a:lnTo>
                  <a:pt x="305463" y="84706"/>
                </a:lnTo>
                <a:cubicBezTo>
                  <a:pt x="305463" y="88808"/>
                  <a:pt x="305663" y="91409"/>
                  <a:pt x="306063" y="92509"/>
                </a:cubicBezTo>
                <a:cubicBezTo>
                  <a:pt x="306363" y="93760"/>
                  <a:pt x="307014" y="94710"/>
                  <a:pt x="308014" y="95360"/>
                </a:cubicBezTo>
                <a:cubicBezTo>
                  <a:pt x="308914" y="96111"/>
                  <a:pt x="309790" y="96486"/>
                  <a:pt x="310640" y="96486"/>
                </a:cubicBezTo>
                <a:cubicBezTo>
                  <a:pt x="313841" y="96486"/>
                  <a:pt x="316917" y="94010"/>
                  <a:pt x="319868" y="89058"/>
                </a:cubicBezTo>
                <a:lnTo>
                  <a:pt x="322119" y="90709"/>
                </a:lnTo>
                <a:cubicBezTo>
                  <a:pt x="318018" y="100312"/>
                  <a:pt x="311440" y="105114"/>
                  <a:pt x="302387" y="105114"/>
                </a:cubicBezTo>
                <a:cubicBezTo>
                  <a:pt x="297935" y="105114"/>
                  <a:pt x="294184" y="103863"/>
                  <a:pt x="291133" y="101363"/>
                </a:cubicBezTo>
                <a:cubicBezTo>
                  <a:pt x="287982" y="98962"/>
                  <a:pt x="286006" y="96211"/>
                  <a:pt x="285206" y="93109"/>
                </a:cubicBezTo>
                <a:cubicBezTo>
                  <a:pt x="284655" y="91409"/>
                  <a:pt x="284405" y="86807"/>
                  <a:pt x="284455" y="79304"/>
                </a:cubicBezTo>
                <a:lnTo>
                  <a:pt x="284455" y="41415"/>
                </a:lnTo>
                <a:lnTo>
                  <a:pt x="275302" y="41415"/>
                </a:lnTo>
                <a:lnTo>
                  <a:pt x="275302" y="38789"/>
                </a:lnTo>
                <a:cubicBezTo>
                  <a:pt x="281604" y="34388"/>
                  <a:pt x="286981" y="29711"/>
                  <a:pt x="291433" y="24759"/>
                </a:cubicBezTo>
                <a:cubicBezTo>
                  <a:pt x="295835" y="19907"/>
                  <a:pt x="299686" y="14430"/>
                  <a:pt x="302987" y="8328"/>
                </a:cubicBezTo>
                <a:lnTo>
                  <a:pt x="305463" y="8328"/>
                </a:lnTo>
                <a:close/>
                <a:moveTo>
                  <a:pt x="345728" y="0"/>
                </a:moveTo>
                <a:cubicBezTo>
                  <a:pt x="348929" y="0"/>
                  <a:pt x="351680" y="1125"/>
                  <a:pt x="353981" y="3376"/>
                </a:cubicBezTo>
                <a:cubicBezTo>
                  <a:pt x="356232" y="5727"/>
                  <a:pt x="357357" y="8478"/>
                  <a:pt x="357357" y="11629"/>
                </a:cubicBezTo>
                <a:cubicBezTo>
                  <a:pt x="357357" y="14881"/>
                  <a:pt x="356232" y="17607"/>
                  <a:pt x="353981" y="19807"/>
                </a:cubicBezTo>
                <a:cubicBezTo>
                  <a:pt x="351630" y="22058"/>
                  <a:pt x="348879" y="23184"/>
                  <a:pt x="345728" y="23184"/>
                </a:cubicBezTo>
                <a:cubicBezTo>
                  <a:pt x="342477" y="23184"/>
                  <a:pt x="339751" y="22058"/>
                  <a:pt x="337550" y="19807"/>
                </a:cubicBezTo>
                <a:cubicBezTo>
                  <a:pt x="335299" y="17607"/>
                  <a:pt x="334174" y="14881"/>
                  <a:pt x="334174" y="11629"/>
                </a:cubicBezTo>
                <a:cubicBezTo>
                  <a:pt x="334174" y="8478"/>
                  <a:pt x="335299" y="5727"/>
                  <a:pt x="337550" y="3376"/>
                </a:cubicBezTo>
                <a:cubicBezTo>
                  <a:pt x="339751" y="1125"/>
                  <a:pt x="342477" y="0"/>
                  <a:pt x="345728" y="0"/>
                </a:cubicBezTo>
                <a:moveTo>
                  <a:pt x="356232" y="33988"/>
                </a:moveTo>
                <a:lnTo>
                  <a:pt x="356232" y="89583"/>
                </a:lnTo>
                <a:cubicBezTo>
                  <a:pt x="356232" y="94535"/>
                  <a:pt x="356807" y="97686"/>
                  <a:pt x="357958" y="99037"/>
                </a:cubicBezTo>
                <a:cubicBezTo>
                  <a:pt x="359058" y="100487"/>
                  <a:pt x="361309" y="101288"/>
                  <a:pt x="364710" y="101438"/>
                </a:cubicBezTo>
                <a:lnTo>
                  <a:pt x="364710" y="104139"/>
                </a:lnTo>
                <a:lnTo>
                  <a:pt x="326821" y="104139"/>
                </a:lnTo>
                <a:lnTo>
                  <a:pt x="326821" y="101438"/>
                </a:lnTo>
                <a:cubicBezTo>
                  <a:pt x="329872" y="101388"/>
                  <a:pt x="332173" y="100487"/>
                  <a:pt x="333724" y="98737"/>
                </a:cubicBezTo>
                <a:cubicBezTo>
                  <a:pt x="334674" y="97636"/>
                  <a:pt x="335174" y="94585"/>
                  <a:pt x="335224" y="89583"/>
                </a:cubicBezTo>
                <a:lnTo>
                  <a:pt x="335224" y="48618"/>
                </a:lnTo>
                <a:cubicBezTo>
                  <a:pt x="335174" y="43716"/>
                  <a:pt x="334599" y="40540"/>
                  <a:pt x="333499" y="39089"/>
                </a:cubicBezTo>
                <a:cubicBezTo>
                  <a:pt x="332348" y="37789"/>
                  <a:pt x="330122" y="37014"/>
                  <a:pt x="326821" y="36764"/>
                </a:cubicBezTo>
                <a:lnTo>
                  <a:pt x="326821" y="33988"/>
                </a:lnTo>
                <a:lnTo>
                  <a:pt x="356232" y="33988"/>
                </a:lnTo>
                <a:close/>
                <a:moveTo>
                  <a:pt x="402774" y="33988"/>
                </a:moveTo>
                <a:lnTo>
                  <a:pt x="402774" y="43216"/>
                </a:lnTo>
                <a:cubicBezTo>
                  <a:pt x="406576" y="39064"/>
                  <a:pt x="410152" y="36113"/>
                  <a:pt x="413503" y="34363"/>
                </a:cubicBezTo>
                <a:cubicBezTo>
                  <a:pt x="416704" y="32712"/>
                  <a:pt x="420281" y="31887"/>
                  <a:pt x="424232" y="31887"/>
                </a:cubicBezTo>
                <a:cubicBezTo>
                  <a:pt x="428684" y="31887"/>
                  <a:pt x="432460" y="32937"/>
                  <a:pt x="435561" y="35038"/>
                </a:cubicBezTo>
                <a:cubicBezTo>
                  <a:pt x="438612" y="37189"/>
                  <a:pt x="440963" y="40390"/>
                  <a:pt x="442614" y="44642"/>
                </a:cubicBezTo>
                <a:cubicBezTo>
                  <a:pt x="446565" y="40190"/>
                  <a:pt x="450417" y="36939"/>
                  <a:pt x="454168" y="34888"/>
                </a:cubicBezTo>
                <a:cubicBezTo>
                  <a:pt x="457820" y="32887"/>
                  <a:pt x="461646" y="31887"/>
                  <a:pt x="465647" y="31887"/>
                </a:cubicBezTo>
                <a:cubicBezTo>
                  <a:pt x="470449" y="31937"/>
                  <a:pt x="474326" y="33037"/>
                  <a:pt x="477277" y="35188"/>
                </a:cubicBezTo>
                <a:cubicBezTo>
                  <a:pt x="480128" y="37489"/>
                  <a:pt x="482129" y="40315"/>
                  <a:pt x="483279" y="43666"/>
                </a:cubicBezTo>
                <a:cubicBezTo>
                  <a:pt x="484379" y="47117"/>
                  <a:pt x="484930" y="52594"/>
                  <a:pt x="484930" y="60097"/>
                </a:cubicBezTo>
                <a:lnTo>
                  <a:pt x="484930" y="88833"/>
                </a:lnTo>
                <a:cubicBezTo>
                  <a:pt x="484930" y="94285"/>
                  <a:pt x="485430" y="97636"/>
                  <a:pt x="486430" y="98887"/>
                </a:cubicBezTo>
                <a:cubicBezTo>
                  <a:pt x="487380" y="100237"/>
                  <a:pt x="489406" y="101087"/>
                  <a:pt x="492507" y="101438"/>
                </a:cubicBezTo>
                <a:lnTo>
                  <a:pt x="492507" y="104139"/>
                </a:lnTo>
                <a:lnTo>
                  <a:pt x="456269" y="104139"/>
                </a:lnTo>
                <a:lnTo>
                  <a:pt x="456269" y="101438"/>
                </a:lnTo>
                <a:cubicBezTo>
                  <a:pt x="459120" y="101238"/>
                  <a:pt x="461221" y="100137"/>
                  <a:pt x="462571" y="98136"/>
                </a:cubicBezTo>
                <a:cubicBezTo>
                  <a:pt x="463472" y="96836"/>
                  <a:pt x="463922" y="93735"/>
                  <a:pt x="463922" y="88833"/>
                </a:cubicBezTo>
                <a:lnTo>
                  <a:pt x="463922" y="58672"/>
                </a:lnTo>
                <a:cubicBezTo>
                  <a:pt x="463922" y="52469"/>
                  <a:pt x="463672" y="48493"/>
                  <a:pt x="463172" y="46742"/>
                </a:cubicBezTo>
                <a:cubicBezTo>
                  <a:pt x="462621" y="45042"/>
                  <a:pt x="461846" y="43766"/>
                  <a:pt x="460846" y="42916"/>
                </a:cubicBezTo>
                <a:cubicBezTo>
                  <a:pt x="459695" y="42116"/>
                  <a:pt x="458420" y="41715"/>
                  <a:pt x="457019" y="41715"/>
                </a:cubicBezTo>
                <a:cubicBezTo>
                  <a:pt x="454818" y="41715"/>
                  <a:pt x="452643" y="42491"/>
                  <a:pt x="450492" y="44041"/>
                </a:cubicBezTo>
                <a:cubicBezTo>
                  <a:pt x="448291" y="45642"/>
                  <a:pt x="446065" y="48018"/>
                  <a:pt x="443814" y="51169"/>
                </a:cubicBezTo>
                <a:lnTo>
                  <a:pt x="443814" y="88833"/>
                </a:lnTo>
                <a:cubicBezTo>
                  <a:pt x="443814" y="93935"/>
                  <a:pt x="444240" y="97111"/>
                  <a:pt x="445090" y="98361"/>
                </a:cubicBezTo>
                <a:cubicBezTo>
                  <a:pt x="446190" y="100262"/>
                  <a:pt x="448391" y="101288"/>
                  <a:pt x="451692" y="101438"/>
                </a:cubicBezTo>
                <a:lnTo>
                  <a:pt x="451692" y="104139"/>
                </a:lnTo>
                <a:lnTo>
                  <a:pt x="415379" y="104139"/>
                </a:lnTo>
                <a:lnTo>
                  <a:pt x="415379" y="101438"/>
                </a:lnTo>
                <a:cubicBezTo>
                  <a:pt x="417330" y="101388"/>
                  <a:pt x="418880" y="100887"/>
                  <a:pt x="420031" y="99937"/>
                </a:cubicBezTo>
                <a:cubicBezTo>
                  <a:pt x="421131" y="99137"/>
                  <a:pt x="421881" y="98086"/>
                  <a:pt x="422281" y="96786"/>
                </a:cubicBezTo>
                <a:cubicBezTo>
                  <a:pt x="422631" y="95635"/>
                  <a:pt x="422807" y="92984"/>
                  <a:pt x="422807" y="88833"/>
                </a:cubicBezTo>
                <a:lnTo>
                  <a:pt x="422807" y="58672"/>
                </a:lnTo>
                <a:cubicBezTo>
                  <a:pt x="422807" y="52319"/>
                  <a:pt x="422556" y="48343"/>
                  <a:pt x="422056" y="46742"/>
                </a:cubicBezTo>
                <a:cubicBezTo>
                  <a:pt x="421506" y="45192"/>
                  <a:pt x="420681" y="43941"/>
                  <a:pt x="419580" y="42991"/>
                </a:cubicBezTo>
                <a:cubicBezTo>
                  <a:pt x="418380" y="42091"/>
                  <a:pt x="417104" y="41640"/>
                  <a:pt x="415754" y="41640"/>
                </a:cubicBezTo>
                <a:cubicBezTo>
                  <a:pt x="413703" y="41640"/>
                  <a:pt x="411878" y="42166"/>
                  <a:pt x="410277" y="43216"/>
                </a:cubicBezTo>
                <a:cubicBezTo>
                  <a:pt x="407876" y="44817"/>
                  <a:pt x="405375" y="47468"/>
                  <a:pt x="402774" y="51169"/>
                </a:cubicBezTo>
                <a:lnTo>
                  <a:pt x="402774" y="88833"/>
                </a:lnTo>
                <a:cubicBezTo>
                  <a:pt x="402774" y="93785"/>
                  <a:pt x="403274" y="97036"/>
                  <a:pt x="404275" y="98587"/>
                </a:cubicBezTo>
                <a:cubicBezTo>
                  <a:pt x="405225" y="100187"/>
                  <a:pt x="407251" y="101137"/>
                  <a:pt x="410352" y="101438"/>
                </a:cubicBezTo>
                <a:lnTo>
                  <a:pt x="410352" y="104139"/>
                </a:lnTo>
                <a:lnTo>
                  <a:pt x="374189" y="104139"/>
                </a:lnTo>
                <a:lnTo>
                  <a:pt x="374189" y="101438"/>
                </a:lnTo>
                <a:cubicBezTo>
                  <a:pt x="377090" y="101137"/>
                  <a:pt x="379190" y="100187"/>
                  <a:pt x="380491" y="98587"/>
                </a:cubicBezTo>
                <a:cubicBezTo>
                  <a:pt x="381291" y="97486"/>
                  <a:pt x="381716" y="94235"/>
                  <a:pt x="381766" y="88833"/>
                </a:cubicBezTo>
                <a:lnTo>
                  <a:pt x="381766" y="49218"/>
                </a:lnTo>
                <a:cubicBezTo>
                  <a:pt x="381766" y="43916"/>
                  <a:pt x="381291" y="40615"/>
                  <a:pt x="380341" y="39315"/>
                </a:cubicBezTo>
                <a:cubicBezTo>
                  <a:pt x="379290" y="38064"/>
                  <a:pt x="377240" y="37214"/>
                  <a:pt x="374189" y="36764"/>
                </a:cubicBezTo>
                <a:lnTo>
                  <a:pt x="374189" y="33988"/>
                </a:lnTo>
                <a:lnTo>
                  <a:pt x="402774" y="33988"/>
                </a:lnTo>
                <a:close/>
                <a:moveTo>
                  <a:pt x="554805" y="66550"/>
                </a:moveTo>
                <a:lnTo>
                  <a:pt x="516316" y="66550"/>
                </a:lnTo>
                <a:cubicBezTo>
                  <a:pt x="516766" y="75853"/>
                  <a:pt x="519242" y="83206"/>
                  <a:pt x="523744" y="88608"/>
                </a:cubicBezTo>
                <a:cubicBezTo>
                  <a:pt x="527145" y="92759"/>
                  <a:pt x="531297" y="94835"/>
                  <a:pt x="536199" y="94835"/>
                </a:cubicBezTo>
                <a:cubicBezTo>
                  <a:pt x="539150" y="94885"/>
                  <a:pt x="541876" y="94035"/>
                  <a:pt x="544377" y="92284"/>
                </a:cubicBezTo>
                <a:cubicBezTo>
                  <a:pt x="546828" y="90634"/>
                  <a:pt x="549454" y="87632"/>
                  <a:pt x="552255" y="83281"/>
                </a:cubicBezTo>
                <a:lnTo>
                  <a:pt x="554805" y="84931"/>
                </a:lnTo>
                <a:cubicBezTo>
                  <a:pt x="550954" y="92684"/>
                  <a:pt x="546753" y="98161"/>
                  <a:pt x="542201" y="101363"/>
                </a:cubicBezTo>
                <a:cubicBezTo>
                  <a:pt x="537599" y="104614"/>
                  <a:pt x="532272" y="106239"/>
                  <a:pt x="526220" y="106239"/>
                </a:cubicBezTo>
                <a:cubicBezTo>
                  <a:pt x="515766" y="106289"/>
                  <a:pt x="507888" y="102288"/>
                  <a:pt x="502586" y="94235"/>
                </a:cubicBezTo>
                <a:cubicBezTo>
                  <a:pt x="498285" y="87783"/>
                  <a:pt x="496134" y="79780"/>
                  <a:pt x="496134" y="70226"/>
                </a:cubicBezTo>
                <a:cubicBezTo>
                  <a:pt x="496084" y="58572"/>
                  <a:pt x="499260" y="49243"/>
                  <a:pt x="505662" y="42241"/>
                </a:cubicBezTo>
                <a:cubicBezTo>
                  <a:pt x="511965" y="35338"/>
                  <a:pt x="519367" y="31887"/>
                  <a:pt x="527871" y="31887"/>
                </a:cubicBezTo>
                <a:cubicBezTo>
                  <a:pt x="534973" y="31937"/>
                  <a:pt x="541150" y="34838"/>
                  <a:pt x="546402" y="40590"/>
                </a:cubicBezTo>
                <a:cubicBezTo>
                  <a:pt x="551554" y="46442"/>
                  <a:pt x="554355" y="55095"/>
                  <a:pt x="554805" y="66550"/>
                </a:cubicBezTo>
                <a:moveTo>
                  <a:pt x="536349" y="61523"/>
                </a:moveTo>
                <a:cubicBezTo>
                  <a:pt x="536299" y="53520"/>
                  <a:pt x="535873" y="47993"/>
                  <a:pt x="535073" y="44942"/>
                </a:cubicBezTo>
                <a:cubicBezTo>
                  <a:pt x="534173" y="41991"/>
                  <a:pt x="532797" y="39715"/>
                  <a:pt x="530947" y="38114"/>
                </a:cubicBezTo>
                <a:cubicBezTo>
                  <a:pt x="529846" y="37214"/>
                  <a:pt x="528446" y="36764"/>
                  <a:pt x="526745" y="36764"/>
                </a:cubicBezTo>
                <a:cubicBezTo>
                  <a:pt x="524094" y="36764"/>
                  <a:pt x="521968" y="38039"/>
                  <a:pt x="520368" y="40590"/>
                </a:cubicBezTo>
                <a:cubicBezTo>
                  <a:pt x="517417" y="45092"/>
                  <a:pt x="515941" y="51194"/>
                  <a:pt x="515941" y="58897"/>
                </a:cubicBezTo>
                <a:lnTo>
                  <a:pt x="515941" y="61523"/>
                </a:lnTo>
                <a:lnTo>
                  <a:pt x="536349" y="6152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Status">
            <a:extLst xmlns:a="http://schemas.openxmlformats.org/drawingml/2006/main">
              <a:ext uri="{FF2B5EF4-FFF2-40B4-BE49-F238E27FC236}">
                <a16:creationId xmlns:a16="http://schemas.microsoft.com/office/drawing/2014/main" id="{35D4915F-F351-48BA-9010-F1A2F037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51" y="371831"/>
            <a:ext cx="392095" cy="106514"/>
          </a:xfrm>
          <a:custGeom xmlns:a="http://schemas.openxmlformats.org/drawingml/2006/main">
            <a:pathLst>
              <a:path w="392095" h="106514">
                <a:moveTo>
                  <a:pt x="64224" y="0"/>
                </a:moveTo>
                <a:lnTo>
                  <a:pt x="65049" y="33913"/>
                </a:lnTo>
                <a:lnTo>
                  <a:pt x="61973" y="33913"/>
                </a:lnTo>
                <a:cubicBezTo>
                  <a:pt x="60472" y="25459"/>
                  <a:pt x="56921" y="18607"/>
                  <a:pt x="51319" y="13355"/>
                </a:cubicBezTo>
                <a:cubicBezTo>
                  <a:pt x="45617" y="8203"/>
                  <a:pt x="39465" y="5627"/>
                  <a:pt x="32862" y="5627"/>
                </a:cubicBezTo>
                <a:cubicBezTo>
                  <a:pt x="27710" y="5627"/>
                  <a:pt x="23684" y="6978"/>
                  <a:pt x="20783" y="9679"/>
                </a:cubicBezTo>
                <a:cubicBezTo>
                  <a:pt x="17782" y="12480"/>
                  <a:pt x="16281" y="15631"/>
                  <a:pt x="16281" y="19132"/>
                </a:cubicBezTo>
                <a:cubicBezTo>
                  <a:pt x="16281" y="21433"/>
                  <a:pt x="16806" y="23434"/>
                  <a:pt x="17857" y="25134"/>
                </a:cubicBezTo>
                <a:cubicBezTo>
                  <a:pt x="19257" y="27485"/>
                  <a:pt x="21583" y="29811"/>
                  <a:pt x="24834" y="32112"/>
                </a:cubicBezTo>
                <a:cubicBezTo>
                  <a:pt x="27135" y="33763"/>
                  <a:pt x="32562" y="36689"/>
                  <a:pt x="41115" y="40890"/>
                </a:cubicBezTo>
                <a:cubicBezTo>
                  <a:pt x="53020" y="46792"/>
                  <a:pt x="61048" y="52319"/>
                  <a:pt x="65199" y="57471"/>
                </a:cubicBezTo>
                <a:cubicBezTo>
                  <a:pt x="69301" y="62723"/>
                  <a:pt x="71351" y="68675"/>
                  <a:pt x="71351" y="75328"/>
                </a:cubicBezTo>
                <a:cubicBezTo>
                  <a:pt x="71351" y="83881"/>
                  <a:pt x="68050" y="91184"/>
                  <a:pt x="61448" y="97236"/>
                </a:cubicBezTo>
                <a:cubicBezTo>
                  <a:pt x="54745" y="103388"/>
                  <a:pt x="46317" y="106464"/>
                  <a:pt x="36163" y="106464"/>
                </a:cubicBezTo>
                <a:cubicBezTo>
                  <a:pt x="32912" y="106514"/>
                  <a:pt x="29886" y="106189"/>
                  <a:pt x="27085" y="105489"/>
                </a:cubicBezTo>
                <a:cubicBezTo>
                  <a:pt x="24184" y="104839"/>
                  <a:pt x="20608" y="103613"/>
                  <a:pt x="16356" y="101813"/>
                </a:cubicBezTo>
                <a:cubicBezTo>
                  <a:pt x="13955" y="100862"/>
                  <a:pt x="11979" y="100362"/>
                  <a:pt x="10429" y="100312"/>
                </a:cubicBezTo>
                <a:cubicBezTo>
                  <a:pt x="9078" y="100362"/>
                  <a:pt x="7703" y="100862"/>
                  <a:pt x="6302" y="101813"/>
                </a:cubicBezTo>
                <a:cubicBezTo>
                  <a:pt x="4852" y="102863"/>
                  <a:pt x="3676" y="104389"/>
                  <a:pt x="2776" y="106389"/>
                </a:cubicBezTo>
                <a:lnTo>
                  <a:pt x="0" y="106389"/>
                </a:lnTo>
                <a:lnTo>
                  <a:pt x="0" y="67975"/>
                </a:lnTo>
                <a:lnTo>
                  <a:pt x="2776" y="67975"/>
                </a:lnTo>
                <a:cubicBezTo>
                  <a:pt x="4927" y="78829"/>
                  <a:pt x="9178" y="87057"/>
                  <a:pt x="15531" y="92659"/>
                </a:cubicBezTo>
                <a:cubicBezTo>
                  <a:pt x="21733" y="98361"/>
                  <a:pt x="28486" y="101212"/>
                  <a:pt x="35788" y="101212"/>
                </a:cubicBezTo>
                <a:cubicBezTo>
                  <a:pt x="41340" y="101263"/>
                  <a:pt x="45817" y="99737"/>
                  <a:pt x="49218" y="96636"/>
                </a:cubicBezTo>
                <a:cubicBezTo>
                  <a:pt x="52519" y="93585"/>
                  <a:pt x="54170" y="90033"/>
                  <a:pt x="54170" y="85982"/>
                </a:cubicBezTo>
                <a:cubicBezTo>
                  <a:pt x="54170" y="83581"/>
                  <a:pt x="53545" y="81255"/>
                  <a:pt x="52294" y="79004"/>
                </a:cubicBezTo>
                <a:cubicBezTo>
                  <a:pt x="50994" y="76753"/>
                  <a:pt x="49043" y="74603"/>
                  <a:pt x="46442" y="72552"/>
                </a:cubicBezTo>
                <a:cubicBezTo>
                  <a:pt x="43791" y="70551"/>
                  <a:pt x="39190" y="67925"/>
                  <a:pt x="32637" y="64674"/>
                </a:cubicBezTo>
                <a:cubicBezTo>
                  <a:pt x="23384" y="60172"/>
                  <a:pt x="16731" y="56296"/>
                  <a:pt x="12680" y="53045"/>
                </a:cubicBezTo>
                <a:cubicBezTo>
                  <a:pt x="8628" y="49893"/>
                  <a:pt x="5527" y="46317"/>
                  <a:pt x="3376" y="42316"/>
                </a:cubicBezTo>
                <a:cubicBezTo>
                  <a:pt x="1175" y="38364"/>
                  <a:pt x="75" y="34013"/>
                  <a:pt x="75" y="29261"/>
                </a:cubicBezTo>
                <a:cubicBezTo>
                  <a:pt x="75" y="21158"/>
                  <a:pt x="3051" y="14255"/>
                  <a:pt x="9003" y="8553"/>
                </a:cubicBezTo>
                <a:cubicBezTo>
                  <a:pt x="14906" y="2851"/>
                  <a:pt x="22408" y="0"/>
                  <a:pt x="31512" y="0"/>
                </a:cubicBezTo>
                <a:cubicBezTo>
                  <a:pt x="34813" y="0"/>
                  <a:pt x="38014" y="400"/>
                  <a:pt x="41115" y="1200"/>
                </a:cubicBezTo>
                <a:cubicBezTo>
                  <a:pt x="43416" y="1851"/>
                  <a:pt x="46292" y="2951"/>
                  <a:pt x="49743" y="4502"/>
                </a:cubicBezTo>
                <a:cubicBezTo>
                  <a:pt x="53095" y="6152"/>
                  <a:pt x="55446" y="6978"/>
                  <a:pt x="56796" y="6978"/>
                </a:cubicBezTo>
                <a:cubicBezTo>
                  <a:pt x="58047" y="7028"/>
                  <a:pt x="59072" y="6627"/>
                  <a:pt x="59872" y="5777"/>
                </a:cubicBezTo>
                <a:cubicBezTo>
                  <a:pt x="60572" y="5027"/>
                  <a:pt x="61273" y="3101"/>
                  <a:pt x="61973" y="0"/>
                </a:cubicBezTo>
                <a:lnTo>
                  <a:pt x="64224" y="0"/>
                </a:lnTo>
                <a:close/>
                <a:moveTo>
                  <a:pt x="108290" y="8253"/>
                </a:moveTo>
                <a:lnTo>
                  <a:pt x="108290" y="33913"/>
                </a:lnTo>
                <a:lnTo>
                  <a:pt x="124946" y="33913"/>
                </a:lnTo>
                <a:lnTo>
                  <a:pt x="124946" y="41340"/>
                </a:lnTo>
                <a:lnTo>
                  <a:pt x="108290" y="41340"/>
                </a:lnTo>
                <a:lnTo>
                  <a:pt x="108290" y="84631"/>
                </a:lnTo>
                <a:cubicBezTo>
                  <a:pt x="108290" y="88733"/>
                  <a:pt x="108490" y="91334"/>
                  <a:pt x="108890" y="92434"/>
                </a:cubicBezTo>
                <a:cubicBezTo>
                  <a:pt x="109190" y="93685"/>
                  <a:pt x="109841" y="94635"/>
                  <a:pt x="110841" y="95285"/>
                </a:cubicBezTo>
                <a:cubicBezTo>
                  <a:pt x="111741" y="96036"/>
                  <a:pt x="112617" y="96411"/>
                  <a:pt x="113467" y="96411"/>
                </a:cubicBezTo>
                <a:cubicBezTo>
                  <a:pt x="116668" y="96411"/>
                  <a:pt x="119744" y="93935"/>
                  <a:pt x="122695" y="88983"/>
                </a:cubicBezTo>
                <a:lnTo>
                  <a:pt x="124946" y="90634"/>
                </a:lnTo>
                <a:cubicBezTo>
                  <a:pt x="120845" y="100237"/>
                  <a:pt x="114267" y="105039"/>
                  <a:pt x="105214" y="105039"/>
                </a:cubicBezTo>
                <a:cubicBezTo>
                  <a:pt x="100762" y="105039"/>
                  <a:pt x="97011" y="103788"/>
                  <a:pt x="93960" y="101288"/>
                </a:cubicBezTo>
                <a:cubicBezTo>
                  <a:pt x="90809" y="98887"/>
                  <a:pt x="88833" y="96136"/>
                  <a:pt x="88033" y="93034"/>
                </a:cubicBezTo>
                <a:cubicBezTo>
                  <a:pt x="87482" y="91334"/>
                  <a:pt x="87232" y="86732"/>
                  <a:pt x="87282" y="79229"/>
                </a:cubicBezTo>
                <a:lnTo>
                  <a:pt x="87282" y="41340"/>
                </a:lnTo>
                <a:lnTo>
                  <a:pt x="78129" y="41340"/>
                </a:lnTo>
                <a:lnTo>
                  <a:pt x="78129" y="38714"/>
                </a:lnTo>
                <a:cubicBezTo>
                  <a:pt x="84431" y="34313"/>
                  <a:pt x="89808" y="29636"/>
                  <a:pt x="94260" y="24684"/>
                </a:cubicBezTo>
                <a:cubicBezTo>
                  <a:pt x="98662" y="19832"/>
                  <a:pt x="102513" y="14355"/>
                  <a:pt x="105814" y="8253"/>
                </a:cubicBezTo>
                <a:lnTo>
                  <a:pt x="108290" y="8253"/>
                </a:lnTo>
                <a:close/>
                <a:moveTo>
                  <a:pt x="170388" y="93710"/>
                </a:moveTo>
                <a:cubicBezTo>
                  <a:pt x="161835" y="101313"/>
                  <a:pt x="154157" y="105089"/>
                  <a:pt x="147355" y="105039"/>
                </a:cubicBezTo>
                <a:cubicBezTo>
                  <a:pt x="143303" y="105039"/>
                  <a:pt x="139977" y="103713"/>
                  <a:pt x="137376" y="101062"/>
                </a:cubicBezTo>
                <a:cubicBezTo>
                  <a:pt x="134725" y="98511"/>
                  <a:pt x="133399" y="95235"/>
                  <a:pt x="133399" y="91234"/>
                </a:cubicBezTo>
                <a:cubicBezTo>
                  <a:pt x="133399" y="85932"/>
                  <a:pt x="135700" y="81105"/>
                  <a:pt x="140302" y="76753"/>
                </a:cubicBezTo>
                <a:cubicBezTo>
                  <a:pt x="144854" y="72552"/>
                  <a:pt x="154882" y="66875"/>
                  <a:pt x="170388" y="59722"/>
                </a:cubicBezTo>
                <a:lnTo>
                  <a:pt x="170388" y="52670"/>
                </a:lnTo>
                <a:cubicBezTo>
                  <a:pt x="170338" y="47418"/>
                  <a:pt x="170063" y="44066"/>
                  <a:pt x="169563" y="42616"/>
                </a:cubicBezTo>
                <a:cubicBezTo>
                  <a:pt x="168913" y="41265"/>
                  <a:pt x="167812" y="40065"/>
                  <a:pt x="166262" y="39014"/>
                </a:cubicBezTo>
                <a:cubicBezTo>
                  <a:pt x="164661" y="38064"/>
                  <a:pt x="162860" y="37564"/>
                  <a:pt x="160860" y="37514"/>
                </a:cubicBezTo>
                <a:cubicBezTo>
                  <a:pt x="157608" y="37564"/>
                  <a:pt x="154932" y="38289"/>
                  <a:pt x="152832" y="39690"/>
                </a:cubicBezTo>
                <a:cubicBezTo>
                  <a:pt x="151531" y="40590"/>
                  <a:pt x="150881" y="41640"/>
                  <a:pt x="150881" y="42841"/>
                </a:cubicBezTo>
                <a:cubicBezTo>
                  <a:pt x="150831" y="43891"/>
                  <a:pt x="151531" y="45192"/>
                  <a:pt x="152982" y="46742"/>
                </a:cubicBezTo>
                <a:cubicBezTo>
                  <a:pt x="154832" y="48943"/>
                  <a:pt x="155783" y="51019"/>
                  <a:pt x="155833" y="52970"/>
                </a:cubicBezTo>
                <a:cubicBezTo>
                  <a:pt x="155833" y="55471"/>
                  <a:pt x="154932" y="57546"/>
                  <a:pt x="153132" y="59197"/>
                </a:cubicBezTo>
                <a:cubicBezTo>
                  <a:pt x="151231" y="60948"/>
                  <a:pt x="148830" y="61823"/>
                  <a:pt x="145929" y="61823"/>
                </a:cubicBezTo>
                <a:cubicBezTo>
                  <a:pt x="142778" y="61823"/>
                  <a:pt x="140152" y="60873"/>
                  <a:pt x="138051" y="58972"/>
                </a:cubicBezTo>
                <a:cubicBezTo>
                  <a:pt x="135850" y="57121"/>
                  <a:pt x="134775" y="54895"/>
                  <a:pt x="134825" y="52294"/>
                </a:cubicBezTo>
                <a:cubicBezTo>
                  <a:pt x="134825" y="48693"/>
                  <a:pt x="136250" y="45242"/>
                  <a:pt x="139102" y="41941"/>
                </a:cubicBezTo>
                <a:cubicBezTo>
                  <a:pt x="141953" y="38739"/>
                  <a:pt x="145929" y="36238"/>
                  <a:pt x="151031" y="34438"/>
                </a:cubicBezTo>
                <a:cubicBezTo>
                  <a:pt x="156133" y="32737"/>
                  <a:pt x="161435" y="31862"/>
                  <a:pt x="166937" y="31812"/>
                </a:cubicBezTo>
                <a:cubicBezTo>
                  <a:pt x="173589" y="31862"/>
                  <a:pt x="178866" y="33262"/>
                  <a:pt x="182768" y="36013"/>
                </a:cubicBezTo>
                <a:cubicBezTo>
                  <a:pt x="186569" y="38864"/>
                  <a:pt x="189070" y="41941"/>
                  <a:pt x="190270" y="45242"/>
                </a:cubicBezTo>
                <a:cubicBezTo>
                  <a:pt x="190921" y="47343"/>
                  <a:pt x="191271" y="52169"/>
                  <a:pt x="191321" y="59722"/>
                </a:cubicBezTo>
                <a:lnTo>
                  <a:pt x="191321" y="86957"/>
                </a:lnTo>
                <a:cubicBezTo>
                  <a:pt x="191321" y="90208"/>
                  <a:pt x="191446" y="92209"/>
                  <a:pt x="191696" y="92959"/>
                </a:cubicBezTo>
                <a:cubicBezTo>
                  <a:pt x="191896" y="93860"/>
                  <a:pt x="192271" y="94485"/>
                  <a:pt x="192821" y="94835"/>
                </a:cubicBezTo>
                <a:cubicBezTo>
                  <a:pt x="193272" y="95235"/>
                  <a:pt x="193847" y="95435"/>
                  <a:pt x="194547" y="95435"/>
                </a:cubicBezTo>
                <a:cubicBezTo>
                  <a:pt x="195798" y="95485"/>
                  <a:pt x="197123" y="94560"/>
                  <a:pt x="198524" y="92659"/>
                </a:cubicBezTo>
                <a:lnTo>
                  <a:pt x="200774" y="94460"/>
                </a:lnTo>
                <a:cubicBezTo>
                  <a:pt x="198223" y="98161"/>
                  <a:pt x="195647" y="100837"/>
                  <a:pt x="193046" y="102488"/>
                </a:cubicBezTo>
                <a:cubicBezTo>
                  <a:pt x="190295" y="104239"/>
                  <a:pt x="187244" y="105089"/>
                  <a:pt x="183893" y="105039"/>
                </a:cubicBezTo>
                <a:cubicBezTo>
                  <a:pt x="179892" y="105039"/>
                  <a:pt x="176765" y="104089"/>
                  <a:pt x="174515" y="102188"/>
                </a:cubicBezTo>
                <a:cubicBezTo>
                  <a:pt x="172264" y="100387"/>
                  <a:pt x="170888" y="97561"/>
                  <a:pt x="170388" y="93710"/>
                </a:cubicBezTo>
                <a:moveTo>
                  <a:pt x="170388" y="88233"/>
                </a:moveTo>
                <a:lnTo>
                  <a:pt x="170388" y="64749"/>
                </a:lnTo>
                <a:cubicBezTo>
                  <a:pt x="164286" y="68300"/>
                  <a:pt x="159784" y="72102"/>
                  <a:pt x="156883" y="76153"/>
                </a:cubicBezTo>
                <a:cubicBezTo>
                  <a:pt x="154932" y="78854"/>
                  <a:pt x="153957" y="81580"/>
                  <a:pt x="153957" y="84331"/>
                </a:cubicBezTo>
                <a:cubicBezTo>
                  <a:pt x="153957" y="86682"/>
                  <a:pt x="154782" y="88708"/>
                  <a:pt x="156433" y="90408"/>
                </a:cubicBezTo>
                <a:cubicBezTo>
                  <a:pt x="157683" y="91759"/>
                  <a:pt x="159434" y="92434"/>
                  <a:pt x="161685" y="92434"/>
                </a:cubicBezTo>
                <a:cubicBezTo>
                  <a:pt x="164136" y="92434"/>
                  <a:pt x="167037" y="91034"/>
                  <a:pt x="170388" y="88233"/>
                </a:cubicBezTo>
                <a:close/>
                <a:moveTo>
                  <a:pt x="236338" y="8253"/>
                </a:moveTo>
                <a:lnTo>
                  <a:pt x="236338" y="33913"/>
                </a:lnTo>
                <a:lnTo>
                  <a:pt x="252994" y="33913"/>
                </a:lnTo>
                <a:lnTo>
                  <a:pt x="252994" y="41340"/>
                </a:lnTo>
                <a:lnTo>
                  <a:pt x="236338" y="41340"/>
                </a:lnTo>
                <a:lnTo>
                  <a:pt x="236338" y="84631"/>
                </a:lnTo>
                <a:cubicBezTo>
                  <a:pt x="236338" y="88733"/>
                  <a:pt x="236538" y="91334"/>
                  <a:pt x="236938" y="92434"/>
                </a:cubicBezTo>
                <a:cubicBezTo>
                  <a:pt x="237238" y="93685"/>
                  <a:pt x="237888" y="94635"/>
                  <a:pt x="238888" y="95285"/>
                </a:cubicBezTo>
                <a:cubicBezTo>
                  <a:pt x="239789" y="96036"/>
                  <a:pt x="240664" y="96411"/>
                  <a:pt x="241514" y="96411"/>
                </a:cubicBezTo>
                <a:cubicBezTo>
                  <a:pt x="244716" y="96411"/>
                  <a:pt x="247792" y="93935"/>
                  <a:pt x="250743" y="88983"/>
                </a:cubicBezTo>
                <a:lnTo>
                  <a:pt x="252994" y="90634"/>
                </a:lnTo>
                <a:cubicBezTo>
                  <a:pt x="248892" y="100237"/>
                  <a:pt x="242315" y="105039"/>
                  <a:pt x="233261" y="105039"/>
                </a:cubicBezTo>
                <a:cubicBezTo>
                  <a:pt x="228810" y="105039"/>
                  <a:pt x="225058" y="103788"/>
                  <a:pt x="222007" y="101288"/>
                </a:cubicBezTo>
                <a:cubicBezTo>
                  <a:pt x="218856" y="98887"/>
                  <a:pt x="216880" y="96136"/>
                  <a:pt x="216080" y="93034"/>
                </a:cubicBezTo>
                <a:cubicBezTo>
                  <a:pt x="215530" y="91334"/>
                  <a:pt x="215280" y="86732"/>
                  <a:pt x="215330" y="79229"/>
                </a:cubicBezTo>
                <a:lnTo>
                  <a:pt x="215330" y="41340"/>
                </a:lnTo>
                <a:lnTo>
                  <a:pt x="206176" y="41340"/>
                </a:lnTo>
                <a:lnTo>
                  <a:pt x="206176" y="38714"/>
                </a:lnTo>
                <a:cubicBezTo>
                  <a:pt x="212479" y="34313"/>
                  <a:pt x="217856" y="29636"/>
                  <a:pt x="222307" y="24684"/>
                </a:cubicBezTo>
                <a:cubicBezTo>
                  <a:pt x="226709" y="19832"/>
                  <a:pt x="230560" y="14355"/>
                  <a:pt x="233862" y="8253"/>
                </a:cubicBezTo>
                <a:lnTo>
                  <a:pt x="236338" y="8253"/>
                </a:lnTo>
                <a:close/>
                <a:moveTo>
                  <a:pt x="327471" y="33913"/>
                </a:moveTo>
                <a:lnTo>
                  <a:pt x="327471" y="88833"/>
                </a:lnTo>
                <a:cubicBezTo>
                  <a:pt x="327471" y="94235"/>
                  <a:pt x="327971" y="97561"/>
                  <a:pt x="328972" y="98812"/>
                </a:cubicBezTo>
                <a:cubicBezTo>
                  <a:pt x="329922" y="100162"/>
                  <a:pt x="331948" y="101012"/>
                  <a:pt x="335049" y="101363"/>
                </a:cubicBezTo>
                <a:lnTo>
                  <a:pt x="335049" y="104064"/>
                </a:lnTo>
                <a:lnTo>
                  <a:pt x="306463" y="104064"/>
                </a:lnTo>
                <a:lnTo>
                  <a:pt x="306463" y="94685"/>
                </a:lnTo>
                <a:cubicBezTo>
                  <a:pt x="303062" y="98687"/>
                  <a:pt x="299711" y="101588"/>
                  <a:pt x="296410" y="103388"/>
                </a:cubicBezTo>
                <a:cubicBezTo>
                  <a:pt x="293008" y="105289"/>
                  <a:pt x="289257" y="106214"/>
                  <a:pt x="285156" y="106164"/>
                </a:cubicBezTo>
                <a:cubicBezTo>
                  <a:pt x="281154" y="106214"/>
                  <a:pt x="277653" y="104989"/>
                  <a:pt x="274652" y="102488"/>
                </a:cubicBezTo>
                <a:cubicBezTo>
                  <a:pt x="271551" y="100087"/>
                  <a:pt x="269475" y="97261"/>
                  <a:pt x="268424" y="94010"/>
                </a:cubicBezTo>
                <a:cubicBezTo>
                  <a:pt x="267374" y="90809"/>
                  <a:pt x="266849" y="85132"/>
                  <a:pt x="266849" y="76979"/>
                </a:cubicBezTo>
                <a:lnTo>
                  <a:pt x="266849" y="49143"/>
                </a:lnTo>
                <a:cubicBezTo>
                  <a:pt x="266849" y="43841"/>
                  <a:pt x="266374" y="40540"/>
                  <a:pt x="265423" y="39240"/>
                </a:cubicBezTo>
                <a:cubicBezTo>
                  <a:pt x="264373" y="37989"/>
                  <a:pt x="262322" y="37139"/>
                  <a:pt x="259271" y="36689"/>
                </a:cubicBezTo>
                <a:lnTo>
                  <a:pt x="259271" y="33913"/>
                </a:lnTo>
                <a:lnTo>
                  <a:pt x="287857" y="33913"/>
                </a:lnTo>
                <a:lnTo>
                  <a:pt x="287857" y="81855"/>
                </a:lnTo>
                <a:cubicBezTo>
                  <a:pt x="287807" y="86907"/>
                  <a:pt x="288057" y="90133"/>
                  <a:pt x="288607" y="91534"/>
                </a:cubicBezTo>
                <a:cubicBezTo>
                  <a:pt x="289057" y="92984"/>
                  <a:pt x="289807" y="94085"/>
                  <a:pt x="290858" y="94835"/>
                </a:cubicBezTo>
                <a:cubicBezTo>
                  <a:pt x="291808" y="95585"/>
                  <a:pt x="292983" y="95961"/>
                  <a:pt x="294384" y="95961"/>
                </a:cubicBezTo>
                <a:cubicBezTo>
                  <a:pt x="296185" y="96011"/>
                  <a:pt x="297810" y="95535"/>
                  <a:pt x="299261" y="94535"/>
                </a:cubicBezTo>
                <a:cubicBezTo>
                  <a:pt x="301262" y="93285"/>
                  <a:pt x="303662" y="90659"/>
                  <a:pt x="306463" y="86657"/>
                </a:cubicBezTo>
                <a:lnTo>
                  <a:pt x="306463" y="49143"/>
                </a:lnTo>
                <a:cubicBezTo>
                  <a:pt x="306463" y="43841"/>
                  <a:pt x="305988" y="40540"/>
                  <a:pt x="305038" y="39240"/>
                </a:cubicBezTo>
                <a:cubicBezTo>
                  <a:pt x="303988" y="37989"/>
                  <a:pt x="301937" y="37139"/>
                  <a:pt x="298886" y="36689"/>
                </a:cubicBezTo>
                <a:lnTo>
                  <a:pt x="298886" y="33913"/>
                </a:lnTo>
                <a:lnTo>
                  <a:pt x="327471" y="33913"/>
                </a:lnTo>
                <a:close/>
                <a:moveTo>
                  <a:pt x="387293" y="31962"/>
                </a:moveTo>
                <a:lnTo>
                  <a:pt x="388419" y="55896"/>
                </a:lnTo>
                <a:lnTo>
                  <a:pt x="385868" y="55896"/>
                </a:lnTo>
                <a:cubicBezTo>
                  <a:pt x="382767" y="48843"/>
                  <a:pt x="379616" y="43991"/>
                  <a:pt x="376414" y="41340"/>
                </a:cubicBezTo>
                <a:cubicBezTo>
                  <a:pt x="373063" y="38739"/>
                  <a:pt x="369787" y="37439"/>
                  <a:pt x="366586" y="37439"/>
                </a:cubicBezTo>
                <a:cubicBezTo>
                  <a:pt x="364485" y="37439"/>
                  <a:pt x="362734" y="38114"/>
                  <a:pt x="361334" y="39465"/>
                </a:cubicBezTo>
                <a:cubicBezTo>
                  <a:pt x="359883" y="40915"/>
                  <a:pt x="359158" y="42516"/>
                  <a:pt x="359158" y="44266"/>
                </a:cubicBezTo>
                <a:cubicBezTo>
                  <a:pt x="359158" y="45617"/>
                  <a:pt x="359658" y="46917"/>
                  <a:pt x="360659" y="48168"/>
                </a:cubicBezTo>
                <a:cubicBezTo>
                  <a:pt x="362209" y="50219"/>
                  <a:pt x="366686" y="53720"/>
                  <a:pt x="374089" y="58672"/>
                </a:cubicBezTo>
                <a:cubicBezTo>
                  <a:pt x="381441" y="63724"/>
                  <a:pt x="386293" y="67950"/>
                  <a:pt x="388644" y="71351"/>
                </a:cubicBezTo>
                <a:cubicBezTo>
                  <a:pt x="390945" y="74903"/>
                  <a:pt x="392095" y="78804"/>
                  <a:pt x="392095" y="83056"/>
                </a:cubicBezTo>
                <a:cubicBezTo>
                  <a:pt x="392095" y="86957"/>
                  <a:pt x="391120" y="90784"/>
                  <a:pt x="389169" y="94535"/>
                </a:cubicBezTo>
                <a:cubicBezTo>
                  <a:pt x="387168" y="98286"/>
                  <a:pt x="384417" y="101162"/>
                  <a:pt x="380916" y="103163"/>
                </a:cubicBezTo>
                <a:cubicBezTo>
                  <a:pt x="377315" y="105214"/>
                  <a:pt x="373388" y="106214"/>
                  <a:pt x="369137" y="106164"/>
                </a:cubicBezTo>
                <a:cubicBezTo>
                  <a:pt x="365735" y="106164"/>
                  <a:pt x="361259" y="105114"/>
                  <a:pt x="355707" y="103013"/>
                </a:cubicBezTo>
                <a:cubicBezTo>
                  <a:pt x="354156" y="102513"/>
                  <a:pt x="353131" y="102238"/>
                  <a:pt x="352631" y="102188"/>
                </a:cubicBezTo>
                <a:cubicBezTo>
                  <a:pt x="350980" y="102238"/>
                  <a:pt x="349604" y="103488"/>
                  <a:pt x="348504" y="105939"/>
                </a:cubicBezTo>
                <a:lnTo>
                  <a:pt x="346028" y="105939"/>
                </a:lnTo>
                <a:lnTo>
                  <a:pt x="344828" y="80730"/>
                </a:lnTo>
                <a:lnTo>
                  <a:pt x="347379" y="80730"/>
                </a:lnTo>
                <a:cubicBezTo>
                  <a:pt x="349579" y="87332"/>
                  <a:pt x="352681" y="92284"/>
                  <a:pt x="356682" y="95585"/>
                </a:cubicBezTo>
                <a:cubicBezTo>
                  <a:pt x="360534" y="98887"/>
                  <a:pt x="364235" y="100537"/>
                  <a:pt x="367786" y="100537"/>
                </a:cubicBezTo>
                <a:cubicBezTo>
                  <a:pt x="370137" y="100537"/>
                  <a:pt x="372113" y="99787"/>
                  <a:pt x="373713" y="98286"/>
                </a:cubicBezTo>
                <a:cubicBezTo>
                  <a:pt x="375214" y="96886"/>
                  <a:pt x="375964" y="95110"/>
                  <a:pt x="375964" y="92959"/>
                </a:cubicBezTo>
                <a:cubicBezTo>
                  <a:pt x="375964" y="90559"/>
                  <a:pt x="375214" y="88483"/>
                  <a:pt x="373713" y="86732"/>
                </a:cubicBezTo>
                <a:cubicBezTo>
                  <a:pt x="372163" y="85031"/>
                  <a:pt x="368812" y="82381"/>
                  <a:pt x="363660" y="78779"/>
                </a:cubicBezTo>
                <a:cubicBezTo>
                  <a:pt x="356007" y="73477"/>
                  <a:pt x="351055" y="69426"/>
                  <a:pt x="348804" y="66625"/>
                </a:cubicBezTo>
                <a:cubicBezTo>
                  <a:pt x="345503" y="62523"/>
                  <a:pt x="343852" y="57996"/>
                  <a:pt x="343852" y="53045"/>
                </a:cubicBezTo>
                <a:cubicBezTo>
                  <a:pt x="343852" y="47693"/>
                  <a:pt x="345728" y="42791"/>
                  <a:pt x="349479" y="38339"/>
                </a:cubicBezTo>
                <a:cubicBezTo>
                  <a:pt x="353131" y="33988"/>
                  <a:pt x="358508" y="31812"/>
                  <a:pt x="365610" y="31812"/>
                </a:cubicBezTo>
                <a:cubicBezTo>
                  <a:pt x="369412" y="31812"/>
                  <a:pt x="373088" y="32737"/>
                  <a:pt x="376639" y="34588"/>
                </a:cubicBezTo>
                <a:cubicBezTo>
                  <a:pt x="377990" y="35338"/>
                  <a:pt x="379090" y="35713"/>
                  <a:pt x="379941" y="35713"/>
                </a:cubicBezTo>
                <a:cubicBezTo>
                  <a:pt x="380841" y="35713"/>
                  <a:pt x="381566" y="35513"/>
                  <a:pt x="382117" y="35113"/>
                </a:cubicBezTo>
                <a:cubicBezTo>
                  <a:pt x="382617" y="34763"/>
                  <a:pt x="383492" y="33712"/>
                  <a:pt x="384742" y="31962"/>
                </a:cubicBezTo>
                <a:lnTo>
                  <a:pt x="387293" y="3196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Coming">
            <a:extLst xmlns:a="http://schemas.openxmlformats.org/drawingml/2006/main">
              <a:ext uri="{FF2B5EF4-FFF2-40B4-BE49-F238E27FC236}">
                <a16:creationId xmlns:a16="http://schemas.microsoft.com/office/drawing/2014/main" id="{8EC9B163-EC41-4E78-81AB-E51F25D9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55" y="2165579"/>
            <a:ext cx="503412" cy="137351"/>
          </a:xfrm>
          <a:custGeom xmlns:a="http://schemas.openxmlformats.org/drawingml/2006/main">
            <a:pathLst>
              <a:path w="503412" h="137351">
                <a:moveTo>
                  <a:pt x="96486" y="75"/>
                </a:moveTo>
                <a:lnTo>
                  <a:pt x="96486" y="35338"/>
                </a:lnTo>
                <a:lnTo>
                  <a:pt x="93560" y="35338"/>
                </a:lnTo>
                <a:cubicBezTo>
                  <a:pt x="91359" y="26135"/>
                  <a:pt x="87257" y="19082"/>
                  <a:pt x="81255" y="14180"/>
                </a:cubicBezTo>
                <a:cubicBezTo>
                  <a:pt x="75203" y="9328"/>
                  <a:pt x="68400" y="6878"/>
                  <a:pt x="60848" y="6828"/>
                </a:cubicBezTo>
                <a:cubicBezTo>
                  <a:pt x="54445" y="6828"/>
                  <a:pt x="48618" y="8653"/>
                  <a:pt x="43366" y="12305"/>
                </a:cubicBezTo>
                <a:cubicBezTo>
                  <a:pt x="38014" y="16006"/>
                  <a:pt x="34138" y="20783"/>
                  <a:pt x="31737" y="26635"/>
                </a:cubicBezTo>
                <a:cubicBezTo>
                  <a:pt x="28586" y="34238"/>
                  <a:pt x="27010" y="42641"/>
                  <a:pt x="27010" y="51844"/>
                </a:cubicBezTo>
                <a:cubicBezTo>
                  <a:pt x="26960" y="60998"/>
                  <a:pt x="28110" y="69276"/>
                  <a:pt x="30461" y="76678"/>
                </a:cubicBezTo>
                <a:cubicBezTo>
                  <a:pt x="32762" y="84181"/>
                  <a:pt x="36363" y="89833"/>
                  <a:pt x="41265" y="93635"/>
                </a:cubicBezTo>
                <a:cubicBezTo>
                  <a:pt x="46117" y="97486"/>
                  <a:pt x="52469" y="99412"/>
                  <a:pt x="60322" y="99412"/>
                </a:cubicBezTo>
                <a:cubicBezTo>
                  <a:pt x="66675" y="99412"/>
                  <a:pt x="72552" y="98011"/>
                  <a:pt x="77954" y="95210"/>
                </a:cubicBezTo>
                <a:cubicBezTo>
                  <a:pt x="83206" y="92459"/>
                  <a:pt x="88808" y="87632"/>
                  <a:pt x="94760" y="80730"/>
                </a:cubicBezTo>
                <a:lnTo>
                  <a:pt x="94760" y="89508"/>
                </a:lnTo>
                <a:cubicBezTo>
                  <a:pt x="89058" y="95510"/>
                  <a:pt x="83131" y="99812"/>
                  <a:pt x="76979" y="102413"/>
                </a:cubicBezTo>
                <a:cubicBezTo>
                  <a:pt x="70726" y="105114"/>
                  <a:pt x="63499" y="106464"/>
                  <a:pt x="55295" y="106464"/>
                </a:cubicBezTo>
                <a:cubicBezTo>
                  <a:pt x="44391" y="106464"/>
                  <a:pt x="34763" y="104289"/>
                  <a:pt x="26410" y="99937"/>
                </a:cubicBezTo>
                <a:cubicBezTo>
                  <a:pt x="17907" y="95635"/>
                  <a:pt x="11404" y="89383"/>
                  <a:pt x="6903" y="81180"/>
                </a:cubicBezTo>
                <a:cubicBezTo>
                  <a:pt x="2301" y="73077"/>
                  <a:pt x="0" y="64399"/>
                  <a:pt x="0" y="55145"/>
                </a:cubicBezTo>
                <a:cubicBezTo>
                  <a:pt x="0" y="45492"/>
                  <a:pt x="2551" y="36288"/>
                  <a:pt x="7653" y="27535"/>
                </a:cubicBezTo>
                <a:cubicBezTo>
                  <a:pt x="12655" y="18832"/>
                  <a:pt x="19507" y="12079"/>
                  <a:pt x="28210" y="7278"/>
                </a:cubicBezTo>
                <a:cubicBezTo>
                  <a:pt x="36814" y="2476"/>
                  <a:pt x="45967" y="75"/>
                  <a:pt x="55671" y="75"/>
                </a:cubicBezTo>
                <a:cubicBezTo>
                  <a:pt x="62773" y="125"/>
                  <a:pt x="70326" y="1676"/>
                  <a:pt x="78329" y="4727"/>
                </a:cubicBezTo>
                <a:cubicBezTo>
                  <a:pt x="82881" y="6527"/>
                  <a:pt x="85807" y="7428"/>
                  <a:pt x="87107" y="7428"/>
                </a:cubicBezTo>
                <a:cubicBezTo>
                  <a:pt x="88658" y="7428"/>
                  <a:pt x="90058" y="6828"/>
                  <a:pt x="91309" y="5627"/>
                </a:cubicBezTo>
                <a:cubicBezTo>
                  <a:pt x="92409" y="4527"/>
                  <a:pt x="93160" y="2676"/>
                  <a:pt x="93560" y="75"/>
                </a:cubicBezTo>
                <a:lnTo>
                  <a:pt x="96486" y="75"/>
                </a:lnTo>
                <a:close/>
                <a:moveTo>
                  <a:pt x="141027" y="31887"/>
                </a:moveTo>
                <a:cubicBezTo>
                  <a:pt x="147079" y="31887"/>
                  <a:pt x="152757" y="33462"/>
                  <a:pt x="158059" y="36614"/>
                </a:cubicBezTo>
                <a:cubicBezTo>
                  <a:pt x="163260" y="39815"/>
                  <a:pt x="167262" y="44291"/>
                  <a:pt x="170063" y="50044"/>
                </a:cubicBezTo>
                <a:cubicBezTo>
                  <a:pt x="172764" y="55846"/>
                  <a:pt x="174114" y="62198"/>
                  <a:pt x="174114" y="69101"/>
                </a:cubicBezTo>
                <a:cubicBezTo>
                  <a:pt x="174064" y="79104"/>
                  <a:pt x="171539" y="87432"/>
                  <a:pt x="166537" y="94085"/>
                </a:cubicBezTo>
                <a:cubicBezTo>
                  <a:pt x="160384" y="102188"/>
                  <a:pt x="151956" y="106239"/>
                  <a:pt x="141252" y="106239"/>
                </a:cubicBezTo>
                <a:cubicBezTo>
                  <a:pt x="130648" y="106289"/>
                  <a:pt x="122520" y="102588"/>
                  <a:pt x="116868" y="95135"/>
                </a:cubicBezTo>
                <a:cubicBezTo>
                  <a:pt x="111166" y="87733"/>
                  <a:pt x="108315" y="79154"/>
                  <a:pt x="108315" y="69401"/>
                </a:cubicBezTo>
                <a:cubicBezTo>
                  <a:pt x="108315" y="59347"/>
                  <a:pt x="111241" y="50569"/>
                  <a:pt x="117093" y="43066"/>
                </a:cubicBezTo>
                <a:cubicBezTo>
                  <a:pt x="122846" y="35663"/>
                  <a:pt x="130823" y="31937"/>
                  <a:pt x="141027" y="31887"/>
                </a:cubicBezTo>
                <a:moveTo>
                  <a:pt x="141327" y="37214"/>
                </a:moveTo>
                <a:cubicBezTo>
                  <a:pt x="138776" y="37264"/>
                  <a:pt x="136601" y="38214"/>
                  <a:pt x="134800" y="40065"/>
                </a:cubicBezTo>
                <a:cubicBezTo>
                  <a:pt x="132899" y="42066"/>
                  <a:pt x="131699" y="45867"/>
                  <a:pt x="131199" y="51469"/>
                </a:cubicBezTo>
                <a:cubicBezTo>
                  <a:pt x="130598" y="57171"/>
                  <a:pt x="130298" y="65074"/>
                  <a:pt x="130298" y="75178"/>
                </a:cubicBezTo>
                <a:cubicBezTo>
                  <a:pt x="130298" y="80530"/>
                  <a:pt x="130648" y="85532"/>
                  <a:pt x="131349" y="90183"/>
                </a:cubicBezTo>
                <a:cubicBezTo>
                  <a:pt x="131849" y="93735"/>
                  <a:pt x="133024" y="96436"/>
                  <a:pt x="134875" y="98286"/>
                </a:cubicBezTo>
                <a:cubicBezTo>
                  <a:pt x="136626" y="100187"/>
                  <a:pt x="138676" y="101112"/>
                  <a:pt x="141027" y="101062"/>
                </a:cubicBezTo>
                <a:cubicBezTo>
                  <a:pt x="143278" y="101112"/>
                  <a:pt x="145154" y="100487"/>
                  <a:pt x="146654" y="99187"/>
                </a:cubicBezTo>
                <a:cubicBezTo>
                  <a:pt x="148555" y="97536"/>
                  <a:pt x="149856" y="95160"/>
                  <a:pt x="150556" y="92059"/>
                </a:cubicBezTo>
                <a:cubicBezTo>
                  <a:pt x="151506" y="87357"/>
                  <a:pt x="152006" y="77754"/>
                  <a:pt x="152056" y="63248"/>
                </a:cubicBezTo>
                <a:cubicBezTo>
                  <a:pt x="152056" y="54795"/>
                  <a:pt x="151581" y="48943"/>
                  <a:pt x="150631" y="45692"/>
                </a:cubicBezTo>
                <a:cubicBezTo>
                  <a:pt x="149630" y="42541"/>
                  <a:pt x="148230" y="40240"/>
                  <a:pt x="146429" y="38789"/>
                </a:cubicBezTo>
                <a:cubicBezTo>
                  <a:pt x="145129" y="37739"/>
                  <a:pt x="143428" y="37214"/>
                  <a:pt x="141327" y="37214"/>
                </a:cubicBezTo>
                <a:close/>
                <a:moveTo>
                  <a:pt x="213879" y="33988"/>
                </a:moveTo>
                <a:lnTo>
                  <a:pt x="213879" y="43216"/>
                </a:lnTo>
                <a:cubicBezTo>
                  <a:pt x="217681" y="39064"/>
                  <a:pt x="221257" y="36113"/>
                  <a:pt x="224608" y="34363"/>
                </a:cubicBezTo>
                <a:cubicBezTo>
                  <a:pt x="227809" y="32712"/>
                  <a:pt x="231386" y="31887"/>
                  <a:pt x="235337" y="31887"/>
                </a:cubicBezTo>
                <a:cubicBezTo>
                  <a:pt x="239789" y="31887"/>
                  <a:pt x="243565" y="32937"/>
                  <a:pt x="246666" y="35038"/>
                </a:cubicBezTo>
                <a:cubicBezTo>
                  <a:pt x="249718" y="37189"/>
                  <a:pt x="252068" y="40390"/>
                  <a:pt x="253719" y="44642"/>
                </a:cubicBezTo>
                <a:cubicBezTo>
                  <a:pt x="257670" y="40190"/>
                  <a:pt x="261522" y="36939"/>
                  <a:pt x="265273" y="34888"/>
                </a:cubicBezTo>
                <a:cubicBezTo>
                  <a:pt x="268925" y="32887"/>
                  <a:pt x="272751" y="31887"/>
                  <a:pt x="276753" y="31887"/>
                </a:cubicBezTo>
                <a:cubicBezTo>
                  <a:pt x="281554" y="31937"/>
                  <a:pt x="285431" y="33037"/>
                  <a:pt x="288382" y="35188"/>
                </a:cubicBezTo>
                <a:cubicBezTo>
                  <a:pt x="291233" y="37489"/>
                  <a:pt x="293234" y="40315"/>
                  <a:pt x="294384" y="43666"/>
                </a:cubicBezTo>
                <a:cubicBezTo>
                  <a:pt x="295484" y="47117"/>
                  <a:pt x="296035" y="52594"/>
                  <a:pt x="296035" y="60097"/>
                </a:cubicBezTo>
                <a:lnTo>
                  <a:pt x="296035" y="88833"/>
                </a:lnTo>
                <a:cubicBezTo>
                  <a:pt x="296035" y="94285"/>
                  <a:pt x="296535" y="97636"/>
                  <a:pt x="297535" y="98887"/>
                </a:cubicBezTo>
                <a:cubicBezTo>
                  <a:pt x="298486" y="100237"/>
                  <a:pt x="300511" y="101087"/>
                  <a:pt x="303612" y="101438"/>
                </a:cubicBezTo>
                <a:lnTo>
                  <a:pt x="303612" y="104139"/>
                </a:lnTo>
                <a:lnTo>
                  <a:pt x="267374" y="104139"/>
                </a:lnTo>
                <a:lnTo>
                  <a:pt x="267374" y="101438"/>
                </a:lnTo>
                <a:cubicBezTo>
                  <a:pt x="270225" y="101238"/>
                  <a:pt x="272326" y="100137"/>
                  <a:pt x="273676" y="98136"/>
                </a:cubicBezTo>
                <a:cubicBezTo>
                  <a:pt x="274577" y="96836"/>
                  <a:pt x="275027" y="93735"/>
                  <a:pt x="275027" y="88833"/>
                </a:cubicBezTo>
                <a:lnTo>
                  <a:pt x="275027" y="58672"/>
                </a:lnTo>
                <a:cubicBezTo>
                  <a:pt x="275027" y="52469"/>
                  <a:pt x="274777" y="48493"/>
                  <a:pt x="274277" y="46742"/>
                </a:cubicBezTo>
                <a:cubicBezTo>
                  <a:pt x="273726" y="45042"/>
                  <a:pt x="272951" y="43766"/>
                  <a:pt x="271951" y="42916"/>
                </a:cubicBezTo>
                <a:cubicBezTo>
                  <a:pt x="270800" y="42116"/>
                  <a:pt x="269525" y="41715"/>
                  <a:pt x="268124" y="41715"/>
                </a:cubicBezTo>
                <a:cubicBezTo>
                  <a:pt x="265924" y="41715"/>
                  <a:pt x="263748" y="42491"/>
                  <a:pt x="261597" y="44041"/>
                </a:cubicBezTo>
                <a:cubicBezTo>
                  <a:pt x="259396" y="45642"/>
                  <a:pt x="257170" y="48018"/>
                  <a:pt x="254919" y="51169"/>
                </a:cubicBezTo>
                <a:lnTo>
                  <a:pt x="254919" y="88833"/>
                </a:lnTo>
                <a:cubicBezTo>
                  <a:pt x="254919" y="93935"/>
                  <a:pt x="255345" y="97111"/>
                  <a:pt x="256195" y="98361"/>
                </a:cubicBezTo>
                <a:cubicBezTo>
                  <a:pt x="257295" y="100262"/>
                  <a:pt x="259496" y="101288"/>
                  <a:pt x="262797" y="101438"/>
                </a:cubicBezTo>
                <a:lnTo>
                  <a:pt x="262797" y="104139"/>
                </a:lnTo>
                <a:lnTo>
                  <a:pt x="226484" y="104139"/>
                </a:lnTo>
                <a:lnTo>
                  <a:pt x="226484" y="101438"/>
                </a:lnTo>
                <a:cubicBezTo>
                  <a:pt x="228435" y="101388"/>
                  <a:pt x="229985" y="100887"/>
                  <a:pt x="231136" y="99937"/>
                </a:cubicBezTo>
                <a:cubicBezTo>
                  <a:pt x="232236" y="99137"/>
                  <a:pt x="232986" y="98086"/>
                  <a:pt x="233386" y="96786"/>
                </a:cubicBezTo>
                <a:cubicBezTo>
                  <a:pt x="233737" y="95635"/>
                  <a:pt x="233912" y="92984"/>
                  <a:pt x="233912" y="88833"/>
                </a:cubicBezTo>
                <a:lnTo>
                  <a:pt x="233912" y="58672"/>
                </a:lnTo>
                <a:cubicBezTo>
                  <a:pt x="233912" y="52319"/>
                  <a:pt x="233662" y="48343"/>
                  <a:pt x="233161" y="46742"/>
                </a:cubicBezTo>
                <a:cubicBezTo>
                  <a:pt x="232611" y="45192"/>
                  <a:pt x="231786" y="43941"/>
                  <a:pt x="230685" y="42991"/>
                </a:cubicBezTo>
                <a:cubicBezTo>
                  <a:pt x="229485" y="42091"/>
                  <a:pt x="228210" y="41640"/>
                  <a:pt x="226859" y="41640"/>
                </a:cubicBezTo>
                <a:cubicBezTo>
                  <a:pt x="224808" y="41640"/>
                  <a:pt x="222983" y="42166"/>
                  <a:pt x="221382" y="43216"/>
                </a:cubicBezTo>
                <a:cubicBezTo>
                  <a:pt x="218981" y="44817"/>
                  <a:pt x="216480" y="47468"/>
                  <a:pt x="213879" y="51169"/>
                </a:cubicBezTo>
                <a:lnTo>
                  <a:pt x="213879" y="88833"/>
                </a:lnTo>
                <a:cubicBezTo>
                  <a:pt x="213879" y="93785"/>
                  <a:pt x="214379" y="97036"/>
                  <a:pt x="215380" y="98587"/>
                </a:cubicBezTo>
                <a:cubicBezTo>
                  <a:pt x="216330" y="100187"/>
                  <a:pt x="218356" y="101137"/>
                  <a:pt x="221457" y="101438"/>
                </a:cubicBezTo>
                <a:lnTo>
                  <a:pt x="221457" y="104139"/>
                </a:lnTo>
                <a:lnTo>
                  <a:pt x="185294" y="104139"/>
                </a:lnTo>
                <a:lnTo>
                  <a:pt x="185294" y="101438"/>
                </a:lnTo>
                <a:cubicBezTo>
                  <a:pt x="188195" y="101137"/>
                  <a:pt x="190295" y="100187"/>
                  <a:pt x="191596" y="98587"/>
                </a:cubicBezTo>
                <a:cubicBezTo>
                  <a:pt x="192396" y="97486"/>
                  <a:pt x="192821" y="94235"/>
                  <a:pt x="192871" y="88833"/>
                </a:cubicBezTo>
                <a:lnTo>
                  <a:pt x="192871" y="49218"/>
                </a:lnTo>
                <a:cubicBezTo>
                  <a:pt x="192871" y="43916"/>
                  <a:pt x="192396" y="40615"/>
                  <a:pt x="191446" y="39315"/>
                </a:cubicBezTo>
                <a:cubicBezTo>
                  <a:pt x="190396" y="38064"/>
                  <a:pt x="188345" y="37214"/>
                  <a:pt x="185294" y="36764"/>
                </a:cubicBezTo>
                <a:lnTo>
                  <a:pt x="185294" y="33988"/>
                </a:lnTo>
                <a:lnTo>
                  <a:pt x="213879" y="33988"/>
                </a:lnTo>
                <a:close/>
                <a:moveTo>
                  <a:pt x="323295" y="0"/>
                </a:moveTo>
                <a:cubicBezTo>
                  <a:pt x="326496" y="0"/>
                  <a:pt x="329247" y="1125"/>
                  <a:pt x="331548" y="3376"/>
                </a:cubicBezTo>
                <a:cubicBezTo>
                  <a:pt x="333799" y="5727"/>
                  <a:pt x="334924" y="8478"/>
                  <a:pt x="334924" y="11629"/>
                </a:cubicBezTo>
                <a:cubicBezTo>
                  <a:pt x="334924" y="14881"/>
                  <a:pt x="333799" y="17607"/>
                  <a:pt x="331548" y="19807"/>
                </a:cubicBezTo>
                <a:cubicBezTo>
                  <a:pt x="329197" y="22058"/>
                  <a:pt x="326446" y="23184"/>
                  <a:pt x="323295" y="23184"/>
                </a:cubicBezTo>
                <a:cubicBezTo>
                  <a:pt x="320044" y="23184"/>
                  <a:pt x="317318" y="22058"/>
                  <a:pt x="315117" y="19807"/>
                </a:cubicBezTo>
                <a:cubicBezTo>
                  <a:pt x="312866" y="17607"/>
                  <a:pt x="311740" y="14881"/>
                  <a:pt x="311740" y="11629"/>
                </a:cubicBezTo>
                <a:cubicBezTo>
                  <a:pt x="311740" y="8478"/>
                  <a:pt x="312866" y="5727"/>
                  <a:pt x="315117" y="3376"/>
                </a:cubicBezTo>
                <a:cubicBezTo>
                  <a:pt x="317318" y="1125"/>
                  <a:pt x="320044" y="0"/>
                  <a:pt x="323295" y="0"/>
                </a:cubicBezTo>
                <a:moveTo>
                  <a:pt x="333799" y="33988"/>
                </a:moveTo>
                <a:lnTo>
                  <a:pt x="333799" y="89583"/>
                </a:lnTo>
                <a:cubicBezTo>
                  <a:pt x="333799" y="94535"/>
                  <a:pt x="334374" y="97686"/>
                  <a:pt x="335524" y="99037"/>
                </a:cubicBezTo>
                <a:cubicBezTo>
                  <a:pt x="336625" y="100487"/>
                  <a:pt x="338875" y="101288"/>
                  <a:pt x="342277" y="101438"/>
                </a:cubicBezTo>
                <a:lnTo>
                  <a:pt x="342277" y="104139"/>
                </a:lnTo>
                <a:lnTo>
                  <a:pt x="304388" y="104139"/>
                </a:lnTo>
                <a:lnTo>
                  <a:pt x="304388" y="101438"/>
                </a:lnTo>
                <a:cubicBezTo>
                  <a:pt x="307439" y="101388"/>
                  <a:pt x="309740" y="100487"/>
                  <a:pt x="311290" y="98737"/>
                </a:cubicBezTo>
                <a:cubicBezTo>
                  <a:pt x="312241" y="97636"/>
                  <a:pt x="312741" y="94585"/>
                  <a:pt x="312791" y="89583"/>
                </a:cubicBezTo>
                <a:lnTo>
                  <a:pt x="312791" y="48618"/>
                </a:lnTo>
                <a:cubicBezTo>
                  <a:pt x="312741" y="43716"/>
                  <a:pt x="312166" y="40540"/>
                  <a:pt x="311065" y="39089"/>
                </a:cubicBezTo>
                <a:cubicBezTo>
                  <a:pt x="309915" y="37789"/>
                  <a:pt x="307689" y="37014"/>
                  <a:pt x="304388" y="36764"/>
                </a:cubicBezTo>
                <a:lnTo>
                  <a:pt x="304388" y="33988"/>
                </a:lnTo>
                <a:lnTo>
                  <a:pt x="333799" y="33988"/>
                </a:lnTo>
                <a:close/>
                <a:moveTo>
                  <a:pt x="379891" y="33988"/>
                </a:moveTo>
                <a:lnTo>
                  <a:pt x="379891" y="43066"/>
                </a:lnTo>
                <a:cubicBezTo>
                  <a:pt x="383492" y="39165"/>
                  <a:pt x="386943" y="36313"/>
                  <a:pt x="390245" y="34513"/>
                </a:cubicBezTo>
                <a:cubicBezTo>
                  <a:pt x="393496" y="32812"/>
                  <a:pt x="397047" y="31937"/>
                  <a:pt x="400899" y="31887"/>
                </a:cubicBezTo>
                <a:cubicBezTo>
                  <a:pt x="405450" y="31937"/>
                  <a:pt x="409227" y="33187"/>
                  <a:pt x="412228" y="35638"/>
                </a:cubicBezTo>
                <a:cubicBezTo>
                  <a:pt x="415229" y="38189"/>
                  <a:pt x="417230" y="41340"/>
                  <a:pt x="418230" y="45092"/>
                </a:cubicBezTo>
                <a:cubicBezTo>
                  <a:pt x="419030" y="47943"/>
                  <a:pt x="419430" y="53420"/>
                  <a:pt x="419430" y="61523"/>
                </a:cubicBezTo>
                <a:lnTo>
                  <a:pt x="419430" y="88833"/>
                </a:lnTo>
                <a:cubicBezTo>
                  <a:pt x="419430" y="94285"/>
                  <a:pt x="419931" y="97636"/>
                  <a:pt x="420931" y="98887"/>
                </a:cubicBezTo>
                <a:cubicBezTo>
                  <a:pt x="421881" y="100237"/>
                  <a:pt x="423907" y="101087"/>
                  <a:pt x="427008" y="101438"/>
                </a:cubicBezTo>
                <a:lnTo>
                  <a:pt x="427008" y="104139"/>
                </a:lnTo>
                <a:lnTo>
                  <a:pt x="391520" y="104139"/>
                </a:lnTo>
                <a:lnTo>
                  <a:pt x="391520" y="101438"/>
                </a:lnTo>
                <a:cubicBezTo>
                  <a:pt x="394121" y="101137"/>
                  <a:pt x="396022" y="100037"/>
                  <a:pt x="397222" y="98136"/>
                </a:cubicBezTo>
                <a:cubicBezTo>
                  <a:pt x="398022" y="96886"/>
                  <a:pt x="398423" y="93785"/>
                  <a:pt x="398423" y="88833"/>
                </a:cubicBezTo>
                <a:lnTo>
                  <a:pt x="398423" y="57621"/>
                </a:lnTo>
                <a:cubicBezTo>
                  <a:pt x="398423" y="51869"/>
                  <a:pt x="398198" y="48243"/>
                  <a:pt x="397747" y="46742"/>
                </a:cubicBezTo>
                <a:cubicBezTo>
                  <a:pt x="397297" y="45242"/>
                  <a:pt x="396547" y="44066"/>
                  <a:pt x="395497" y="43216"/>
                </a:cubicBezTo>
                <a:cubicBezTo>
                  <a:pt x="394346" y="42416"/>
                  <a:pt x="393146" y="42016"/>
                  <a:pt x="391895" y="42016"/>
                </a:cubicBezTo>
                <a:cubicBezTo>
                  <a:pt x="387544" y="42016"/>
                  <a:pt x="383542" y="45092"/>
                  <a:pt x="379891" y="51244"/>
                </a:cubicBezTo>
                <a:lnTo>
                  <a:pt x="379891" y="88833"/>
                </a:lnTo>
                <a:cubicBezTo>
                  <a:pt x="379891" y="94085"/>
                  <a:pt x="380391" y="97411"/>
                  <a:pt x="381391" y="98812"/>
                </a:cubicBezTo>
                <a:cubicBezTo>
                  <a:pt x="382342" y="100262"/>
                  <a:pt x="384142" y="101137"/>
                  <a:pt x="386793" y="101438"/>
                </a:cubicBezTo>
                <a:lnTo>
                  <a:pt x="386793" y="104139"/>
                </a:lnTo>
                <a:lnTo>
                  <a:pt x="351305" y="104139"/>
                </a:lnTo>
                <a:lnTo>
                  <a:pt x="351305" y="101438"/>
                </a:lnTo>
                <a:cubicBezTo>
                  <a:pt x="354206" y="101137"/>
                  <a:pt x="356307" y="100187"/>
                  <a:pt x="357607" y="98587"/>
                </a:cubicBezTo>
                <a:cubicBezTo>
                  <a:pt x="358408" y="97486"/>
                  <a:pt x="358833" y="94235"/>
                  <a:pt x="358883" y="88833"/>
                </a:cubicBezTo>
                <a:lnTo>
                  <a:pt x="358883" y="49218"/>
                </a:lnTo>
                <a:cubicBezTo>
                  <a:pt x="358883" y="43916"/>
                  <a:pt x="358408" y="40615"/>
                  <a:pt x="357457" y="39315"/>
                </a:cubicBezTo>
                <a:cubicBezTo>
                  <a:pt x="356407" y="38064"/>
                  <a:pt x="354356" y="37214"/>
                  <a:pt x="351305" y="36764"/>
                </a:cubicBezTo>
                <a:lnTo>
                  <a:pt x="351305" y="33988"/>
                </a:lnTo>
                <a:lnTo>
                  <a:pt x="379891" y="33988"/>
                </a:lnTo>
                <a:close/>
                <a:moveTo>
                  <a:pt x="479553" y="34813"/>
                </a:moveTo>
                <a:lnTo>
                  <a:pt x="503186" y="34813"/>
                </a:lnTo>
                <a:lnTo>
                  <a:pt x="503186" y="43066"/>
                </a:lnTo>
                <a:lnTo>
                  <a:pt x="489756" y="43066"/>
                </a:lnTo>
                <a:cubicBezTo>
                  <a:pt x="492157" y="45567"/>
                  <a:pt x="493858" y="47793"/>
                  <a:pt x="494858" y="49743"/>
                </a:cubicBezTo>
                <a:cubicBezTo>
                  <a:pt x="496059" y="52494"/>
                  <a:pt x="496659" y="55320"/>
                  <a:pt x="496659" y="58222"/>
                </a:cubicBezTo>
                <a:cubicBezTo>
                  <a:pt x="496659" y="63273"/>
                  <a:pt x="495283" y="67600"/>
                  <a:pt x="492532" y="71201"/>
                </a:cubicBezTo>
                <a:cubicBezTo>
                  <a:pt x="489681" y="74953"/>
                  <a:pt x="485905" y="77829"/>
                  <a:pt x="481203" y="79830"/>
                </a:cubicBezTo>
                <a:cubicBezTo>
                  <a:pt x="476351" y="81930"/>
                  <a:pt x="472100" y="82981"/>
                  <a:pt x="468449" y="82981"/>
                </a:cubicBezTo>
                <a:cubicBezTo>
                  <a:pt x="468148" y="82981"/>
                  <a:pt x="465147" y="82856"/>
                  <a:pt x="459445" y="82606"/>
                </a:cubicBezTo>
                <a:cubicBezTo>
                  <a:pt x="457194" y="82656"/>
                  <a:pt x="455319" y="83381"/>
                  <a:pt x="453818" y="84781"/>
                </a:cubicBezTo>
                <a:cubicBezTo>
                  <a:pt x="452218" y="86332"/>
                  <a:pt x="451442" y="88108"/>
                  <a:pt x="451492" y="90108"/>
                </a:cubicBezTo>
                <a:cubicBezTo>
                  <a:pt x="451442" y="91959"/>
                  <a:pt x="452143" y="93435"/>
                  <a:pt x="453593" y="94535"/>
                </a:cubicBezTo>
                <a:cubicBezTo>
                  <a:pt x="454944" y="95685"/>
                  <a:pt x="457169" y="96261"/>
                  <a:pt x="460271" y="96261"/>
                </a:cubicBezTo>
                <a:lnTo>
                  <a:pt x="473250" y="96111"/>
                </a:lnTo>
                <a:cubicBezTo>
                  <a:pt x="483704" y="96111"/>
                  <a:pt x="490932" y="97261"/>
                  <a:pt x="494933" y="99562"/>
                </a:cubicBezTo>
                <a:cubicBezTo>
                  <a:pt x="500535" y="102813"/>
                  <a:pt x="503361" y="107740"/>
                  <a:pt x="503412" y="114342"/>
                </a:cubicBezTo>
                <a:cubicBezTo>
                  <a:pt x="503412" y="118644"/>
                  <a:pt x="502111" y="122495"/>
                  <a:pt x="499510" y="125897"/>
                </a:cubicBezTo>
                <a:cubicBezTo>
                  <a:pt x="496859" y="129448"/>
                  <a:pt x="493433" y="132024"/>
                  <a:pt x="489231" y="133625"/>
                </a:cubicBezTo>
                <a:cubicBezTo>
                  <a:pt x="482779" y="136125"/>
                  <a:pt x="475351" y="137351"/>
                  <a:pt x="466948" y="137301"/>
                </a:cubicBezTo>
                <a:cubicBezTo>
                  <a:pt x="460596" y="137351"/>
                  <a:pt x="454844" y="136726"/>
                  <a:pt x="449692" y="135425"/>
                </a:cubicBezTo>
                <a:cubicBezTo>
                  <a:pt x="444490" y="134225"/>
                  <a:pt x="440763" y="132524"/>
                  <a:pt x="438512" y="130323"/>
                </a:cubicBezTo>
                <a:cubicBezTo>
                  <a:pt x="436262" y="128172"/>
                  <a:pt x="435136" y="125897"/>
                  <a:pt x="435136" y="123496"/>
                </a:cubicBezTo>
                <a:cubicBezTo>
                  <a:pt x="435136" y="121245"/>
                  <a:pt x="436012" y="119169"/>
                  <a:pt x="437762" y="117268"/>
                </a:cubicBezTo>
                <a:cubicBezTo>
                  <a:pt x="439413" y="115518"/>
                  <a:pt x="442614" y="113992"/>
                  <a:pt x="447366" y="112692"/>
                </a:cubicBezTo>
                <a:cubicBezTo>
                  <a:pt x="440813" y="109491"/>
                  <a:pt x="437562" y="105039"/>
                  <a:pt x="437612" y="99337"/>
                </a:cubicBezTo>
                <a:cubicBezTo>
                  <a:pt x="437612" y="95886"/>
                  <a:pt x="438938" y="92534"/>
                  <a:pt x="441589" y="89283"/>
                </a:cubicBezTo>
                <a:cubicBezTo>
                  <a:pt x="444190" y="86082"/>
                  <a:pt x="448391" y="83256"/>
                  <a:pt x="454193" y="80805"/>
                </a:cubicBezTo>
                <a:cubicBezTo>
                  <a:pt x="447491" y="78354"/>
                  <a:pt x="442639" y="75128"/>
                  <a:pt x="439638" y="71126"/>
                </a:cubicBezTo>
                <a:cubicBezTo>
                  <a:pt x="436637" y="67175"/>
                  <a:pt x="435136" y="62548"/>
                  <a:pt x="435136" y="57246"/>
                </a:cubicBezTo>
                <a:cubicBezTo>
                  <a:pt x="435086" y="50444"/>
                  <a:pt x="437887" y="44491"/>
                  <a:pt x="443539" y="39390"/>
                </a:cubicBezTo>
                <a:cubicBezTo>
                  <a:pt x="449141" y="34388"/>
                  <a:pt x="456344" y="31887"/>
                  <a:pt x="465147" y="31887"/>
                </a:cubicBezTo>
                <a:cubicBezTo>
                  <a:pt x="469799" y="31887"/>
                  <a:pt x="474601" y="32862"/>
                  <a:pt x="479553" y="34813"/>
                </a:cubicBezTo>
                <a:moveTo>
                  <a:pt x="466573" y="36539"/>
                </a:moveTo>
                <a:cubicBezTo>
                  <a:pt x="463622" y="36539"/>
                  <a:pt x="461171" y="37989"/>
                  <a:pt x="459220" y="40890"/>
                </a:cubicBezTo>
                <a:cubicBezTo>
                  <a:pt x="457169" y="43841"/>
                  <a:pt x="456169" y="49918"/>
                  <a:pt x="456219" y="59122"/>
                </a:cubicBezTo>
                <a:cubicBezTo>
                  <a:pt x="456169" y="66575"/>
                  <a:pt x="457169" y="71677"/>
                  <a:pt x="459220" y="74428"/>
                </a:cubicBezTo>
                <a:cubicBezTo>
                  <a:pt x="461171" y="77229"/>
                  <a:pt x="463497" y="78629"/>
                  <a:pt x="466198" y="78629"/>
                </a:cubicBezTo>
                <a:cubicBezTo>
                  <a:pt x="469149" y="78679"/>
                  <a:pt x="471650" y="77304"/>
                  <a:pt x="473701" y="74503"/>
                </a:cubicBezTo>
                <a:cubicBezTo>
                  <a:pt x="475701" y="71752"/>
                  <a:pt x="476702" y="66400"/>
                  <a:pt x="476702" y="58447"/>
                </a:cubicBezTo>
                <a:cubicBezTo>
                  <a:pt x="476702" y="49543"/>
                  <a:pt x="475576" y="43441"/>
                  <a:pt x="473325" y="40140"/>
                </a:cubicBezTo>
                <a:cubicBezTo>
                  <a:pt x="471725" y="37739"/>
                  <a:pt x="469474" y="36539"/>
                  <a:pt x="466573" y="36539"/>
                </a:cubicBezTo>
                <a:moveTo>
                  <a:pt x="462146" y="114492"/>
                </a:moveTo>
                <a:cubicBezTo>
                  <a:pt x="457044" y="114542"/>
                  <a:pt x="453668" y="114968"/>
                  <a:pt x="452017" y="115768"/>
                </a:cubicBezTo>
                <a:cubicBezTo>
                  <a:pt x="449166" y="117368"/>
                  <a:pt x="447741" y="119469"/>
                  <a:pt x="447741" y="122070"/>
                </a:cubicBezTo>
                <a:cubicBezTo>
                  <a:pt x="447741" y="124671"/>
                  <a:pt x="449216" y="126972"/>
                  <a:pt x="452168" y="128973"/>
                </a:cubicBezTo>
                <a:cubicBezTo>
                  <a:pt x="455069" y="131074"/>
                  <a:pt x="460621" y="132124"/>
                  <a:pt x="468824" y="132124"/>
                </a:cubicBezTo>
                <a:cubicBezTo>
                  <a:pt x="475776" y="132174"/>
                  <a:pt x="481253" y="131249"/>
                  <a:pt x="485255" y="129348"/>
                </a:cubicBezTo>
                <a:cubicBezTo>
                  <a:pt x="489206" y="127547"/>
                  <a:pt x="491182" y="124946"/>
                  <a:pt x="491182" y="121545"/>
                </a:cubicBezTo>
                <a:cubicBezTo>
                  <a:pt x="491182" y="120295"/>
                  <a:pt x="490807" y="119244"/>
                  <a:pt x="490057" y="118394"/>
                </a:cubicBezTo>
                <a:cubicBezTo>
                  <a:pt x="488706" y="116893"/>
                  <a:pt x="486680" y="115868"/>
                  <a:pt x="483979" y="115318"/>
                </a:cubicBezTo>
                <a:cubicBezTo>
                  <a:pt x="481178" y="114818"/>
                  <a:pt x="473901" y="114542"/>
                  <a:pt x="462146" y="114492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T">
            <a:extLst xmlns:a="http://schemas.openxmlformats.org/drawingml/2006/main">
              <a:ext uri="{FF2B5EF4-FFF2-40B4-BE49-F238E27FC236}">
                <a16:creationId xmlns:a16="http://schemas.microsoft.com/office/drawing/2014/main" id="{DB298DD0-DA33-4037-B439-31C5E350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6" y="2340844"/>
            <a:ext cx="91384" cy="101738"/>
          </a:xfrm>
          <a:custGeom xmlns:a="http://schemas.openxmlformats.org/drawingml/2006/main">
            <a:pathLst>
              <a:path w="91384" h="101738">
                <a:moveTo>
                  <a:pt x="91384" y="0"/>
                </a:moveTo>
                <a:lnTo>
                  <a:pt x="91384" y="27535"/>
                </a:lnTo>
                <a:lnTo>
                  <a:pt x="88683" y="27535"/>
                </a:lnTo>
                <a:cubicBezTo>
                  <a:pt x="87082" y="21183"/>
                  <a:pt x="85307" y="16606"/>
                  <a:pt x="83356" y="13805"/>
                </a:cubicBezTo>
                <a:cubicBezTo>
                  <a:pt x="81355" y="11054"/>
                  <a:pt x="78679" y="8853"/>
                  <a:pt x="75328" y="7203"/>
                </a:cubicBezTo>
                <a:cubicBezTo>
                  <a:pt x="73377" y="6302"/>
                  <a:pt x="70051" y="5852"/>
                  <a:pt x="65349" y="5852"/>
                </a:cubicBezTo>
                <a:lnTo>
                  <a:pt x="57771" y="5852"/>
                </a:lnTo>
                <a:lnTo>
                  <a:pt x="57771" y="84331"/>
                </a:lnTo>
                <a:cubicBezTo>
                  <a:pt x="57771" y="89583"/>
                  <a:pt x="58072" y="92834"/>
                  <a:pt x="58672" y="94085"/>
                </a:cubicBezTo>
                <a:cubicBezTo>
                  <a:pt x="59172" y="95385"/>
                  <a:pt x="60297" y="96511"/>
                  <a:pt x="62048" y="97461"/>
                </a:cubicBezTo>
                <a:cubicBezTo>
                  <a:pt x="63649" y="98461"/>
                  <a:pt x="65924" y="98962"/>
                  <a:pt x="68876" y="98962"/>
                </a:cubicBezTo>
                <a:lnTo>
                  <a:pt x="72252" y="98962"/>
                </a:lnTo>
                <a:lnTo>
                  <a:pt x="72252" y="101738"/>
                </a:lnTo>
                <a:lnTo>
                  <a:pt x="18982" y="101738"/>
                </a:lnTo>
                <a:lnTo>
                  <a:pt x="18982" y="98962"/>
                </a:lnTo>
                <a:lnTo>
                  <a:pt x="22358" y="98962"/>
                </a:lnTo>
                <a:cubicBezTo>
                  <a:pt x="25259" y="98962"/>
                  <a:pt x="27635" y="98436"/>
                  <a:pt x="29486" y="97386"/>
                </a:cubicBezTo>
                <a:cubicBezTo>
                  <a:pt x="30736" y="96736"/>
                  <a:pt x="31762" y="95535"/>
                  <a:pt x="32562" y="93785"/>
                </a:cubicBezTo>
                <a:cubicBezTo>
                  <a:pt x="33062" y="92584"/>
                  <a:pt x="33337" y="89433"/>
                  <a:pt x="33387" y="84331"/>
                </a:cubicBezTo>
                <a:lnTo>
                  <a:pt x="33387" y="5852"/>
                </a:lnTo>
                <a:lnTo>
                  <a:pt x="26035" y="5852"/>
                </a:lnTo>
                <a:cubicBezTo>
                  <a:pt x="19132" y="5852"/>
                  <a:pt x="14155" y="7303"/>
                  <a:pt x="11104" y="10204"/>
                </a:cubicBezTo>
                <a:cubicBezTo>
                  <a:pt x="6702" y="14255"/>
                  <a:pt x="3951" y="20032"/>
                  <a:pt x="2851" y="27535"/>
                </a:cubicBezTo>
                <a:lnTo>
                  <a:pt x="0" y="27535"/>
                </a:lnTo>
                <a:lnTo>
                  <a:pt x="0" y="0"/>
                </a:lnTo>
                <a:lnTo>
                  <a:pt x="91384" y="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race">
            <a:extLst xmlns:a="http://schemas.openxmlformats.org/drawingml/2006/main">
              <a:ext uri="{FF2B5EF4-FFF2-40B4-BE49-F238E27FC236}">
                <a16:creationId xmlns:a16="http://schemas.microsoft.com/office/drawing/2014/main" id="{A71AC433-8F9A-4865-A97E-FF27A2F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62" y="2370330"/>
            <a:ext cx="276727" cy="74403"/>
          </a:xfrm>
          <a:custGeom xmlns:a="http://schemas.openxmlformats.org/drawingml/2006/main">
            <a:pathLst>
              <a:path w="276727" h="74403">
                <a:moveTo>
                  <a:pt x="28661" y="2101"/>
                </a:moveTo>
                <a:lnTo>
                  <a:pt x="28661" y="18007"/>
                </a:lnTo>
                <a:cubicBezTo>
                  <a:pt x="33262" y="10754"/>
                  <a:pt x="37339" y="5927"/>
                  <a:pt x="40890" y="3526"/>
                </a:cubicBezTo>
                <a:cubicBezTo>
                  <a:pt x="44391" y="1225"/>
                  <a:pt x="47768" y="50"/>
                  <a:pt x="51019" y="0"/>
                </a:cubicBezTo>
                <a:cubicBezTo>
                  <a:pt x="53770" y="0"/>
                  <a:pt x="56021" y="850"/>
                  <a:pt x="57771" y="2551"/>
                </a:cubicBezTo>
                <a:cubicBezTo>
                  <a:pt x="59422" y="4302"/>
                  <a:pt x="60247" y="6753"/>
                  <a:pt x="60247" y="9904"/>
                </a:cubicBezTo>
                <a:cubicBezTo>
                  <a:pt x="60197" y="13305"/>
                  <a:pt x="59397" y="15906"/>
                  <a:pt x="57846" y="17707"/>
                </a:cubicBezTo>
                <a:cubicBezTo>
                  <a:pt x="56196" y="19607"/>
                  <a:pt x="54220" y="20533"/>
                  <a:pt x="51919" y="20483"/>
                </a:cubicBezTo>
                <a:cubicBezTo>
                  <a:pt x="49268" y="20533"/>
                  <a:pt x="46967" y="19682"/>
                  <a:pt x="45017" y="17932"/>
                </a:cubicBezTo>
                <a:cubicBezTo>
                  <a:pt x="43066" y="16281"/>
                  <a:pt x="41916" y="15331"/>
                  <a:pt x="41565" y="15081"/>
                </a:cubicBezTo>
                <a:cubicBezTo>
                  <a:pt x="41015" y="14780"/>
                  <a:pt x="40440" y="14630"/>
                  <a:pt x="39840" y="14630"/>
                </a:cubicBezTo>
                <a:cubicBezTo>
                  <a:pt x="38339" y="14630"/>
                  <a:pt x="36964" y="15181"/>
                  <a:pt x="35713" y="16281"/>
                </a:cubicBezTo>
                <a:cubicBezTo>
                  <a:pt x="33662" y="18032"/>
                  <a:pt x="32112" y="20458"/>
                  <a:pt x="31062" y="23559"/>
                </a:cubicBezTo>
                <a:cubicBezTo>
                  <a:pt x="29461" y="28461"/>
                  <a:pt x="28661" y="33813"/>
                  <a:pt x="28661" y="39615"/>
                </a:cubicBezTo>
                <a:lnTo>
                  <a:pt x="28661" y="55746"/>
                </a:lnTo>
                <a:lnTo>
                  <a:pt x="28736" y="59947"/>
                </a:lnTo>
                <a:cubicBezTo>
                  <a:pt x="28686" y="62798"/>
                  <a:pt x="28861" y="64624"/>
                  <a:pt x="29261" y="65424"/>
                </a:cubicBezTo>
                <a:cubicBezTo>
                  <a:pt x="29861" y="66775"/>
                  <a:pt x="30761" y="67750"/>
                  <a:pt x="31962" y="68350"/>
                </a:cubicBezTo>
                <a:cubicBezTo>
                  <a:pt x="33062" y="69051"/>
                  <a:pt x="35038" y="69451"/>
                  <a:pt x="37889" y="69551"/>
                </a:cubicBezTo>
                <a:lnTo>
                  <a:pt x="37889" y="72252"/>
                </a:lnTo>
                <a:lnTo>
                  <a:pt x="0" y="72252"/>
                </a:lnTo>
                <a:lnTo>
                  <a:pt x="0" y="69551"/>
                </a:lnTo>
                <a:cubicBezTo>
                  <a:pt x="3001" y="69351"/>
                  <a:pt x="5077" y="68500"/>
                  <a:pt x="6227" y="67000"/>
                </a:cubicBezTo>
                <a:cubicBezTo>
                  <a:pt x="7278" y="65599"/>
                  <a:pt x="7803" y="61848"/>
                  <a:pt x="7803" y="55746"/>
                </a:cubicBezTo>
                <a:lnTo>
                  <a:pt x="7803" y="16956"/>
                </a:lnTo>
                <a:cubicBezTo>
                  <a:pt x="7753" y="13005"/>
                  <a:pt x="7553" y="10454"/>
                  <a:pt x="7203" y="9303"/>
                </a:cubicBezTo>
                <a:cubicBezTo>
                  <a:pt x="6652" y="7953"/>
                  <a:pt x="5927" y="6928"/>
                  <a:pt x="5027" y="6227"/>
                </a:cubicBezTo>
                <a:cubicBezTo>
                  <a:pt x="4026" y="5577"/>
                  <a:pt x="2351" y="5127"/>
                  <a:pt x="0" y="4877"/>
                </a:cubicBezTo>
                <a:lnTo>
                  <a:pt x="0" y="2101"/>
                </a:lnTo>
                <a:lnTo>
                  <a:pt x="28661" y="2101"/>
                </a:lnTo>
                <a:close/>
                <a:moveTo>
                  <a:pt x="108690" y="61898"/>
                </a:moveTo>
                <a:cubicBezTo>
                  <a:pt x="100137" y="69501"/>
                  <a:pt x="92459" y="73277"/>
                  <a:pt x="85657" y="73227"/>
                </a:cubicBezTo>
                <a:cubicBezTo>
                  <a:pt x="81605" y="73227"/>
                  <a:pt x="78279" y="71902"/>
                  <a:pt x="75678" y="69251"/>
                </a:cubicBezTo>
                <a:cubicBezTo>
                  <a:pt x="73027" y="66700"/>
                  <a:pt x="71702" y="63423"/>
                  <a:pt x="71702" y="59422"/>
                </a:cubicBezTo>
                <a:cubicBezTo>
                  <a:pt x="71702" y="54120"/>
                  <a:pt x="74002" y="49293"/>
                  <a:pt x="78604" y="44942"/>
                </a:cubicBezTo>
                <a:cubicBezTo>
                  <a:pt x="83156" y="40740"/>
                  <a:pt x="93184" y="35063"/>
                  <a:pt x="108690" y="27910"/>
                </a:cubicBezTo>
                <a:lnTo>
                  <a:pt x="108690" y="20858"/>
                </a:lnTo>
                <a:cubicBezTo>
                  <a:pt x="108640" y="15606"/>
                  <a:pt x="108365" y="12255"/>
                  <a:pt x="107865" y="10804"/>
                </a:cubicBezTo>
                <a:cubicBezTo>
                  <a:pt x="107215" y="9454"/>
                  <a:pt x="106114" y="8253"/>
                  <a:pt x="104564" y="7203"/>
                </a:cubicBezTo>
                <a:cubicBezTo>
                  <a:pt x="102963" y="6252"/>
                  <a:pt x="101162" y="5752"/>
                  <a:pt x="99162" y="5702"/>
                </a:cubicBezTo>
                <a:cubicBezTo>
                  <a:pt x="95910" y="5752"/>
                  <a:pt x="93235" y="6477"/>
                  <a:pt x="91134" y="7878"/>
                </a:cubicBezTo>
                <a:cubicBezTo>
                  <a:pt x="89833" y="8778"/>
                  <a:pt x="89183" y="9829"/>
                  <a:pt x="89183" y="11029"/>
                </a:cubicBezTo>
                <a:cubicBezTo>
                  <a:pt x="89133" y="12079"/>
                  <a:pt x="89833" y="13380"/>
                  <a:pt x="91284" y="14931"/>
                </a:cubicBezTo>
                <a:cubicBezTo>
                  <a:pt x="93134" y="17131"/>
                  <a:pt x="94085" y="19207"/>
                  <a:pt x="94135" y="21158"/>
                </a:cubicBezTo>
                <a:cubicBezTo>
                  <a:pt x="94135" y="23659"/>
                  <a:pt x="93235" y="25735"/>
                  <a:pt x="91434" y="27385"/>
                </a:cubicBezTo>
                <a:cubicBezTo>
                  <a:pt x="89533" y="29136"/>
                  <a:pt x="87132" y="30011"/>
                  <a:pt x="84231" y="30011"/>
                </a:cubicBezTo>
                <a:cubicBezTo>
                  <a:pt x="81080" y="30011"/>
                  <a:pt x="78454" y="29061"/>
                  <a:pt x="76353" y="27160"/>
                </a:cubicBezTo>
                <a:cubicBezTo>
                  <a:pt x="74152" y="25309"/>
                  <a:pt x="73077" y="23084"/>
                  <a:pt x="73127" y="20483"/>
                </a:cubicBezTo>
                <a:cubicBezTo>
                  <a:pt x="73127" y="16881"/>
                  <a:pt x="74553" y="13430"/>
                  <a:pt x="77404" y="10129"/>
                </a:cubicBezTo>
                <a:cubicBezTo>
                  <a:pt x="80255" y="6928"/>
                  <a:pt x="84231" y="4427"/>
                  <a:pt x="89333" y="2626"/>
                </a:cubicBezTo>
                <a:cubicBezTo>
                  <a:pt x="94435" y="925"/>
                  <a:pt x="99737" y="50"/>
                  <a:pt x="105239" y="0"/>
                </a:cubicBezTo>
                <a:cubicBezTo>
                  <a:pt x="111891" y="50"/>
                  <a:pt x="117168" y="1451"/>
                  <a:pt x="121070" y="4202"/>
                </a:cubicBezTo>
                <a:cubicBezTo>
                  <a:pt x="124871" y="7053"/>
                  <a:pt x="127372" y="10129"/>
                  <a:pt x="128573" y="13430"/>
                </a:cubicBezTo>
                <a:cubicBezTo>
                  <a:pt x="129223" y="15531"/>
                  <a:pt x="129573" y="20358"/>
                  <a:pt x="129623" y="27910"/>
                </a:cubicBezTo>
                <a:lnTo>
                  <a:pt x="129623" y="55145"/>
                </a:lnTo>
                <a:cubicBezTo>
                  <a:pt x="129623" y="58397"/>
                  <a:pt x="129748" y="60397"/>
                  <a:pt x="129998" y="61148"/>
                </a:cubicBezTo>
                <a:cubicBezTo>
                  <a:pt x="130198" y="62048"/>
                  <a:pt x="130573" y="62673"/>
                  <a:pt x="131124" y="63023"/>
                </a:cubicBezTo>
                <a:cubicBezTo>
                  <a:pt x="131574" y="63423"/>
                  <a:pt x="132149" y="63624"/>
                  <a:pt x="132849" y="63624"/>
                </a:cubicBezTo>
                <a:cubicBezTo>
                  <a:pt x="134100" y="63674"/>
                  <a:pt x="135425" y="62748"/>
                  <a:pt x="136826" y="60848"/>
                </a:cubicBezTo>
                <a:lnTo>
                  <a:pt x="139076" y="62648"/>
                </a:lnTo>
                <a:cubicBezTo>
                  <a:pt x="136526" y="66350"/>
                  <a:pt x="133950" y="69026"/>
                  <a:pt x="131349" y="70676"/>
                </a:cubicBezTo>
                <a:cubicBezTo>
                  <a:pt x="128598" y="72427"/>
                  <a:pt x="125546" y="73277"/>
                  <a:pt x="122195" y="73227"/>
                </a:cubicBezTo>
                <a:cubicBezTo>
                  <a:pt x="118194" y="73227"/>
                  <a:pt x="115068" y="72277"/>
                  <a:pt x="112817" y="70376"/>
                </a:cubicBezTo>
                <a:cubicBezTo>
                  <a:pt x="110566" y="68575"/>
                  <a:pt x="109190" y="65749"/>
                  <a:pt x="108690" y="61898"/>
                </a:cubicBezTo>
                <a:moveTo>
                  <a:pt x="108690" y="56421"/>
                </a:moveTo>
                <a:lnTo>
                  <a:pt x="108690" y="32937"/>
                </a:lnTo>
                <a:cubicBezTo>
                  <a:pt x="102588" y="36489"/>
                  <a:pt x="98086" y="40290"/>
                  <a:pt x="95185" y="44341"/>
                </a:cubicBezTo>
                <a:cubicBezTo>
                  <a:pt x="93235" y="47042"/>
                  <a:pt x="92259" y="49768"/>
                  <a:pt x="92259" y="52519"/>
                </a:cubicBezTo>
                <a:cubicBezTo>
                  <a:pt x="92259" y="54870"/>
                  <a:pt x="93084" y="56896"/>
                  <a:pt x="94735" y="58597"/>
                </a:cubicBezTo>
                <a:cubicBezTo>
                  <a:pt x="95986" y="59947"/>
                  <a:pt x="97736" y="60622"/>
                  <a:pt x="99987" y="60622"/>
                </a:cubicBezTo>
                <a:cubicBezTo>
                  <a:pt x="102438" y="60622"/>
                  <a:pt x="105339" y="59222"/>
                  <a:pt x="108690" y="56421"/>
                </a:cubicBezTo>
                <a:close/>
                <a:moveTo>
                  <a:pt x="204126" y="54170"/>
                </a:moveTo>
                <a:lnTo>
                  <a:pt x="206451" y="55971"/>
                </a:lnTo>
                <a:cubicBezTo>
                  <a:pt x="203100" y="62223"/>
                  <a:pt x="198999" y="66825"/>
                  <a:pt x="194147" y="69776"/>
                </a:cubicBezTo>
                <a:cubicBezTo>
                  <a:pt x="189195" y="72877"/>
                  <a:pt x="183943" y="74403"/>
                  <a:pt x="178391" y="74353"/>
                </a:cubicBezTo>
                <a:cubicBezTo>
                  <a:pt x="168988" y="74353"/>
                  <a:pt x="161510" y="70826"/>
                  <a:pt x="155958" y="63774"/>
                </a:cubicBezTo>
                <a:cubicBezTo>
                  <a:pt x="150306" y="56721"/>
                  <a:pt x="147505" y="48243"/>
                  <a:pt x="147555" y="38339"/>
                </a:cubicBezTo>
                <a:cubicBezTo>
                  <a:pt x="147555" y="28836"/>
                  <a:pt x="150106" y="20433"/>
                  <a:pt x="155207" y="13130"/>
                </a:cubicBezTo>
                <a:cubicBezTo>
                  <a:pt x="161360" y="4377"/>
                  <a:pt x="169838" y="0"/>
                  <a:pt x="180642" y="0"/>
                </a:cubicBezTo>
                <a:cubicBezTo>
                  <a:pt x="187895" y="0"/>
                  <a:pt x="193672" y="1826"/>
                  <a:pt x="197973" y="5477"/>
                </a:cubicBezTo>
                <a:cubicBezTo>
                  <a:pt x="202225" y="9178"/>
                  <a:pt x="204351" y="13255"/>
                  <a:pt x="204351" y="17707"/>
                </a:cubicBezTo>
                <a:cubicBezTo>
                  <a:pt x="204351" y="20558"/>
                  <a:pt x="203500" y="22833"/>
                  <a:pt x="201800" y="24534"/>
                </a:cubicBezTo>
                <a:cubicBezTo>
                  <a:pt x="199999" y="26285"/>
                  <a:pt x="197723" y="27135"/>
                  <a:pt x="194972" y="27085"/>
                </a:cubicBezTo>
                <a:cubicBezTo>
                  <a:pt x="191971" y="27085"/>
                  <a:pt x="189545" y="26110"/>
                  <a:pt x="187695" y="24159"/>
                </a:cubicBezTo>
                <a:cubicBezTo>
                  <a:pt x="185744" y="22258"/>
                  <a:pt x="184543" y="18782"/>
                  <a:pt x="184093" y="13730"/>
                </a:cubicBezTo>
                <a:cubicBezTo>
                  <a:pt x="183743" y="10629"/>
                  <a:pt x="183018" y="8428"/>
                  <a:pt x="181917" y="7128"/>
                </a:cubicBezTo>
                <a:cubicBezTo>
                  <a:pt x="180767" y="5877"/>
                  <a:pt x="179416" y="5252"/>
                  <a:pt x="177866" y="5252"/>
                </a:cubicBezTo>
                <a:cubicBezTo>
                  <a:pt x="175465" y="5252"/>
                  <a:pt x="173414" y="6527"/>
                  <a:pt x="171714" y="9078"/>
                </a:cubicBezTo>
                <a:cubicBezTo>
                  <a:pt x="169063" y="12930"/>
                  <a:pt x="167762" y="18832"/>
                  <a:pt x="167812" y="26785"/>
                </a:cubicBezTo>
                <a:cubicBezTo>
                  <a:pt x="167812" y="33387"/>
                  <a:pt x="168863" y="39690"/>
                  <a:pt x="170963" y="45692"/>
                </a:cubicBezTo>
                <a:cubicBezTo>
                  <a:pt x="173014" y="51794"/>
                  <a:pt x="175890" y="56296"/>
                  <a:pt x="179592" y="59197"/>
                </a:cubicBezTo>
                <a:cubicBezTo>
                  <a:pt x="182343" y="61398"/>
                  <a:pt x="185594" y="62473"/>
                  <a:pt x="189345" y="62423"/>
                </a:cubicBezTo>
                <a:cubicBezTo>
                  <a:pt x="191796" y="62423"/>
                  <a:pt x="194122" y="61848"/>
                  <a:pt x="196323" y="60697"/>
                </a:cubicBezTo>
                <a:cubicBezTo>
                  <a:pt x="198474" y="59597"/>
                  <a:pt x="201074" y="57421"/>
                  <a:pt x="204126" y="54170"/>
                </a:cubicBezTo>
                <a:close/>
                <a:moveTo>
                  <a:pt x="276727" y="34663"/>
                </a:moveTo>
                <a:lnTo>
                  <a:pt x="238238" y="34663"/>
                </a:lnTo>
                <a:cubicBezTo>
                  <a:pt x="238688" y="43966"/>
                  <a:pt x="241164" y="51319"/>
                  <a:pt x="245666" y="56721"/>
                </a:cubicBezTo>
                <a:cubicBezTo>
                  <a:pt x="249067" y="60873"/>
                  <a:pt x="253219" y="62948"/>
                  <a:pt x="258121" y="62948"/>
                </a:cubicBezTo>
                <a:cubicBezTo>
                  <a:pt x="261072" y="62998"/>
                  <a:pt x="263798" y="62148"/>
                  <a:pt x="266299" y="60397"/>
                </a:cubicBezTo>
                <a:cubicBezTo>
                  <a:pt x="268750" y="58747"/>
                  <a:pt x="271375" y="55746"/>
                  <a:pt x="274177" y="51394"/>
                </a:cubicBezTo>
                <a:lnTo>
                  <a:pt x="276727" y="53045"/>
                </a:lnTo>
                <a:cubicBezTo>
                  <a:pt x="272876" y="60798"/>
                  <a:pt x="268674" y="66275"/>
                  <a:pt x="264123" y="69476"/>
                </a:cubicBezTo>
                <a:cubicBezTo>
                  <a:pt x="259521" y="72727"/>
                  <a:pt x="254194" y="74353"/>
                  <a:pt x="248142" y="74353"/>
                </a:cubicBezTo>
                <a:cubicBezTo>
                  <a:pt x="237688" y="74403"/>
                  <a:pt x="229810" y="70401"/>
                  <a:pt x="224508" y="62348"/>
                </a:cubicBezTo>
                <a:cubicBezTo>
                  <a:pt x="220207" y="55896"/>
                  <a:pt x="218056" y="47893"/>
                  <a:pt x="218056" y="38339"/>
                </a:cubicBezTo>
                <a:cubicBezTo>
                  <a:pt x="218006" y="26685"/>
                  <a:pt x="221182" y="17356"/>
                  <a:pt x="227584" y="10354"/>
                </a:cubicBezTo>
                <a:cubicBezTo>
                  <a:pt x="233887" y="3451"/>
                  <a:pt x="241289" y="0"/>
                  <a:pt x="249793" y="0"/>
                </a:cubicBezTo>
                <a:cubicBezTo>
                  <a:pt x="256895" y="50"/>
                  <a:pt x="263072" y="2951"/>
                  <a:pt x="268324" y="8703"/>
                </a:cubicBezTo>
                <a:cubicBezTo>
                  <a:pt x="273476" y="14555"/>
                  <a:pt x="276277" y="23209"/>
                  <a:pt x="276727" y="34663"/>
                </a:cubicBezTo>
                <a:moveTo>
                  <a:pt x="258271" y="29636"/>
                </a:moveTo>
                <a:cubicBezTo>
                  <a:pt x="258221" y="21633"/>
                  <a:pt x="257795" y="16106"/>
                  <a:pt x="256995" y="13055"/>
                </a:cubicBezTo>
                <a:cubicBezTo>
                  <a:pt x="256095" y="10104"/>
                  <a:pt x="254719" y="7828"/>
                  <a:pt x="252869" y="6227"/>
                </a:cubicBezTo>
                <a:cubicBezTo>
                  <a:pt x="251768" y="5327"/>
                  <a:pt x="250368" y="4877"/>
                  <a:pt x="248667" y="4877"/>
                </a:cubicBezTo>
                <a:cubicBezTo>
                  <a:pt x="246016" y="4877"/>
                  <a:pt x="243890" y="6152"/>
                  <a:pt x="242290" y="8703"/>
                </a:cubicBezTo>
                <a:cubicBezTo>
                  <a:pt x="239339" y="13205"/>
                  <a:pt x="237863" y="19307"/>
                  <a:pt x="237863" y="27010"/>
                </a:cubicBezTo>
                <a:lnTo>
                  <a:pt x="237863" y="29636"/>
                </a:lnTo>
                <a:lnTo>
                  <a:pt x="258271" y="29636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8999E-3BEB-4AE8-894A-07401AF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876" y="2203062"/>
            <a:ext cx="914271" cy="98597"/>
          </a:xfrm>
          <a:custGeom xmlns:a="http://schemas.openxmlformats.org/drawingml/2006/main">
            <a:pathLst>
              <a:path w="914271" h="98597" fill="none">
                <a:moveTo>
                  <a:pt x="0" y="98597"/>
                </a:moveTo>
                <a:lnTo>
                  <a:pt x="914271" y="98597"/>
                </a:lnTo>
                <a:lnTo>
                  <a:pt x="9142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353DC-C628-4282-8C6F-45589A79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34" y="2126234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76828"/>
                </a:moveTo>
                <a:lnTo>
                  <a:pt x="38414" y="0"/>
                </a:lnTo>
                <a:lnTo>
                  <a:pt x="76828" y="76828"/>
                </a:lnTo>
                <a:lnTo>
                  <a:pt x="0" y="76828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8BB7E-9F65-4AC6-985E-1C432E89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34" y="2126234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76828"/>
                </a:moveTo>
                <a:lnTo>
                  <a:pt x="38414" y="0"/>
                </a:lnTo>
                <a:lnTo>
                  <a:pt x="76828" y="76828"/>
                </a:lnTo>
                <a:lnTo>
                  <a:pt x="0" y="768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79D04-679A-4200-8B14-F9DD45B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870" y="343807"/>
            <a:ext cx="656365" cy="10"/>
          </a:xfrm>
          <a:custGeom xmlns:a="http://schemas.openxmlformats.org/drawingml/2006/main">
            <a:pathLst>
              <a:path w="656365" h="1" fill="none">
                <a:moveTo>
                  <a:pt x="0" y="0"/>
                </a:moveTo>
                <a:lnTo>
                  <a:pt x="656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37582-B3F7-42B9-B531-C1BE55C8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771" y="339652"/>
            <a:ext cx="882144" cy="276228"/>
          </a:xfrm>
          <a:custGeom xmlns:a="http://schemas.openxmlformats.org/drawingml/2006/main">
            <a:pathLst>
              <a:path w="882144" h="276228" fill="none">
                <a:moveTo>
                  <a:pt x="0" y="0"/>
                </a:moveTo>
                <a:lnTo>
                  <a:pt x="710663" y="0"/>
                </a:lnTo>
                <a:lnTo>
                  <a:pt x="710663" y="276228"/>
                </a:lnTo>
                <a:lnTo>
                  <a:pt x="882144" y="276228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778D4-DD6D-49C1-B624-0C64BEF1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915" y="577465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56C97-7A7B-4AEF-9153-BDEBC4C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915" y="577465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156AD-454C-4B67-A7E5-B8803B67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097" y="856253"/>
            <a:ext cx="319791" cy="313716"/>
          </a:xfrm>
          <a:custGeom xmlns:a="http://schemas.openxmlformats.org/drawingml/2006/main">
            <a:pathLst>
              <a:path w="319791" h="313716" fill="none">
                <a:moveTo>
                  <a:pt x="0" y="313716"/>
                </a:moveTo>
                <a:lnTo>
                  <a:pt x="174796" y="313716"/>
                </a:lnTo>
                <a:lnTo>
                  <a:pt x="174796" y="0"/>
                </a:lnTo>
                <a:lnTo>
                  <a:pt x="3197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E3AC1-3B84-421B-8649-B2C3BDA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88" y="817839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9D490-E8E1-4279-BD46-7C28E773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88" y="817839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60" name="Text PreferenceV">
            <a:extLst xmlns:a="http://schemas.openxmlformats.org/drawingml/2006/main">
              <a:ext uri="{FF2B5EF4-FFF2-40B4-BE49-F238E27FC236}">
                <a16:creationId xmlns:a16="http://schemas.microsoft.com/office/drawing/2014/main" id="{F7412FFD-63A1-403B-B252-E85CCDAC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623" y="55198"/>
            <a:ext cx="1004591" cy="128554"/>
          </a:xfrm>
          <a:custGeom xmlns:a="http://schemas.openxmlformats.org/drawingml/2006/main">
            <a:pathLst>
              <a:path w="1004591" h="128554">
                <a:moveTo>
                  <a:pt x="45420" y="70079"/>
                </a:moveTo>
                <a:lnTo>
                  <a:pt x="45420" y="104167"/>
                </a:lnTo>
                <a:cubicBezTo>
                  <a:pt x="45420" y="110815"/>
                  <a:pt x="45843" y="114985"/>
                  <a:pt x="46689" y="116678"/>
                </a:cubicBezTo>
                <a:cubicBezTo>
                  <a:pt x="47475" y="118491"/>
                  <a:pt x="48925" y="119881"/>
                  <a:pt x="51041" y="120848"/>
                </a:cubicBezTo>
                <a:cubicBezTo>
                  <a:pt x="53096" y="121875"/>
                  <a:pt x="56903" y="122389"/>
                  <a:pt x="62464" y="122389"/>
                </a:cubicBezTo>
                <a:lnTo>
                  <a:pt x="62464" y="125743"/>
                </a:lnTo>
                <a:lnTo>
                  <a:pt x="0" y="125743"/>
                </a:lnTo>
                <a:lnTo>
                  <a:pt x="0" y="122389"/>
                </a:lnTo>
                <a:cubicBezTo>
                  <a:pt x="5621" y="122389"/>
                  <a:pt x="9489" y="121845"/>
                  <a:pt x="11604" y="120757"/>
                </a:cubicBezTo>
                <a:cubicBezTo>
                  <a:pt x="13599" y="119790"/>
                  <a:pt x="15019" y="118430"/>
                  <a:pt x="15865" y="116678"/>
                </a:cubicBezTo>
                <a:cubicBezTo>
                  <a:pt x="16651" y="114985"/>
                  <a:pt x="17044" y="110815"/>
                  <a:pt x="17044" y="104167"/>
                </a:cubicBezTo>
                <a:lnTo>
                  <a:pt x="17044" y="24387"/>
                </a:lnTo>
                <a:cubicBezTo>
                  <a:pt x="17044" y="17799"/>
                  <a:pt x="16651" y="13599"/>
                  <a:pt x="15865" y="11786"/>
                </a:cubicBezTo>
                <a:cubicBezTo>
                  <a:pt x="15019" y="10093"/>
                  <a:pt x="13569" y="8733"/>
                  <a:pt x="11514" y="7706"/>
                </a:cubicBezTo>
                <a:cubicBezTo>
                  <a:pt x="9398" y="6739"/>
                  <a:pt x="5560" y="6225"/>
                  <a:pt x="0" y="6165"/>
                </a:cubicBezTo>
                <a:lnTo>
                  <a:pt x="0" y="2810"/>
                </a:lnTo>
                <a:lnTo>
                  <a:pt x="53579" y="2810"/>
                </a:lnTo>
                <a:cubicBezTo>
                  <a:pt x="71167" y="2871"/>
                  <a:pt x="83829" y="6014"/>
                  <a:pt x="91565" y="12239"/>
                </a:cubicBezTo>
                <a:cubicBezTo>
                  <a:pt x="99241" y="18525"/>
                  <a:pt x="103079" y="26382"/>
                  <a:pt x="103079" y="35810"/>
                </a:cubicBezTo>
                <a:cubicBezTo>
                  <a:pt x="103079" y="43788"/>
                  <a:pt x="100601" y="50618"/>
                  <a:pt x="95645" y="56299"/>
                </a:cubicBezTo>
                <a:cubicBezTo>
                  <a:pt x="90628" y="62041"/>
                  <a:pt x="83799" y="65909"/>
                  <a:pt x="75156" y="67903"/>
                </a:cubicBezTo>
                <a:cubicBezTo>
                  <a:pt x="69233" y="69354"/>
                  <a:pt x="59321" y="70079"/>
                  <a:pt x="45420" y="70079"/>
                </a:cubicBezTo>
                <a:moveTo>
                  <a:pt x="45420" y="9882"/>
                </a:moveTo>
                <a:lnTo>
                  <a:pt x="45420" y="63008"/>
                </a:lnTo>
                <a:cubicBezTo>
                  <a:pt x="47414" y="63129"/>
                  <a:pt x="48925" y="63189"/>
                  <a:pt x="49953" y="63189"/>
                </a:cubicBezTo>
                <a:cubicBezTo>
                  <a:pt x="57266" y="63249"/>
                  <a:pt x="62947" y="61043"/>
                  <a:pt x="66997" y="56571"/>
                </a:cubicBezTo>
                <a:cubicBezTo>
                  <a:pt x="70986" y="52219"/>
                  <a:pt x="72980" y="45450"/>
                  <a:pt x="72980" y="36263"/>
                </a:cubicBezTo>
                <a:cubicBezTo>
                  <a:pt x="72980" y="27198"/>
                  <a:pt x="70986" y="20519"/>
                  <a:pt x="66997" y="16228"/>
                </a:cubicBezTo>
                <a:cubicBezTo>
                  <a:pt x="62947" y="11997"/>
                  <a:pt x="56994" y="9882"/>
                  <a:pt x="49137" y="9882"/>
                </a:cubicBezTo>
                <a:lnTo>
                  <a:pt x="45420" y="9882"/>
                </a:lnTo>
                <a:close/>
                <a:moveTo>
                  <a:pt x="151959" y="40978"/>
                </a:moveTo>
                <a:lnTo>
                  <a:pt x="151959" y="60197"/>
                </a:lnTo>
                <a:cubicBezTo>
                  <a:pt x="157520" y="51434"/>
                  <a:pt x="162446" y="45601"/>
                  <a:pt x="166737" y="42700"/>
                </a:cubicBezTo>
                <a:cubicBezTo>
                  <a:pt x="170968" y="39920"/>
                  <a:pt x="175047" y="38500"/>
                  <a:pt x="178976" y="38439"/>
                </a:cubicBezTo>
                <a:cubicBezTo>
                  <a:pt x="182300" y="38439"/>
                  <a:pt x="185020" y="39467"/>
                  <a:pt x="187135" y="41522"/>
                </a:cubicBezTo>
                <a:cubicBezTo>
                  <a:pt x="189129" y="43637"/>
                  <a:pt x="190127" y="46599"/>
                  <a:pt x="190127" y="50406"/>
                </a:cubicBezTo>
                <a:cubicBezTo>
                  <a:pt x="190066" y="54516"/>
                  <a:pt x="189099" y="57659"/>
                  <a:pt x="187226" y="59835"/>
                </a:cubicBezTo>
                <a:cubicBezTo>
                  <a:pt x="185231" y="62131"/>
                  <a:pt x="182844" y="63249"/>
                  <a:pt x="180064" y="63189"/>
                </a:cubicBezTo>
                <a:cubicBezTo>
                  <a:pt x="176860" y="63249"/>
                  <a:pt x="174080" y="62222"/>
                  <a:pt x="171723" y="60107"/>
                </a:cubicBezTo>
                <a:cubicBezTo>
                  <a:pt x="169366" y="58112"/>
                  <a:pt x="167976" y="56964"/>
                  <a:pt x="167553" y="56662"/>
                </a:cubicBezTo>
                <a:cubicBezTo>
                  <a:pt x="166888" y="56299"/>
                  <a:pt x="166193" y="56118"/>
                  <a:pt x="165468" y="56118"/>
                </a:cubicBezTo>
                <a:cubicBezTo>
                  <a:pt x="163654" y="56118"/>
                  <a:pt x="161992" y="56782"/>
                  <a:pt x="160481" y="58112"/>
                </a:cubicBezTo>
                <a:cubicBezTo>
                  <a:pt x="158003" y="60228"/>
                  <a:pt x="156130" y="63159"/>
                  <a:pt x="154860" y="66906"/>
                </a:cubicBezTo>
                <a:cubicBezTo>
                  <a:pt x="152926" y="72829"/>
                  <a:pt x="151959" y="79296"/>
                  <a:pt x="151959" y="86307"/>
                </a:cubicBezTo>
                <a:lnTo>
                  <a:pt x="151959" y="105799"/>
                </a:lnTo>
                <a:lnTo>
                  <a:pt x="152050" y="110875"/>
                </a:lnTo>
                <a:cubicBezTo>
                  <a:pt x="151990" y="114320"/>
                  <a:pt x="152201" y="116526"/>
                  <a:pt x="152685" y="117494"/>
                </a:cubicBezTo>
                <a:cubicBezTo>
                  <a:pt x="153410" y="119125"/>
                  <a:pt x="154498" y="120304"/>
                  <a:pt x="155948" y="121029"/>
                </a:cubicBezTo>
                <a:cubicBezTo>
                  <a:pt x="157278" y="121875"/>
                  <a:pt x="159665" y="122359"/>
                  <a:pt x="163110" y="122480"/>
                </a:cubicBezTo>
                <a:lnTo>
                  <a:pt x="163110" y="125743"/>
                </a:lnTo>
                <a:lnTo>
                  <a:pt x="117328" y="125743"/>
                </a:lnTo>
                <a:lnTo>
                  <a:pt x="117328" y="122480"/>
                </a:lnTo>
                <a:cubicBezTo>
                  <a:pt x="120954" y="122238"/>
                  <a:pt x="123462" y="121211"/>
                  <a:pt x="124852" y="119397"/>
                </a:cubicBezTo>
                <a:cubicBezTo>
                  <a:pt x="126122" y="117705"/>
                  <a:pt x="126756" y="113172"/>
                  <a:pt x="126756" y="105799"/>
                </a:cubicBezTo>
                <a:lnTo>
                  <a:pt x="126756" y="58928"/>
                </a:lnTo>
                <a:cubicBezTo>
                  <a:pt x="126696" y="54153"/>
                  <a:pt x="126454" y="51071"/>
                  <a:pt x="126031" y="49681"/>
                </a:cubicBezTo>
                <a:cubicBezTo>
                  <a:pt x="125366" y="48049"/>
                  <a:pt x="124490" y="46810"/>
                  <a:pt x="123402" y="45964"/>
                </a:cubicBezTo>
                <a:cubicBezTo>
                  <a:pt x="122193" y="45178"/>
                  <a:pt x="120168" y="44634"/>
                  <a:pt x="117328" y="44332"/>
                </a:cubicBezTo>
                <a:lnTo>
                  <a:pt x="117328" y="40978"/>
                </a:lnTo>
                <a:lnTo>
                  <a:pt x="151959" y="40978"/>
                </a:lnTo>
                <a:close/>
                <a:moveTo>
                  <a:pt x="259102" y="80324"/>
                </a:moveTo>
                <a:lnTo>
                  <a:pt x="212594" y="80324"/>
                </a:lnTo>
                <a:cubicBezTo>
                  <a:pt x="213138" y="91565"/>
                  <a:pt x="216130" y="100450"/>
                  <a:pt x="221569" y="106977"/>
                </a:cubicBezTo>
                <a:cubicBezTo>
                  <a:pt x="225679" y="111994"/>
                  <a:pt x="230696" y="114502"/>
                  <a:pt x="236619" y="114502"/>
                </a:cubicBezTo>
                <a:cubicBezTo>
                  <a:pt x="240185" y="114562"/>
                  <a:pt x="243479" y="113535"/>
                  <a:pt x="246501" y="111419"/>
                </a:cubicBezTo>
                <a:cubicBezTo>
                  <a:pt x="249462" y="109425"/>
                  <a:pt x="252635" y="105799"/>
                  <a:pt x="256020" y="100540"/>
                </a:cubicBezTo>
                <a:lnTo>
                  <a:pt x="259102" y="102535"/>
                </a:lnTo>
                <a:cubicBezTo>
                  <a:pt x="254448" y="111903"/>
                  <a:pt x="249371" y="118521"/>
                  <a:pt x="243871" y="122389"/>
                </a:cubicBezTo>
                <a:cubicBezTo>
                  <a:pt x="238311" y="126318"/>
                  <a:pt x="231874" y="128282"/>
                  <a:pt x="224561" y="128282"/>
                </a:cubicBezTo>
                <a:cubicBezTo>
                  <a:pt x="211929" y="128342"/>
                  <a:pt x="202410" y="123507"/>
                  <a:pt x="196004" y="113777"/>
                </a:cubicBezTo>
                <a:cubicBezTo>
                  <a:pt x="190806" y="105980"/>
                  <a:pt x="188207" y="96310"/>
                  <a:pt x="188207" y="84766"/>
                </a:cubicBezTo>
                <a:cubicBezTo>
                  <a:pt x="188147" y="70683"/>
                  <a:pt x="191985" y="59412"/>
                  <a:pt x="199721" y="50950"/>
                </a:cubicBezTo>
                <a:cubicBezTo>
                  <a:pt x="207336" y="42610"/>
                  <a:pt x="216281" y="38439"/>
                  <a:pt x="226556" y="38439"/>
                </a:cubicBezTo>
                <a:cubicBezTo>
                  <a:pt x="235138" y="38500"/>
                  <a:pt x="242602" y="42005"/>
                  <a:pt x="248948" y="48956"/>
                </a:cubicBezTo>
                <a:cubicBezTo>
                  <a:pt x="255174" y="56027"/>
                  <a:pt x="258558" y="66483"/>
                  <a:pt x="259102" y="80324"/>
                </a:cubicBezTo>
                <a:moveTo>
                  <a:pt x="236800" y="74249"/>
                </a:moveTo>
                <a:cubicBezTo>
                  <a:pt x="236740" y="64579"/>
                  <a:pt x="236226" y="57901"/>
                  <a:pt x="235259" y="54214"/>
                </a:cubicBezTo>
                <a:cubicBezTo>
                  <a:pt x="234171" y="50648"/>
                  <a:pt x="232509" y="47898"/>
                  <a:pt x="230273" y="45964"/>
                </a:cubicBezTo>
                <a:cubicBezTo>
                  <a:pt x="228943" y="44876"/>
                  <a:pt x="227251" y="44332"/>
                  <a:pt x="225196" y="44332"/>
                </a:cubicBezTo>
                <a:cubicBezTo>
                  <a:pt x="221993" y="44332"/>
                  <a:pt x="219424" y="45873"/>
                  <a:pt x="217490" y="48956"/>
                </a:cubicBezTo>
                <a:cubicBezTo>
                  <a:pt x="213924" y="54395"/>
                  <a:pt x="212141" y="61769"/>
                  <a:pt x="212141" y="71076"/>
                </a:cubicBezTo>
                <a:lnTo>
                  <a:pt x="212141" y="74249"/>
                </a:lnTo>
                <a:lnTo>
                  <a:pt x="236800" y="74249"/>
                </a:lnTo>
                <a:close/>
                <a:moveTo>
                  <a:pt x="307611" y="49862"/>
                </a:moveTo>
                <a:lnTo>
                  <a:pt x="307611" y="108700"/>
                </a:lnTo>
                <a:cubicBezTo>
                  <a:pt x="307611" y="114441"/>
                  <a:pt x="308215" y="118007"/>
                  <a:pt x="309424" y="119397"/>
                </a:cubicBezTo>
                <a:cubicBezTo>
                  <a:pt x="311298" y="121694"/>
                  <a:pt x="314864" y="122722"/>
                  <a:pt x="320122" y="122480"/>
                </a:cubicBezTo>
                <a:lnTo>
                  <a:pt x="320122" y="125743"/>
                </a:lnTo>
                <a:lnTo>
                  <a:pt x="270169" y="125743"/>
                </a:lnTo>
                <a:lnTo>
                  <a:pt x="270169" y="122480"/>
                </a:lnTo>
                <a:cubicBezTo>
                  <a:pt x="273976" y="122419"/>
                  <a:pt x="276696" y="121966"/>
                  <a:pt x="278328" y="121120"/>
                </a:cubicBezTo>
                <a:cubicBezTo>
                  <a:pt x="279839" y="120334"/>
                  <a:pt x="280927" y="119216"/>
                  <a:pt x="281592" y="117765"/>
                </a:cubicBezTo>
                <a:cubicBezTo>
                  <a:pt x="282196" y="116375"/>
                  <a:pt x="282498" y="113353"/>
                  <a:pt x="282498" y="108700"/>
                </a:cubicBezTo>
                <a:lnTo>
                  <a:pt x="282498" y="49862"/>
                </a:lnTo>
                <a:lnTo>
                  <a:pt x="270169" y="49862"/>
                </a:lnTo>
                <a:lnTo>
                  <a:pt x="270169" y="40978"/>
                </a:lnTo>
                <a:lnTo>
                  <a:pt x="282498" y="40978"/>
                </a:lnTo>
                <a:lnTo>
                  <a:pt x="282498" y="34722"/>
                </a:lnTo>
                <a:lnTo>
                  <a:pt x="282408" y="30461"/>
                </a:lnTo>
                <a:cubicBezTo>
                  <a:pt x="282347" y="21758"/>
                  <a:pt x="285551" y="14505"/>
                  <a:pt x="292018" y="8703"/>
                </a:cubicBezTo>
                <a:cubicBezTo>
                  <a:pt x="298364" y="2901"/>
                  <a:pt x="306976" y="0"/>
                  <a:pt x="317855" y="0"/>
                </a:cubicBezTo>
                <a:cubicBezTo>
                  <a:pt x="325289" y="0"/>
                  <a:pt x="330819" y="1390"/>
                  <a:pt x="334446" y="4170"/>
                </a:cubicBezTo>
                <a:cubicBezTo>
                  <a:pt x="337951" y="7011"/>
                  <a:pt x="339734" y="10093"/>
                  <a:pt x="339795" y="13417"/>
                </a:cubicBezTo>
                <a:cubicBezTo>
                  <a:pt x="339795" y="16137"/>
                  <a:pt x="338677" y="18494"/>
                  <a:pt x="336440" y="20489"/>
                </a:cubicBezTo>
                <a:cubicBezTo>
                  <a:pt x="334144" y="22483"/>
                  <a:pt x="331182" y="23481"/>
                  <a:pt x="327556" y="23481"/>
                </a:cubicBezTo>
                <a:cubicBezTo>
                  <a:pt x="324352" y="23481"/>
                  <a:pt x="321874" y="22665"/>
                  <a:pt x="320122" y="21033"/>
                </a:cubicBezTo>
                <a:cubicBezTo>
                  <a:pt x="318188" y="19401"/>
                  <a:pt x="317251" y="17588"/>
                  <a:pt x="317311" y="15593"/>
                </a:cubicBezTo>
                <a:cubicBezTo>
                  <a:pt x="317311" y="15110"/>
                  <a:pt x="317493" y="13992"/>
                  <a:pt x="317855" y="12239"/>
                </a:cubicBezTo>
                <a:cubicBezTo>
                  <a:pt x="318097" y="11272"/>
                  <a:pt x="318218" y="10305"/>
                  <a:pt x="318218" y="9338"/>
                </a:cubicBezTo>
                <a:cubicBezTo>
                  <a:pt x="318218" y="8129"/>
                  <a:pt x="317855" y="7192"/>
                  <a:pt x="317130" y="6527"/>
                </a:cubicBezTo>
                <a:cubicBezTo>
                  <a:pt x="316103" y="5621"/>
                  <a:pt x="314924" y="5168"/>
                  <a:pt x="313594" y="5168"/>
                </a:cubicBezTo>
                <a:cubicBezTo>
                  <a:pt x="311842" y="5168"/>
                  <a:pt x="310391" y="5893"/>
                  <a:pt x="309243" y="7343"/>
                </a:cubicBezTo>
                <a:cubicBezTo>
                  <a:pt x="308034" y="8854"/>
                  <a:pt x="307430" y="11181"/>
                  <a:pt x="307430" y="14324"/>
                </a:cubicBezTo>
                <a:lnTo>
                  <a:pt x="307611" y="30189"/>
                </a:lnTo>
                <a:lnTo>
                  <a:pt x="307611" y="40978"/>
                </a:lnTo>
                <a:lnTo>
                  <a:pt x="320122" y="40978"/>
                </a:lnTo>
                <a:lnTo>
                  <a:pt x="320122" y="49862"/>
                </a:lnTo>
                <a:lnTo>
                  <a:pt x="307611" y="49862"/>
                </a:lnTo>
                <a:close/>
                <a:moveTo>
                  <a:pt x="406356" y="80324"/>
                </a:moveTo>
                <a:lnTo>
                  <a:pt x="359849" y="80324"/>
                </a:lnTo>
                <a:cubicBezTo>
                  <a:pt x="360393" y="91565"/>
                  <a:pt x="363384" y="100450"/>
                  <a:pt x="368824" y="106977"/>
                </a:cubicBezTo>
                <a:cubicBezTo>
                  <a:pt x="372934" y="111994"/>
                  <a:pt x="377950" y="114502"/>
                  <a:pt x="383873" y="114502"/>
                </a:cubicBezTo>
                <a:cubicBezTo>
                  <a:pt x="387439" y="114562"/>
                  <a:pt x="390733" y="113535"/>
                  <a:pt x="393755" y="111419"/>
                </a:cubicBezTo>
                <a:cubicBezTo>
                  <a:pt x="396716" y="109425"/>
                  <a:pt x="399890" y="105799"/>
                  <a:pt x="403274" y="100540"/>
                </a:cubicBezTo>
                <a:lnTo>
                  <a:pt x="406356" y="102535"/>
                </a:lnTo>
                <a:cubicBezTo>
                  <a:pt x="401703" y="111903"/>
                  <a:pt x="396626" y="118521"/>
                  <a:pt x="391126" y="122389"/>
                </a:cubicBezTo>
                <a:cubicBezTo>
                  <a:pt x="385565" y="126318"/>
                  <a:pt x="379129" y="128282"/>
                  <a:pt x="371816" y="128282"/>
                </a:cubicBezTo>
                <a:cubicBezTo>
                  <a:pt x="359184" y="128342"/>
                  <a:pt x="349665" y="123507"/>
                  <a:pt x="343258" y="113777"/>
                </a:cubicBezTo>
                <a:cubicBezTo>
                  <a:pt x="338060" y="105980"/>
                  <a:pt x="335461" y="96310"/>
                  <a:pt x="335461" y="84766"/>
                </a:cubicBezTo>
                <a:cubicBezTo>
                  <a:pt x="335401" y="70683"/>
                  <a:pt x="339239" y="59412"/>
                  <a:pt x="346975" y="50950"/>
                </a:cubicBezTo>
                <a:cubicBezTo>
                  <a:pt x="354590" y="42610"/>
                  <a:pt x="363535" y="38439"/>
                  <a:pt x="373810" y="38439"/>
                </a:cubicBezTo>
                <a:cubicBezTo>
                  <a:pt x="382392" y="38500"/>
                  <a:pt x="389857" y="42005"/>
                  <a:pt x="396203" y="48956"/>
                </a:cubicBezTo>
                <a:cubicBezTo>
                  <a:pt x="402428" y="56027"/>
                  <a:pt x="405813" y="66483"/>
                  <a:pt x="406356" y="80324"/>
                </a:cubicBezTo>
                <a:moveTo>
                  <a:pt x="384054" y="74249"/>
                </a:moveTo>
                <a:cubicBezTo>
                  <a:pt x="383994" y="64579"/>
                  <a:pt x="383480" y="57901"/>
                  <a:pt x="382513" y="54214"/>
                </a:cubicBezTo>
                <a:cubicBezTo>
                  <a:pt x="381425" y="50648"/>
                  <a:pt x="379763" y="47898"/>
                  <a:pt x="377527" y="45964"/>
                </a:cubicBezTo>
                <a:cubicBezTo>
                  <a:pt x="376197" y="44876"/>
                  <a:pt x="374505" y="44332"/>
                  <a:pt x="372450" y="44332"/>
                </a:cubicBezTo>
                <a:cubicBezTo>
                  <a:pt x="369247" y="44332"/>
                  <a:pt x="366678" y="45873"/>
                  <a:pt x="364744" y="48956"/>
                </a:cubicBezTo>
                <a:cubicBezTo>
                  <a:pt x="361178" y="54395"/>
                  <a:pt x="359395" y="61769"/>
                  <a:pt x="359395" y="71076"/>
                </a:cubicBezTo>
                <a:lnTo>
                  <a:pt x="359395" y="74249"/>
                </a:lnTo>
                <a:lnTo>
                  <a:pt x="384054" y="74249"/>
                </a:lnTo>
                <a:close/>
                <a:moveTo>
                  <a:pt x="452871" y="40978"/>
                </a:moveTo>
                <a:lnTo>
                  <a:pt x="452871" y="60197"/>
                </a:lnTo>
                <a:cubicBezTo>
                  <a:pt x="458431" y="51434"/>
                  <a:pt x="463357" y="45601"/>
                  <a:pt x="467648" y="42700"/>
                </a:cubicBezTo>
                <a:cubicBezTo>
                  <a:pt x="471879" y="39920"/>
                  <a:pt x="475958" y="38500"/>
                  <a:pt x="479887" y="38439"/>
                </a:cubicBezTo>
                <a:cubicBezTo>
                  <a:pt x="483211" y="38439"/>
                  <a:pt x="485931" y="39467"/>
                  <a:pt x="488046" y="41522"/>
                </a:cubicBezTo>
                <a:cubicBezTo>
                  <a:pt x="490041" y="43637"/>
                  <a:pt x="491038" y="46599"/>
                  <a:pt x="491038" y="50406"/>
                </a:cubicBezTo>
                <a:cubicBezTo>
                  <a:pt x="490978" y="54516"/>
                  <a:pt x="490011" y="57659"/>
                  <a:pt x="488137" y="59835"/>
                </a:cubicBezTo>
                <a:cubicBezTo>
                  <a:pt x="486142" y="62131"/>
                  <a:pt x="483755" y="63249"/>
                  <a:pt x="480975" y="63189"/>
                </a:cubicBezTo>
                <a:cubicBezTo>
                  <a:pt x="477772" y="63249"/>
                  <a:pt x="474991" y="62222"/>
                  <a:pt x="472634" y="60107"/>
                </a:cubicBezTo>
                <a:cubicBezTo>
                  <a:pt x="470277" y="58112"/>
                  <a:pt x="468887" y="56964"/>
                  <a:pt x="468464" y="56662"/>
                </a:cubicBezTo>
                <a:cubicBezTo>
                  <a:pt x="467799" y="56299"/>
                  <a:pt x="467104" y="56118"/>
                  <a:pt x="466379" y="56118"/>
                </a:cubicBezTo>
                <a:cubicBezTo>
                  <a:pt x="464566" y="56118"/>
                  <a:pt x="462904" y="56782"/>
                  <a:pt x="461393" y="58112"/>
                </a:cubicBezTo>
                <a:cubicBezTo>
                  <a:pt x="458915" y="60228"/>
                  <a:pt x="457041" y="63159"/>
                  <a:pt x="455772" y="66906"/>
                </a:cubicBezTo>
                <a:cubicBezTo>
                  <a:pt x="453838" y="72829"/>
                  <a:pt x="452871" y="79296"/>
                  <a:pt x="452871" y="86307"/>
                </a:cubicBezTo>
                <a:lnTo>
                  <a:pt x="452871" y="105799"/>
                </a:lnTo>
                <a:lnTo>
                  <a:pt x="452961" y="110875"/>
                </a:lnTo>
                <a:cubicBezTo>
                  <a:pt x="452901" y="114320"/>
                  <a:pt x="453112" y="116526"/>
                  <a:pt x="453596" y="117494"/>
                </a:cubicBezTo>
                <a:cubicBezTo>
                  <a:pt x="454321" y="119125"/>
                  <a:pt x="455409" y="120304"/>
                  <a:pt x="456860" y="121029"/>
                </a:cubicBezTo>
                <a:cubicBezTo>
                  <a:pt x="458189" y="121875"/>
                  <a:pt x="460577" y="122359"/>
                  <a:pt x="464022" y="122480"/>
                </a:cubicBezTo>
                <a:lnTo>
                  <a:pt x="464022" y="125743"/>
                </a:lnTo>
                <a:lnTo>
                  <a:pt x="418239" y="125743"/>
                </a:lnTo>
                <a:lnTo>
                  <a:pt x="418239" y="122480"/>
                </a:lnTo>
                <a:cubicBezTo>
                  <a:pt x="421866" y="122238"/>
                  <a:pt x="424374" y="121211"/>
                  <a:pt x="425764" y="119397"/>
                </a:cubicBezTo>
                <a:cubicBezTo>
                  <a:pt x="427033" y="117705"/>
                  <a:pt x="427668" y="113172"/>
                  <a:pt x="427668" y="105799"/>
                </a:cubicBezTo>
                <a:lnTo>
                  <a:pt x="427668" y="58928"/>
                </a:lnTo>
                <a:cubicBezTo>
                  <a:pt x="427607" y="54153"/>
                  <a:pt x="427365" y="51071"/>
                  <a:pt x="426942" y="49681"/>
                </a:cubicBezTo>
                <a:cubicBezTo>
                  <a:pt x="426278" y="48049"/>
                  <a:pt x="425401" y="46810"/>
                  <a:pt x="424313" y="45964"/>
                </a:cubicBezTo>
                <a:cubicBezTo>
                  <a:pt x="423105" y="45178"/>
                  <a:pt x="421080" y="44634"/>
                  <a:pt x="418239" y="44332"/>
                </a:cubicBezTo>
                <a:lnTo>
                  <a:pt x="418239" y="40978"/>
                </a:lnTo>
                <a:lnTo>
                  <a:pt x="452871" y="40978"/>
                </a:lnTo>
                <a:close/>
                <a:moveTo>
                  <a:pt x="560013" y="80324"/>
                </a:moveTo>
                <a:lnTo>
                  <a:pt x="513506" y="80324"/>
                </a:lnTo>
                <a:cubicBezTo>
                  <a:pt x="514050" y="91565"/>
                  <a:pt x="517041" y="100450"/>
                  <a:pt x="522481" y="106977"/>
                </a:cubicBezTo>
                <a:cubicBezTo>
                  <a:pt x="526591" y="111994"/>
                  <a:pt x="531607" y="114502"/>
                  <a:pt x="537530" y="114502"/>
                </a:cubicBezTo>
                <a:cubicBezTo>
                  <a:pt x="541096" y="114562"/>
                  <a:pt x="544390" y="113535"/>
                  <a:pt x="547412" y="111419"/>
                </a:cubicBezTo>
                <a:cubicBezTo>
                  <a:pt x="550373" y="109425"/>
                  <a:pt x="553546" y="105799"/>
                  <a:pt x="556931" y="100540"/>
                </a:cubicBezTo>
                <a:lnTo>
                  <a:pt x="560013" y="102535"/>
                </a:lnTo>
                <a:cubicBezTo>
                  <a:pt x="555360" y="111903"/>
                  <a:pt x="550283" y="118521"/>
                  <a:pt x="544783" y="122389"/>
                </a:cubicBezTo>
                <a:cubicBezTo>
                  <a:pt x="539222" y="126318"/>
                  <a:pt x="532786" y="128282"/>
                  <a:pt x="525472" y="128282"/>
                </a:cubicBezTo>
                <a:cubicBezTo>
                  <a:pt x="512841" y="128342"/>
                  <a:pt x="503322" y="123507"/>
                  <a:pt x="496915" y="113777"/>
                </a:cubicBezTo>
                <a:cubicBezTo>
                  <a:pt x="491717" y="105980"/>
                  <a:pt x="489118" y="96310"/>
                  <a:pt x="489118" y="84766"/>
                </a:cubicBezTo>
                <a:cubicBezTo>
                  <a:pt x="489058" y="70683"/>
                  <a:pt x="492896" y="59412"/>
                  <a:pt x="500632" y="50950"/>
                </a:cubicBezTo>
                <a:cubicBezTo>
                  <a:pt x="508247" y="42610"/>
                  <a:pt x="517192" y="38439"/>
                  <a:pt x="527467" y="38439"/>
                </a:cubicBezTo>
                <a:cubicBezTo>
                  <a:pt x="536049" y="38500"/>
                  <a:pt x="543514" y="42005"/>
                  <a:pt x="549860" y="48956"/>
                </a:cubicBezTo>
                <a:cubicBezTo>
                  <a:pt x="556085" y="56027"/>
                  <a:pt x="559469" y="66483"/>
                  <a:pt x="560013" y="80324"/>
                </a:cubicBezTo>
                <a:moveTo>
                  <a:pt x="537711" y="74249"/>
                </a:moveTo>
                <a:cubicBezTo>
                  <a:pt x="537651" y="64579"/>
                  <a:pt x="537137" y="57901"/>
                  <a:pt x="536170" y="54214"/>
                </a:cubicBezTo>
                <a:cubicBezTo>
                  <a:pt x="535082" y="50648"/>
                  <a:pt x="533420" y="47898"/>
                  <a:pt x="531184" y="45964"/>
                </a:cubicBezTo>
                <a:cubicBezTo>
                  <a:pt x="529854" y="44876"/>
                  <a:pt x="528162" y="44332"/>
                  <a:pt x="526107" y="44332"/>
                </a:cubicBezTo>
                <a:cubicBezTo>
                  <a:pt x="522904" y="44332"/>
                  <a:pt x="520335" y="45873"/>
                  <a:pt x="518401" y="48956"/>
                </a:cubicBezTo>
                <a:cubicBezTo>
                  <a:pt x="514835" y="54395"/>
                  <a:pt x="513052" y="61769"/>
                  <a:pt x="513052" y="71076"/>
                </a:cubicBezTo>
                <a:lnTo>
                  <a:pt x="513052" y="74249"/>
                </a:lnTo>
                <a:lnTo>
                  <a:pt x="537711" y="74249"/>
                </a:lnTo>
                <a:close/>
                <a:moveTo>
                  <a:pt x="605984" y="40978"/>
                </a:moveTo>
                <a:lnTo>
                  <a:pt x="605984" y="51947"/>
                </a:lnTo>
                <a:cubicBezTo>
                  <a:pt x="610335" y="47233"/>
                  <a:pt x="614506" y="43788"/>
                  <a:pt x="618495" y="41612"/>
                </a:cubicBezTo>
                <a:cubicBezTo>
                  <a:pt x="622423" y="39557"/>
                  <a:pt x="626714" y="38500"/>
                  <a:pt x="631368" y="38439"/>
                </a:cubicBezTo>
                <a:cubicBezTo>
                  <a:pt x="636868" y="38500"/>
                  <a:pt x="641431" y="40011"/>
                  <a:pt x="645058" y="42972"/>
                </a:cubicBezTo>
                <a:cubicBezTo>
                  <a:pt x="648684" y="46055"/>
                  <a:pt x="651101" y="49862"/>
                  <a:pt x="652310" y="54395"/>
                </a:cubicBezTo>
                <a:cubicBezTo>
                  <a:pt x="653277" y="57840"/>
                  <a:pt x="653761" y="64458"/>
                  <a:pt x="653761" y="74249"/>
                </a:cubicBezTo>
                <a:lnTo>
                  <a:pt x="653761" y="107249"/>
                </a:lnTo>
                <a:cubicBezTo>
                  <a:pt x="653761" y="113837"/>
                  <a:pt x="654365" y="117886"/>
                  <a:pt x="655574" y="119397"/>
                </a:cubicBezTo>
                <a:cubicBezTo>
                  <a:pt x="656722" y="121029"/>
                  <a:pt x="659170" y="122057"/>
                  <a:pt x="662917" y="122480"/>
                </a:cubicBezTo>
                <a:lnTo>
                  <a:pt x="662917" y="125743"/>
                </a:lnTo>
                <a:lnTo>
                  <a:pt x="620036" y="125743"/>
                </a:lnTo>
                <a:lnTo>
                  <a:pt x="620036" y="122480"/>
                </a:lnTo>
                <a:cubicBezTo>
                  <a:pt x="623179" y="122117"/>
                  <a:pt x="625475" y="120787"/>
                  <a:pt x="626926" y="118491"/>
                </a:cubicBezTo>
                <a:cubicBezTo>
                  <a:pt x="627893" y="116980"/>
                  <a:pt x="628376" y="113233"/>
                  <a:pt x="628376" y="107249"/>
                </a:cubicBezTo>
                <a:lnTo>
                  <a:pt x="628376" y="69535"/>
                </a:lnTo>
                <a:cubicBezTo>
                  <a:pt x="628376" y="62585"/>
                  <a:pt x="628104" y="58203"/>
                  <a:pt x="627560" y="56390"/>
                </a:cubicBezTo>
                <a:cubicBezTo>
                  <a:pt x="627016" y="54576"/>
                  <a:pt x="626110" y="53156"/>
                  <a:pt x="624841" y="52129"/>
                </a:cubicBezTo>
                <a:cubicBezTo>
                  <a:pt x="623451" y="51162"/>
                  <a:pt x="622000" y="50678"/>
                  <a:pt x="620489" y="50678"/>
                </a:cubicBezTo>
                <a:cubicBezTo>
                  <a:pt x="615231" y="50678"/>
                  <a:pt x="610396" y="54395"/>
                  <a:pt x="605984" y="61829"/>
                </a:cubicBezTo>
                <a:lnTo>
                  <a:pt x="605984" y="107249"/>
                </a:lnTo>
                <a:cubicBezTo>
                  <a:pt x="605984" y="113595"/>
                  <a:pt x="606588" y="117614"/>
                  <a:pt x="607797" y="119307"/>
                </a:cubicBezTo>
                <a:cubicBezTo>
                  <a:pt x="608945" y="121059"/>
                  <a:pt x="611121" y="122117"/>
                  <a:pt x="614324" y="122480"/>
                </a:cubicBezTo>
                <a:lnTo>
                  <a:pt x="614324" y="125743"/>
                </a:lnTo>
                <a:lnTo>
                  <a:pt x="571443" y="125743"/>
                </a:lnTo>
                <a:lnTo>
                  <a:pt x="571443" y="122480"/>
                </a:lnTo>
                <a:cubicBezTo>
                  <a:pt x="574948" y="122117"/>
                  <a:pt x="577487" y="120969"/>
                  <a:pt x="579058" y="119035"/>
                </a:cubicBezTo>
                <a:cubicBezTo>
                  <a:pt x="580025" y="117705"/>
                  <a:pt x="580539" y="113777"/>
                  <a:pt x="580599" y="107249"/>
                </a:cubicBezTo>
                <a:lnTo>
                  <a:pt x="580599" y="59381"/>
                </a:lnTo>
                <a:cubicBezTo>
                  <a:pt x="580599" y="52975"/>
                  <a:pt x="580025" y="48986"/>
                  <a:pt x="578877" y="47414"/>
                </a:cubicBezTo>
                <a:cubicBezTo>
                  <a:pt x="577608" y="45903"/>
                  <a:pt x="575130" y="44876"/>
                  <a:pt x="571443" y="44332"/>
                </a:cubicBezTo>
                <a:lnTo>
                  <a:pt x="571443" y="40978"/>
                </a:lnTo>
                <a:lnTo>
                  <a:pt x="605984" y="40978"/>
                </a:lnTo>
                <a:close/>
                <a:moveTo>
                  <a:pt x="743054" y="103895"/>
                </a:moveTo>
                <a:lnTo>
                  <a:pt x="745864" y="106071"/>
                </a:lnTo>
                <a:cubicBezTo>
                  <a:pt x="741815" y="113625"/>
                  <a:pt x="736859" y="119186"/>
                  <a:pt x="730996" y="122752"/>
                </a:cubicBezTo>
                <a:cubicBezTo>
                  <a:pt x="725012" y="126499"/>
                  <a:pt x="718666" y="128342"/>
                  <a:pt x="711958" y="128282"/>
                </a:cubicBezTo>
                <a:cubicBezTo>
                  <a:pt x="700595" y="128282"/>
                  <a:pt x="691559" y="124021"/>
                  <a:pt x="684851" y="115499"/>
                </a:cubicBezTo>
                <a:cubicBezTo>
                  <a:pt x="678021" y="106977"/>
                  <a:pt x="674637" y="96733"/>
                  <a:pt x="674697" y="84766"/>
                </a:cubicBezTo>
                <a:cubicBezTo>
                  <a:pt x="674697" y="73282"/>
                  <a:pt x="677779" y="63129"/>
                  <a:pt x="683944" y="54304"/>
                </a:cubicBezTo>
                <a:cubicBezTo>
                  <a:pt x="691378" y="43728"/>
                  <a:pt x="701623" y="38439"/>
                  <a:pt x="714677" y="38439"/>
                </a:cubicBezTo>
                <a:cubicBezTo>
                  <a:pt x="723441" y="38439"/>
                  <a:pt x="730422" y="40645"/>
                  <a:pt x="735620" y="45057"/>
                </a:cubicBezTo>
                <a:cubicBezTo>
                  <a:pt x="740757" y="49530"/>
                  <a:pt x="743325" y="54456"/>
                  <a:pt x="743325" y="59835"/>
                </a:cubicBezTo>
                <a:cubicBezTo>
                  <a:pt x="743325" y="63280"/>
                  <a:pt x="742298" y="66030"/>
                  <a:pt x="740243" y="68085"/>
                </a:cubicBezTo>
                <a:cubicBezTo>
                  <a:pt x="738067" y="70200"/>
                  <a:pt x="735317" y="71227"/>
                  <a:pt x="731993" y="71167"/>
                </a:cubicBezTo>
                <a:cubicBezTo>
                  <a:pt x="728367" y="71167"/>
                  <a:pt x="725436" y="69988"/>
                  <a:pt x="723199" y="67631"/>
                </a:cubicBezTo>
                <a:cubicBezTo>
                  <a:pt x="720842" y="65335"/>
                  <a:pt x="719392" y="61134"/>
                  <a:pt x="718848" y="55030"/>
                </a:cubicBezTo>
                <a:cubicBezTo>
                  <a:pt x="718425" y="51283"/>
                  <a:pt x="717548" y="48623"/>
                  <a:pt x="716219" y="47052"/>
                </a:cubicBezTo>
                <a:cubicBezTo>
                  <a:pt x="714828" y="45541"/>
                  <a:pt x="713197" y="44785"/>
                  <a:pt x="711323" y="44785"/>
                </a:cubicBezTo>
                <a:cubicBezTo>
                  <a:pt x="708422" y="44785"/>
                  <a:pt x="705944" y="46327"/>
                  <a:pt x="703889" y="49409"/>
                </a:cubicBezTo>
                <a:cubicBezTo>
                  <a:pt x="700686" y="54063"/>
                  <a:pt x="699114" y="61195"/>
                  <a:pt x="699175" y="70804"/>
                </a:cubicBezTo>
                <a:cubicBezTo>
                  <a:pt x="699175" y="78782"/>
                  <a:pt x="700444" y="86398"/>
                  <a:pt x="702982" y="93650"/>
                </a:cubicBezTo>
                <a:cubicBezTo>
                  <a:pt x="705460" y="101024"/>
                  <a:pt x="708936" y="106463"/>
                  <a:pt x="713408" y="109969"/>
                </a:cubicBezTo>
                <a:cubicBezTo>
                  <a:pt x="716732" y="112628"/>
                  <a:pt x="720661" y="113928"/>
                  <a:pt x="725194" y="113867"/>
                </a:cubicBezTo>
                <a:cubicBezTo>
                  <a:pt x="728155" y="113867"/>
                  <a:pt x="730966" y="113172"/>
                  <a:pt x="733625" y="111782"/>
                </a:cubicBezTo>
                <a:cubicBezTo>
                  <a:pt x="736224" y="110452"/>
                  <a:pt x="739367" y="107823"/>
                  <a:pt x="743054" y="103895"/>
                </a:cubicBezTo>
                <a:close/>
                <a:moveTo>
                  <a:pt x="828913" y="80324"/>
                </a:moveTo>
                <a:lnTo>
                  <a:pt x="782405" y="80324"/>
                </a:lnTo>
                <a:cubicBezTo>
                  <a:pt x="782949" y="91565"/>
                  <a:pt x="785941" y="100450"/>
                  <a:pt x="791380" y="106977"/>
                </a:cubicBezTo>
                <a:cubicBezTo>
                  <a:pt x="795490" y="111994"/>
                  <a:pt x="800507" y="114502"/>
                  <a:pt x="806430" y="114502"/>
                </a:cubicBezTo>
                <a:cubicBezTo>
                  <a:pt x="809996" y="114562"/>
                  <a:pt x="813290" y="113535"/>
                  <a:pt x="816311" y="111419"/>
                </a:cubicBezTo>
                <a:cubicBezTo>
                  <a:pt x="819273" y="109425"/>
                  <a:pt x="822446" y="105799"/>
                  <a:pt x="825831" y="100540"/>
                </a:cubicBezTo>
                <a:lnTo>
                  <a:pt x="828913" y="102535"/>
                </a:lnTo>
                <a:cubicBezTo>
                  <a:pt x="824259" y="111903"/>
                  <a:pt x="819182" y="118521"/>
                  <a:pt x="813682" y="122389"/>
                </a:cubicBezTo>
                <a:cubicBezTo>
                  <a:pt x="808122" y="126318"/>
                  <a:pt x="801685" y="128282"/>
                  <a:pt x="794372" y="128282"/>
                </a:cubicBezTo>
                <a:cubicBezTo>
                  <a:pt x="781740" y="128342"/>
                  <a:pt x="772221" y="123507"/>
                  <a:pt x="765815" y="113777"/>
                </a:cubicBezTo>
                <a:cubicBezTo>
                  <a:pt x="760617" y="105980"/>
                  <a:pt x="758018" y="96310"/>
                  <a:pt x="758018" y="84766"/>
                </a:cubicBezTo>
                <a:cubicBezTo>
                  <a:pt x="757958" y="70683"/>
                  <a:pt x="761795" y="59412"/>
                  <a:pt x="769532" y="50950"/>
                </a:cubicBezTo>
                <a:cubicBezTo>
                  <a:pt x="777147" y="42610"/>
                  <a:pt x="786092" y="38439"/>
                  <a:pt x="796367" y="38439"/>
                </a:cubicBezTo>
                <a:cubicBezTo>
                  <a:pt x="804949" y="38500"/>
                  <a:pt x="812413" y="42005"/>
                  <a:pt x="818759" y="48956"/>
                </a:cubicBezTo>
                <a:cubicBezTo>
                  <a:pt x="824984" y="56027"/>
                  <a:pt x="828369" y="66483"/>
                  <a:pt x="828913" y="80324"/>
                </a:cubicBezTo>
                <a:moveTo>
                  <a:pt x="806611" y="74249"/>
                </a:moveTo>
                <a:cubicBezTo>
                  <a:pt x="806551" y="64579"/>
                  <a:pt x="806037" y="57901"/>
                  <a:pt x="805070" y="54214"/>
                </a:cubicBezTo>
                <a:cubicBezTo>
                  <a:pt x="803982" y="50648"/>
                  <a:pt x="802320" y="47898"/>
                  <a:pt x="800084" y="45964"/>
                </a:cubicBezTo>
                <a:cubicBezTo>
                  <a:pt x="798754" y="44876"/>
                  <a:pt x="797062" y="44332"/>
                  <a:pt x="795007" y="44332"/>
                </a:cubicBezTo>
                <a:cubicBezTo>
                  <a:pt x="791803" y="44332"/>
                  <a:pt x="789235" y="45873"/>
                  <a:pt x="787301" y="48956"/>
                </a:cubicBezTo>
                <a:cubicBezTo>
                  <a:pt x="783735" y="54395"/>
                  <a:pt x="781952" y="61769"/>
                  <a:pt x="781952" y="71076"/>
                </a:cubicBezTo>
                <a:lnTo>
                  <a:pt x="781952" y="74249"/>
                </a:lnTo>
                <a:lnTo>
                  <a:pt x="806611" y="74249"/>
                </a:lnTo>
                <a:close/>
                <a:moveTo>
                  <a:pt x="1004591" y="2810"/>
                </a:moveTo>
                <a:lnTo>
                  <a:pt x="1004591" y="6165"/>
                </a:lnTo>
                <a:cubicBezTo>
                  <a:pt x="1000118" y="6890"/>
                  <a:pt x="996129" y="9277"/>
                  <a:pt x="992624" y="13327"/>
                </a:cubicBezTo>
                <a:cubicBezTo>
                  <a:pt x="990025" y="16409"/>
                  <a:pt x="986247" y="23511"/>
                  <a:pt x="981291" y="34632"/>
                </a:cubicBezTo>
                <a:lnTo>
                  <a:pt x="938954" y="128554"/>
                </a:lnTo>
                <a:lnTo>
                  <a:pt x="935962" y="128554"/>
                </a:lnTo>
                <a:lnTo>
                  <a:pt x="893806" y="30824"/>
                </a:lnTo>
                <a:cubicBezTo>
                  <a:pt x="888729" y="19099"/>
                  <a:pt x="885344" y="12178"/>
                  <a:pt x="883652" y="10063"/>
                </a:cubicBezTo>
                <a:cubicBezTo>
                  <a:pt x="881899" y="8008"/>
                  <a:pt x="878636" y="6709"/>
                  <a:pt x="873861" y="6165"/>
                </a:cubicBezTo>
                <a:lnTo>
                  <a:pt x="873861" y="2810"/>
                </a:lnTo>
                <a:lnTo>
                  <a:pt x="932789" y="2810"/>
                </a:lnTo>
                <a:lnTo>
                  <a:pt x="932789" y="6165"/>
                </a:lnTo>
                <a:lnTo>
                  <a:pt x="930795" y="6165"/>
                </a:lnTo>
                <a:cubicBezTo>
                  <a:pt x="925416" y="6165"/>
                  <a:pt x="921789" y="6830"/>
                  <a:pt x="919916" y="8159"/>
                </a:cubicBezTo>
                <a:cubicBezTo>
                  <a:pt x="918526" y="9126"/>
                  <a:pt x="917830" y="10456"/>
                  <a:pt x="917830" y="12148"/>
                </a:cubicBezTo>
                <a:cubicBezTo>
                  <a:pt x="917830" y="13236"/>
                  <a:pt x="918072" y="14505"/>
                  <a:pt x="918556" y="15956"/>
                </a:cubicBezTo>
                <a:cubicBezTo>
                  <a:pt x="918979" y="17527"/>
                  <a:pt x="920611" y="21516"/>
                  <a:pt x="923451" y="27923"/>
                </a:cubicBezTo>
                <a:lnTo>
                  <a:pt x="949652" y="89117"/>
                </a:lnTo>
                <a:lnTo>
                  <a:pt x="973948" y="34632"/>
                </a:lnTo>
                <a:cubicBezTo>
                  <a:pt x="976849" y="28104"/>
                  <a:pt x="978632" y="23692"/>
                  <a:pt x="979297" y="21395"/>
                </a:cubicBezTo>
                <a:cubicBezTo>
                  <a:pt x="979901" y="19159"/>
                  <a:pt x="980234" y="17255"/>
                  <a:pt x="980294" y="15684"/>
                </a:cubicBezTo>
                <a:cubicBezTo>
                  <a:pt x="980294" y="13871"/>
                  <a:pt x="979811" y="12269"/>
                  <a:pt x="978844" y="10879"/>
                </a:cubicBezTo>
                <a:cubicBezTo>
                  <a:pt x="977816" y="9549"/>
                  <a:pt x="976396" y="8492"/>
                  <a:pt x="974583" y="7706"/>
                </a:cubicBezTo>
                <a:cubicBezTo>
                  <a:pt x="971923" y="6739"/>
                  <a:pt x="968478" y="6225"/>
                  <a:pt x="964248" y="6165"/>
                </a:cubicBezTo>
                <a:lnTo>
                  <a:pt x="964248" y="2810"/>
                </a:lnTo>
                <a:lnTo>
                  <a:pt x="1004591" y="281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ector">
            <a:extLst xmlns:a="http://schemas.openxmlformats.org/drawingml/2006/main">
              <a:ext uri="{FF2B5EF4-FFF2-40B4-BE49-F238E27FC236}">
                <a16:creationId xmlns:a16="http://schemas.microsoft.com/office/drawing/2014/main" id="{5A72F002-DAC7-4B50-BFBE-169188A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66" y="65171"/>
            <a:ext cx="392525" cy="118370"/>
          </a:xfrm>
          <a:custGeom xmlns:a="http://schemas.openxmlformats.org/drawingml/2006/main">
            <a:pathLst>
              <a:path w="392525" h="118370">
                <a:moveTo>
                  <a:pt x="70955" y="70351"/>
                </a:moveTo>
                <a:lnTo>
                  <a:pt x="24448" y="70351"/>
                </a:lnTo>
                <a:cubicBezTo>
                  <a:pt x="24992" y="81593"/>
                  <a:pt x="27983" y="90477"/>
                  <a:pt x="33423" y="97005"/>
                </a:cubicBezTo>
                <a:cubicBezTo>
                  <a:pt x="37533" y="102021"/>
                  <a:pt x="42549" y="104529"/>
                  <a:pt x="48472" y="104529"/>
                </a:cubicBezTo>
                <a:cubicBezTo>
                  <a:pt x="52038" y="104590"/>
                  <a:pt x="55332" y="103562"/>
                  <a:pt x="58354" y="101447"/>
                </a:cubicBezTo>
                <a:cubicBezTo>
                  <a:pt x="61315" y="99452"/>
                  <a:pt x="64488" y="95826"/>
                  <a:pt x="67873" y="90568"/>
                </a:cubicBezTo>
                <a:lnTo>
                  <a:pt x="70955" y="92562"/>
                </a:lnTo>
                <a:cubicBezTo>
                  <a:pt x="66302" y="101930"/>
                  <a:pt x="61225" y="108549"/>
                  <a:pt x="55725" y="112417"/>
                </a:cubicBezTo>
                <a:cubicBezTo>
                  <a:pt x="50164" y="116345"/>
                  <a:pt x="43728" y="118309"/>
                  <a:pt x="36415" y="118309"/>
                </a:cubicBezTo>
                <a:cubicBezTo>
                  <a:pt x="23783" y="118370"/>
                  <a:pt x="14264" y="113535"/>
                  <a:pt x="7857" y="103804"/>
                </a:cubicBezTo>
                <a:cubicBezTo>
                  <a:pt x="2659" y="96007"/>
                  <a:pt x="60" y="86337"/>
                  <a:pt x="60" y="74793"/>
                </a:cubicBezTo>
                <a:cubicBezTo>
                  <a:pt x="0" y="60711"/>
                  <a:pt x="3838" y="49439"/>
                  <a:pt x="11574" y="40978"/>
                </a:cubicBezTo>
                <a:cubicBezTo>
                  <a:pt x="19189" y="32637"/>
                  <a:pt x="28134" y="28467"/>
                  <a:pt x="38409" y="28467"/>
                </a:cubicBezTo>
                <a:cubicBezTo>
                  <a:pt x="46991" y="28527"/>
                  <a:pt x="54456" y="32033"/>
                  <a:pt x="60802" y="38983"/>
                </a:cubicBezTo>
                <a:cubicBezTo>
                  <a:pt x="67027" y="46055"/>
                  <a:pt x="70412" y="56511"/>
                  <a:pt x="70955" y="70351"/>
                </a:cubicBezTo>
                <a:moveTo>
                  <a:pt x="48653" y="64277"/>
                </a:moveTo>
                <a:cubicBezTo>
                  <a:pt x="48593" y="54607"/>
                  <a:pt x="48079" y="47928"/>
                  <a:pt x="47112" y="44241"/>
                </a:cubicBezTo>
                <a:cubicBezTo>
                  <a:pt x="46024" y="40675"/>
                  <a:pt x="44362" y="37926"/>
                  <a:pt x="42126" y="35991"/>
                </a:cubicBezTo>
                <a:cubicBezTo>
                  <a:pt x="40796" y="34904"/>
                  <a:pt x="39104" y="34360"/>
                  <a:pt x="37049" y="34360"/>
                </a:cubicBezTo>
                <a:cubicBezTo>
                  <a:pt x="33846" y="34360"/>
                  <a:pt x="31277" y="35901"/>
                  <a:pt x="29343" y="38983"/>
                </a:cubicBezTo>
                <a:cubicBezTo>
                  <a:pt x="25777" y="44423"/>
                  <a:pt x="23994" y="51796"/>
                  <a:pt x="23994" y="61104"/>
                </a:cubicBezTo>
                <a:lnTo>
                  <a:pt x="23994" y="64277"/>
                </a:lnTo>
                <a:lnTo>
                  <a:pt x="48653" y="64277"/>
                </a:lnTo>
                <a:close/>
                <a:moveTo>
                  <a:pt x="151557" y="93922"/>
                </a:moveTo>
                <a:lnTo>
                  <a:pt x="154368" y="96098"/>
                </a:lnTo>
                <a:cubicBezTo>
                  <a:pt x="150318" y="103653"/>
                  <a:pt x="145362" y="109213"/>
                  <a:pt x="139500" y="112779"/>
                </a:cubicBezTo>
                <a:cubicBezTo>
                  <a:pt x="133516" y="116527"/>
                  <a:pt x="127170" y="118370"/>
                  <a:pt x="120461" y="118309"/>
                </a:cubicBezTo>
                <a:cubicBezTo>
                  <a:pt x="109099" y="118309"/>
                  <a:pt x="100063" y="114049"/>
                  <a:pt x="93355" y="105527"/>
                </a:cubicBezTo>
                <a:cubicBezTo>
                  <a:pt x="86525" y="97005"/>
                  <a:pt x="83140" y="86760"/>
                  <a:pt x="83201" y="74793"/>
                </a:cubicBezTo>
                <a:cubicBezTo>
                  <a:pt x="83201" y="63310"/>
                  <a:pt x="86283" y="53156"/>
                  <a:pt x="92448" y="44332"/>
                </a:cubicBezTo>
                <a:cubicBezTo>
                  <a:pt x="99882" y="33755"/>
                  <a:pt x="110126" y="28467"/>
                  <a:pt x="123181" y="28467"/>
                </a:cubicBezTo>
                <a:cubicBezTo>
                  <a:pt x="131945" y="28467"/>
                  <a:pt x="138926" y="30673"/>
                  <a:pt x="144123" y="35085"/>
                </a:cubicBezTo>
                <a:cubicBezTo>
                  <a:pt x="149261" y="39557"/>
                  <a:pt x="151829" y="44483"/>
                  <a:pt x="151829" y="49862"/>
                </a:cubicBezTo>
                <a:cubicBezTo>
                  <a:pt x="151829" y="53307"/>
                  <a:pt x="150802" y="56057"/>
                  <a:pt x="148747" y="58112"/>
                </a:cubicBezTo>
                <a:cubicBezTo>
                  <a:pt x="146571" y="60228"/>
                  <a:pt x="143821" y="61255"/>
                  <a:pt x="140497" y="61195"/>
                </a:cubicBezTo>
                <a:cubicBezTo>
                  <a:pt x="136871" y="61195"/>
                  <a:pt x="133939" y="60016"/>
                  <a:pt x="131703" y="57659"/>
                </a:cubicBezTo>
                <a:cubicBezTo>
                  <a:pt x="129346" y="55362"/>
                  <a:pt x="127895" y="51162"/>
                  <a:pt x="127351" y="45057"/>
                </a:cubicBezTo>
                <a:cubicBezTo>
                  <a:pt x="126928" y="41310"/>
                  <a:pt x="126052" y="38651"/>
                  <a:pt x="124722" y="37079"/>
                </a:cubicBezTo>
                <a:cubicBezTo>
                  <a:pt x="123332" y="35568"/>
                  <a:pt x="121700" y="34813"/>
                  <a:pt x="119827" y="34813"/>
                </a:cubicBezTo>
                <a:cubicBezTo>
                  <a:pt x="116926" y="34813"/>
                  <a:pt x="114448" y="36354"/>
                  <a:pt x="112393" y="39436"/>
                </a:cubicBezTo>
                <a:cubicBezTo>
                  <a:pt x="109190" y="44090"/>
                  <a:pt x="107618" y="51222"/>
                  <a:pt x="107679" y="60832"/>
                </a:cubicBezTo>
                <a:cubicBezTo>
                  <a:pt x="107679" y="68810"/>
                  <a:pt x="108948" y="76425"/>
                  <a:pt x="111486" y="83678"/>
                </a:cubicBezTo>
                <a:cubicBezTo>
                  <a:pt x="113964" y="91051"/>
                  <a:pt x="117439" y="96491"/>
                  <a:pt x="121912" y="99996"/>
                </a:cubicBezTo>
                <a:cubicBezTo>
                  <a:pt x="125236" y="102656"/>
                  <a:pt x="129165" y="103955"/>
                  <a:pt x="133698" y="103895"/>
                </a:cubicBezTo>
                <a:cubicBezTo>
                  <a:pt x="136659" y="103895"/>
                  <a:pt x="139470" y="103200"/>
                  <a:pt x="142129" y="101810"/>
                </a:cubicBezTo>
                <a:cubicBezTo>
                  <a:pt x="144728" y="100480"/>
                  <a:pt x="147871" y="97851"/>
                  <a:pt x="151557" y="93922"/>
                </a:cubicBezTo>
                <a:close/>
                <a:moveTo>
                  <a:pt x="199159" y="0"/>
                </a:moveTo>
                <a:lnTo>
                  <a:pt x="199159" y="31005"/>
                </a:lnTo>
                <a:lnTo>
                  <a:pt x="219286" y="31005"/>
                </a:lnTo>
                <a:lnTo>
                  <a:pt x="219286" y="39980"/>
                </a:lnTo>
                <a:lnTo>
                  <a:pt x="199159" y="39980"/>
                </a:lnTo>
                <a:lnTo>
                  <a:pt x="199159" y="92290"/>
                </a:lnTo>
                <a:cubicBezTo>
                  <a:pt x="199159" y="97246"/>
                  <a:pt x="199401" y="100389"/>
                  <a:pt x="199885" y="101719"/>
                </a:cubicBezTo>
                <a:cubicBezTo>
                  <a:pt x="200247" y="103230"/>
                  <a:pt x="201033" y="104378"/>
                  <a:pt x="202242" y="105164"/>
                </a:cubicBezTo>
                <a:cubicBezTo>
                  <a:pt x="203330" y="106071"/>
                  <a:pt x="204387" y="106524"/>
                  <a:pt x="205415" y="106524"/>
                </a:cubicBezTo>
                <a:cubicBezTo>
                  <a:pt x="209283" y="106524"/>
                  <a:pt x="213000" y="103532"/>
                  <a:pt x="216566" y="97549"/>
                </a:cubicBezTo>
                <a:lnTo>
                  <a:pt x="219286" y="99543"/>
                </a:lnTo>
                <a:cubicBezTo>
                  <a:pt x="214330" y="111147"/>
                  <a:pt x="206382" y="116950"/>
                  <a:pt x="195442" y="116950"/>
                </a:cubicBezTo>
                <a:cubicBezTo>
                  <a:pt x="190063" y="116950"/>
                  <a:pt x="185530" y="115439"/>
                  <a:pt x="181844" y="112417"/>
                </a:cubicBezTo>
                <a:cubicBezTo>
                  <a:pt x="178036" y="109516"/>
                  <a:pt x="175649" y="106191"/>
                  <a:pt x="174682" y="102444"/>
                </a:cubicBezTo>
                <a:cubicBezTo>
                  <a:pt x="174017" y="100389"/>
                  <a:pt x="173715" y="94829"/>
                  <a:pt x="173775" y="85763"/>
                </a:cubicBezTo>
                <a:lnTo>
                  <a:pt x="173775" y="39980"/>
                </a:lnTo>
                <a:lnTo>
                  <a:pt x="162715" y="39980"/>
                </a:lnTo>
                <a:lnTo>
                  <a:pt x="162715" y="36807"/>
                </a:lnTo>
                <a:cubicBezTo>
                  <a:pt x="170330" y="31489"/>
                  <a:pt x="176827" y="25838"/>
                  <a:pt x="182206" y="19854"/>
                </a:cubicBezTo>
                <a:cubicBezTo>
                  <a:pt x="187525" y="13992"/>
                  <a:pt x="192179" y="7374"/>
                  <a:pt x="196168" y="0"/>
                </a:cubicBezTo>
                <a:lnTo>
                  <a:pt x="199159" y="0"/>
                </a:lnTo>
                <a:close/>
                <a:moveTo>
                  <a:pt x="269529" y="28467"/>
                </a:moveTo>
                <a:cubicBezTo>
                  <a:pt x="276842" y="28467"/>
                  <a:pt x="283702" y="30371"/>
                  <a:pt x="290109" y="34178"/>
                </a:cubicBezTo>
                <a:cubicBezTo>
                  <a:pt x="296394" y="38046"/>
                  <a:pt x="301230" y="43456"/>
                  <a:pt x="304614" y="50406"/>
                </a:cubicBezTo>
                <a:cubicBezTo>
                  <a:pt x="307878" y="57417"/>
                  <a:pt x="309510" y="65093"/>
                  <a:pt x="309510" y="73433"/>
                </a:cubicBezTo>
                <a:cubicBezTo>
                  <a:pt x="309449" y="85521"/>
                  <a:pt x="306397" y="95584"/>
                  <a:pt x="300353" y="103623"/>
                </a:cubicBezTo>
                <a:cubicBezTo>
                  <a:pt x="292919" y="113414"/>
                  <a:pt x="282735" y="118309"/>
                  <a:pt x="269801" y="118309"/>
                </a:cubicBezTo>
                <a:cubicBezTo>
                  <a:pt x="256988" y="118370"/>
                  <a:pt x="247167" y="113897"/>
                  <a:pt x="240337" y="104892"/>
                </a:cubicBezTo>
                <a:cubicBezTo>
                  <a:pt x="233447" y="95947"/>
                  <a:pt x="230002" y="85582"/>
                  <a:pt x="230002" y="73796"/>
                </a:cubicBezTo>
                <a:cubicBezTo>
                  <a:pt x="230002" y="61648"/>
                  <a:pt x="233538" y="51041"/>
                  <a:pt x="240609" y="41975"/>
                </a:cubicBezTo>
                <a:cubicBezTo>
                  <a:pt x="247560" y="33030"/>
                  <a:pt x="257200" y="28527"/>
                  <a:pt x="269529" y="28467"/>
                </a:cubicBezTo>
                <a:moveTo>
                  <a:pt x="269892" y="34904"/>
                </a:moveTo>
                <a:cubicBezTo>
                  <a:pt x="266810" y="34964"/>
                  <a:pt x="264180" y="36112"/>
                  <a:pt x="262005" y="38349"/>
                </a:cubicBezTo>
                <a:cubicBezTo>
                  <a:pt x="259708" y="40766"/>
                  <a:pt x="258257" y="45360"/>
                  <a:pt x="257653" y="52129"/>
                </a:cubicBezTo>
                <a:cubicBezTo>
                  <a:pt x="256928" y="59019"/>
                  <a:pt x="256565" y="68568"/>
                  <a:pt x="256565" y="80777"/>
                </a:cubicBezTo>
                <a:cubicBezTo>
                  <a:pt x="256565" y="87244"/>
                  <a:pt x="256988" y="93288"/>
                  <a:pt x="257834" y="98909"/>
                </a:cubicBezTo>
                <a:cubicBezTo>
                  <a:pt x="258439" y="103200"/>
                  <a:pt x="259859" y="106463"/>
                  <a:pt x="262095" y="108700"/>
                </a:cubicBezTo>
                <a:cubicBezTo>
                  <a:pt x="264211" y="110996"/>
                  <a:pt x="266689" y="112114"/>
                  <a:pt x="269529" y="112054"/>
                </a:cubicBezTo>
                <a:cubicBezTo>
                  <a:pt x="272249" y="112114"/>
                  <a:pt x="274516" y="111359"/>
                  <a:pt x="276329" y="109788"/>
                </a:cubicBezTo>
                <a:cubicBezTo>
                  <a:pt x="278625" y="107793"/>
                  <a:pt x="280197" y="104922"/>
                  <a:pt x="281043" y="101175"/>
                </a:cubicBezTo>
                <a:cubicBezTo>
                  <a:pt x="282191" y="95494"/>
                  <a:pt x="282796" y="83889"/>
                  <a:pt x="282856" y="66362"/>
                </a:cubicBezTo>
                <a:cubicBezTo>
                  <a:pt x="282856" y="56148"/>
                  <a:pt x="282282" y="49077"/>
                  <a:pt x="281134" y="45148"/>
                </a:cubicBezTo>
                <a:cubicBezTo>
                  <a:pt x="279925" y="41340"/>
                  <a:pt x="278233" y="38560"/>
                  <a:pt x="276057" y="36807"/>
                </a:cubicBezTo>
                <a:cubicBezTo>
                  <a:pt x="274485" y="35538"/>
                  <a:pt x="272430" y="34904"/>
                  <a:pt x="269892" y="34904"/>
                </a:cubicBezTo>
                <a:close/>
                <a:moveTo>
                  <a:pt x="354358" y="31005"/>
                </a:moveTo>
                <a:lnTo>
                  <a:pt x="354358" y="50225"/>
                </a:lnTo>
                <a:cubicBezTo>
                  <a:pt x="359918" y="41461"/>
                  <a:pt x="364844" y="35629"/>
                  <a:pt x="369135" y="32728"/>
                </a:cubicBezTo>
                <a:cubicBezTo>
                  <a:pt x="373366" y="29948"/>
                  <a:pt x="377445" y="28527"/>
                  <a:pt x="381374" y="28467"/>
                </a:cubicBezTo>
                <a:cubicBezTo>
                  <a:pt x="384698" y="28467"/>
                  <a:pt x="387418" y="29494"/>
                  <a:pt x="389533" y="31549"/>
                </a:cubicBezTo>
                <a:cubicBezTo>
                  <a:pt x="391528" y="33665"/>
                  <a:pt x="392525" y="36626"/>
                  <a:pt x="392525" y="40434"/>
                </a:cubicBezTo>
                <a:cubicBezTo>
                  <a:pt x="392464" y="44544"/>
                  <a:pt x="391497" y="47686"/>
                  <a:pt x="389624" y="49862"/>
                </a:cubicBezTo>
                <a:cubicBezTo>
                  <a:pt x="387629" y="52159"/>
                  <a:pt x="385242" y="53277"/>
                  <a:pt x="382462" y="53217"/>
                </a:cubicBezTo>
                <a:cubicBezTo>
                  <a:pt x="379258" y="53277"/>
                  <a:pt x="376478" y="52250"/>
                  <a:pt x="374121" y="50134"/>
                </a:cubicBezTo>
                <a:cubicBezTo>
                  <a:pt x="371764" y="48140"/>
                  <a:pt x="370374" y="46991"/>
                  <a:pt x="369951" y="46689"/>
                </a:cubicBezTo>
                <a:cubicBezTo>
                  <a:pt x="369286" y="46327"/>
                  <a:pt x="368591" y="46145"/>
                  <a:pt x="367866" y="46145"/>
                </a:cubicBezTo>
                <a:cubicBezTo>
                  <a:pt x="366053" y="46145"/>
                  <a:pt x="364390" y="46810"/>
                  <a:pt x="362880" y="48140"/>
                </a:cubicBezTo>
                <a:cubicBezTo>
                  <a:pt x="360401" y="50255"/>
                  <a:pt x="358528" y="53186"/>
                  <a:pt x="357259" y="56934"/>
                </a:cubicBezTo>
                <a:cubicBezTo>
                  <a:pt x="355325" y="62857"/>
                  <a:pt x="354358" y="69324"/>
                  <a:pt x="354358" y="76335"/>
                </a:cubicBezTo>
                <a:lnTo>
                  <a:pt x="354358" y="95826"/>
                </a:lnTo>
                <a:lnTo>
                  <a:pt x="354448" y="100903"/>
                </a:lnTo>
                <a:cubicBezTo>
                  <a:pt x="354388" y="104348"/>
                  <a:pt x="354599" y="106554"/>
                  <a:pt x="355083" y="107521"/>
                </a:cubicBezTo>
                <a:cubicBezTo>
                  <a:pt x="355808" y="109153"/>
                  <a:pt x="356896" y="110331"/>
                  <a:pt x="358347" y="111057"/>
                </a:cubicBezTo>
                <a:cubicBezTo>
                  <a:pt x="359676" y="111903"/>
                  <a:pt x="362064" y="112386"/>
                  <a:pt x="365509" y="112507"/>
                </a:cubicBezTo>
                <a:lnTo>
                  <a:pt x="365509" y="115771"/>
                </a:lnTo>
                <a:lnTo>
                  <a:pt x="319726" y="115771"/>
                </a:lnTo>
                <a:lnTo>
                  <a:pt x="319726" y="112507"/>
                </a:lnTo>
                <a:cubicBezTo>
                  <a:pt x="323352" y="112266"/>
                  <a:pt x="325861" y="111238"/>
                  <a:pt x="327251" y="109425"/>
                </a:cubicBezTo>
                <a:cubicBezTo>
                  <a:pt x="328520" y="107733"/>
                  <a:pt x="329155" y="103200"/>
                  <a:pt x="329155" y="95826"/>
                </a:cubicBezTo>
                <a:lnTo>
                  <a:pt x="329155" y="48956"/>
                </a:lnTo>
                <a:cubicBezTo>
                  <a:pt x="329094" y="44181"/>
                  <a:pt x="328852" y="41099"/>
                  <a:pt x="328429" y="39708"/>
                </a:cubicBezTo>
                <a:cubicBezTo>
                  <a:pt x="327764" y="38077"/>
                  <a:pt x="326888" y="36838"/>
                  <a:pt x="325800" y="35991"/>
                </a:cubicBezTo>
                <a:cubicBezTo>
                  <a:pt x="324591" y="35206"/>
                  <a:pt x="322567" y="34662"/>
                  <a:pt x="319726" y="34360"/>
                </a:cubicBezTo>
                <a:lnTo>
                  <a:pt x="319726" y="31005"/>
                </a:lnTo>
                <a:lnTo>
                  <a:pt x="354358" y="31005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347CC-F08C-4D51-B812-22CE2B37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097" y="1841328"/>
            <a:ext cx="319791" cy="10"/>
          </a:xfrm>
          <a:custGeom xmlns:a="http://schemas.openxmlformats.org/drawingml/2006/main">
            <a:pathLst>
              <a:path w="319791" h="1" fill="none">
                <a:moveTo>
                  <a:pt x="0" y="0"/>
                </a:moveTo>
                <a:lnTo>
                  <a:pt x="3197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7D05C-75EE-448E-BB7B-3DBB81A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88" y="1802914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7E731-1917-4D53-AD48-CBBFFB8A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88" y="1802914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2B88E3-8B13-4566-9623-DAD55027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20" y="692102"/>
            <a:ext cx="307314" cy="243290"/>
          </a:xfrm>
          <a:custGeom xmlns:a="http://schemas.openxmlformats.org/drawingml/2006/main">
            <a:pathLst>
              <a:path w="307314" h="243290">
                <a:moveTo>
                  <a:pt x="92194" y="243290"/>
                </a:moveTo>
                <a:lnTo>
                  <a:pt x="92194" y="109481"/>
                </a:lnTo>
                <a:lnTo>
                  <a:pt x="0" y="109481"/>
                </a:lnTo>
                <a:lnTo>
                  <a:pt x="153657" y="0"/>
                </a:lnTo>
                <a:lnTo>
                  <a:pt x="307314" y="109481"/>
                </a:lnTo>
                <a:lnTo>
                  <a:pt x="215120" y="109481"/>
                </a:lnTo>
                <a:lnTo>
                  <a:pt x="215120" y="243290"/>
                </a:lnTo>
                <a:lnTo>
                  <a:pt x="92194" y="243290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3F0EE-8B3F-4BBC-AFE1-FCBA35F7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20" y="692102"/>
            <a:ext cx="307314" cy="243290"/>
          </a:xfrm>
          <a:custGeom xmlns:a="http://schemas.openxmlformats.org/drawingml/2006/main">
            <a:pathLst>
              <a:path w="307314" h="243290" fill="none">
                <a:moveTo>
                  <a:pt x="92194" y="243290"/>
                </a:moveTo>
                <a:lnTo>
                  <a:pt x="92194" y="109481"/>
                </a:lnTo>
                <a:lnTo>
                  <a:pt x="0" y="109481"/>
                </a:lnTo>
                <a:lnTo>
                  <a:pt x="153657" y="0"/>
                </a:lnTo>
                <a:lnTo>
                  <a:pt x="307314" y="109481"/>
                </a:lnTo>
                <a:lnTo>
                  <a:pt x="215120" y="109481"/>
                </a:lnTo>
                <a:lnTo>
                  <a:pt x="215120" y="243290"/>
                </a:lnTo>
                <a:lnTo>
                  <a:pt x="92194" y="2432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flat">
            <a:solidFill>
              <a:srgbClr val="868686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4BD48-13F1-4069-81D6-0F691C64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890" y="341445"/>
            <a:ext cx="166462" cy="2362"/>
          </a:xfrm>
          <a:custGeom xmlns:a="http://schemas.openxmlformats.org/drawingml/2006/main">
            <a:pathLst>
              <a:path w="166462" h="2362" fill="none">
                <a:moveTo>
                  <a:pt x="0" y="0"/>
                </a:moveTo>
                <a:lnTo>
                  <a:pt x="166462" y="2362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3BF7C-178D-4542-9B96-9100DF9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642" y="305393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09547-5CB4-4A9C-A8E4-A57C461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642" y="305393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705D0-84C2-42AD-88FF-D80EEC57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896" y="2299162"/>
            <a:ext cx="166462" cy="2497"/>
          </a:xfrm>
          <a:custGeom xmlns:a="http://schemas.openxmlformats.org/drawingml/2006/main">
            <a:pathLst>
              <a:path w="166462" h="2497" fill="none">
                <a:moveTo>
                  <a:pt x="0" y="0"/>
                </a:moveTo>
                <a:lnTo>
                  <a:pt x="166462" y="2497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3F14C-363D-4BB6-AE5E-F7C57BF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649" y="2263244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8C944-DC6B-40C7-92A1-244E6A56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649" y="2263244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0E811-DD98-4271-8C3D-EBAD5F6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896" y="1433619"/>
            <a:ext cx="801190" cy="606048"/>
          </a:xfrm>
          <a:custGeom xmlns:a="http://schemas.openxmlformats.org/drawingml/2006/main">
            <a:pathLst>
              <a:path w="801190" h="606048" fill="none">
                <a:moveTo>
                  <a:pt x="0" y="0"/>
                </a:moveTo>
                <a:cubicBezTo>
                  <a:pt x="147853" y="7730"/>
                  <a:pt x="295704" y="15460"/>
                  <a:pt x="423693" y="103594"/>
                </a:cubicBezTo>
                <a:cubicBezTo>
                  <a:pt x="551681" y="191727"/>
                  <a:pt x="659809" y="360266"/>
                  <a:pt x="724601" y="468529"/>
                </a:cubicBezTo>
                <a:cubicBezTo>
                  <a:pt x="761528" y="530224"/>
                  <a:pt x="784385" y="572346"/>
                  <a:pt x="801190" y="6060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87E08-C8DF-4FCC-8E7B-6CF394C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29" y="2020520"/>
            <a:ext cx="69612" cy="85866"/>
          </a:xfrm>
          <a:custGeom xmlns:a="http://schemas.openxmlformats.org/drawingml/2006/main">
            <a:pathLst>
              <a:path w="69612" h="85866">
                <a:moveTo>
                  <a:pt x="69612" y="0"/>
                </a:moveTo>
                <a:lnTo>
                  <a:pt x="67314" y="85866"/>
                </a:lnTo>
                <a:lnTo>
                  <a:pt x="0" y="32508"/>
                </a:lnTo>
                <a:lnTo>
                  <a:pt x="69612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5C816-865F-42B8-9262-B33F5D1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929" y="2020520"/>
            <a:ext cx="69612" cy="85866"/>
          </a:xfrm>
          <a:custGeom xmlns:a="http://schemas.openxmlformats.org/drawingml/2006/main">
            <a:pathLst>
              <a:path w="69612" h="85866" fill="none">
                <a:moveTo>
                  <a:pt x="69612" y="0"/>
                </a:moveTo>
                <a:lnTo>
                  <a:pt x="67314" y="85866"/>
                </a:lnTo>
                <a:lnTo>
                  <a:pt x="0" y="32508"/>
                </a:lnTo>
                <a:lnTo>
                  <a:pt x="696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9A8A5-AB3E-46B0-8D8B-BBE423C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896" y="659562"/>
            <a:ext cx="822847" cy="588068"/>
          </a:xfrm>
          <a:custGeom xmlns:a="http://schemas.openxmlformats.org/drawingml/2006/main">
            <a:pathLst>
              <a:path w="822847" h="588068" fill="none">
                <a:moveTo>
                  <a:pt x="0" y="588068"/>
                </a:moveTo>
                <a:cubicBezTo>
                  <a:pt x="160657" y="587831"/>
                  <a:pt x="321314" y="587594"/>
                  <a:pt x="455705" y="512715"/>
                </a:cubicBezTo>
                <a:cubicBezTo>
                  <a:pt x="590096" y="437837"/>
                  <a:pt x="698223" y="288317"/>
                  <a:pt x="756613" y="179792"/>
                </a:cubicBezTo>
                <a:cubicBezTo>
                  <a:pt x="796970" y="104792"/>
                  <a:pt x="813577" y="49371"/>
                  <a:pt x="82284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9881C-0EE2-474C-AF73-D1C726F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31" y="595772"/>
            <a:ext cx="75990" cy="81649"/>
          </a:xfrm>
          <a:custGeom xmlns:a="http://schemas.openxmlformats.org/drawingml/2006/main">
            <a:pathLst>
              <a:path w="75990" h="81649">
                <a:moveTo>
                  <a:pt x="0" y="70332"/>
                </a:moveTo>
                <a:lnTo>
                  <a:pt x="49312" y="0"/>
                </a:lnTo>
                <a:lnTo>
                  <a:pt x="75990" y="81649"/>
                </a:lnTo>
                <a:lnTo>
                  <a:pt x="0" y="70332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5D2EC-D49A-4E15-AEAF-4261DB3A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931" y="595772"/>
            <a:ext cx="75990" cy="81649"/>
          </a:xfrm>
          <a:custGeom xmlns:a="http://schemas.openxmlformats.org/drawingml/2006/main">
            <a:pathLst>
              <a:path w="75990" h="81649" fill="none">
                <a:moveTo>
                  <a:pt x="0" y="70332"/>
                </a:moveTo>
                <a:lnTo>
                  <a:pt x="49312" y="0"/>
                </a:lnTo>
                <a:lnTo>
                  <a:pt x="75990" y="81649"/>
                </a:lnTo>
                <a:lnTo>
                  <a:pt x="0" y="703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FBD30-DD93-4876-AEDF-D63A2B55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583" y="878571"/>
            <a:ext cx="138683" cy="610722"/>
          </a:xfrm>
          <a:custGeom xmlns:a="http://schemas.openxmlformats.org/drawingml/2006/main">
            <a:pathLst>
              <a:path w="138683" h="610722" fill="none">
                <a:moveTo>
                  <a:pt x="138683" y="1819"/>
                </a:moveTo>
                <a:lnTo>
                  <a:pt x="92455" y="1819"/>
                </a:lnTo>
                <a:cubicBezTo>
                  <a:pt x="79724" y="0"/>
                  <a:pt x="66879" y="4282"/>
                  <a:pt x="57785" y="13376"/>
                </a:cubicBezTo>
                <a:cubicBezTo>
                  <a:pt x="48691" y="22470"/>
                  <a:pt x="44409" y="35315"/>
                  <a:pt x="46228" y="48047"/>
                </a:cubicBezTo>
                <a:lnTo>
                  <a:pt x="46228" y="259133"/>
                </a:lnTo>
                <a:cubicBezTo>
                  <a:pt x="48047" y="271865"/>
                  <a:pt x="43765" y="284710"/>
                  <a:pt x="34671" y="293804"/>
                </a:cubicBezTo>
                <a:cubicBezTo>
                  <a:pt x="25577" y="302898"/>
                  <a:pt x="12732" y="307180"/>
                  <a:pt x="0" y="305361"/>
                </a:cubicBezTo>
                <a:cubicBezTo>
                  <a:pt x="12732" y="303542"/>
                  <a:pt x="25577" y="307824"/>
                  <a:pt x="34671" y="316918"/>
                </a:cubicBezTo>
                <a:cubicBezTo>
                  <a:pt x="43765" y="326012"/>
                  <a:pt x="48047" y="338857"/>
                  <a:pt x="46228" y="351589"/>
                </a:cubicBezTo>
                <a:lnTo>
                  <a:pt x="46228" y="562676"/>
                </a:lnTo>
                <a:cubicBezTo>
                  <a:pt x="44409" y="575407"/>
                  <a:pt x="48691" y="588252"/>
                  <a:pt x="57785" y="597346"/>
                </a:cubicBezTo>
                <a:cubicBezTo>
                  <a:pt x="66879" y="606440"/>
                  <a:pt x="79724" y="610722"/>
                  <a:pt x="92455" y="608903"/>
                </a:cubicBezTo>
                <a:lnTo>
                  <a:pt x="138683" y="608903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6520A-D748-46B2-8856-F13069BB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583" y="1503385"/>
            <a:ext cx="138683" cy="669484"/>
          </a:xfrm>
          <a:custGeom xmlns:a="http://schemas.openxmlformats.org/drawingml/2006/main">
            <a:pathLst>
              <a:path w="138683" h="669484" fill="none">
                <a:moveTo>
                  <a:pt x="138683" y="1819"/>
                </a:moveTo>
                <a:lnTo>
                  <a:pt x="92455" y="1819"/>
                </a:lnTo>
                <a:cubicBezTo>
                  <a:pt x="79724" y="0"/>
                  <a:pt x="66879" y="4282"/>
                  <a:pt x="57785" y="13376"/>
                </a:cubicBezTo>
                <a:cubicBezTo>
                  <a:pt x="48691" y="22470"/>
                  <a:pt x="44409" y="35315"/>
                  <a:pt x="46228" y="48047"/>
                </a:cubicBezTo>
                <a:lnTo>
                  <a:pt x="46228" y="288515"/>
                </a:lnTo>
                <a:cubicBezTo>
                  <a:pt x="48047" y="301246"/>
                  <a:pt x="43765" y="314091"/>
                  <a:pt x="34671" y="323185"/>
                </a:cubicBezTo>
                <a:cubicBezTo>
                  <a:pt x="25577" y="332279"/>
                  <a:pt x="12732" y="336561"/>
                  <a:pt x="0" y="334742"/>
                </a:cubicBezTo>
                <a:cubicBezTo>
                  <a:pt x="12732" y="332923"/>
                  <a:pt x="25577" y="337205"/>
                  <a:pt x="34671" y="346299"/>
                </a:cubicBezTo>
                <a:cubicBezTo>
                  <a:pt x="43765" y="355393"/>
                  <a:pt x="48047" y="368238"/>
                  <a:pt x="46228" y="380970"/>
                </a:cubicBezTo>
                <a:lnTo>
                  <a:pt x="46228" y="621438"/>
                </a:lnTo>
                <a:cubicBezTo>
                  <a:pt x="44409" y="634170"/>
                  <a:pt x="48690" y="647015"/>
                  <a:pt x="57785" y="656109"/>
                </a:cubicBezTo>
                <a:cubicBezTo>
                  <a:pt x="66879" y="665203"/>
                  <a:pt x="79724" y="669484"/>
                  <a:pt x="92455" y="667666"/>
                </a:cubicBezTo>
                <a:lnTo>
                  <a:pt x="138683" y="667666"/>
                </a:lnTo>
              </a:path>
            </a:pathLst>
          </a:custGeom>
          <a:noFill xmlns:a="http://schemas.openxmlformats.org/drawingml/2006/main"/>
          <a:ln xmlns:a="http://schemas.openxmlformats.org/drawingml/2006/main" w="19207" cap="flat">
            <a:solidFill>
              <a:srgbClr val="000000"/>
            </a:solidFill>
            <a:round/>
          </a:ln>
        </p:spPr>
      </p:sp>
      <p:sp>
        <p:nvSpPr>
          <p:cNvPr id="181" name="Text System-Related">
            <a:extLst xmlns:a="http://schemas.openxmlformats.org/drawingml/2006/main">
              <a:ext uri="{FF2B5EF4-FFF2-40B4-BE49-F238E27FC236}">
                <a16:creationId xmlns:a16="http://schemas.microsoft.com/office/drawing/2014/main" id="{7C3BDFD4-7198-41F2-8562-D211455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83" y="1046165"/>
            <a:ext cx="1222791" cy="165815"/>
          </a:xfrm>
          <a:custGeom xmlns:a="http://schemas.openxmlformats.org/drawingml/2006/main">
            <a:pathLst>
              <a:path w="1222791" h="165815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37976" y="129188"/>
                </a:moveTo>
                <a:lnTo>
                  <a:pt x="110597" y="66362"/>
                </a:lnTo>
                <a:cubicBezTo>
                  <a:pt x="106427" y="56873"/>
                  <a:pt x="103405" y="51041"/>
                  <a:pt x="101531" y="48865"/>
                </a:cubicBezTo>
                <a:cubicBezTo>
                  <a:pt x="99537" y="46689"/>
                  <a:pt x="97150" y="45178"/>
                  <a:pt x="94369" y="44332"/>
                </a:cubicBezTo>
                <a:lnTo>
                  <a:pt x="94369" y="40978"/>
                </a:lnTo>
                <a:lnTo>
                  <a:pt x="139427" y="40978"/>
                </a:lnTo>
                <a:lnTo>
                  <a:pt x="139427" y="44332"/>
                </a:lnTo>
                <a:cubicBezTo>
                  <a:pt x="136405" y="44513"/>
                  <a:pt x="134320" y="45088"/>
                  <a:pt x="133171" y="46055"/>
                </a:cubicBezTo>
                <a:cubicBezTo>
                  <a:pt x="131962" y="47082"/>
                  <a:pt x="131358" y="48321"/>
                  <a:pt x="131358" y="49772"/>
                </a:cubicBezTo>
                <a:cubicBezTo>
                  <a:pt x="131358" y="52068"/>
                  <a:pt x="132869" y="56601"/>
                  <a:pt x="135891" y="63370"/>
                </a:cubicBezTo>
                <a:lnTo>
                  <a:pt x="150396" y="96551"/>
                </a:lnTo>
                <a:lnTo>
                  <a:pt x="160278" y="70895"/>
                </a:lnTo>
                <a:cubicBezTo>
                  <a:pt x="163784" y="61769"/>
                  <a:pt x="165567" y="55423"/>
                  <a:pt x="165627" y="51857"/>
                </a:cubicBezTo>
                <a:cubicBezTo>
                  <a:pt x="165627" y="49681"/>
                  <a:pt x="164902" y="47898"/>
                  <a:pt x="163451" y="46508"/>
                </a:cubicBezTo>
                <a:cubicBezTo>
                  <a:pt x="161880" y="45178"/>
                  <a:pt x="159251" y="44453"/>
                  <a:pt x="155564" y="44332"/>
                </a:cubicBezTo>
                <a:lnTo>
                  <a:pt x="155564" y="40978"/>
                </a:lnTo>
                <a:lnTo>
                  <a:pt x="183940" y="40978"/>
                </a:lnTo>
                <a:lnTo>
                  <a:pt x="183940" y="44332"/>
                </a:lnTo>
                <a:cubicBezTo>
                  <a:pt x="181099" y="44634"/>
                  <a:pt x="178833" y="45692"/>
                  <a:pt x="177141" y="47505"/>
                </a:cubicBezTo>
                <a:cubicBezTo>
                  <a:pt x="175327" y="49439"/>
                  <a:pt x="172396" y="55725"/>
                  <a:pt x="168347" y="66362"/>
                </a:cubicBezTo>
                <a:lnTo>
                  <a:pt x="144141" y="129188"/>
                </a:lnTo>
                <a:cubicBezTo>
                  <a:pt x="138037" y="144903"/>
                  <a:pt x="133504" y="154573"/>
                  <a:pt x="130542" y="158199"/>
                </a:cubicBezTo>
                <a:cubicBezTo>
                  <a:pt x="126311" y="163276"/>
                  <a:pt x="121083" y="165815"/>
                  <a:pt x="114858" y="165815"/>
                </a:cubicBezTo>
                <a:cubicBezTo>
                  <a:pt x="109842" y="165815"/>
                  <a:pt x="105792" y="164364"/>
                  <a:pt x="102710" y="161463"/>
                </a:cubicBezTo>
                <a:cubicBezTo>
                  <a:pt x="99507" y="158683"/>
                  <a:pt x="97935" y="155238"/>
                  <a:pt x="97996" y="151128"/>
                </a:cubicBezTo>
                <a:cubicBezTo>
                  <a:pt x="97996" y="147622"/>
                  <a:pt x="99084" y="144721"/>
                  <a:pt x="101259" y="142425"/>
                </a:cubicBezTo>
                <a:cubicBezTo>
                  <a:pt x="103314" y="140188"/>
                  <a:pt x="105943" y="139040"/>
                  <a:pt x="109147" y="138980"/>
                </a:cubicBezTo>
                <a:cubicBezTo>
                  <a:pt x="112108" y="139040"/>
                  <a:pt x="114556" y="140007"/>
                  <a:pt x="116490" y="141881"/>
                </a:cubicBezTo>
                <a:cubicBezTo>
                  <a:pt x="118243" y="143815"/>
                  <a:pt x="119180" y="146806"/>
                  <a:pt x="119300" y="150856"/>
                </a:cubicBezTo>
                <a:cubicBezTo>
                  <a:pt x="119361" y="153213"/>
                  <a:pt x="119633" y="154694"/>
                  <a:pt x="120116" y="155298"/>
                </a:cubicBezTo>
                <a:cubicBezTo>
                  <a:pt x="120539" y="155963"/>
                  <a:pt x="121234" y="156295"/>
                  <a:pt x="122202" y="156295"/>
                </a:cubicBezTo>
                <a:cubicBezTo>
                  <a:pt x="123652" y="156295"/>
                  <a:pt x="125193" y="155419"/>
                  <a:pt x="126825" y="153666"/>
                </a:cubicBezTo>
                <a:cubicBezTo>
                  <a:pt x="129243" y="151128"/>
                  <a:pt x="132083" y="145326"/>
                  <a:pt x="135347" y="136260"/>
                </a:cubicBezTo>
                <a:lnTo>
                  <a:pt x="137976" y="129188"/>
                </a:lnTo>
                <a:close/>
                <a:moveTo>
                  <a:pt x="242296" y="38621"/>
                </a:moveTo>
                <a:lnTo>
                  <a:pt x="243656" y="67541"/>
                </a:lnTo>
                <a:lnTo>
                  <a:pt x="240573" y="67541"/>
                </a:lnTo>
                <a:cubicBezTo>
                  <a:pt x="236826" y="59019"/>
                  <a:pt x="233019" y="53156"/>
                  <a:pt x="229151" y="49953"/>
                </a:cubicBezTo>
                <a:cubicBezTo>
                  <a:pt x="225101" y="46810"/>
                  <a:pt x="221142" y="45239"/>
                  <a:pt x="217274" y="45239"/>
                </a:cubicBezTo>
                <a:cubicBezTo>
                  <a:pt x="214736" y="45239"/>
                  <a:pt x="212620" y="46055"/>
                  <a:pt x="210928" y="47686"/>
                </a:cubicBezTo>
                <a:cubicBezTo>
                  <a:pt x="209175" y="49439"/>
                  <a:pt x="208299" y="51373"/>
                  <a:pt x="208299" y="53489"/>
                </a:cubicBezTo>
                <a:cubicBezTo>
                  <a:pt x="208299" y="55120"/>
                  <a:pt x="208903" y="56692"/>
                  <a:pt x="210112" y="58203"/>
                </a:cubicBezTo>
                <a:cubicBezTo>
                  <a:pt x="211986" y="60681"/>
                  <a:pt x="217395" y="64912"/>
                  <a:pt x="226340" y="70895"/>
                </a:cubicBezTo>
                <a:cubicBezTo>
                  <a:pt x="235225" y="76999"/>
                  <a:pt x="241087" y="82106"/>
                  <a:pt x="243928" y="86216"/>
                </a:cubicBezTo>
                <a:cubicBezTo>
                  <a:pt x="246708" y="90507"/>
                  <a:pt x="248098" y="95222"/>
                  <a:pt x="248098" y="100359"/>
                </a:cubicBezTo>
                <a:cubicBezTo>
                  <a:pt x="248098" y="105073"/>
                  <a:pt x="246920" y="109697"/>
                  <a:pt x="244562" y="114230"/>
                </a:cubicBezTo>
                <a:cubicBezTo>
                  <a:pt x="242145" y="118763"/>
                  <a:pt x="238821" y="122238"/>
                  <a:pt x="234590" y="124656"/>
                </a:cubicBezTo>
                <a:cubicBezTo>
                  <a:pt x="230238" y="127134"/>
                  <a:pt x="225494" y="128342"/>
                  <a:pt x="220357" y="128282"/>
                </a:cubicBezTo>
                <a:cubicBezTo>
                  <a:pt x="216247" y="128282"/>
                  <a:pt x="210837" y="127013"/>
                  <a:pt x="204129" y="124474"/>
                </a:cubicBezTo>
                <a:cubicBezTo>
                  <a:pt x="202255" y="123870"/>
                  <a:pt x="201016" y="123537"/>
                  <a:pt x="200412" y="123477"/>
                </a:cubicBezTo>
                <a:cubicBezTo>
                  <a:pt x="198417" y="123537"/>
                  <a:pt x="196755" y="125048"/>
                  <a:pt x="195426" y="128010"/>
                </a:cubicBezTo>
                <a:lnTo>
                  <a:pt x="192434" y="128010"/>
                </a:lnTo>
                <a:lnTo>
                  <a:pt x="190983" y="97549"/>
                </a:lnTo>
                <a:lnTo>
                  <a:pt x="194066" y="97549"/>
                </a:lnTo>
                <a:cubicBezTo>
                  <a:pt x="196725" y="105527"/>
                  <a:pt x="200472" y="111510"/>
                  <a:pt x="205307" y="115499"/>
                </a:cubicBezTo>
                <a:cubicBezTo>
                  <a:pt x="209961" y="119488"/>
                  <a:pt x="214434" y="121483"/>
                  <a:pt x="218725" y="121483"/>
                </a:cubicBezTo>
                <a:cubicBezTo>
                  <a:pt x="221565" y="121483"/>
                  <a:pt x="223953" y="120576"/>
                  <a:pt x="225887" y="118763"/>
                </a:cubicBezTo>
                <a:cubicBezTo>
                  <a:pt x="227700" y="117070"/>
                  <a:pt x="228607" y="114925"/>
                  <a:pt x="228607" y="112326"/>
                </a:cubicBezTo>
                <a:cubicBezTo>
                  <a:pt x="228607" y="109425"/>
                  <a:pt x="227700" y="106917"/>
                  <a:pt x="225887" y="104801"/>
                </a:cubicBezTo>
                <a:cubicBezTo>
                  <a:pt x="224013" y="102746"/>
                  <a:pt x="219964" y="99543"/>
                  <a:pt x="213739" y="95192"/>
                </a:cubicBezTo>
                <a:cubicBezTo>
                  <a:pt x="204491" y="88785"/>
                  <a:pt x="198508" y="83889"/>
                  <a:pt x="195788" y="80505"/>
                </a:cubicBezTo>
                <a:cubicBezTo>
                  <a:pt x="191799" y="75549"/>
                  <a:pt x="189805" y="70079"/>
                  <a:pt x="189805" y="64096"/>
                </a:cubicBezTo>
                <a:cubicBezTo>
                  <a:pt x="189805" y="57629"/>
                  <a:pt x="192071" y="51706"/>
                  <a:pt x="196604" y="46327"/>
                </a:cubicBezTo>
                <a:cubicBezTo>
                  <a:pt x="201016" y="41068"/>
                  <a:pt x="207513" y="38439"/>
                  <a:pt x="216096" y="38439"/>
                </a:cubicBezTo>
                <a:cubicBezTo>
                  <a:pt x="220689" y="38439"/>
                  <a:pt x="225131" y="39557"/>
                  <a:pt x="229422" y="41794"/>
                </a:cubicBezTo>
                <a:cubicBezTo>
                  <a:pt x="231054" y="42700"/>
                  <a:pt x="232384" y="43153"/>
                  <a:pt x="233411" y="43153"/>
                </a:cubicBezTo>
                <a:cubicBezTo>
                  <a:pt x="234499" y="43153"/>
                  <a:pt x="235376" y="42912"/>
                  <a:pt x="236041" y="42428"/>
                </a:cubicBezTo>
                <a:cubicBezTo>
                  <a:pt x="236645" y="42005"/>
                  <a:pt x="237703" y="40736"/>
                  <a:pt x="239214" y="38621"/>
                </a:cubicBezTo>
                <a:lnTo>
                  <a:pt x="242296" y="38621"/>
                </a:lnTo>
                <a:close/>
                <a:moveTo>
                  <a:pt x="292777" y="9972"/>
                </a:moveTo>
                <a:lnTo>
                  <a:pt x="292777" y="40978"/>
                </a:lnTo>
                <a:lnTo>
                  <a:pt x="312904" y="40978"/>
                </a:lnTo>
                <a:lnTo>
                  <a:pt x="312904" y="49953"/>
                </a:lnTo>
                <a:lnTo>
                  <a:pt x="292777" y="49953"/>
                </a:lnTo>
                <a:lnTo>
                  <a:pt x="292777" y="102263"/>
                </a:lnTo>
                <a:cubicBezTo>
                  <a:pt x="292777" y="107219"/>
                  <a:pt x="293019" y="110362"/>
                  <a:pt x="293503" y="111691"/>
                </a:cubicBezTo>
                <a:cubicBezTo>
                  <a:pt x="293865" y="113202"/>
                  <a:pt x="294651" y="114351"/>
                  <a:pt x="295860" y="115136"/>
                </a:cubicBezTo>
                <a:cubicBezTo>
                  <a:pt x="296948" y="116043"/>
                  <a:pt x="298005" y="116496"/>
                  <a:pt x="299033" y="116496"/>
                </a:cubicBezTo>
                <a:cubicBezTo>
                  <a:pt x="302901" y="116496"/>
                  <a:pt x="306618" y="113505"/>
                  <a:pt x="310184" y="107521"/>
                </a:cubicBezTo>
                <a:lnTo>
                  <a:pt x="312904" y="109516"/>
                </a:lnTo>
                <a:cubicBezTo>
                  <a:pt x="307948" y="121120"/>
                  <a:pt x="300000" y="126922"/>
                  <a:pt x="289060" y="126922"/>
                </a:cubicBezTo>
                <a:cubicBezTo>
                  <a:pt x="283681" y="126922"/>
                  <a:pt x="279148" y="125411"/>
                  <a:pt x="275462" y="122389"/>
                </a:cubicBezTo>
                <a:cubicBezTo>
                  <a:pt x="271654" y="119488"/>
                  <a:pt x="269267" y="116164"/>
                  <a:pt x="268300" y="112417"/>
                </a:cubicBezTo>
                <a:cubicBezTo>
                  <a:pt x="267635" y="110362"/>
                  <a:pt x="267333" y="104801"/>
                  <a:pt x="267393" y="95735"/>
                </a:cubicBezTo>
                <a:lnTo>
                  <a:pt x="267393" y="49953"/>
                </a:lnTo>
                <a:lnTo>
                  <a:pt x="256333" y="49953"/>
                </a:lnTo>
                <a:lnTo>
                  <a:pt x="256333" y="46780"/>
                </a:lnTo>
                <a:cubicBezTo>
                  <a:pt x="263948" y="41461"/>
                  <a:pt x="270445" y="35810"/>
                  <a:pt x="275824" y="29827"/>
                </a:cubicBezTo>
                <a:cubicBezTo>
                  <a:pt x="281143" y="23964"/>
                  <a:pt x="285797" y="17346"/>
                  <a:pt x="289786" y="9972"/>
                </a:cubicBezTo>
                <a:lnTo>
                  <a:pt x="292777" y="9972"/>
                </a:lnTo>
                <a:close/>
                <a:moveTo>
                  <a:pt x="395059" y="80324"/>
                </a:moveTo>
                <a:lnTo>
                  <a:pt x="348551" y="80324"/>
                </a:lnTo>
                <a:cubicBezTo>
                  <a:pt x="349095" y="91565"/>
                  <a:pt x="352087" y="100450"/>
                  <a:pt x="357526" y="106977"/>
                </a:cubicBezTo>
                <a:cubicBezTo>
                  <a:pt x="361636" y="111994"/>
                  <a:pt x="366653" y="114502"/>
                  <a:pt x="372576" y="114502"/>
                </a:cubicBezTo>
                <a:cubicBezTo>
                  <a:pt x="376141" y="114562"/>
                  <a:pt x="379435" y="113535"/>
                  <a:pt x="382457" y="111419"/>
                </a:cubicBezTo>
                <a:cubicBezTo>
                  <a:pt x="385419" y="109425"/>
                  <a:pt x="388592" y="105799"/>
                  <a:pt x="391977" y="100540"/>
                </a:cubicBezTo>
                <a:lnTo>
                  <a:pt x="395059" y="102535"/>
                </a:lnTo>
                <a:cubicBezTo>
                  <a:pt x="390405" y="111903"/>
                  <a:pt x="385328" y="118521"/>
                  <a:pt x="379828" y="122389"/>
                </a:cubicBezTo>
                <a:cubicBezTo>
                  <a:pt x="374268" y="126318"/>
                  <a:pt x="367831" y="128282"/>
                  <a:pt x="360518" y="128282"/>
                </a:cubicBezTo>
                <a:cubicBezTo>
                  <a:pt x="347886" y="128342"/>
                  <a:pt x="338367" y="123507"/>
                  <a:pt x="331961" y="113777"/>
                </a:cubicBezTo>
                <a:cubicBezTo>
                  <a:pt x="326763" y="105980"/>
                  <a:pt x="324164" y="96310"/>
                  <a:pt x="324164" y="84766"/>
                </a:cubicBezTo>
                <a:cubicBezTo>
                  <a:pt x="324103" y="70683"/>
                  <a:pt x="327941" y="59412"/>
                  <a:pt x="335678" y="50950"/>
                </a:cubicBezTo>
                <a:cubicBezTo>
                  <a:pt x="343293" y="42610"/>
                  <a:pt x="352238" y="38439"/>
                  <a:pt x="362512" y="38439"/>
                </a:cubicBezTo>
                <a:cubicBezTo>
                  <a:pt x="371095" y="38500"/>
                  <a:pt x="378559" y="42005"/>
                  <a:pt x="384905" y="48956"/>
                </a:cubicBezTo>
                <a:cubicBezTo>
                  <a:pt x="391130" y="56027"/>
                  <a:pt x="394515" y="66483"/>
                  <a:pt x="395059" y="80324"/>
                </a:cubicBezTo>
                <a:moveTo>
                  <a:pt x="372757" y="74249"/>
                </a:moveTo>
                <a:cubicBezTo>
                  <a:pt x="372696" y="64579"/>
                  <a:pt x="372183" y="57901"/>
                  <a:pt x="371216" y="54214"/>
                </a:cubicBezTo>
                <a:cubicBezTo>
                  <a:pt x="370128" y="50648"/>
                  <a:pt x="368466" y="47898"/>
                  <a:pt x="366229" y="45964"/>
                </a:cubicBezTo>
                <a:cubicBezTo>
                  <a:pt x="364900" y="44876"/>
                  <a:pt x="363208" y="44332"/>
                  <a:pt x="361153" y="44332"/>
                </a:cubicBezTo>
                <a:cubicBezTo>
                  <a:pt x="357949" y="44332"/>
                  <a:pt x="355381" y="45873"/>
                  <a:pt x="353447" y="48956"/>
                </a:cubicBezTo>
                <a:cubicBezTo>
                  <a:pt x="349881" y="54395"/>
                  <a:pt x="348098" y="61769"/>
                  <a:pt x="348098" y="71076"/>
                </a:cubicBezTo>
                <a:lnTo>
                  <a:pt x="348098" y="74249"/>
                </a:lnTo>
                <a:lnTo>
                  <a:pt x="372757" y="74249"/>
                </a:lnTo>
                <a:close/>
                <a:moveTo>
                  <a:pt x="441573" y="40978"/>
                </a:moveTo>
                <a:lnTo>
                  <a:pt x="441573" y="52129"/>
                </a:lnTo>
                <a:cubicBezTo>
                  <a:pt x="446166" y="47112"/>
                  <a:pt x="450488" y="43546"/>
                  <a:pt x="454537" y="41431"/>
                </a:cubicBezTo>
                <a:cubicBezTo>
                  <a:pt x="458405" y="39436"/>
                  <a:pt x="462727" y="38439"/>
                  <a:pt x="467501" y="38439"/>
                </a:cubicBezTo>
                <a:cubicBezTo>
                  <a:pt x="472880" y="38439"/>
                  <a:pt x="477444" y="39708"/>
                  <a:pt x="481191" y="42247"/>
                </a:cubicBezTo>
                <a:cubicBezTo>
                  <a:pt x="484878" y="44846"/>
                  <a:pt x="487718" y="48714"/>
                  <a:pt x="489713" y="53851"/>
                </a:cubicBezTo>
                <a:cubicBezTo>
                  <a:pt x="494487" y="48472"/>
                  <a:pt x="499141" y="44544"/>
                  <a:pt x="503674" y="42066"/>
                </a:cubicBezTo>
                <a:cubicBezTo>
                  <a:pt x="508086" y="39648"/>
                  <a:pt x="512710" y="38439"/>
                  <a:pt x="517545" y="38439"/>
                </a:cubicBezTo>
                <a:cubicBezTo>
                  <a:pt x="523347" y="38500"/>
                  <a:pt x="528031" y="39829"/>
                  <a:pt x="531597" y="42428"/>
                </a:cubicBezTo>
                <a:cubicBezTo>
                  <a:pt x="535042" y="45208"/>
                  <a:pt x="537460" y="48623"/>
                  <a:pt x="538850" y="52673"/>
                </a:cubicBezTo>
                <a:cubicBezTo>
                  <a:pt x="540179" y="56843"/>
                  <a:pt x="540844" y="63461"/>
                  <a:pt x="540844" y="72527"/>
                </a:cubicBezTo>
                <a:lnTo>
                  <a:pt x="540844" y="107249"/>
                </a:lnTo>
                <a:cubicBezTo>
                  <a:pt x="540844" y="113837"/>
                  <a:pt x="541448" y="117886"/>
                  <a:pt x="542657" y="119397"/>
                </a:cubicBezTo>
                <a:cubicBezTo>
                  <a:pt x="543806" y="121029"/>
                  <a:pt x="546253" y="122057"/>
                  <a:pt x="550001" y="122480"/>
                </a:cubicBezTo>
                <a:lnTo>
                  <a:pt x="550001" y="125743"/>
                </a:lnTo>
                <a:lnTo>
                  <a:pt x="506213" y="125743"/>
                </a:lnTo>
                <a:lnTo>
                  <a:pt x="506213" y="122480"/>
                </a:lnTo>
                <a:cubicBezTo>
                  <a:pt x="509658" y="122238"/>
                  <a:pt x="512196" y="120908"/>
                  <a:pt x="513828" y="118491"/>
                </a:cubicBezTo>
                <a:cubicBezTo>
                  <a:pt x="514916" y="116919"/>
                  <a:pt x="515460" y="113172"/>
                  <a:pt x="515460" y="107249"/>
                </a:cubicBezTo>
                <a:lnTo>
                  <a:pt x="515460" y="70804"/>
                </a:lnTo>
                <a:cubicBezTo>
                  <a:pt x="515460" y="63310"/>
                  <a:pt x="515157" y="58505"/>
                  <a:pt x="514553" y="56390"/>
                </a:cubicBezTo>
                <a:cubicBezTo>
                  <a:pt x="513888" y="54335"/>
                  <a:pt x="512951" y="52794"/>
                  <a:pt x="511743" y="51766"/>
                </a:cubicBezTo>
                <a:cubicBezTo>
                  <a:pt x="510353" y="50799"/>
                  <a:pt x="508811" y="50316"/>
                  <a:pt x="507119" y="50316"/>
                </a:cubicBezTo>
                <a:cubicBezTo>
                  <a:pt x="504460" y="50316"/>
                  <a:pt x="501831" y="51252"/>
                  <a:pt x="499232" y="53126"/>
                </a:cubicBezTo>
                <a:cubicBezTo>
                  <a:pt x="496572" y="55060"/>
                  <a:pt x="493883" y="57931"/>
                  <a:pt x="491163" y="61738"/>
                </a:cubicBezTo>
                <a:lnTo>
                  <a:pt x="491163" y="107249"/>
                </a:lnTo>
                <a:cubicBezTo>
                  <a:pt x="491163" y="113414"/>
                  <a:pt x="491677" y="117252"/>
                  <a:pt x="492704" y="118763"/>
                </a:cubicBezTo>
                <a:cubicBezTo>
                  <a:pt x="494034" y="121059"/>
                  <a:pt x="496693" y="122298"/>
                  <a:pt x="500682" y="122480"/>
                </a:cubicBezTo>
                <a:lnTo>
                  <a:pt x="500682" y="125743"/>
                </a:lnTo>
                <a:lnTo>
                  <a:pt x="456804" y="125743"/>
                </a:lnTo>
                <a:lnTo>
                  <a:pt x="456804" y="122480"/>
                </a:lnTo>
                <a:cubicBezTo>
                  <a:pt x="459161" y="122419"/>
                  <a:pt x="461034" y="121815"/>
                  <a:pt x="462424" y="120667"/>
                </a:cubicBezTo>
                <a:cubicBezTo>
                  <a:pt x="463754" y="119700"/>
                  <a:pt x="464661" y="118430"/>
                  <a:pt x="465144" y="116859"/>
                </a:cubicBezTo>
                <a:cubicBezTo>
                  <a:pt x="465567" y="115469"/>
                  <a:pt x="465779" y="112266"/>
                  <a:pt x="465779" y="107249"/>
                </a:cubicBezTo>
                <a:lnTo>
                  <a:pt x="465779" y="70804"/>
                </a:lnTo>
                <a:cubicBezTo>
                  <a:pt x="465779" y="63129"/>
                  <a:pt x="465477" y="58324"/>
                  <a:pt x="464872" y="56390"/>
                </a:cubicBezTo>
                <a:cubicBezTo>
                  <a:pt x="464207" y="54516"/>
                  <a:pt x="463210" y="53005"/>
                  <a:pt x="461880" y="51857"/>
                </a:cubicBezTo>
                <a:cubicBezTo>
                  <a:pt x="460430" y="50769"/>
                  <a:pt x="458889" y="50225"/>
                  <a:pt x="457257" y="50225"/>
                </a:cubicBezTo>
                <a:cubicBezTo>
                  <a:pt x="454779" y="50225"/>
                  <a:pt x="452573" y="50859"/>
                  <a:pt x="450639" y="52129"/>
                </a:cubicBezTo>
                <a:cubicBezTo>
                  <a:pt x="447738" y="54063"/>
                  <a:pt x="444716" y="57266"/>
                  <a:pt x="441573" y="61738"/>
                </a:cubicBezTo>
                <a:lnTo>
                  <a:pt x="441573" y="107249"/>
                </a:lnTo>
                <a:cubicBezTo>
                  <a:pt x="441573" y="113233"/>
                  <a:pt x="442177" y="117161"/>
                  <a:pt x="443386" y="119035"/>
                </a:cubicBezTo>
                <a:cubicBezTo>
                  <a:pt x="444534" y="120969"/>
                  <a:pt x="446982" y="122117"/>
                  <a:pt x="450729" y="122480"/>
                </a:cubicBezTo>
                <a:lnTo>
                  <a:pt x="450729" y="125743"/>
                </a:lnTo>
                <a:lnTo>
                  <a:pt x="407032" y="125743"/>
                </a:lnTo>
                <a:lnTo>
                  <a:pt x="407032" y="122480"/>
                </a:lnTo>
                <a:cubicBezTo>
                  <a:pt x="410537" y="122117"/>
                  <a:pt x="413076" y="120969"/>
                  <a:pt x="414647" y="119035"/>
                </a:cubicBezTo>
                <a:cubicBezTo>
                  <a:pt x="415614" y="117705"/>
                  <a:pt x="416128" y="113777"/>
                  <a:pt x="416189" y="107249"/>
                </a:cubicBezTo>
                <a:lnTo>
                  <a:pt x="416189" y="59381"/>
                </a:lnTo>
                <a:cubicBezTo>
                  <a:pt x="416189" y="52975"/>
                  <a:pt x="415614" y="48986"/>
                  <a:pt x="414466" y="47414"/>
                </a:cubicBezTo>
                <a:cubicBezTo>
                  <a:pt x="413197" y="45903"/>
                  <a:pt x="410719" y="44876"/>
                  <a:pt x="407032" y="44332"/>
                </a:cubicBezTo>
                <a:lnTo>
                  <a:pt x="407032" y="40978"/>
                </a:lnTo>
                <a:lnTo>
                  <a:pt x="441573" y="40978"/>
                </a:lnTo>
                <a:close/>
                <a:moveTo>
                  <a:pt x="611186" y="92472"/>
                </a:moveTo>
                <a:lnTo>
                  <a:pt x="558332" y="92472"/>
                </a:lnTo>
                <a:lnTo>
                  <a:pt x="558332" y="73705"/>
                </a:lnTo>
                <a:lnTo>
                  <a:pt x="611186" y="73705"/>
                </a:lnTo>
                <a:lnTo>
                  <a:pt x="611186" y="92472"/>
                </a:lnTo>
                <a:close/>
                <a:moveTo>
                  <a:pt x="667141" y="69716"/>
                </a:moveTo>
                <a:lnTo>
                  <a:pt x="667141" y="104167"/>
                </a:lnTo>
                <a:cubicBezTo>
                  <a:pt x="667141" y="110815"/>
                  <a:pt x="667564" y="114985"/>
                  <a:pt x="668410" y="116678"/>
                </a:cubicBezTo>
                <a:cubicBezTo>
                  <a:pt x="669135" y="118491"/>
                  <a:pt x="670556" y="119881"/>
                  <a:pt x="672671" y="120848"/>
                </a:cubicBezTo>
                <a:cubicBezTo>
                  <a:pt x="674726" y="121875"/>
                  <a:pt x="678564" y="122389"/>
                  <a:pt x="684185" y="122389"/>
                </a:cubicBezTo>
                <a:lnTo>
                  <a:pt x="684185" y="125743"/>
                </a:lnTo>
                <a:lnTo>
                  <a:pt x="621268" y="125743"/>
                </a:lnTo>
                <a:lnTo>
                  <a:pt x="621268" y="122389"/>
                </a:lnTo>
                <a:cubicBezTo>
                  <a:pt x="626888" y="122389"/>
                  <a:pt x="630757" y="121845"/>
                  <a:pt x="632872" y="120757"/>
                </a:cubicBezTo>
                <a:cubicBezTo>
                  <a:pt x="634866" y="119790"/>
                  <a:pt x="636287" y="118430"/>
                  <a:pt x="637133" y="116678"/>
                </a:cubicBezTo>
                <a:cubicBezTo>
                  <a:pt x="637919" y="114985"/>
                  <a:pt x="638311" y="110815"/>
                  <a:pt x="638311" y="104167"/>
                </a:cubicBezTo>
                <a:lnTo>
                  <a:pt x="638311" y="24387"/>
                </a:lnTo>
                <a:cubicBezTo>
                  <a:pt x="638311" y="17799"/>
                  <a:pt x="637919" y="13599"/>
                  <a:pt x="637133" y="11786"/>
                </a:cubicBezTo>
                <a:cubicBezTo>
                  <a:pt x="636287" y="10093"/>
                  <a:pt x="634836" y="8733"/>
                  <a:pt x="632781" y="7706"/>
                </a:cubicBezTo>
                <a:cubicBezTo>
                  <a:pt x="630666" y="6739"/>
                  <a:pt x="626828" y="6225"/>
                  <a:pt x="621268" y="6165"/>
                </a:cubicBezTo>
                <a:lnTo>
                  <a:pt x="621268" y="2810"/>
                </a:lnTo>
                <a:lnTo>
                  <a:pt x="678383" y="2810"/>
                </a:lnTo>
                <a:cubicBezTo>
                  <a:pt x="693251" y="2810"/>
                  <a:pt x="704130" y="3838"/>
                  <a:pt x="711020" y="5893"/>
                </a:cubicBezTo>
                <a:cubicBezTo>
                  <a:pt x="717910" y="8008"/>
                  <a:pt x="723531" y="11786"/>
                  <a:pt x="727882" y="17225"/>
                </a:cubicBezTo>
                <a:cubicBezTo>
                  <a:pt x="732234" y="22786"/>
                  <a:pt x="734410" y="29283"/>
                  <a:pt x="734410" y="36717"/>
                </a:cubicBezTo>
                <a:cubicBezTo>
                  <a:pt x="734410" y="45843"/>
                  <a:pt x="731146" y="53337"/>
                  <a:pt x="724618" y="59200"/>
                </a:cubicBezTo>
                <a:cubicBezTo>
                  <a:pt x="720448" y="62947"/>
                  <a:pt x="714616" y="65758"/>
                  <a:pt x="707121" y="67631"/>
                </a:cubicBezTo>
                <a:lnTo>
                  <a:pt x="736676" y="109244"/>
                </a:lnTo>
                <a:cubicBezTo>
                  <a:pt x="740544" y="114623"/>
                  <a:pt x="743294" y="117977"/>
                  <a:pt x="744926" y="119307"/>
                </a:cubicBezTo>
                <a:cubicBezTo>
                  <a:pt x="747343" y="121241"/>
                  <a:pt x="750214" y="122268"/>
                  <a:pt x="753539" y="122389"/>
                </a:cubicBezTo>
                <a:lnTo>
                  <a:pt x="753539" y="125743"/>
                </a:lnTo>
                <a:lnTo>
                  <a:pt x="714827" y="125743"/>
                </a:lnTo>
                <a:lnTo>
                  <a:pt x="675209" y="69716"/>
                </a:lnTo>
                <a:lnTo>
                  <a:pt x="667141" y="69716"/>
                </a:lnTo>
                <a:moveTo>
                  <a:pt x="667141" y="9428"/>
                </a:moveTo>
                <a:lnTo>
                  <a:pt x="667141" y="63280"/>
                </a:lnTo>
                <a:lnTo>
                  <a:pt x="672308" y="63280"/>
                </a:lnTo>
                <a:cubicBezTo>
                  <a:pt x="680709" y="63280"/>
                  <a:pt x="686995" y="62494"/>
                  <a:pt x="691165" y="60923"/>
                </a:cubicBezTo>
                <a:cubicBezTo>
                  <a:pt x="695275" y="59472"/>
                  <a:pt x="698569" y="56692"/>
                  <a:pt x="701047" y="52582"/>
                </a:cubicBezTo>
                <a:cubicBezTo>
                  <a:pt x="703404" y="48593"/>
                  <a:pt x="704583" y="43365"/>
                  <a:pt x="704583" y="36898"/>
                </a:cubicBezTo>
                <a:cubicBezTo>
                  <a:pt x="704583" y="27590"/>
                  <a:pt x="702407" y="20670"/>
                  <a:pt x="698055" y="16137"/>
                </a:cubicBezTo>
                <a:cubicBezTo>
                  <a:pt x="693583" y="11725"/>
                  <a:pt x="686512" y="9489"/>
                  <a:pt x="676841" y="9428"/>
                </a:cubicBezTo>
                <a:lnTo>
                  <a:pt x="667141" y="9428"/>
                </a:lnTo>
                <a:close/>
                <a:moveTo>
                  <a:pt x="830420" y="80324"/>
                </a:moveTo>
                <a:lnTo>
                  <a:pt x="783912" y="80324"/>
                </a:lnTo>
                <a:cubicBezTo>
                  <a:pt x="784456" y="91565"/>
                  <a:pt x="787448" y="100450"/>
                  <a:pt x="792888" y="106977"/>
                </a:cubicBezTo>
                <a:cubicBezTo>
                  <a:pt x="796997" y="111994"/>
                  <a:pt x="802014" y="114502"/>
                  <a:pt x="807937" y="114502"/>
                </a:cubicBezTo>
                <a:cubicBezTo>
                  <a:pt x="811503" y="114562"/>
                  <a:pt x="814797" y="113535"/>
                  <a:pt x="817819" y="111419"/>
                </a:cubicBezTo>
                <a:cubicBezTo>
                  <a:pt x="820780" y="109425"/>
                  <a:pt x="823953" y="105799"/>
                  <a:pt x="827338" y="100540"/>
                </a:cubicBezTo>
                <a:lnTo>
                  <a:pt x="830420" y="102535"/>
                </a:lnTo>
                <a:cubicBezTo>
                  <a:pt x="825766" y="111903"/>
                  <a:pt x="820690" y="118521"/>
                  <a:pt x="815190" y="122389"/>
                </a:cubicBezTo>
                <a:cubicBezTo>
                  <a:pt x="809629" y="126318"/>
                  <a:pt x="803192" y="128282"/>
                  <a:pt x="795879" y="128282"/>
                </a:cubicBezTo>
                <a:cubicBezTo>
                  <a:pt x="783248" y="128342"/>
                  <a:pt x="773728" y="123507"/>
                  <a:pt x="767322" y="113777"/>
                </a:cubicBezTo>
                <a:cubicBezTo>
                  <a:pt x="762124" y="105980"/>
                  <a:pt x="759525" y="96310"/>
                  <a:pt x="759525" y="84766"/>
                </a:cubicBezTo>
                <a:cubicBezTo>
                  <a:pt x="759465" y="70683"/>
                  <a:pt x="763303" y="59412"/>
                  <a:pt x="771039" y="50950"/>
                </a:cubicBezTo>
                <a:cubicBezTo>
                  <a:pt x="778654" y="42610"/>
                  <a:pt x="787599" y="38439"/>
                  <a:pt x="797874" y="38439"/>
                </a:cubicBezTo>
                <a:cubicBezTo>
                  <a:pt x="806456" y="38500"/>
                  <a:pt x="813920" y="42005"/>
                  <a:pt x="820266" y="48956"/>
                </a:cubicBezTo>
                <a:cubicBezTo>
                  <a:pt x="826492" y="56027"/>
                  <a:pt x="829876" y="66483"/>
                  <a:pt x="830420" y="80324"/>
                </a:cubicBezTo>
                <a:moveTo>
                  <a:pt x="808118" y="74249"/>
                </a:moveTo>
                <a:cubicBezTo>
                  <a:pt x="808058" y="64579"/>
                  <a:pt x="807544" y="57901"/>
                  <a:pt x="806577" y="54214"/>
                </a:cubicBezTo>
                <a:cubicBezTo>
                  <a:pt x="805489" y="50648"/>
                  <a:pt x="803827" y="47898"/>
                  <a:pt x="801591" y="45964"/>
                </a:cubicBezTo>
                <a:cubicBezTo>
                  <a:pt x="800261" y="44876"/>
                  <a:pt x="798569" y="44332"/>
                  <a:pt x="796514" y="44332"/>
                </a:cubicBezTo>
                <a:cubicBezTo>
                  <a:pt x="793311" y="44332"/>
                  <a:pt x="790742" y="45873"/>
                  <a:pt x="788808" y="48956"/>
                </a:cubicBezTo>
                <a:cubicBezTo>
                  <a:pt x="785242" y="54395"/>
                  <a:pt x="783459" y="61769"/>
                  <a:pt x="783459" y="71076"/>
                </a:cubicBezTo>
                <a:lnTo>
                  <a:pt x="783459" y="74249"/>
                </a:lnTo>
                <a:lnTo>
                  <a:pt x="808118" y="74249"/>
                </a:lnTo>
                <a:close/>
                <a:moveTo>
                  <a:pt x="874939" y="2810"/>
                </a:moveTo>
                <a:lnTo>
                  <a:pt x="874939" y="108156"/>
                </a:lnTo>
                <a:cubicBezTo>
                  <a:pt x="874939" y="114139"/>
                  <a:pt x="875634" y="117947"/>
                  <a:pt x="877025" y="119579"/>
                </a:cubicBezTo>
                <a:cubicBezTo>
                  <a:pt x="878354" y="121331"/>
                  <a:pt x="881074" y="122298"/>
                  <a:pt x="885184" y="122480"/>
                </a:cubicBezTo>
                <a:lnTo>
                  <a:pt x="885184" y="125743"/>
                </a:lnTo>
                <a:lnTo>
                  <a:pt x="839401" y="125743"/>
                </a:lnTo>
                <a:lnTo>
                  <a:pt x="839401" y="122480"/>
                </a:lnTo>
                <a:cubicBezTo>
                  <a:pt x="843088" y="122419"/>
                  <a:pt x="845868" y="121331"/>
                  <a:pt x="847742" y="119216"/>
                </a:cubicBezTo>
                <a:cubicBezTo>
                  <a:pt x="848890" y="117886"/>
                  <a:pt x="849495" y="114200"/>
                  <a:pt x="849555" y="108156"/>
                </a:cubicBezTo>
                <a:lnTo>
                  <a:pt x="849555" y="20398"/>
                </a:lnTo>
                <a:cubicBezTo>
                  <a:pt x="849495" y="14536"/>
                  <a:pt x="848800" y="10728"/>
                  <a:pt x="847470" y="8975"/>
                </a:cubicBezTo>
                <a:cubicBezTo>
                  <a:pt x="846080" y="7404"/>
                  <a:pt x="843390" y="6467"/>
                  <a:pt x="839401" y="6165"/>
                </a:cubicBezTo>
                <a:lnTo>
                  <a:pt x="839401" y="2810"/>
                </a:lnTo>
                <a:lnTo>
                  <a:pt x="874939" y="2810"/>
                </a:lnTo>
                <a:close/>
                <a:moveTo>
                  <a:pt x="939757" y="113233"/>
                </a:moveTo>
                <a:cubicBezTo>
                  <a:pt x="929422" y="122419"/>
                  <a:pt x="920145" y="126982"/>
                  <a:pt x="911925" y="126922"/>
                </a:cubicBezTo>
                <a:cubicBezTo>
                  <a:pt x="907030" y="126922"/>
                  <a:pt x="903011" y="125320"/>
                  <a:pt x="899868" y="122117"/>
                </a:cubicBezTo>
                <a:cubicBezTo>
                  <a:pt x="896664" y="119035"/>
                  <a:pt x="895063" y="115076"/>
                  <a:pt x="895063" y="110241"/>
                </a:cubicBezTo>
                <a:cubicBezTo>
                  <a:pt x="895063" y="103834"/>
                  <a:pt x="897843" y="98002"/>
                  <a:pt x="903403" y="92744"/>
                </a:cubicBezTo>
                <a:cubicBezTo>
                  <a:pt x="908903" y="87667"/>
                  <a:pt x="921021" y="80807"/>
                  <a:pt x="939757" y="72164"/>
                </a:cubicBezTo>
                <a:lnTo>
                  <a:pt x="939757" y="63642"/>
                </a:lnTo>
                <a:cubicBezTo>
                  <a:pt x="939697" y="57296"/>
                  <a:pt x="939365" y="53247"/>
                  <a:pt x="938760" y="51494"/>
                </a:cubicBezTo>
                <a:cubicBezTo>
                  <a:pt x="937975" y="49862"/>
                  <a:pt x="936645" y="48412"/>
                  <a:pt x="934771" y="47142"/>
                </a:cubicBezTo>
                <a:cubicBezTo>
                  <a:pt x="932837" y="45994"/>
                  <a:pt x="930661" y="45390"/>
                  <a:pt x="928244" y="45329"/>
                </a:cubicBezTo>
                <a:cubicBezTo>
                  <a:pt x="924315" y="45390"/>
                  <a:pt x="921082" y="46266"/>
                  <a:pt x="918543" y="47958"/>
                </a:cubicBezTo>
                <a:cubicBezTo>
                  <a:pt x="916972" y="49046"/>
                  <a:pt x="916186" y="50316"/>
                  <a:pt x="916186" y="51766"/>
                </a:cubicBezTo>
                <a:cubicBezTo>
                  <a:pt x="916126" y="53035"/>
                  <a:pt x="916972" y="54607"/>
                  <a:pt x="918725" y="56480"/>
                </a:cubicBezTo>
                <a:cubicBezTo>
                  <a:pt x="920961" y="59140"/>
                  <a:pt x="922109" y="61648"/>
                  <a:pt x="922170" y="64005"/>
                </a:cubicBezTo>
                <a:cubicBezTo>
                  <a:pt x="922170" y="67027"/>
                  <a:pt x="921082" y="69535"/>
                  <a:pt x="918906" y="71530"/>
                </a:cubicBezTo>
                <a:cubicBezTo>
                  <a:pt x="916609" y="73645"/>
                  <a:pt x="913708" y="74703"/>
                  <a:pt x="910203" y="74703"/>
                </a:cubicBezTo>
                <a:cubicBezTo>
                  <a:pt x="906395" y="74703"/>
                  <a:pt x="903222" y="73554"/>
                  <a:pt x="900684" y="71258"/>
                </a:cubicBezTo>
                <a:cubicBezTo>
                  <a:pt x="898024" y="69021"/>
                  <a:pt x="896725" y="66332"/>
                  <a:pt x="896785" y="63189"/>
                </a:cubicBezTo>
                <a:cubicBezTo>
                  <a:pt x="896785" y="58837"/>
                  <a:pt x="898508" y="54667"/>
                  <a:pt x="901953" y="50678"/>
                </a:cubicBezTo>
                <a:cubicBezTo>
                  <a:pt x="905398" y="46810"/>
                  <a:pt x="910203" y="43788"/>
                  <a:pt x="916368" y="41612"/>
                </a:cubicBezTo>
                <a:cubicBezTo>
                  <a:pt x="922532" y="39557"/>
                  <a:pt x="928939" y="38500"/>
                  <a:pt x="935587" y="38439"/>
                </a:cubicBezTo>
                <a:cubicBezTo>
                  <a:pt x="943626" y="38500"/>
                  <a:pt x="950002" y="40192"/>
                  <a:pt x="954716" y="43516"/>
                </a:cubicBezTo>
                <a:cubicBezTo>
                  <a:pt x="959310" y="46961"/>
                  <a:pt x="962331" y="50678"/>
                  <a:pt x="963782" y="54667"/>
                </a:cubicBezTo>
                <a:cubicBezTo>
                  <a:pt x="964568" y="57206"/>
                  <a:pt x="964991" y="63038"/>
                  <a:pt x="965051" y="72164"/>
                </a:cubicBezTo>
                <a:lnTo>
                  <a:pt x="965051" y="105073"/>
                </a:lnTo>
                <a:cubicBezTo>
                  <a:pt x="965051" y="109002"/>
                  <a:pt x="965202" y="111419"/>
                  <a:pt x="965505" y="112326"/>
                </a:cubicBezTo>
                <a:cubicBezTo>
                  <a:pt x="965746" y="113414"/>
                  <a:pt x="966200" y="114169"/>
                  <a:pt x="966864" y="114592"/>
                </a:cubicBezTo>
                <a:cubicBezTo>
                  <a:pt x="967408" y="115076"/>
                  <a:pt x="968103" y="115318"/>
                  <a:pt x="968950" y="115318"/>
                </a:cubicBezTo>
                <a:cubicBezTo>
                  <a:pt x="970461" y="115378"/>
                  <a:pt x="972062" y="114260"/>
                  <a:pt x="973754" y="111963"/>
                </a:cubicBezTo>
                <a:lnTo>
                  <a:pt x="976474" y="114139"/>
                </a:lnTo>
                <a:cubicBezTo>
                  <a:pt x="973392" y="118612"/>
                  <a:pt x="970279" y="121845"/>
                  <a:pt x="967136" y="123840"/>
                </a:cubicBezTo>
                <a:cubicBezTo>
                  <a:pt x="963812" y="125955"/>
                  <a:pt x="960125" y="126982"/>
                  <a:pt x="956076" y="126922"/>
                </a:cubicBezTo>
                <a:cubicBezTo>
                  <a:pt x="951241" y="126922"/>
                  <a:pt x="947463" y="125774"/>
                  <a:pt x="944744" y="123477"/>
                </a:cubicBezTo>
                <a:cubicBezTo>
                  <a:pt x="942024" y="121301"/>
                  <a:pt x="940362" y="117886"/>
                  <a:pt x="939757" y="113233"/>
                </a:cubicBezTo>
                <a:moveTo>
                  <a:pt x="939757" y="106614"/>
                </a:moveTo>
                <a:lnTo>
                  <a:pt x="939757" y="78238"/>
                </a:lnTo>
                <a:cubicBezTo>
                  <a:pt x="932384" y="82530"/>
                  <a:pt x="926944" y="87123"/>
                  <a:pt x="923439" y="92018"/>
                </a:cubicBezTo>
                <a:cubicBezTo>
                  <a:pt x="921082" y="95282"/>
                  <a:pt x="919903" y="98576"/>
                  <a:pt x="919903" y="101900"/>
                </a:cubicBezTo>
                <a:cubicBezTo>
                  <a:pt x="919903" y="104741"/>
                  <a:pt x="920901" y="107189"/>
                  <a:pt x="922895" y="109244"/>
                </a:cubicBezTo>
                <a:cubicBezTo>
                  <a:pt x="924406" y="110875"/>
                  <a:pt x="926521" y="111691"/>
                  <a:pt x="929241" y="111691"/>
                </a:cubicBezTo>
                <a:cubicBezTo>
                  <a:pt x="932203" y="111691"/>
                  <a:pt x="935708" y="109999"/>
                  <a:pt x="939757" y="106614"/>
                </a:cubicBezTo>
                <a:close/>
                <a:moveTo>
                  <a:pt x="1016245" y="9972"/>
                </a:moveTo>
                <a:lnTo>
                  <a:pt x="1016245" y="40978"/>
                </a:lnTo>
                <a:lnTo>
                  <a:pt x="1036371" y="40978"/>
                </a:lnTo>
                <a:lnTo>
                  <a:pt x="1036371" y="49953"/>
                </a:lnTo>
                <a:lnTo>
                  <a:pt x="1016245" y="49953"/>
                </a:lnTo>
                <a:lnTo>
                  <a:pt x="1016245" y="102263"/>
                </a:lnTo>
                <a:cubicBezTo>
                  <a:pt x="1016245" y="107219"/>
                  <a:pt x="1016487" y="110362"/>
                  <a:pt x="1016970" y="111691"/>
                </a:cubicBezTo>
                <a:cubicBezTo>
                  <a:pt x="1017333" y="113202"/>
                  <a:pt x="1018119" y="114351"/>
                  <a:pt x="1019327" y="115136"/>
                </a:cubicBezTo>
                <a:cubicBezTo>
                  <a:pt x="1020415" y="116043"/>
                  <a:pt x="1021473" y="116496"/>
                  <a:pt x="1022500" y="116496"/>
                </a:cubicBezTo>
                <a:cubicBezTo>
                  <a:pt x="1026368" y="116496"/>
                  <a:pt x="1030085" y="113505"/>
                  <a:pt x="1033651" y="107521"/>
                </a:cubicBezTo>
                <a:lnTo>
                  <a:pt x="1036371" y="109516"/>
                </a:lnTo>
                <a:cubicBezTo>
                  <a:pt x="1031415" y="121120"/>
                  <a:pt x="1023467" y="126922"/>
                  <a:pt x="1012528" y="126922"/>
                </a:cubicBezTo>
                <a:cubicBezTo>
                  <a:pt x="1007149" y="126922"/>
                  <a:pt x="1002616" y="125411"/>
                  <a:pt x="998929" y="122389"/>
                </a:cubicBezTo>
                <a:cubicBezTo>
                  <a:pt x="995121" y="119488"/>
                  <a:pt x="992734" y="116164"/>
                  <a:pt x="991767" y="112417"/>
                </a:cubicBezTo>
                <a:cubicBezTo>
                  <a:pt x="991102" y="110362"/>
                  <a:pt x="990800" y="104801"/>
                  <a:pt x="990861" y="95735"/>
                </a:cubicBezTo>
                <a:lnTo>
                  <a:pt x="990861" y="49953"/>
                </a:lnTo>
                <a:lnTo>
                  <a:pt x="979800" y="49953"/>
                </a:lnTo>
                <a:lnTo>
                  <a:pt x="979800" y="46780"/>
                </a:lnTo>
                <a:cubicBezTo>
                  <a:pt x="987415" y="41461"/>
                  <a:pt x="993913" y="35810"/>
                  <a:pt x="999292" y="29827"/>
                </a:cubicBezTo>
                <a:cubicBezTo>
                  <a:pt x="1004610" y="23964"/>
                  <a:pt x="1009264" y="17346"/>
                  <a:pt x="1013253" y="9972"/>
                </a:cubicBezTo>
                <a:lnTo>
                  <a:pt x="1016245" y="9972"/>
                </a:lnTo>
                <a:close/>
                <a:moveTo>
                  <a:pt x="1118527" y="80324"/>
                </a:moveTo>
                <a:lnTo>
                  <a:pt x="1072019" y="80324"/>
                </a:lnTo>
                <a:cubicBezTo>
                  <a:pt x="1072563" y="91565"/>
                  <a:pt x="1075555" y="100450"/>
                  <a:pt x="1080994" y="106977"/>
                </a:cubicBezTo>
                <a:cubicBezTo>
                  <a:pt x="1085104" y="111994"/>
                  <a:pt x="1090120" y="114502"/>
                  <a:pt x="1096044" y="114502"/>
                </a:cubicBezTo>
                <a:cubicBezTo>
                  <a:pt x="1099609" y="114562"/>
                  <a:pt x="1102903" y="113535"/>
                  <a:pt x="1105925" y="111419"/>
                </a:cubicBezTo>
                <a:cubicBezTo>
                  <a:pt x="1108887" y="109425"/>
                  <a:pt x="1112060" y="105799"/>
                  <a:pt x="1115444" y="100540"/>
                </a:cubicBezTo>
                <a:lnTo>
                  <a:pt x="1118527" y="102535"/>
                </a:lnTo>
                <a:cubicBezTo>
                  <a:pt x="1113873" y="111903"/>
                  <a:pt x="1108796" y="118521"/>
                  <a:pt x="1103296" y="122389"/>
                </a:cubicBezTo>
                <a:cubicBezTo>
                  <a:pt x="1097736" y="126318"/>
                  <a:pt x="1091299" y="128282"/>
                  <a:pt x="1083986" y="128282"/>
                </a:cubicBezTo>
                <a:cubicBezTo>
                  <a:pt x="1071354" y="128342"/>
                  <a:pt x="1061835" y="123507"/>
                  <a:pt x="1055428" y="113777"/>
                </a:cubicBezTo>
                <a:cubicBezTo>
                  <a:pt x="1050231" y="105980"/>
                  <a:pt x="1047632" y="96310"/>
                  <a:pt x="1047632" y="84766"/>
                </a:cubicBezTo>
                <a:cubicBezTo>
                  <a:pt x="1047571" y="70683"/>
                  <a:pt x="1051409" y="59412"/>
                  <a:pt x="1059145" y="50950"/>
                </a:cubicBezTo>
                <a:cubicBezTo>
                  <a:pt x="1066761" y="42610"/>
                  <a:pt x="1075706" y="38439"/>
                  <a:pt x="1085980" y="38439"/>
                </a:cubicBezTo>
                <a:cubicBezTo>
                  <a:pt x="1094563" y="38500"/>
                  <a:pt x="1102027" y="42005"/>
                  <a:pt x="1108373" y="48956"/>
                </a:cubicBezTo>
                <a:cubicBezTo>
                  <a:pt x="1114598" y="56027"/>
                  <a:pt x="1117983" y="66483"/>
                  <a:pt x="1118527" y="80324"/>
                </a:cubicBezTo>
                <a:moveTo>
                  <a:pt x="1096225" y="74249"/>
                </a:moveTo>
                <a:cubicBezTo>
                  <a:pt x="1096164" y="64579"/>
                  <a:pt x="1095651" y="57901"/>
                  <a:pt x="1094684" y="54214"/>
                </a:cubicBezTo>
                <a:cubicBezTo>
                  <a:pt x="1093596" y="50648"/>
                  <a:pt x="1091934" y="47898"/>
                  <a:pt x="1089697" y="45964"/>
                </a:cubicBezTo>
                <a:cubicBezTo>
                  <a:pt x="1088368" y="44876"/>
                  <a:pt x="1086675" y="44332"/>
                  <a:pt x="1084621" y="44332"/>
                </a:cubicBezTo>
                <a:cubicBezTo>
                  <a:pt x="1081417" y="44332"/>
                  <a:pt x="1078849" y="45873"/>
                  <a:pt x="1076915" y="48956"/>
                </a:cubicBezTo>
                <a:cubicBezTo>
                  <a:pt x="1073349" y="54395"/>
                  <a:pt x="1071566" y="61769"/>
                  <a:pt x="1071566" y="71076"/>
                </a:cubicBezTo>
                <a:lnTo>
                  <a:pt x="1071566" y="74249"/>
                </a:lnTo>
                <a:lnTo>
                  <a:pt x="1096225" y="74249"/>
                </a:lnTo>
                <a:close/>
                <a:moveTo>
                  <a:pt x="1212365" y="2810"/>
                </a:moveTo>
                <a:lnTo>
                  <a:pt x="1212365" y="100359"/>
                </a:lnTo>
                <a:cubicBezTo>
                  <a:pt x="1212365" y="107007"/>
                  <a:pt x="1212546" y="110906"/>
                  <a:pt x="1212909" y="112054"/>
                </a:cubicBezTo>
                <a:cubicBezTo>
                  <a:pt x="1213332" y="114048"/>
                  <a:pt x="1214269" y="115529"/>
                  <a:pt x="1215719" y="116496"/>
                </a:cubicBezTo>
                <a:cubicBezTo>
                  <a:pt x="1217049" y="117524"/>
                  <a:pt x="1219406" y="118128"/>
                  <a:pt x="1222791" y="118309"/>
                </a:cubicBezTo>
                <a:lnTo>
                  <a:pt x="1222791" y="121301"/>
                </a:lnTo>
                <a:lnTo>
                  <a:pt x="1186980" y="128282"/>
                </a:lnTo>
                <a:lnTo>
                  <a:pt x="1186980" y="114864"/>
                </a:lnTo>
                <a:cubicBezTo>
                  <a:pt x="1182689" y="120062"/>
                  <a:pt x="1178882" y="123598"/>
                  <a:pt x="1175557" y="125471"/>
                </a:cubicBezTo>
                <a:cubicBezTo>
                  <a:pt x="1172173" y="127406"/>
                  <a:pt x="1168365" y="128342"/>
                  <a:pt x="1164134" y="128282"/>
                </a:cubicBezTo>
                <a:cubicBezTo>
                  <a:pt x="1153255" y="128342"/>
                  <a:pt x="1144703" y="123507"/>
                  <a:pt x="1138478" y="113777"/>
                </a:cubicBezTo>
                <a:cubicBezTo>
                  <a:pt x="1133401" y="105919"/>
                  <a:pt x="1130863" y="96279"/>
                  <a:pt x="1130863" y="84856"/>
                </a:cubicBezTo>
                <a:cubicBezTo>
                  <a:pt x="1130802" y="75730"/>
                  <a:pt x="1132374" y="67541"/>
                  <a:pt x="1135577" y="60288"/>
                </a:cubicBezTo>
                <a:cubicBezTo>
                  <a:pt x="1138659" y="53156"/>
                  <a:pt x="1142981" y="47717"/>
                  <a:pt x="1148541" y="43969"/>
                </a:cubicBezTo>
                <a:cubicBezTo>
                  <a:pt x="1153981" y="40283"/>
                  <a:pt x="1159843" y="38439"/>
                  <a:pt x="1166129" y="38439"/>
                </a:cubicBezTo>
                <a:cubicBezTo>
                  <a:pt x="1170118" y="38500"/>
                  <a:pt x="1173714" y="39285"/>
                  <a:pt x="1176917" y="40796"/>
                </a:cubicBezTo>
                <a:cubicBezTo>
                  <a:pt x="1180060" y="42428"/>
                  <a:pt x="1183415" y="45178"/>
                  <a:pt x="1186980" y="49046"/>
                </a:cubicBezTo>
                <a:lnTo>
                  <a:pt x="1186980" y="23481"/>
                </a:lnTo>
                <a:cubicBezTo>
                  <a:pt x="1186980" y="17074"/>
                  <a:pt x="1186708" y="13176"/>
                  <a:pt x="1186165" y="11786"/>
                </a:cubicBezTo>
                <a:cubicBezTo>
                  <a:pt x="1185439" y="10093"/>
                  <a:pt x="1184351" y="8794"/>
                  <a:pt x="1182901" y="7887"/>
                </a:cubicBezTo>
                <a:cubicBezTo>
                  <a:pt x="1181450" y="7102"/>
                  <a:pt x="1178731" y="6679"/>
                  <a:pt x="1174742" y="6618"/>
                </a:cubicBezTo>
                <a:lnTo>
                  <a:pt x="1174742" y="2810"/>
                </a:lnTo>
                <a:lnTo>
                  <a:pt x="1212365" y="2810"/>
                </a:lnTo>
                <a:moveTo>
                  <a:pt x="1186980" y="60288"/>
                </a:moveTo>
                <a:cubicBezTo>
                  <a:pt x="1182448" y="51706"/>
                  <a:pt x="1176978" y="47414"/>
                  <a:pt x="1170571" y="47414"/>
                </a:cubicBezTo>
                <a:cubicBezTo>
                  <a:pt x="1168275" y="47475"/>
                  <a:pt x="1166431" y="48079"/>
                  <a:pt x="1165041" y="49228"/>
                </a:cubicBezTo>
                <a:cubicBezTo>
                  <a:pt x="1162744" y="51162"/>
                  <a:pt x="1160931" y="54456"/>
                  <a:pt x="1159602" y="59109"/>
                </a:cubicBezTo>
                <a:cubicBezTo>
                  <a:pt x="1158151" y="63884"/>
                  <a:pt x="1157426" y="71107"/>
                  <a:pt x="1157426" y="80777"/>
                </a:cubicBezTo>
                <a:cubicBezTo>
                  <a:pt x="1157426" y="91475"/>
                  <a:pt x="1158211" y="99392"/>
                  <a:pt x="1159783" y="104529"/>
                </a:cubicBezTo>
                <a:cubicBezTo>
                  <a:pt x="1161294" y="109727"/>
                  <a:pt x="1163439" y="113444"/>
                  <a:pt x="1166220" y="115680"/>
                </a:cubicBezTo>
                <a:cubicBezTo>
                  <a:pt x="1167549" y="116889"/>
                  <a:pt x="1169453" y="117463"/>
                  <a:pt x="1171931" y="117403"/>
                </a:cubicBezTo>
                <a:cubicBezTo>
                  <a:pt x="1177250" y="117403"/>
                  <a:pt x="1182266" y="113233"/>
                  <a:pt x="1186980" y="104892"/>
                </a:cubicBezTo>
                <a:lnTo>
                  <a:pt x="1186980" y="6028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Features">
            <a:extLst xmlns:a="http://schemas.openxmlformats.org/drawingml/2006/main">
              <a:ext uri="{FF2B5EF4-FFF2-40B4-BE49-F238E27FC236}">
                <a16:creationId xmlns:a16="http://schemas.microsoft.com/office/drawing/2014/main" id="{1F648C89-1FD2-426C-A652-3933DF3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7" y="1260254"/>
            <a:ext cx="669692" cy="125532"/>
          </a:xfrm>
          <a:custGeom xmlns:a="http://schemas.openxmlformats.org/drawingml/2006/main">
            <a:pathLst>
              <a:path w="669692" h="125532">
                <a:moveTo>
                  <a:pt x="46870" y="7071"/>
                </a:moveTo>
                <a:lnTo>
                  <a:pt x="46870" y="57568"/>
                </a:lnTo>
                <a:lnTo>
                  <a:pt x="50406" y="57568"/>
                </a:lnTo>
                <a:cubicBezTo>
                  <a:pt x="55846" y="57568"/>
                  <a:pt x="60288" y="56752"/>
                  <a:pt x="63733" y="55120"/>
                </a:cubicBezTo>
                <a:cubicBezTo>
                  <a:pt x="67118" y="53549"/>
                  <a:pt x="70049" y="50799"/>
                  <a:pt x="72527" y="46870"/>
                </a:cubicBezTo>
                <a:cubicBezTo>
                  <a:pt x="74884" y="43063"/>
                  <a:pt x="76425" y="37835"/>
                  <a:pt x="77150" y="31187"/>
                </a:cubicBezTo>
                <a:lnTo>
                  <a:pt x="80324" y="31187"/>
                </a:lnTo>
                <a:lnTo>
                  <a:pt x="80324" y="92925"/>
                </a:lnTo>
                <a:lnTo>
                  <a:pt x="77150" y="92925"/>
                </a:lnTo>
                <a:cubicBezTo>
                  <a:pt x="75942" y="81260"/>
                  <a:pt x="72829" y="73554"/>
                  <a:pt x="67813" y="69807"/>
                </a:cubicBezTo>
                <a:cubicBezTo>
                  <a:pt x="62615" y="66120"/>
                  <a:pt x="56813" y="64277"/>
                  <a:pt x="50406" y="64277"/>
                </a:cubicBezTo>
                <a:lnTo>
                  <a:pt x="46870" y="64277"/>
                </a:lnTo>
                <a:lnTo>
                  <a:pt x="46870" y="101900"/>
                </a:lnTo>
                <a:cubicBezTo>
                  <a:pt x="46870" y="108246"/>
                  <a:pt x="47233" y="112175"/>
                  <a:pt x="47958" y="113686"/>
                </a:cubicBezTo>
                <a:cubicBezTo>
                  <a:pt x="48563" y="115257"/>
                  <a:pt x="49923" y="116617"/>
                  <a:pt x="52038" y="117766"/>
                </a:cubicBezTo>
                <a:cubicBezTo>
                  <a:pt x="54033" y="118974"/>
                  <a:pt x="56752" y="119579"/>
                  <a:pt x="60197" y="119579"/>
                </a:cubicBezTo>
                <a:lnTo>
                  <a:pt x="64277" y="119579"/>
                </a:lnTo>
                <a:lnTo>
                  <a:pt x="64277" y="122933"/>
                </a:lnTo>
                <a:lnTo>
                  <a:pt x="0" y="122933"/>
                </a:lnTo>
                <a:lnTo>
                  <a:pt x="0" y="119579"/>
                </a:lnTo>
                <a:lnTo>
                  <a:pt x="4080" y="119579"/>
                </a:lnTo>
                <a:cubicBezTo>
                  <a:pt x="7585" y="119579"/>
                  <a:pt x="10456" y="118944"/>
                  <a:pt x="12692" y="117675"/>
                </a:cubicBezTo>
                <a:cubicBezTo>
                  <a:pt x="14203" y="116889"/>
                  <a:pt x="15412" y="115439"/>
                  <a:pt x="16319" y="113323"/>
                </a:cubicBezTo>
                <a:cubicBezTo>
                  <a:pt x="16923" y="111873"/>
                  <a:pt x="17255" y="108065"/>
                  <a:pt x="17316" y="101900"/>
                </a:cubicBezTo>
                <a:lnTo>
                  <a:pt x="17316" y="21033"/>
                </a:lnTo>
                <a:cubicBezTo>
                  <a:pt x="17255" y="14808"/>
                  <a:pt x="16923" y="10879"/>
                  <a:pt x="16319" y="9247"/>
                </a:cubicBezTo>
                <a:cubicBezTo>
                  <a:pt x="15654" y="7736"/>
                  <a:pt x="14324" y="6346"/>
                  <a:pt x="12330" y="5077"/>
                </a:cubicBezTo>
                <a:cubicBezTo>
                  <a:pt x="10214" y="3929"/>
                  <a:pt x="7464" y="3354"/>
                  <a:pt x="4080" y="3354"/>
                </a:cubicBezTo>
                <a:lnTo>
                  <a:pt x="0" y="3354"/>
                </a:lnTo>
                <a:lnTo>
                  <a:pt x="0" y="0"/>
                </a:lnTo>
                <a:lnTo>
                  <a:pt x="103713" y="0"/>
                </a:lnTo>
                <a:lnTo>
                  <a:pt x="103713" y="35266"/>
                </a:lnTo>
                <a:lnTo>
                  <a:pt x="99996" y="35266"/>
                </a:lnTo>
                <a:cubicBezTo>
                  <a:pt x="99150" y="27046"/>
                  <a:pt x="97005" y="20912"/>
                  <a:pt x="93560" y="16862"/>
                </a:cubicBezTo>
                <a:cubicBezTo>
                  <a:pt x="89994" y="12874"/>
                  <a:pt x="84947" y="10063"/>
                  <a:pt x="78420" y="8431"/>
                </a:cubicBezTo>
                <a:cubicBezTo>
                  <a:pt x="74793" y="7525"/>
                  <a:pt x="68085" y="7071"/>
                  <a:pt x="58293" y="7071"/>
                </a:cubicBezTo>
                <a:lnTo>
                  <a:pt x="46870" y="7071"/>
                </a:lnTo>
                <a:close/>
                <a:moveTo>
                  <a:pt x="189220" y="77513"/>
                </a:moveTo>
                <a:lnTo>
                  <a:pt x="142712" y="77513"/>
                </a:lnTo>
                <a:cubicBezTo>
                  <a:pt x="143256" y="88755"/>
                  <a:pt x="146248" y="97639"/>
                  <a:pt x="151687" y="104167"/>
                </a:cubicBezTo>
                <a:cubicBezTo>
                  <a:pt x="155797" y="109183"/>
                  <a:pt x="160814" y="111691"/>
                  <a:pt x="166737" y="111691"/>
                </a:cubicBezTo>
                <a:cubicBezTo>
                  <a:pt x="170303" y="111752"/>
                  <a:pt x="173597" y="110724"/>
                  <a:pt x="176619" y="108609"/>
                </a:cubicBezTo>
                <a:cubicBezTo>
                  <a:pt x="179580" y="106614"/>
                  <a:pt x="182753" y="102988"/>
                  <a:pt x="186138" y="97730"/>
                </a:cubicBezTo>
                <a:lnTo>
                  <a:pt x="189220" y="99724"/>
                </a:lnTo>
                <a:cubicBezTo>
                  <a:pt x="184566" y="109092"/>
                  <a:pt x="179489" y="115711"/>
                  <a:pt x="173989" y="119579"/>
                </a:cubicBezTo>
                <a:cubicBezTo>
                  <a:pt x="168429" y="123507"/>
                  <a:pt x="161992" y="125471"/>
                  <a:pt x="154679" y="125471"/>
                </a:cubicBezTo>
                <a:cubicBezTo>
                  <a:pt x="142047" y="125532"/>
                  <a:pt x="132528" y="120697"/>
                  <a:pt x="126122" y="110966"/>
                </a:cubicBezTo>
                <a:cubicBezTo>
                  <a:pt x="120924" y="103169"/>
                  <a:pt x="118325" y="93499"/>
                  <a:pt x="118325" y="81955"/>
                </a:cubicBezTo>
                <a:cubicBezTo>
                  <a:pt x="118265" y="67873"/>
                  <a:pt x="122103" y="56601"/>
                  <a:pt x="129839" y="48140"/>
                </a:cubicBezTo>
                <a:cubicBezTo>
                  <a:pt x="137454" y="39799"/>
                  <a:pt x="146399" y="35629"/>
                  <a:pt x="156674" y="35629"/>
                </a:cubicBezTo>
                <a:cubicBezTo>
                  <a:pt x="165256" y="35689"/>
                  <a:pt x="172720" y="39195"/>
                  <a:pt x="179066" y="46145"/>
                </a:cubicBezTo>
                <a:cubicBezTo>
                  <a:pt x="185292" y="53217"/>
                  <a:pt x="188676" y="63673"/>
                  <a:pt x="189220" y="77513"/>
                </a:cubicBezTo>
                <a:moveTo>
                  <a:pt x="166918" y="71439"/>
                </a:moveTo>
                <a:cubicBezTo>
                  <a:pt x="166858" y="61769"/>
                  <a:pt x="166344" y="55090"/>
                  <a:pt x="165377" y="51403"/>
                </a:cubicBezTo>
                <a:cubicBezTo>
                  <a:pt x="164289" y="47838"/>
                  <a:pt x="162627" y="45088"/>
                  <a:pt x="160391" y="43153"/>
                </a:cubicBezTo>
                <a:cubicBezTo>
                  <a:pt x="159061" y="42066"/>
                  <a:pt x="157369" y="41522"/>
                  <a:pt x="155314" y="41522"/>
                </a:cubicBezTo>
                <a:cubicBezTo>
                  <a:pt x="152111" y="41522"/>
                  <a:pt x="149542" y="43063"/>
                  <a:pt x="147608" y="46145"/>
                </a:cubicBezTo>
                <a:cubicBezTo>
                  <a:pt x="144042" y="51585"/>
                  <a:pt x="142259" y="58958"/>
                  <a:pt x="142259" y="68266"/>
                </a:cubicBezTo>
                <a:lnTo>
                  <a:pt x="142259" y="71439"/>
                </a:lnTo>
                <a:lnTo>
                  <a:pt x="166918" y="71439"/>
                </a:lnTo>
                <a:close/>
                <a:moveTo>
                  <a:pt x="247339" y="110422"/>
                </a:moveTo>
                <a:cubicBezTo>
                  <a:pt x="237003" y="119609"/>
                  <a:pt x="227726" y="124172"/>
                  <a:pt x="219506" y="124112"/>
                </a:cubicBezTo>
                <a:cubicBezTo>
                  <a:pt x="214611" y="124112"/>
                  <a:pt x="210592" y="122510"/>
                  <a:pt x="207449" y="119307"/>
                </a:cubicBezTo>
                <a:cubicBezTo>
                  <a:pt x="204246" y="116224"/>
                  <a:pt x="202644" y="112266"/>
                  <a:pt x="202644" y="107430"/>
                </a:cubicBezTo>
                <a:cubicBezTo>
                  <a:pt x="202644" y="101024"/>
                  <a:pt x="205424" y="95192"/>
                  <a:pt x="210984" y="89933"/>
                </a:cubicBezTo>
                <a:cubicBezTo>
                  <a:pt x="216484" y="84856"/>
                  <a:pt x="228602" y="77997"/>
                  <a:pt x="247339" y="69354"/>
                </a:cubicBezTo>
                <a:lnTo>
                  <a:pt x="247339" y="60832"/>
                </a:lnTo>
                <a:cubicBezTo>
                  <a:pt x="247278" y="54486"/>
                  <a:pt x="246946" y="50436"/>
                  <a:pt x="246341" y="48684"/>
                </a:cubicBezTo>
                <a:cubicBezTo>
                  <a:pt x="245556" y="47052"/>
                  <a:pt x="244226" y="45601"/>
                  <a:pt x="242352" y="44332"/>
                </a:cubicBezTo>
                <a:cubicBezTo>
                  <a:pt x="240418" y="43184"/>
                  <a:pt x="238242" y="42579"/>
                  <a:pt x="235825" y="42519"/>
                </a:cubicBezTo>
                <a:cubicBezTo>
                  <a:pt x="231896" y="42579"/>
                  <a:pt x="228663" y="43456"/>
                  <a:pt x="226124" y="45148"/>
                </a:cubicBezTo>
                <a:cubicBezTo>
                  <a:pt x="224553" y="46236"/>
                  <a:pt x="223767" y="47505"/>
                  <a:pt x="223767" y="48956"/>
                </a:cubicBezTo>
                <a:cubicBezTo>
                  <a:pt x="223707" y="50225"/>
                  <a:pt x="224553" y="51796"/>
                  <a:pt x="226306" y="53670"/>
                </a:cubicBezTo>
                <a:cubicBezTo>
                  <a:pt x="228542" y="56329"/>
                  <a:pt x="229690" y="58837"/>
                  <a:pt x="229751" y="61195"/>
                </a:cubicBezTo>
                <a:cubicBezTo>
                  <a:pt x="229751" y="64216"/>
                  <a:pt x="228663" y="66725"/>
                  <a:pt x="226487" y="68719"/>
                </a:cubicBezTo>
                <a:cubicBezTo>
                  <a:pt x="224190" y="70835"/>
                  <a:pt x="221289" y="71892"/>
                  <a:pt x="217784" y="71892"/>
                </a:cubicBezTo>
                <a:cubicBezTo>
                  <a:pt x="213976" y="71892"/>
                  <a:pt x="210803" y="70744"/>
                  <a:pt x="208265" y="68447"/>
                </a:cubicBezTo>
                <a:cubicBezTo>
                  <a:pt x="205605" y="66211"/>
                  <a:pt x="204306" y="63521"/>
                  <a:pt x="204366" y="60379"/>
                </a:cubicBezTo>
                <a:cubicBezTo>
                  <a:pt x="204366" y="56027"/>
                  <a:pt x="206089" y="51857"/>
                  <a:pt x="209534" y="47868"/>
                </a:cubicBezTo>
                <a:cubicBezTo>
                  <a:pt x="212979" y="44000"/>
                  <a:pt x="217784" y="40978"/>
                  <a:pt x="223949" y="38802"/>
                </a:cubicBezTo>
                <a:cubicBezTo>
                  <a:pt x="230113" y="36747"/>
                  <a:pt x="236520" y="35689"/>
                  <a:pt x="243168" y="35629"/>
                </a:cubicBezTo>
                <a:cubicBezTo>
                  <a:pt x="251207" y="35689"/>
                  <a:pt x="257583" y="37382"/>
                  <a:pt x="262297" y="40706"/>
                </a:cubicBezTo>
                <a:cubicBezTo>
                  <a:pt x="266891" y="44151"/>
                  <a:pt x="269913" y="47868"/>
                  <a:pt x="271363" y="51857"/>
                </a:cubicBezTo>
                <a:cubicBezTo>
                  <a:pt x="272149" y="54395"/>
                  <a:pt x="272572" y="60228"/>
                  <a:pt x="272632" y="69354"/>
                </a:cubicBezTo>
                <a:lnTo>
                  <a:pt x="272632" y="102263"/>
                </a:lnTo>
                <a:cubicBezTo>
                  <a:pt x="272632" y="106191"/>
                  <a:pt x="272783" y="108609"/>
                  <a:pt x="273086" y="109516"/>
                </a:cubicBezTo>
                <a:cubicBezTo>
                  <a:pt x="273327" y="110603"/>
                  <a:pt x="273781" y="111359"/>
                  <a:pt x="274445" y="111782"/>
                </a:cubicBezTo>
                <a:cubicBezTo>
                  <a:pt x="274989" y="112266"/>
                  <a:pt x="275684" y="112507"/>
                  <a:pt x="276531" y="112507"/>
                </a:cubicBezTo>
                <a:cubicBezTo>
                  <a:pt x="278042" y="112568"/>
                  <a:pt x="279643" y="111450"/>
                  <a:pt x="281336" y="109153"/>
                </a:cubicBezTo>
                <a:lnTo>
                  <a:pt x="284055" y="111329"/>
                </a:lnTo>
                <a:cubicBezTo>
                  <a:pt x="280973" y="115801"/>
                  <a:pt x="277860" y="119035"/>
                  <a:pt x="274717" y="121029"/>
                </a:cubicBezTo>
                <a:cubicBezTo>
                  <a:pt x="271393" y="123145"/>
                  <a:pt x="267707" y="124172"/>
                  <a:pt x="263657" y="124112"/>
                </a:cubicBezTo>
                <a:cubicBezTo>
                  <a:pt x="258822" y="124112"/>
                  <a:pt x="255045" y="122963"/>
                  <a:pt x="252325" y="120667"/>
                </a:cubicBezTo>
                <a:cubicBezTo>
                  <a:pt x="249605" y="118491"/>
                  <a:pt x="247943" y="115076"/>
                  <a:pt x="247339" y="110422"/>
                </a:cubicBezTo>
                <a:moveTo>
                  <a:pt x="247339" y="103804"/>
                </a:moveTo>
                <a:lnTo>
                  <a:pt x="247339" y="75428"/>
                </a:lnTo>
                <a:cubicBezTo>
                  <a:pt x="239965" y="79719"/>
                  <a:pt x="234525" y="84312"/>
                  <a:pt x="231020" y="89208"/>
                </a:cubicBezTo>
                <a:cubicBezTo>
                  <a:pt x="228663" y="92472"/>
                  <a:pt x="227484" y="95766"/>
                  <a:pt x="227484" y="99090"/>
                </a:cubicBezTo>
                <a:cubicBezTo>
                  <a:pt x="227484" y="101930"/>
                  <a:pt x="228482" y="104378"/>
                  <a:pt x="230476" y="106433"/>
                </a:cubicBezTo>
                <a:cubicBezTo>
                  <a:pt x="231987" y="108065"/>
                  <a:pt x="234102" y="108881"/>
                  <a:pt x="236822" y="108881"/>
                </a:cubicBezTo>
                <a:cubicBezTo>
                  <a:pt x="239784" y="108881"/>
                  <a:pt x="243289" y="107189"/>
                  <a:pt x="247339" y="103804"/>
                </a:cubicBezTo>
                <a:close/>
                <a:moveTo>
                  <a:pt x="323826" y="7162"/>
                </a:moveTo>
                <a:lnTo>
                  <a:pt x="323826" y="38167"/>
                </a:lnTo>
                <a:lnTo>
                  <a:pt x="343953" y="38167"/>
                </a:lnTo>
                <a:lnTo>
                  <a:pt x="343953" y="47142"/>
                </a:lnTo>
                <a:lnTo>
                  <a:pt x="323826" y="47142"/>
                </a:lnTo>
                <a:lnTo>
                  <a:pt x="323826" y="99452"/>
                </a:lnTo>
                <a:cubicBezTo>
                  <a:pt x="323826" y="104408"/>
                  <a:pt x="324068" y="107551"/>
                  <a:pt x="324552" y="108881"/>
                </a:cubicBezTo>
                <a:cubicBezTo>
                  <a:pt x="324914" y="110392"/>
                  <a:pt x="325700" y="111540"/>
                  <a:pt x="326909" y="112326"/>
                </a:cubicBezTo>
                <a:cubicBezTo>
                  <a:pt x="327997" y="113233"/>
                  <a:pt x="329054" y="113686"/>
                  <a:pt x="330082" y="113686"/>
                </a:cubicBezTo>
                <a:cubicBezTo>
                  <a:pt x="333950" y="113686"/>
                  <a:pt x="337667" y="110694"/>
                  <a:pt x="341233" y="104711"/>
                </a:cubicBezTo>
                <a:lnTo>
                  <a:pt x="343953" y="106705"/>
                </a:lnTo>
                <a:cubicBezTo>
                  <a:pt x="338997" y="118309"/>
                  <a:pt x="331049" y="124112"/>
                  <a:pt x="320109" y="124112"/>
                </a:cubicBezTo>
                <a:cubicBezTo>
                  <a:pt x="314730" y="124112"/>
                  <a:pt x="310197" y="122601"/>
                  <a:pt x="306511" y="119579"/>
                </a:cubicBezTo>
                <a:cubicBezTo>
                  <a:pt x="302703" y="116678"/>
                  <a:pt x="300316" y="113353"/>
                  <a:pt x="299349" y="109606"/>
                </a:cubicBezTo>
                <a:cubicBezTo>
                  <a:pt x="298684" y="107551"/>
                  <a:pt x="298381" y="101991"/>
                  <a:pt x="298442" y="92925"/>
                </a:cubicBezTo>
                <a:lnTo>
                  <a:pt x="298442" y="47142"/>
                </a:lnTo>
                <a:lnTo>
                  <a:pt x="287382" y="47142"/>
                </a:lnTo>
                <a:lnTo>
                  <a:pt x="287382" y="43969"/>
                </a:lnTo>
                <a:cubicBezTo>
                  <a:pt x="294997" y="38651"/>
                  <a:pt x="301494" y="33000"/>
                  <a:pt x="306873" y="27016"/>
                </a:cubicBezTo>
                <a:cubicBezTo>
                  <a:pt x="312192" y="21154"/>
                  <a:pt x="316846" y="14536"/>
                  <a:pt x="320835" y="7162"/>
                </a:cubicBezTo>
                <a:lnTo>
                  <a:pt x="323826" y="7162"/>
                </a:lnTo>
                <a:close/>
                <a:moveTo>
                  <a:pt x="436080" y="38167"/>
                </a:moveTo>
                <a:lnTo>
                  <a:pt x="436080" y="104529"/>
                </a:lnTo>
                <a:cubicBezTo>
                  <a:pt x="436080" y="111057"/>
                  <a:pt x="436685" y="115076"/>
                  <a:pt x="437893" y="116587"/>
                </a:cubicBezTo>
                <a:cubicBezTo>
                  <a:pt x="439042" y="118219"/>
                  <a:pt x="441489" y="119246"/>
                  <a:pt x="445237" y="119669"/>
                </a:cubicBezTo>
                <a:lnTo>
                  <a:pt x="445237" y="122933"/>
                </a:lnTo>
                <a:lnTo>
                  <a:pt x="410696" y="122933"/>
                </a:lnTo>
                <a:lnTo>
                  <a:pt x="410696" y="111601"/>
                </a:lnTo>
                <a:cubicBezTo>
                  <a:pt x="406586" y="116436"/>
                  <a:pt x="402536" y="119941"/>
                  <a:pt x="398547" y="122117"/>
                </a:cubicBezTo>
                <a:cubicBezTo>
                  <a:pt x="394438" y="124414"/>
                  <a:pt x="389905" y="125532"/>
                  <a:pt x="384949" y="125471"/>
                </a:cubicBezTo>
                <a:cubicBezTo>
                  <a:pt x="380114" y="125532"/>
                  <a:pt x="375883" y="124051"/>
                  <a:pt x="372257" y="121029"/>
                </a:cubicBezTo>
                <a:cubicBezTo>
                  <a:pt x="368509" y="118128"/>
                  <a:pt x="366001" y="114713"/>
                  <a:pt x="364732" y="110785"/>
                </a:cubicBezTo>
                <a:cubicBezTo>
                  <a:pt x="363463" y="106917"/>
                  <a:pt x="362828" y="100057"/>
                  <a:pt x="362828" y="90205"/>
                </a:cubicBezTo>
                <a:lnTo>
                  <a:pt x="362828" y="56571"/>
                </a:lnTo>
                <a:cubicBezTo>
                  <a:pt x="362828" y="50164"/>
                  <a:pt x="362254" y="46175"/>
                  <a:pt x="361105" y="44604"/>
                </a:cubicBezTo>
                <a:cubicBezTo>
                  <a:pt x="359836" y="43093"/>
                  <a:pt x="357358" y="42066"/>
                  <a:pt x="353671" y="41522"/>
                </a:cubicBezTo>
                <a:lnTo>
                  <a:pt x="353671" y="38167"/>
                </a:lnTo>
                <a:lnTo>
                  <a:pt x="388212" y="38167"/>
                </a:lnTo>
                <a:lnTo>
                  <a:pt x="388212" y="96098"/>
                </a:lnTo>
                <a:cubicBezTo>
                  <a:pt x="388152" y="102202"/>
                  <a:pt x="388454" y="106101"/>
                  <a:pt x="389119" y="107793"/>
                </a:cubicBezTo>
                <a:cubicBezTo>
                  <a:pt x="389663" y="109546"/>
                  <a:pt x="390570" y="110875"/>
                  <a:pt x="391839" y="111782"/>
                </a:cubicBezTo>
                <a:cubicBezTo>
                  <a:pt x="392987" y="112689"/>
                  <a:pt x="394407" y="113142"/>
                  <a:pt x="396100" y="113142"/>
                </a:cubicBezTo>
                <a:cubicBezTo>
                  <a:pt x="398276" y="113202"/>
                  <a:pt x="400240" y="112628"/>
                  <a:pt x="401993" y="111419"/>
                </a:cubicBezTo>
                <a:cubicBezTo>
                  <a:pt x="404410" y="109908"/>
                  <a:pt x="407311" y="106735"/>
                  <a:pt x="410696" y="101900"/>
                </a:cubicBezTo>
                <a:lnTo>
                  <a:pt x="410696" y="56571"/>
                </a:lnTo>
                <a:cubicBezTo>
                  <a:pt x="410696" y="50164"/>
                  <a:pt x="410122" y="46175"/>
                  <a:pt x="408973" y="44604"/>
                </a:cubicBezTo>
                <a:cubicBezTo>
                  <a:pt x="407704" y="43093"/>
                  <a:pt x="405226" y="42066"/>
                  <a:pt x="401539" y="41522"/>
                </a:cubicBezTo>
                <a:lnTo>
                  <a:pt x="401539" y="38167"/>
                </a:lnTo>
                <a:lnTo>
                  <a:pt x="436080" y="38167"/>
                </a:lnTo>
                <a:close/>
                <a:moveTo>
                  <a:pt x="491829" y="38167"/>
                </a:moveTo>
                <a:lnTo>
                  <a:pt x="491829" y="57387"/>
                </a:lnTo>
                <a:cubicBezTo>
                  <a:pt x="497389" y="48623"/>
                  <a:pt x="502315" y="42791"/>
                  <a:pt x="506606" y="39890"/>
                </a:cubicBezTo>
                <a:cubicBezTo>
                  <a:pt x="510837" y="37110"/>
                  <a:pt x="514917" y="35689"/>
                  <a:pt x="518845" y="35629"/>
                </a:cubicBezTo>
                <a:cubicBezTo>
                  <a:pt x="522169" y="35629"/>
                  <a:pt x="524889" y="36656"/>
                  <a:pt x="527004" y="38711"/>
                </a:cubicBezTo>
                <a:cubicBezTo>
                  <a:pt x="528999" y="40827"/>
                  <a:pt x="529996" y="43788"/>
                  <a:pt x="529996" y="47596"/>
                </a:cubicBezTo>
                <a:cubicBezTo>
                  <a:pt x="529936" y="51706"/>
                  <a:pt x="528969" y="54848"/>
                  <a:pt x="527095" y="57024"/>
                </a:cubicBezTo>
                <a:cubicBezTo>
                  <a:pt x="525101" y="59321"/>
                  <a:pt x="522713" y="60439"/>
                  <a:pt x="519933" y="60379"/>
                </a:cubicBezTo>
                <a:cubicBezTo>
                  <a:pt x="516730" y="60439"/>
                  <a:pt x="513950" y="59412"/>
                  <a:pt x="511592" y="57296"/>
                </a:cubicBezTo>
                <a:cubicBezTo>
                  <a:pt x="509235" y="55302"/>
                  <a:pt x="507845" y="54153"/>
                  <a:pt x="507422" y="53851"/>
                </a:cubicBezTo>
                <a:cubicBezTo>
                  <a:pt x="506757" y="53489"/>
                  <a:pt x="506062" y="53307"/>
                  <a:pt x="505337" y="53307"/>
                </a:cubicBezTo>
                <a:cubicBezTo>
                  <a:pt x="503524" y="53307"/>
                  <a:pt x="501862" y="53972"/>
                  <a:pt x="500351" y="55302"/>
                </a:cubicBezTo>
                <a:cubicBezTo>
                  <a:pt x="497873" y="57417"/>
                  <a:pt x="495999" y="60348"/>
                  <a:pt x="494730" y="64096"/>
                </a:cubicBezTo>
                <a:cubicBezTo>
                  <a:pt x="492796" y="70019"/>
                  <a:pt x="491829" y="76486"/>
                  <a:pt x="491829" y="83497"/>
                </a:cubicBezTo>
                <a:lnTo>
                  <a:pt x="491829" y="102988"/>
                </a:lnTo>
                <a:lnTo>
                  <a:pt x="491920" y="108065"/>
                </a:lnTo>
                <a:cubicBezTo>
                  <a:pt x="491859" y="111510"/>
                  <a:pt x="492071" y="113716"/>
                  <a:pt x="492554" y="114683"/>
                </a:cubicBezTo>
                <a:cubicBezTo>
                  <a:pt x="493279" y="116315"/>
                  <a:pt x="494367" y="117494"/>
                  <a:pt x="495818" y="118219"/>
                </a:cubicBezTo>
                <a:cubicBezTo>
                  <a:pt x="497148" y="119065"/>
                  <a:pt x="499535" y="119548"/>
                  <a:pt x="502980" y="119669"/>
                </a:cubicBezTo>
                <a:lnTo>
                  <a:pt x="502980" y="122933"/>
                </a:lnTo>
                <a:lnTo>
                  <a:pt x="457197" y="122933"/>
                </a:lnTo>
                <a:lnTo>
                  <a:pt x="457197" y="119669"/>
                </a:lnTo>
                <a:cubicBezTo>
                  <a:pt x="460824" y="119428"/>
                  <a:pt x="463332" y="118400"/>
                  <a:pt x="464722" y="116587"/>
                </a:cubicBezTo>
                <a:cubicBezTo>
                  <a:pt x="465991" y="114895"/>
                  <a:pt x="466626" y="110362"/>
                  <a:pt x="466626" y="102988"/>
                </a:cubicBezTo>
                <a:lnTo>
                  <a:pt x="466626" y="56118"/>
                </a:lnTo>
                <a:cubicBezTo>
                  <a:pt x="466565" y="51343"/>
                  <a:pt x="466324" y="48261"/>
                  <a:pt x="465901" y="46870"/>
                </a:cubicBezTo>
                <a:cubicBezTo>
                  <a:pt x="465236" y="45239"/>
                  <a:pt x="464359" y="44000"/>
                  <a:pt x="463271" y="43153"/>
                </a:cubicBezTo>
                <a:cubicBezTo>
                  <a:pt x="462063" y="42368"/>
                  <a:pt x="460038" y="41824"/>
                  <a:pt x="457197" y="41522"/>
                </a:cubicBezTo>
                <a:lnTo>
                  <a:pt x="457197" y="38167"/>
                </a:lnTo>
                <a:lnTo>
                  <a:pt x="491829" y="38167"/>
                </a:lnTo>
                <a:close/>
                <a:moveTo>
                  <a:pt x="598972" y="77513"/>
                </a:moveTo>
                <a:lnTo>
                  <a:pt x="552464" y="77513"/>
                </a:lnTo>
                <a:cubicBezTo>
                  <a:pt x="553008" y="88755"/>
                  <a:pt x="556000" y="97639"/>
                  <a:pt x="561440" y="104167"/>
                </a:cubicBezTo>
                <a:cubicBezTo>
                  <a:pt x="565549" y="109183"/>
                  <a:pt x="570566" y="111691"/>
                  <a:pt x="576489" y="111691"/>
                </a:cubicBezTo>
                <a:cubicBezTo>
                  <a:pt x="580055" y="111752"/>
                  <a:pt x="583349" y="110724"/>
                  <a:pt x="586371" y="108609"/>
                </a:cubicBezTo>
                <a:cubicBezTo>
                  <a:pt x="589332" y="106614"/>
                  <a:pt x="592505" y="102988"/>
                  <a:pt x="595890" y="97730"/>
                </a:cubicBezTo>
                <a:lnTo>
                  <a:pt x="598972" y="99724"/>
                </a:lnTo>
                <a:cubicBezTo>
                  <a:pt x="594318" y="109092"/>
                  <a:pt x="589241" y="115711"/>
                  <a:pt x="583742" y="119579"/>
                </a:cubicBezTo>
                <a:cubicBezTo>
                  <a:pt x="578181" y="123507"/>
                  <a:pt x="571744" y="125471"/>
                  <a:pt x="564431" y="125471"/>
                </a:cubicBezTo>
                <a:cubicBezTo>
                  <a:pt x="551799" y="125532"/>
                  <a:pt x="542280" y="120697"/>
                  <a:pt x="535874" y="110966"/>
                </a:cubicBezTo>
                <a:cubicBezTo>
                  <a:pt x="530676" y="103169"/>
                  <a:pt x="528077" y="93499"/>
                  <a:pt x="528077" y="81955"/>
                </a:cubicBezTo>
                <a:cubicBezTo>
                  <a:pt x="528017" y="67873"/>
                  <a:pt x="531855" y="56601"/>
                  <a:pt x="539591" y="48140"/>
                </a:cubicBezTo>
                <a:cubicBezTo>
                  <a:pt x="547206" y="39799"/>
                  <a:pt x="556151" y="35629"/>
                  <a:pt x="566426" y="35629"/>
                </a:cubicBezTo>
                <a:cubicBezTo>
                  <a:pt x="575008" y="35689"/>
                  <a:pt x="582472" y="39195"/>
                  <a:pt x="588818" y="46145"/>
                </a:cubicBezTo>
                <a:cubicBezTo>
                  <a:pt x="595044" y="53217"/>
                  <a:pt x="598428" y="63673"/>
                  <a:pt x="598972" y="77513"/>
                </a:cubicBezTo>
                <a:moveTo>
                  <a:pt x="576670" y="71439"/>
                </a:moveTo>
                <a:cubicBezTo>
                  <a:pt x="576610" y="61769"/>
                  <a:pt x="576096" y="55090"/>
                  <a:pt x="575129" y="51403"/>
                </a:cubicBezTo>
                <a:cubicBezTo>
                  <a:pt x="574041" y="47838"/>
                  <a:pt x="572379" y="45088"/>
                  <a:pt x="570143" y="43153"/>
                </a:cubicBezTo>
                <a:cubicBezTo>
                  <a:pt x="568813" y="42066"/>
                  <a:pt x="567121" y="41522"/>
                  <a:pt x="565066" y="41522"/>
                </a:cubicBezTo>
                <a:cubicBezTo>
                  <a:pt x="561863" y="41522"/>
                  <a:pt x="559294" y="43063"/>
                  <a:pt x="557360" y="46145"/>
                </a:cubicBezTo>
                <a:cubicBezTo>
                  <a:pt x="553794" y="51585"/>
                  <a:pt x="552011" y="58958"/>
                  <a:pt x="552011" y="68266"/>
                </a:cubicBezTo>
                <a:lnTo>
                  <a:pt x="552011" y="71439"/>
                </a:lnTo>
                <a:lnTo>
                  <a:pt x="576670" y="71439"/>
                </a:lnTo>
                <a:close/>
                <a:moveTo>
                  <a:pt x="663890" y="35810"/>
                </a:moveTo>
                <a:lnTo>
                  <a:pt x="665249" y="64730"/>
                </a:lnTo>
                <a:lnTo>
                  <a:pt x="662167" y="64730"/>
                </a:lnTo>
                <a:cubicBezTo>
                  <a:pt x="658420" y="56208"/>
                  <a:pt x="654612" y="50346"/>
                  <a:pt x="650744" y="47142"/>
                </a:cubicBezTo>
                <a:cubicBezTo>
                  <a:pt x="646695" y="44000"/>
                  <a:pt x="642736" y="42428"/>
                  <a:pt x="638868" y="42428"/>
                </a:cubicBezTo>
                <a:cubicBezTo>
                  <a:pt x="636329" y="42428"/>
                  <a:pt x="634214" y="43244"/>
                  <a:pt x="632522" y="44876"/>
                </a:cubicBezTo>
                <a:cubicBezTo>
                  <a:pt x="630769" y="46629"/>
                  <a:pt x="629893" y="48563"/>
                  <a:pt x="629893" y="50678"/>
                </a:cubicBezTo>
                <a:cubicBezTo>
                  <a:pt x="629893" y="52310"/>
                  <a:pt x="630497" y="53881"/>
                  <a:pt x="631706" y="55392"/>
                </a:cubicBezTo>
                <a:cubicBezTo>
                  <a:pt x="633579" y="57870"/>
                  <a:pt x="638989" y="62101"/>
                  <a:pt x="647934" y="68085"/>
                </a:cubicBezTo>
                <a:cubicBezTo>
                  <a:pt x="656818" y="74189"/>
                  <a:pt x="662681" y="79296"/>
                  <a:pt x="665521" y="83406"/>
                </a:cubicBezTo>
                <a:cubicBezTo>
                  <a:pt x="668302" y="87697"/>
                  <a:pt x="669692" y="92411"/>
                  <a:pt x="669692" y="97549"/>
                </a:cubicBezTo>
                <a:cubicBezTo>
                  <a:pt x="669692" y="102263"/>
                  <a:pt x="668513" y="106886"/>
                  <a:pt x="666156" y="111419"/>
                </a:cubicBezTo>
                <a:cubicBezTo>
                  <a:pt x="663738" y="115952"/>
                  <a:pt x="660414" y="119428"/>
                  <a:pt x="656184" y="121845"/>
                </a:cubicBezTo>
                <a:cubicBezTo>
                  <a:pt x="651832" y="124323"/>
                  <a:pt x="647087" y="125532"/>
                  <a:pt x="641950" y="125471"/>
                </a:cubicBezTo>
                <a:cubicBezTo>
                  <a:pt x="637840" y="125471"/>
                  <a:pt x="632431" y="124202"/>
                  <a:pt x="625722" y="121664"/>
                </a:cubicBezTo>
                <a:cubicBezTo>
                  <a:pt x="623849" y="121059"/>
                  <a:pt x="622610" y="120727"/>
                  <a:pt x="622005" y="120667"/>
                </a:cubicBezTo>
                <a:cubicBezTo>
                  <a:pt x="620011" y="120727"/>
                  <a:pt x="618349" y="122238"/>
                  <a:pt x="617019" y="125200"/>
                </a:cubicBezTo>
                <a:lnTo>
                  <a:pt x="614027" y="125200"/>
                </a:lnTo>
                <a:lnTo>
                  <a:pt x="612577" y="94738"/>
                </a:lnTo>
                <a:lnTo>
                  <a:pt x="615659" y="94738"/>
                </a:lnTo>
                <a:cubicBezTo>
                  <a:pt x="618318" y="102716"/>
                  <a:pt x="622066" y="108700"/>
                  <a:pt x="626901" y="112689"/>
                </a:cubicBezTo>
                <a:cubicBezTo>
                  <a:pt x="631555" y="116678"/>
                  <a:pt x="636027" y="118672"/>
                  <a:pt x="640318" y="118672"/>
                </a:cubicBezTo>
                <a:cubicBezTo>
                  <a:pt x="643159" y="118672"/>
                  <a:pt x="645546" y="117766"/>
                  <a:pt x="647480" y="115952"/>
                </a:cubicBezTo>
                <a:cubicBezTo>
                  <a:pt x="649294" y="114260"/>
                  <a:pt x="650200" y="112114"/>
                  <a:pt x="650200" y="109516"/>
                </a:cubicBezTo>
                <a:cubicBezTo>
                  <a:pt x="650200" y="106614"/>
                  <a:pt x="649294" y="104106"/>
                  <a:pt x="647480" y="101991"/>
                </a:cubicBezTo>
                <a:cubicBezTo>
                  <a:pt x="645607" y="99936"/>
                  <a:pt x="641557" y="96733"/>
                  <a:pt x="635332" y="92381"/>
                </a:cubicBezTo>
                <a:cubicBezTo>
                  <a:pt x="626085" y="85975"/>
                  <a:pt x="620101" y="81079"/>
                  <a:pt x="617382" y="77694"/>
                </a:cubicBezTo>
                <a:cubicBezTo>
                  <a:pt x="613393" y="72738"/>
                  <a:pt x="611398" y="67269"/>
                  <a:pt x="611398" y="61285"/>
                </a:cubicBezTo>
                <a:cubicBezTo>
                  <a:pt x="611398" y="54818"/>
                  <a:pt x="613665" y="48895"/>
                  <a:pt x="618198" y="43516"/>
                </a:cubicBezTo>
                <a:cubicBezTo>
                  <a:pt x="622610" y="38258"/>
                  <a:pt x="629107" y="35629"/>
                  <a:pt x="637689" y="35629"/>
                </a:cubicBezTo>
                <a:cubicBezTo>
                  <a:pt x="642283" y="35629"/>
                  <a:pt x="646725" y="36747"/>
                  <a:pt x="651016" y="38983"/>
                </a:cubicBezTo>
                <a:cubicBezTo>
                  <a:pt x="652648" y="39890"/>
                  <a:pt x="653978" y="40343"/>
                  <a:pt x="655005" y="40343"/>
                </a:cubicBezTo>
                <a:cubicBezTo>
                  <a:pt x="656093" y="40343"/>
                  <a:pt x="656969" y="40101"/>
                  <a:pt x="657634" y="39618"/>
                </a:cubicBezTo>
                <a:cubicBezTo>
                  <a:pt x="658238" y="39195"/>
                  <a:pt x="659296" y="37926"/>
                  <a:pt x="660807" y="35810"/>
                </a:cubicBezTo>
                <a:lnTo>
                  <a:pt x="663890" y="3581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Stucture-Related">
            <a:extLst xmlns:a="http://schemas.openxmlformats.org/drawingml/2006/main">
              <a:ext uri="{FF2B5EF4-FFF2-40B4-BE49-F238E27FC236}">
                <a16:creationId xmlns:a16="http://schemas.microsoft.com/office/drawing/2014/main" id="{29F06A20-99B6-4E7D-B3AA-E347FFC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460" y="1660017"/>
            <a:ext cx="1331631" cy="128705"/>
          </a:xfrm>
          <a:custGeom xmlns:a="http://schemas.openxmlformats.org/drawingml/2006/main">
            <a:pathLst>
              <a:path w="1331631" h="128705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32718" y="9972"/>
                </a:moveTo>
                <a:lnTo>
                  <a:pt x="132718" y="40978"/>
                </a:lnTo>
                <a:lnTo>
                  <a:pt x="152844" y="40978"/>
                </a:lnTo>
                <a:lnTo>
                  <a:pt x="152844" y="49953"/>
                </a:lnTo>
                <a:lnTo>
                  <a:pt x="132718" y="49953"/>
                </a:lnTo>
                <a:lnTo>
                  <a:pt x="132718" y="102263"/>
                </a:lnTo>
                <a:cubicBezTo>
                  <a:pt x="132718" y="107219"/>
                  <a:pt x="132960" y="110362"/>
                  <a:pt x="133443" y="111691"/>
                </a:cubicBezTo>
                <a:cubicBezTo>
                  <a:pt x="133806" y="113202"/>
                  <a:pt x="134592" y="114351"/>
                  <a:pt x="135800" y="115136"/>
                </a:cubicBezTo>
                <a:cubicBezTo>
                  <a:pt x="136888" y="116043"/>
                  <a:pt x="137946" y="116496"/>
                  <a:pt x="138973" y="116496"/>
                </a:cubicBezTo>
                <a:cubicBezTo>
                  <a:pt x="142841" y="116496"/>
                  <a:pt x="146558" y="113505"/>
                  <a:pt x="150124" y="107521"/>
                </a:cubicBezTo>
                <a:lnTo>
                  <a:pt x="152844" y="109516"/>
                </a:lnTo>
                <a:cubicBezTo>
                  <a:pt x="147888" y="121120"/>
                  <a:pt x="139940" y="126922"/>
                  <a:pt x="129001" y="126922"/>
                </a:cubicBezTo>
                <a:cubicBezTo>
                  <a:pt x="123622" y="126922"/>
                  <a:pt x="119089" y="125411"/>
                  <a:pt x="115402" y="122389"/>
                </a:cubicBezTo>
                <a:cubicBezTo>
                  <a:pt x="111594" y="119488"/>
                  <a:pt x="109207" y="116164"/>
                  <a:pt x="108240" y="112417"/>
                </a:cubicBezTo>
                <a:cubicBezTo>
                  <a:pt x="107575" y="110362"/>
                  <a:pt x="107273" y="104801"/>
                  <a:pt x="107334" y="95735"/>
                </a:cubicBezTo>
                <a:lnTo>
                  <a:pt x="107334" y="49953"/>
                </a:lnTo>
                <a:lnTo>
                  <a:pt x="96273" y="49953"/>
                </a:lnTo>
                <a:lnTo>
                  <a:pt x="96273" y="46780"/>
                </a:lnTo>
                <a:cubicBezTo>
                  <a:pt x="103888" y="41461"/>
                  <a:pt x="110386" y="35810"/>
                  <a:pt x="115765" y="29827"/>
                </a:cubicBezTo>
                <a:cubicBezTo>
                  <a:pt x="121083" y="23964"/>
                  <a:pt x="125737" y="17346"/>
                  <a:pt x="129726" y="9972"/>
                </a:cubicBezTo>
                <a:lnTo>
                  <a:pt x="132718" y="9972"/>
                </a:lnTo>
                <a:close/>
                <a:moveTo>
                  <a:pt x="244972" y="40978"/>
                </a:moveTo>
                <a:lnTo>
                  <a:pt x="244972" y="107340"/>
                </a:lnTo>
                <a:cubicBezTo>
                  <a:pt x="244972" y="113867"/>
                  <a:pt x="245576" y="117886"/>
                  <a:pt x="246785" y="119397"/>
                </a:cubicBezTo>
                <a:cubicBezTo>
                  <a:pt x="247933" y="121029"/>
                  <a:pt x="250381" y="122057"/>
                  <a:pt x="254128" y="122480"/>
                </a:cubicBezTo>
                <a:lnTo>
                  <a:pt x="254128" y="125743"/>
                </a:lnTo>
                <a:lnTo>
                  <a:pt x="219588" y="125743"/>
                </a:lnTo>
                <a:lnTo>
                  <a:pt x="219588" y="114411"/>
                </a:lnTo>
                <a:cubicBezTo>
                  <a:pt x="215478" y="119246"/>
                  <a:pt x="211428" y="122752"/>
                  <a:pt x="207439" y="124928"/>
                </a:cubicBezTo>
                <a:cubicBezTo>
                  <a:pt x="203329" y="127224"/>
                  <a:pt x="198797" y="128342"/>
                  <a:pt x="193841" y="128282"/>
                </a:cubicBezTo>
                <a:cubicBezTo>
                  <a:pt x="189005" y="128342"/>
                  <a:pt x="184775" y="126862"/>
                  <a:pt x="181148" y="123840"/>
                </a:cubicBezTo>
                <a:cubicBezTo>
                  <a:pt x="177401" y="120939"/>
                  <a:pt x="174893" y="117524"/>
                  <a:pt x="173624" y="113595"/>
                </a:cubicBezTo>
                <a:cubicBezTo>
                  <a:pt x="172354" y="109727"/>
                  <a:pt x="171720" y="102867"/>
                  <a:pt x="171720" y="93016"/>
                </a:cubicBezTo>
                <a:lnTo>
                  <a:pt x="171720" y="59381"/>
                </a:lnTo>
                <a:cubicBezTo>
                  <a:pt x="171720" y="52975"/>
                  <a:pt x="171146" y="48986"/>
                  <a:pt x="169997" y="47414"/>
                </a:cubicBezTo>
                <a:cubicBezTo>
                  <a:pt x="168728" y="45903"/>
                  <a:pt x="166250" y="44876"/>
                  <a:pt x="162563" y="44332"/>
                </a:cubicBezTo>
                <a:lnTo>
                  <a:pt x="162563" y="40978"/>
                </a:lnTo>
                <a:lnTo>
                  <a:pt x="197104" y="40978"/>
                </a:lnTo>
                <a:lnTo>
                  <a:pt x="197104" y="98909"/>
                </a:lnTo>
                <a:cubicBezTo>
                  <a:pt x="197044" y="105013"/>
                  <a:pt x="197346" y="108911"/>
                  <a:pt x="198011" y="110603"/>
                </a:cubicBezTo>
                <a:cubicBezTo>
                  <a:pt x="198555" y="112356"/>
                  <a:pt x="199461" y="113686"/>
                  <a:pt x="200731" y="114592"/>
                </a:cubicBezTo>
                <a:cubicBezTo>
                  <a:pt x="201879" y="115499"/>
                  <a:pt x="203299" y="115952"/>
                  <a:pt x="204992" y="115952"/>
                </a:cubicBezTo>
                <a:cubicBezTo>
                  <a:pt x="207167" y="116013"/>
                  <a:pt x="209132" y="115439"/>
                  <a:pt x="210884" y="114230"/>
                </a:cubicBezTo>
                <a:cubicBezTo>
                  <a:pt x="213302" y="112719"/>
                  <a:pt x="216203" y="109546"/>
                  <a:pt x="219588" y="104711"/>
                </a:cubicBezTo>
                <a:lnTo>
                  <a:pt x="219588" y="59381"/>
                </a:lnTo>
                <a:cubicBezTo>
                  <a:pt x="219588" y="52975"/>
                  <a:pt x="219013" y="48986"/>
                  <a:pt x="217865" y="47414"/>
                </a:cubicBezTo>
                <a:cubicBezTo>
                  <a:pt x="216596" y="45903"/>
                  <a:pt x="214118" y="44876"/>
                  <a:pt x="210431" y="44332"/>
                </a:cubicBezTo>
                <a:lnTo>
                  <a:pt x="210431" y="40978"/>
                </a:lnTo>
                <a:lnTo>
                  <a:pt x="244972" y="40978"/>
                </a:lnTo>
                <a:close/>
                <a:moveTo>
                  <a:pt x="334808" y="103895"/>
                </a:moveTo>
                <a:lnTo>
                  <a:pt x="337619" y="106071"/>
                </a:lnTo>
                <a:cubicBezTo>
                  <a:pt x="333569" y="113625"/>
                  <a:pt x="328613" y="119186"/>
                  <a:pt x="322751" y="122752"/>
                </a:cubicBezTo>
                <a:cubicBezTo>
                  <a:pt x="316767" y="126499"/>
                  <a:pt x="310421" y="128342"/>
                  <a:pt x="303713" y="128282"/>
                </a:cubicBezTo>
                <a:cubicBezTo>
                  <a:pt x="292350" y="128282"/>
                  <a:pt x="283314" y="124021"/>
                  <a:pt x="276606" y="115499"/>
                </a:cubicBezTo>
                <a:cubicBezTo>
                  <a:pt x="269776" y="106977"/>
                  <a:pt x="266391" y="96733"/>
                  <a:pt x="266452" y="84766"/>
                </a:cubicBezTo>
                <a:cubicBezTo>
                  <a:pt x="266452" y="73282"/>
                  <a:pt x="269534" y="63129"/>
                  <a:pt x="275699" y="54304"/>
                </a:cubicBezTo>
                <a:cubicBezTo>
                  <a:pt x="283133" y="43728"/>
                  <a:pt x="293377" y="38439"/>
                  <a:pt x="306432" y="38439"/>
                </a:cubicBezTo>
                <a:cubicBezTo>
                  <a:pt x="315196" y="38439"/>
                  <a:pt x="322177" y="40645"/>
                  <a:pt x="327374" y="45057"/>
                </a:cubicBezTo>
                <a:cubicBezTo>
                  <a:pt x="332512" y="49530"/>
                  <a:pt x="335080" y="54456"/>
                  <a:pt x="335080" y="59835"/>
                </a:cubicBezTo>
                <a:cubicBezTo>
                  <a:pt x="335080" y="63280"/>
                  <a:pt x="334053" y="66030"/>
                  <a:pt x="331998" y="68085"/>
                </a:cubicBezTo>
                <a:cubicBezTo>
                  <a:pt x="329822" y="70200"/>
                  <a:pt x="327072" y="71227"/>
                  <a:pt x="323748" y="71167"/>
                </a:cubicBezTo>
                <a:cubicBezTo>
                  <a:pt x="320122" y="71167"/>
                  <a:pt x="317190" y="69988"/>
                  <a:pt x="314954" y="67631"/>
                </a:cubicBezTo>
                <a:cubicBezTo>
                  <a:pt x="312597" y="65335"/>
                  <a:pt x="311147" y="61134"/>
                  <a:pt x="310603" y="55030"/>
                </a:cubicBezTo>
                <a:cubicBezTo>
                  <a:pt x="310179" y="51283"/>
                  <a:pt x="309303" y="48623"/>
                  <a:pt x="307973" y="47052"/>
                </a:cubicBezTo>
                <a:cubicBezTo>
                  <a:pt x="306583" y="45541"/>
                  <a:pt x="304952" y="44785"/>
                  <a:pt x="303078" y="44785"/>
                </a:cubicBezTo>
                <a:cubicBezTo>
                  <a:pt x="300177" y="44785"/>
                  <a:pt x="297699" y="46327"/>
                  <a:pt x="295644" y="49409"/>
                </a:cubicBezTo>
                <a:cubicBezTo>
                  <a:pt x="292441" y="54063"/>
                  <a:pt x="290869" y="61195"/>
                  <a:pt x="290930" y="70804"/>
                </a:cubicBezTo>
                <a:cubicBezTo>
                  <a:pt x="290930" y="78782"/>
                  <a:pt x="292199" y="86398"/>
                  <a:pt x="294737" y="93650"/>
                </a:cubicBezTo>
                <a:cubicBezTo>
                  <a:pt x="297215" y="101024"/>
                  <a:pt x="300691" y="106463"/>
                  <a:pt x="305163" y="109969"/>
                </a:cubicBezTo>
                <a:cubicBezTo>
                  <a:pt x="308487" y="112628"/>
                  <a:pt x="312416" y="113928"/>
                  <a:pt x="316949" y="113867"/>
                </a:cubicBezTo>
                <a:cubicBezTo>
                  <a:pt x="319910" y="113867"/>
                  <a:pt x="322721" y="113172"/>
                  <a:pt x="325380" y="111782"/>
                </a:cubicBezTo>
                <a:cubicBezTo>
                  <a:pt x="327979" y="110452"/>
                  <a:pt x="331122" y="107823"/>
                  <a:pt x="334808" y="103895"/>
                </a:cubicBezTo>
                <a:close/>
                <a:moveTo>
                  <a:pt x="382410" y="9972"/>
                </a:moveTo>
                <a:lnTo>
                  <a:pt x="382410" y="40978"/>
                </a:lnTo>
                <a:lnTo>
                  <a:pt x="402536" y="40978"/>
                </a:lnTo>
                <a:lnTo>
                  <a:pt x="402536" y="49953"/>
                </a:lnTo>
                <a:lnTo>
                  <a:pt x="382410" y="49953"/>
                </a:lnTo>
                <a:lnTo>
                  <a:pt x="382410" y="102263"/>
                </a:lnTo>
                <a:cubicBezTo>
                  <a:pt x="382410" y="107219"/>
                  <a:pt x="382652" y="110362"/>
                  <a:pt x="383136" y="111691"/>
                </a:cubicBezTo>
                <a:cubicBezTo>
                  <a:pt x="383498" y="113202"/>
                  <a:pt x="384284" y="114351"/>
                  <a:pt x="385493" y="115136"/>
                </a:cubicBezTo>
                <a:cubicBezTo>
                  <a:pt x="386581" y="116043"/>
                  <a:pt x="387638" y="116496"/>
                  <a:pt x="388666" y="116496"/>
                </a:cubicBezTo>
                <a:cubicBezTo>
                  <a:pt x="392534" y="116496"/>
                  <a:pt x="396251" y="113505"/>
                  <a:pt x="399817" y="107521"/>
                </a:cubicBezTo>
                <a:lnTo>
                  <a:pt x="402536" y="109516"/>
                </a:lnTo>
                <a:cubicBezTo>
                  <a:pt x="397580" y="121120"/>
                  <a:pt x="389633" y="126922"/>
                  <a:pt x="378693" y="126922"/>
                </a:cubicBezTo>
                <a:cubicBezTo>
                  <a:pt x="373314" y="126922"/>
                  <a:pt x="368781" y="125411"/>
                  <a:pt x="365094" y="122389"/>
                </a:cubicBezTo>
                <a:cubicBezTo>
                  <a:pt x="361287" y="119488"/>
                  <a:pt x="358899" y="116164"/>
                  <a:pt x="357932" y="112417"/>
                </a:cubicBezTo>
                <a:cubicBezTo>
                  <a:pt x="357268" y="110362"/>
                  <a:pt x="356965" y="104801"/>
                  <a:pt x="357026" y="95735"/>
                </a:cubicBezTo>
                <a:lnTo>
                  <a:pt x="357026" y="49953"/>
                </a:lnTo>
                <a:lnTo>
                  <a:pt x="345966" y="49953"/>
                </a:lnTo>
                <a:lnTo>
                  <a:pt x="345966" y="46780"/>
                </a:lnTo>
                <a:cubicBezTo>
                  <a:pt x="353581" y="41461"/>
                  <a:pt x="360078" y="35810"/>
                  <a:pt x="365457" y="29827"/>
                </a:cubicBezTo>
                <a:cubicBezTo>
                  <a:pt x="370776" y="23964"/>
                  <a:pt x="375430" y="17346"/>
                  <a:pt x="379419" y="9972"/>
                </a:cubicBezTo>
                <a:lnTo>
                  <a:pt x="382410" y="9972"/>
                </a:lnTo>
                <a:close/>
                <a:moveTo>
                  <a:pt x="494664" y="40978"/>
                </a:moveTo>
                <a:lnTo>
                  <a:pt x="494664" y="107340"/>
                </a:lnTo>
                <a:cubicBezTo>
                  <a:pt x="494664" y="113867"/>
                  <a:pt x="495269" y="117886"/>
                  <a:pt x="496478" y="119397"/>
                </a:cubicBezTo>
                <a:cubicBezTo>
                  <a:pt x="497626" y="121029"/>
                  <a:pt x="500074" y="122057"/>
                  <a:pt x="503821" y="122480"/>
                </a:cubicBezTo>
                <a:lnTo>
                  <a:pt x="503821" y="125743"/>
                </a:lnTo>
                <a:lnTo>
                  <a:pt x="469280" y="125743"/>
                </a:lnTo>
                <a:lnTo>
                  <a:pt x="469280" y="114411"/>
                </a:lnTo>
                <a:cubicBezTo>
                  <a:pt x="465170" y="119246"/>
                  <a:pt x="461121" y="122752"/>
                  <a:pt x="457132" y="124928"/>
                </a:cubicBezTo>
                <a:cubicBezTo>
                  <a:pt x="453022" y="127224"/>
                  <a:pt x="448489" y="128342"/>
                  <a:pt x="443533" y="128282"/>
                </a:cubicBezTo>
                <a:cubicBezTo>
                  <a:pt x="438698" y="128342"/>
                  <a:pt x="434467" y="126862"/>
                  <a:pt x="430841" y="123840"/>
                </a:cubicBezTo>
                <a:cubicBezTo>
                  <a:pt x="427093" y="120939"/>
                  <a:pt x="424585" y="117524"/>
                  <a:pt x="423316" y="113595"/>
                </a:cubicBezTo>
                <a:cubicBezTo>
                  <a:pt x="422047" y="109727"/>
                  <a:pt x="421412" y="102867"/>
                  <a:pt x="421412" y="93016"/>
                </a:cubicBezTo>
                <a:lnTo>
                  <a:pt x="421412" y="59381"/>
                </a:lnTo>
                <a:cubicBezTo>
                  <a:pt x="421412" y="52975"/>
                  <a:pt x="420838" y="48986"/>
                  <a:pt x="419690" y="47414"/>
                </a:cubicBezTo>
                <a:cubicBezTo>
                  <a:pt x="418420" y="45903"/>
                  <a:pt x="415942" y="44876"/>
                  <a:pt x="412256" y="44332"/>
                </a:cubicBezTo>
                <a:lnTo>
                  <a:pt x="412256" y="40978"/>
                </a:lnTo>
                <a:lnTo>
                  <a:pt x="446797" y="40978"/>
                </a:lnTo>
                <a:lnTo>
                  <a:pt x="446797" y="98909"/>
                </a:lnTo>
                <a:cubicBezTo>
                  <a:pt x="446736" y="105013"/>
                  <a:pt x="447038" y="108911"/>
                  <a:pt x="447703" y="110603"/>
                </a:cubicBezTo>
                <a:cubicBezTo>
                  <a:pt x="448247" y="112356"/>
                  <a:pt x="449154" y="113686"/>
                  <a:pt x="450423" y="114592"/>
                </a:cubicBezTo>
                <a:cubicBezTo>
                  <a:pt x="451571" y="115499"/>
                  <a:pt x="452992" y="115952"/>
                  <a:pt x="454684" y="115952"/>
                </a:cubicBezTo>
                <a:cubicBezTo>
                  <a:pt x="456860" y="116013"/>
                  <a:pt x="458824" y="115439"/>
                  <a:pt x="460577" y="114230"/>
                </a:cubicBezTo>
                <a:cubicBezTo>
                  <a:pt x="462994" y="112719"/>
                  <a:pt x="465895" y="109546"/>
                  <a:pt x="469280" y="104711"/>
                </a:cubicBezTo>
                <a:lnTo>
                  <a:pt x="469280" y="59381"/>
                </a:lnTo>
                <a:cubicBezTo>
                  <a:pt x="469280" y="52975"/>
                  <a:pt x="468706" y="48986"/>
                  <a:pt x="467557" y="47414"/>
                </a:cubicBezTo>
                <a:cubicBezTo>
                  <a:pt x="466288" y="45903"/>
                  <a:pt x="463810" y="44876"/>
                  <a:pt x="460123" y="44332"/>
                </a:cubicBezTo>
                <a:lnTo>
                  <a:pt x="460123" y="40978"/>
                </a:lnTo>
                <a:lnTo>
                  <a:pt x="494664" y="40978"/>
                </a:lnTo>
                <a:close/>
                <a:moveTo>
                  <a:pt x="550413" y="40978"/>
                </a:moveTo>
                <a:lnTo>
                  <a:pt x="550413" y="60197"/>
                </a:lnTo>
                <a:cubicBezTo>
                  <a:pt x="555974" y="51434"/>
                  <a:pt x="560900" y="45601"/>
                  <a:pt x="565191" y="42700"/>
                </a:cubicBezTo>
                <a:cubicBezTo>
                  <a:pt x="569421" y="39920"/>
                  <a:pt x="573501" y="38500"/>
                  <a:pt x="577430" y="38439"/>
                </a:cubicBezTo>
                <a:cubicBezTo>
                  <a:pt x="580754" y="38439"/>
                  <a:pt x="583474" y="39467"/>
                  <a:pt x="585589" y="41522"/>
                </a:cubicBezTo>
                <a:cubicBezTo>
                  <a:pt x="587583" y="43637"/>
                  <a:pt x="588581" y="46599"/>
                  <a:pt x="588581" y="50406"/>
                </a:cubicBezTo>
                <a:cubicBezTo>
                  <a:pt x="588520" y="54516"/>
                  <a:pt x="587553" y="57659"/>
                  <a:pt x="585680" y="59835"/>
                </a:cubicBezTo>
                <a:cubicBezTo>
                  <a:pt x="583685" y="62131"/>
                  <a:pt x="581298" y="63249"/>
                  <a:pt x="578518" y="63189"/>
                </a:cubicBezTo>
                <a:cubicBezTo>
                  <a:pt x="575314" y="63249"/>
                  <a:pt x="572534" y="62222"/>
                  <a:pt x="570177" y="60107"/>
                </a:cubicBezTo>
                <a:cubicBezTo>
                  <a:pt x="567820" y="58112"/>
                  <a:pt x="566430" y="56964"/>
                  <a:pt x="566007" y="56662"/>
                </a:cubicBezTo>
                <a:cubicBezTo>
                  <a:pt x="565342" y="56299"/>
                  <a:pt x="564647" y="56118"/>
                  <a:pt x="563921" y="56118"/>
                </a:cubicBezTo>
                <a:cubicBezTo>
                  <a:pt x="562108" y="56118"/>
                  <a:pt x="560446" y="56782"/>
                  <a:pt x="558935" y="58112"/>
                </a:cubicBezTo>
                <a:cubicBezTo>
                  <a:pt x="556457" y="60228"/>
                  <a:pt x="554584" y="63159"/>
                  <a:pt x="553314" y="66906"/>
                </a:cubicBezTo>
                <a:cubicBezTo>
                  <a:pt x="551380" y="72829"/>
                  <a:pt x="550413" y="79296"/>
                  <a:pt x="550413" y="86307"/>
                </a:cubicBezTo>
                <a:lnTo>
                  <a:pt x="550413" y="105799"/>
                </a:lnTo>
                <a:lnTo>
                  <a:pt x="550504" y="110875"/>
                </a:lnTo>
                <a:cubicBezTo>
                  <a:pt x="550444" y="114320"/>
                  <a:pt x="550655" y="116526"/>
                  <a:pt x="551139" y="117494"/>
                </a:cubicBezTo>
                <a:cubicBezTo>
                  <a:pt x="551864" y="119125"/>
                  <a:pt x="552952" y="120304"/>
                  <a:pt x="554402" y="121029"/>
                </a:cubicBezTo>
                <a:cubicBezTo>
                  <a:pt x="555732" y="121875"/>
                  <a:pt x="558119" y="122359"/>
                  <a:pt x="561564" y="122480"/>
                </a:cubicBezTo>
                <a:lnTo>
                  <a:pt x="561564" y="125743"/>
                </a:lnTo>
                <a:lnTo>
                  <a:pt x="515782" y="125743"/>
                </a:lnTo>
                <a:lnTo>
                  <a:pt x="515782" y="122480"/>
                </a:lnTo>
                <a:cubicBezTo>
                  <a:pt x="519408" y="122238"/>
                  <a:pt x="521916" y="121211"/>
                  <a:pt x="523306" y="119397"/>
                </a:cubicBezTo>
                <a:cubicBezTo>
                  <a:pt x="524576" y="117705"/>
                  <a:pt x="525210" y="113172"/>
                  <a:pt x="525210" y="105799"/>
                </a:cubicBezTo>
                <a:lnTo>
                  <a:pt x="525210" y="58928"/>
                </a:lnTo>
                <a:cubicBezTo>
                  <a:pt x="525150" y="54153"/>
                  <a:pt x="524908" y="51071"/>
                  <a:pt x="524485" y="49681"/>
                </a:cubicBezTo>
                <a:cubicBezTo>
                  <a:pt x="523820" y="48049"/>
                  <a:pt x="522944" y="46810"/>
                  <a:pt x="521856" y="45964"/>
                </a:cubicBezTo>
                <a:cubicBezTo>
                  <a:pt x="520647" y="45178"/>
                  <a:pt x="518622" y="44634"/>
                  <a:pt x="515782" y="44332"/>
                </a:cubicBezTo>
                <a:lnTo>
                  <a:pt x="515782" y="40978"/>
                </a:lnTo>
                <a:lnTo>
                  <a:pt x="550413" y="40978"/>
                </a:lnTo>
                <a:close/>
                <a:moveTo>
                  <a:pt x="657556" y="80324"/>
                </a:moveTo>
                <a:lnTo>
                  <a:pt x="611048" y="80324"/>
                </a:lnTo>
                <a:cubicBezTo>
                  <a:pt x="611592" y="91565"/>
                  <a:pt x="614584" y="100450"/>
                  <a:pt x="620023" y="106977"/>
                </a:cubicBezTo>
                <a:cubicBezTo>
                  <a:pt x="624133" y="111994"/>
                  <a:pt x="629150" y="114502"/>
                  <a:pt x="635073" y="114502"/>
                </a:cubicBezTo>
                <a:cubicBezTo>
                  <a:pt x="638639" y="114562"/>
                  <a:pt x="641933" y="113535"/>
                  <a:pt x="644954" y="111419"/>
                </a:cubicBezTo>
                <a:cubicBezTo>
                  <a:pt x="647916" y="109425"/>
                  <a:pt x="651089" y="105799"/>
                  <a:pt x="654474" y="100540"/>
                </a:cubicBezTo>
                <a:lnTo>
                  <a:pt x="657556" y="102535"/>
                </a:lnTo>
                <a:cubicBezTo>
                  <a:pt x="652902" y="111903"/>
                  <a:pt x="647825" y="118521"/>
                  <a:pt x="642325" y="122389"/>
                </a:cubicBezTo>
                <a:cubicBezTo>
                  <a:pt x="636765" y="126318"/>
                  <a:pt x="630328" y="128282"/>
                  <a:pt x="623015" y="128282"/>
                </a:cubicBezTo>
                <a:cubicBezTo>
                  <a:pt x="610383" y="128342"/>
                  <a:pt x="600864" y="123507"/>
                  <a:pt x="594458" y="113777"/>
                </a:cubicBezTo>
                <a:cubicBezTo>
                  <a:pt x="589260" y="105980"/>
                  <a:pt x="586661" y="96310"/>
                  <a:pt x="586661" y="84766"/>
                </a:cubicBezTo>
                <a:cubicBezTo>
                  <a:pt x="586601" y="70683"/>
                  <a:pt x="590438" y="59412"/>
                  <a:pt x="598175" y="50950"/>
                </a:cubicBezTo>
                <a:cubicBezTo>
                  <a:pt x="605790" y="42610"/>
                  <a:pt x="614735" y="38439"/>
                  <a:pt x="625010" y="38439"/>
                </a:cubicBezTo>
                <a:cubicBezTo>
                  <a:pt x="633592" y="38500"/>
                  <a:pt x="641056" y="42005"/>
                  <a:pt x="647402" y="48956"/>
                </a:cubicBezTo>
                <a:cubicBezTo>
                  <a:pt x="653627" y="56027"/>
                  <a:pt x="657012" y="66483"/>
                  <a:pt x="657556" y="80324"/>
                </a:cubicBezTo>
                <a:moveTo>
                  <a:pt x="635254" y="74249"/>
                </a:moveTo>
                <a:cubicBezTo>
                  <a:pt x="635194" y="64579"/>
                  <a:pt x="634680" y="57901"/>
                  <a:pt x="633713" y="54214"/>
                </a:cubicBezTo>
                <a:cubicBezTo>
                  <a:pt x="632625" y="50648"/>
                  <a:pt x="630963" y="47898"/>
                  <a:pt x="628727" y="45964"/>
                </a:cubicBezTo>
                <a:cubicBezTo>
                  <a:pt x="627397" y="44876"/>
                  <a:pt x="625705" y="44332"/>
                  <a:pt x="623650" y="44332"/>
                </a:cubicBezTo>
                <a:cubicBezTo>
                  <a:pt x="620446" y="44332"/>
                  <a:pt x="617878" y="45873"/>
                  <a:pt x="615944" y="48956"/>
                </a:cubicBezTo>
                <a:cubicBezTo>
                  <a:pt x="612378" y="54395"/>
                  <a:pt x="610595" y="61769"/>
                  <a:pt x="610595" y="71076"/>
                </a:cubicBezTo>
                <a:lnTo>
                  <a:pt x="610595" y="74249"/>
                </a:lnTo>
                <a:lnTo>
                  <a:pt x="635254" y="74249"/>
                </a:lnTo>
                <a:close/>
                <a:moveTo>
                  <a:pt x="720026" y="92472"/>
                </a:moveTo>
                <a:lnTo>
                  <a:pt x="667172" y="92472"/>
                </a:lnTo>
                <a:lnTo>
                  <a:pt x="667172" y="73705"/>
                </a:lnTo>
                <a:lnTo>
                  <a:pt x="720026" y="73705"/>
                </a:lnTo>
                <a:lnTo>
                  <a:pt x="720026" y="92472"/>
                </a:lnTo>
                <a:close/>
                <a:moveTo>
                  <a:pt x="775981" y="69716"/>
                </a:moveTo>
                <a:lnTo>
                  <a:pt x="775981" y="104167"/>
                </a:lnTo>
                <a:cubicBezTo>
                  <a:pt x="775981" y="110815"/>
                  <a:pt x="776404" y="114985"/>
                  <a:pt x="777250" y="116678"/>
                </a:cubicBezTo>
                <a:cubicBezTo>
                  <a:pt x="777976" y="118491"/>
                  <a:pt x="779396" y="119881"/>
                  <a:pt x="781511" y="120848"/>
                </a:cubicBezTo>
                <a:cubicBezTo>
                  <a:pt x="783566" y="121875"/>
                  <a:pt x="787404" y="122389"/>
                  <a:pt x="793025" y="122389"/>
                </a:cubicBezTo>
                <a:lnTo>
                  <a:pt x="793025" y="125743"/>
                </a:lnTo>
                <a:lnTo>
                  <a:pt x="730108" y="125743"/>
                </a:lnTo>
                <a:lnTo>
                  <a:pt x="730108" y="122389"/>
                </a:lnTo>
                <a:cubicBezTo>
                  <a:pt x="735729" y="122389"/>
                  <a:pt x="739597" y="121845"/>
                  <a:pt x="741712" y="120757"/>
                </a:cubicBezTo>
                <a:cubicBezTo>
                  <a:pt x="743707" y="119790"/>
                  <a:pt x="745127" y="118430"/>
                  <a:pt x="745973" y="116678"/>
                </a:cubicBezTo>
                <a:cubicBezTo>
                  <a:pt x="746759" y="114985"/>
                  <a:pt x="747152" y="110815"/>
                  <a:pt x="747152" y="104167"/>
                </a:cubicBezTo>
                <a:lnTo>
                  <a:pt x="747152" y="24387"/>
                </a:lnTo>
                <a:cubicBezTo>
                  <a:pt x="747152" y="17799"/>
                  <a:pt x="746759" y="13599"/>
                  <a:pt x="745973" y="11786"/>
                </a:cubicBezTo>
                <a:cubicBezTo>
                  <a:pt x="745127" y="10093"/>
                  <a:pt x="743676" y="8733"/>
                  <a:pt x="741621" y="7706"/>
                </a:cubicBezTo>
                <a:cubicBezTo>
                  <a:pt x="739506" y="6739"/>
                  <a:pt x="735668" y="6225"/>
                  <a:pt x="730108" y="6165"/>
                </a:cubicBezTo>
                <a:lnTo>
                  <a:pt x="730108" y="2810"/>
                </a:lnTo>
                <a:lnTo>
                  <a:pt x="787223" y="2810"/>
                </a:lnTo>
                <a:cubicBezTo>
                  <a:pt x="802091" y="2810"/>
                  <a:pt x="812970" y="3838"/>
                  <a:pt x="819860" y="5893"/>
                </a:cubicBezTo>
                <a:cubicBezTo>
                  <a:pt x="826750" y="8008"/>
                  <a:pt x="832371" y="11786"/>
                  <a:pt x="836722" y="17225"/>
                </a:cubicBezTo>
                <a:cubicBezTo>
                  <a:pt x="841074" y="22786"/>
                  <a:pt x="843250" y="29283"/>
                  <a:pt x="843250" y="36717"/>
                </a:cubicBezTo>
                <a:cubicBezTo>
                  <a:pt x="843250" y="45843"/>
                  <a:pt x="839986" y="53337"/>
                  <a:pt x="833459" y="59200"/>
                </a:cubicBezTo>
                <a:cubicBezTo>
                  <a:pt x="829288" y="62947"/>
                  <a:pt x="823456" y="65758"/>
                  <a:pt x="815961" y="67631"/>
                </a:cubicBezTo>
                <a:lnTo>
                  <a:pt x="845516" y="109244"/>
                </a:lnTo>
                <a:cubicBezTo>
                  <a:pt x="849384" y="114623"/>
                  <a:pt x="852134" y="117977"/>
                  <a:pt x="853766" y="119307"/>
                </a:cubicBezTo>
                <a:cubicBezTo>
                  <a:pt x="856184" y="121241"/>
                  <a:pt x="859055" y="122268"/>
                  <a:pt x="862379" y="122389"/>
                </a:cubicBezTo>
                <a:lnTo>
                  <a:pt x="862379" y="125743"/>
                </a:lnTo>
                <a:lnTo>
                  <a:pt x="823667" y="125743"/>
                </a:lnTo>
                <a:lnTo>
                  <a:pt x="784050" y="69716"/>
                </a:lnTo>
                <a:lnTo>
                  <a:pt x="775981" y="69716"/>
                </a:lnTo>
                <a:moveTo>
                  <a:pt x="775981" y="9428"/>
                </a:moveTo>
                <a:lnTo>
                  <a:pt x="775981" y="63280"/>
                </a:lnTo>
                <a:lnTo>
                  <a:pt x="781149" y="63280"/>
                </a:lnTo>
                <a:cubicBezTo>
                  <a:pt x="789550" y="63280"/>
                  <a:pt x="795835" y="62494"/>
                  <a:pt x="800006" y="60923"/>
                </a:cubicBezTo>
                <a:cubicBezTo>
                  <a:pt x="804115" y="59472"/>
                  <a:pt x="807409" y="56692"/>
                  <a:pt x="809887" y="52582"/>
                </a:cubicBezTo>
                <a:cubicBezTo>
                  <a:pt x="812244" y="48593"/>
                  <a:pt x="813423" y="43365"/>
                  <a:pt x="813423" y="36898"/>
                </a:cubicBezTo>
                <a:cubicBezTo>
                  <a:pt x="813423" y="27590"/>
                  <a:pt x="811247" y="20670"/>
                  <a:pt x="806896" y="16137"/>
                </a:cubicBezTo>
                <a:cubicBezTo>
                  <a:pt x="802423" y="11725"/>
                  <a:pt x="795352" y="9489"/>
                  <a:pt x="785682" y="9428"/>
                </a:cubicBezTo>
                <a:lnTo>
                  <a:pt x="775981" y="9428"/>
                </a:lnTo>
                <a:close/>
                <a:moveTo>
                  <a:pt x="939261" y="80324"/>
                </a:moveTo>
                <a:lnTo>
                  <a:pt x="892753" y="80324"/>
                </a:lnTo>
                <a:cubicBezTo>
                  <a:pt x="893297" y="91565"/>
                  <a:pt x="896289" y="100450"/>
                  <a:pt x="901728" y="106977"/>
                </a:cubicBezTo>
                <a:cubicBezTo>
                  <a:pt x="905838" y="111994"/>
                  <a:pt x="910854" y="114502"/>
                  <a:pt x="916777" y="114502"/>
                </a:cubicBezTo>
                <a:cubicBezTo>
                  <a:pt x="920343" y="114562"/>
                  <a:pt x="923637" y="113535"/>
                  <a:pt x="926659" y="111419"/>
                </a:cubicBezTo>
                <a:cubicBezTo>
                  <a:pt x="929621" y="109425"/>
                  <a:pt x="932794" y="105799"/>
                  <a:pt x="936178" y="100540"/>
                </a:cubicBezTo>
                <a:lnTo>
                  <a:pt x="939261" y="102535"/>
                </a:lnTo>
                <a:cubicBezTo>
                  <a:pt x="934607" y="111903"/>
                  <a:pt x="929530" y="118521"/>
                  <a:pt x="924030" y="122389"/>
                </a:cubicBezTo>
                <a:cubicBezTo>
                  <a:pt x="918470" y="126318"/>
                  <a:pt x="912033" y="128282"/>
                  <a:pt x="904720" y="128282"/>
                </a:cubicBezTo>
                <a:cubicBezTo>
                  <a:pt x="892088" y="128342"/>
                  <a:pt x="882569" y="123507"/>
                  <a:pt x="876162" y="113777"/>
                </a:cubicBezTo>
                <a:cubicBezTo>
                  <a:pt x="870965" y="105980"/>
                  <a:pt x="868366" y="96310"/>
                  <a:pt x="868366" y="84766"/>
                </a:cubicBezTo>
                <a:cubicBezTo>
                  <a:pt x="868305" y="70683"/>
                  <a:pt x="872143" y="59412"/>
                  <a:pt x="879879" y="50950"/>
                </a:cubicBezTo>
                <a:cubicBezTo>
                  <a:pt x="887495" y="42610"/>
                  <a:pt x="896440" y="38439"/>
                  <a:pt x="906714" y="38439"/>
                </a:cubicBezTo>
                <a:cubicBezTo>
                  <a:pt x="915297" y="38500"/>
                  <a:pt x="922761" y="42005"/>
                  <a:pt x="929107" y="48956"/>
                </a:cubicBezTo>
                <a:cubicBezTo>
                  <a:pt x="935332" y="56027"/>
                  <a:pt x="938717" y="66483"/>
                  <a:pt x="939261" y="80324"/>
                </a:cubicBezTo>
                <a:moveTo>
                  <a:pt x="916959" y="74249"/>
                </a:moveTo>
                <a:cubicBezTo>
                  <a:pt x="916898" y="64579"/>
                  <a:pt x="916385" y="57901"/>
                  <a:pt x="915418" y="54214"/>
                </a:cubicBezTo>
                <a:cubicBezTo>
                  <a:pt x="914330" y="50648"/>
                  <a:pt x="912668" y="47898"/>
                  <a:pt x="910431" y="45964"/>
                </a:cubicBezTo>
                <a:cubicBezTo>
                  <a:pt x="909102" y="44876"/>
                  <a:pt x="907409" y="44332"/>
                  <a:pt x="905354" y="44332"/>
                </a:cubicBezTo>
                <a:cubicBezTo>
                  <a:pt x="902151" y="44332"/>
                  <a:pt x="899582" y="45873"/>
                  <a:pt x="897648" y="48956"/>
                </a:cubicBezTo>
                <a:cubicBezTo>
                  <a:pt x="894083" y="54395"/>
                  <a:pt x="892300" y="61769"/>
                  <a:pt x="892300" y="71076"/>
                </a:cubicBezTo>
                <a:lnTo>
                  <a:pt x="892300" y="74249"/>
                </a:lnTo>
                <a:lnTo>
                  <a:pt x="916959" y="74249"/>
                </a:lnTo>
                <a:close/>
                <a:moveTo>
                  <a:pt x="983780" y="2810"/>
                </a:moveTo>
                <a:lnTo>
                  <a:pt x="983780" y="108156"/>
                </a:lnTo>
                <a:cubicBezTo>
                  <a:pt x="983780" y="114139"/>
                  <a:pt x="984475" y="117947"/>
                  <a:pt x="985865" y="119579"/>
                </a:cubicBezTo>
                <a:cubicBezTo>
                  <a:pt x="987195" y="121331"/>
                  <a:pt x="989914" y="122298"/>
                  <a:pt x="994024" y="122480"/>
                </a:cubicBezTo>
                <a:lnTo>
                  <a:pt x="994024" y="125743"/>
                </a:lnTo>
                <a:lnTo>
                  <a:pt x="948242" y="125743"/>
                </a:lnTo>
                <a:lnTo>
                  <a:pt x="948242" y="122480"/>
                </a:lnTo>
                <a:cubicBezTo>
                  <a:pt x="951929" y="122419"/>
                  <a:pt x="954709" y="121331"/>
                  <a:pt x="956582" y="119216"/>
                </a:cubicBezTo>
                <a:cubicBezTo>
                  <a:pt x="957731" y="117886"/>
                  <a:pt x="958335" y="114200"/>
                  <a:pt x="958396" y="108156"/>
                </a:cubicBezTo>
                <a:lnTo>
                  <a:pt x="958396" y="20398"/>
                </a:lnTo>
                <a:cubicBezTo>
                  <a:pt x="958335" y="14536"/>
                  <a:pt x="957640" y="10728"/>
                  <a:pt x="956310" y="8975"/>
                </a:cubicBezTo>
                <a:cubicBezTo>
                  <a:pt x="954920" y="7404"/>
                  <a:pt x="952231" y="6467"/>
                  <a:pt x="948242" y="6165"/>
                </a:cubicBezTo>
                <a:lnTo>
                  <a:pt x="948242" y="2810"/>
                </a:lnTo>
                <a:lnTo>
                  <a:pt x="983780" y="2810"/>
                </a:lnTo>
                <a:close/>
                <a:moveTo>
                  <a:pt x="1048598" y="113233"/>
                </a:moveTo>
                <a:cubicBezTo>
                  <a:pt x="1038263" y="122419"/>
                  <a:pt x="1028985" y="126982"/>
                  <a:pt x="1020766" y="126922"/>
                </a:cubicBezTo>
                <a:cubicBezTo>
                  <a:pt x="1015870" y="126922"/>
                  <a:pt x="1011851" y="125320"/>
                  <a:pt x="1008708" y="122117"/>
                </a:cubicBezTo>
                <a:cubicBezTo>
                  <a:pt x="1005505" y="119035"/>
                  <a:pt x="1003903" y="115076"/>
                  <a:pt x="1003903" y="110241"/>
                </a:cubicBezTo>
                <a:cubicBezTo>
                  <a:pt x="1003903" y="103834"/>
                  <a:pt x="1006683" y="98002"/>
                  <a:pt x="1012244" y="92744"/>
                </a:cubicBezTo>
                <a:cubicBezTo>
                  <a:pt x="1017744" y="87667"/>
                  <a:pt x="1029862" y="80807"/>
                  <a:pt x="1048598" y="72164"/>
                </a:cubicBezTo>
                <a:lnTo>
                  <a:pt x="1048598" y="63642"/>
                </a:lnTo>
                <a:cubicBezTo>
                  <a:pt x="1048538" y="57296"/>
                  <a:pt x="1048205" y="53247"/>
                  <a:pt x="1047601" y="51494"/>
                </a:cubicBezTo>
                <a:cubicBezTo>
                  <a:pt x="1046815" y="49862"/>
                  <a:pt x="1045485" y="48412"/>
                  <a:pt x="1043612" y="47142"/>
                </a:cubicBezTo>
                <a:cubicBezTo>
                  <a:pt x="1041678" y="45994"/>
                  <a:pt x="1039502" y="45390"/>
                  <a:pt x="1037084" y="45329"/>
                </a:cubicBezTo>
                <a:cubicBezTo>
                  <a:pt x="1033156" y="45390"/>
                  <a:pt x="1029922" y="46266"/>
                  <a:pt x="1027384" y="47958"/>
                </a:cubicBezTo>
                <a:cubicBezTo>
                  <a:pt x="1025812" y="49046"/>
                  <a:pt x="1025027" y="50316"/>
                  <a:pt x="1025027" y="51766"/>
                </a:cubicBezTo>
                <a:cubicBezTo>
                  <a:pt x="1024966" y="53035"/>
                  <a:pt x="1025812" y="54607"/>
                  <a:pt x="1027565" y="56480"/>
                </a:cubicBezTo>
                <a:cubicBezTo>
                  <a:pt x="1029801" y="59140"/>
                  <a:pt x="1030950" y="61648"/>
                  <a:pt x="1031010" y="64005"/>
                </a:cubicBezTo>
                <a:cubicBezTo>
                  <a:pt x="1031010" y="67027"/>
                  <a:pt x="1029922" y="69535"/>
                  <a:pt x="1027746" y="71530"/>
                </a:cubicBezTo>
                <a:cubicBezTo>
                  <a:pt x="1025450" y="73645"/>
                  <a:pt x="1022549" y="74703"/>
                  <a:pt x="1019043" y="74703"/>
                </a:cubicBezTo>
                <a:cubicBezTo>
                  <a:pt x="1015236" y="74703"/>
                  <a:pt x="1012063" y="73554"/>
                  <a:pt x="1009524" y="71258"/>
                </a:cubicBezTo>
                <a:cubicBezTo>
                  <a:pt x="1006865" y="69021"/>
                  <a:pt x="1005565" y="66332"/>
                  <a:pt x="1005626" y="63189"/>
                </a:cubicBezTo>
                <a:cubicBezTo>
                  <a:pt x="1005626" y="58837"/>
                  <a:pt x="1007348" y="54667"/>
                  <a:pt x="1010793" y="50678"/>
                </a:cubicBezTo>
                <a:cubicBezTo>
                  <a:pt x="1014238" y="46810"/>
                  <a:pt x="1019043" y="43788"/>
                  <a:pt x="1025208" y="41612"/>
                </a:cubicBezTo>
                <a:cubicBezTo>
                  <a:pt x="1031373" y="39557"/>
                  <a:pt x="1037779" y="38500"/>
                  <a:pt x="1044428" y="38439"/>
                </a:cubicBezTo>
                <a:cubicBezTo>
                  <a:pt x="1052466" y="38500"/>
                  <a:pt x="1058842" y="40192"/>
                  <a:pt x="1063557" y="43516"/>
                </a:cubicBezTo>
                <a:cubicBezTo>
                  <a:pt x="1068150" y="46961"/>
                  <a:pt x="1071172" y="50678"/>
                  <a:pt x="1072622" y="54667"/>
                </a:cubicBezTo>
                <a:cubicBezTo>
                  <a:pt x="1073408" y="57206"/>
                  <a:pt x="1073831" y="63038"/>
                  <a:pt x="1073892" y="72164"/>
                </a:cubicBezTo>
                <a:lnTo>
                  <a:pt x="1073892" y="105073"/>
                </a:lnTo>
                <a:cubicBezTo>
                  <a:pt x="1073892" y="109002"/>
                  <a:pt x="1074043" y="111419"/>
                  <a:pt x="1074345" y="112326"/>
                </a:cubicBezTo>
                <a:cubicBezTo>
                  <a:pt x="1074587" y="113414"/>
                  <a:pt x="1075040" y="114169"/>
                  <a:pt x="1075705" y="114592"/>
                </a:cubicBezTo>
                <a:cubicBezTo>
                  <a:pt x="1076249" y="115076"/>
                  <a:pt x="1076944" y="115318"/>
                  <a:pt x="1077790" y="115318"/>
                </a:cubicBezTo>
                <a:cubicBezTo>
                  <a:pt x="1079301" y="115378"/>
                  <a:pt x="1080903" y="114260"/>
                  <a:pt x="1082595" y="111963"/>
                </a:cubicBezTo>
                <a:lnTo>
                  <a:pt x="1085315" y="114139"/>
                </a:lnTo>
                <a:cubicBezTo>
                  <a:pt x="1082232" y="118612"/>
                  <a:pt x="1079120" y="121845"/>
                  <a:pt x="1075977" y="123840"/>
                </a:cubicBezTo>
                <a:cubicBezTo>
                  <a:pt x="1072653" y="125955"/>
                  <a:pt x="1068966" y="126982"/>
                  <a:pt x="1064916" y="126922"/>
                </a:cubicBezTo>
                <a:cubicBezTo>
                  <a:pt x="1060081" y="126922"/>
                  <a:pt x="1056304" y="125774"/>
                  <a:pt x="1053584" y="123477"/>
                </a:cubicBezTo>
                <a:cubicBezTo>
                  <a:pt x="1050864" y="121301"/>
                  <a:pt x="1049202" y="117886"/>
                  <a:pt x="1048598" y="113233"/>
                </a:cubicBezTo>
                <a:moveTo>
                  <a:pt x="1048598" y="106614"/>
                </a:moveTo>
                <a:lnTo>
                  <a:pt x="1048598" y="78238"/>
                </a:lnTo>
                <a:cubicBezTo>
                  <a:pt x="1041224" y="82530"/>
                  <a:pt x="1035785" y="87123"/>
                  <a:pt x="1032279" y="92018"/>
                </a:cubicBezTo>
                <a:cubicBezTo>
                  <a:pt x="1029922" y="95282"/>
                  <a:pt x="1028744" y="98576"/>
                  <a:pt x="1028744" y="101900"/>
                </a:cubicBezTo>
                <a:cubicBezTo>
                  <a:pt x="1028744" y="104741"/>
                  <a:pt x="1029741" y="107189"/>
                  <a:pt x="1031735" y="109244"/>
                </a:cubicBezTo>
                <a:cubicBezTo>
                  <a:pt x="1033246" y="110875"/>
                  <a:pt x="1035362" y="111691"/>
                  <a:pt x="1038082" y="111691"/>
                </a:cubicBezTo>
                <a:cubicBezTo>
                  <a:pt x="1041043" y="111691"/>
                  <a:pt x="1044549" y="109999"/>
                  <a:pt x="1048598" y="106614"/>
                </a:cubicBezTo>
                <a:close/>
                <a:moveTo>
                  <a:pt x="1125085" y="9972"/>
                </a:moveTo>
                <a:lnTo>
                  <a:pt x="1125085" y="40978"/>
                </a:lnTo>
                <a:lnTo>
                  <a:pt x="1145212" y="40978"/>
                </a:lnTo>
                <a:lnTo>
                  <a:pt x="1145212" y="49953"/>
                </a:lnTo>
                <a:lnTo>
                  <a:pt x="1125085" y="49953"/>
                </a:lnTo>
                <a:lnTo>
                  <a:pt x="1125085" y="102263"/>
                </a:lnTo>
                <a:cubicBezTo>
                  <a:pt x="1125085" y="107219"/>
                  <a:pt x="1125327" y="110362"/>
                  <a:pt x="1125811" y="111691"/>
                </a:cubicBezTo>
                <a:cubicBezTo>
                  <a:pt x="1126173" y="113202"/>
                  <a:pt x="1126959" y="114351"/>
                  <a:pt x="1128168" y="115136"/>
                </a:cubicBezTo>
                <a:cubicBezTo>
                  <a:pt x="1129256" y="116043"/>
                  <a:pt x="1130313" y="116496"/>
                  <a:pt x="1131341" y="116496"/>
                </a:cubicBezTo>
                <a:cubicBezTo>
                  <a:pt x="1135209" y="116496"/>
                  <a:pt x="1138926" y="113505"/>
                  <a:pt x="1142492" y="107521"/>
                </a:cubicBezTo>
                <a:lnTo>
                  <a:pt x="1145212" y="109516"/>
                </a:lnTo>
                <a:cubicBezTo>
                  <a:pt x="1140256" y="121120"/>
                  <a:pt x="1132308" y="126922"/>
                  <a:pt x="1121368" y="126922"/>
                </a:cubicBezTo>
                <a:cubicBezTo>
                  <a:pt x="1115989" y="126922"/>
                  <a:pt x="1111456" y="125411"/>
                  <a:pt x="1107770" y="122389"/>
                </a:cubicBezTo>
                <a:cubicBezTo>
                  <a:pt x="1103962" y="119488"/>
                  <a:pt x="1101575" y="116164"/>
                  <a:pt x="1100608" y="112417"/>
                </a:cubicBezTo>
                <a:cubicBezTo>
                  <a:pt x="1099943" y="110362"/>
                  <a:pt x="1099641" y="104801"/>
                  <a:pt x="1099701" y="95735"/>
                </a:cubicBezTo>
                <a:lnTo>
                  <a:pt x="1099701" y="49953"/>
                </a:lnTo>
                <a:lnTo>
                  <a:pt x="1088641" y="49953"/>
                </a:lnTo>
                <a:lnTo>
                  <a:pt x="1088641" y="46780"/>
                </a:lnTo>
                <a:cubicBezTo>
                  <a:pt x="1096256" y="41461"/>
                  <a:pt x="1102753" y="35810"/>
                  <a:pt x="1108132" y="29827"/>
                </a:cubicBezTo>
                <a:cubicBezTo>
                  <a:pt x="1113451" y="23964"/>
                  <a:pt x="1118105" y="17346"/>
                  <a:pt x="1122094" y="9972"/>
                </a:cubicBezTo>
                <a:lnTo>
                  <a:pt x="1125085" y="9972"/>
                </a:lnTo>
                <a:close/>
                <a:moveTo>
                  <a:pt x="1227367" y="80324"/>
                </a:moveTo>
                <a:lnTo>
                  <a:pt x="1180859" y="80324"/>
                </a:lnTo>
                <a:cubicBezTo>
                  <a:pt x="1181403" y="91565"/>
                  <a:pt x="1184395" y="100450"/>
                  <a:pt x="1189835" y="106977"/>
                </a:cubicBezTo>
                <a:cubicBezTo>
                  <a:pt x="1193944" y="111994"/>
                  <a:pt x="1198961" y="114502"/>
                  <a:pt x="1204884" y="114502"/>
                </a:cubicBezTo>
                <a:cubicBezTo>
                  <a:pt x="1208450" y="114562"/>
                  <a:pt x="1211744" y="113535"/>
                  <a:pt x="1214766" y="111419"/>
                </a:cubicBezTo>
                <a:cubicBezTo>
                  <a:pt x="1217727" y="109425"/>
                  <a:pt x="1220900" y="105799"/>
                  <a:pt x="1224285" y="100540"/>
                </a:cubicBezTo>
                <a:lnTo>
                  <a:pt x="1227367" y="102535"/>
                </a:lnTo>
                <a:cubicBezTo>
                  <a:pt x="1222713" y="111903"/>
                  <a:pt x="1217637" y="118521"/>
                  <a:pt x="1212137" y="122389"/>
                </a:cubicBezTo>
                <a:cubicBezTo>
                  <a:pt x="1206576" y="126318"/>
                  <a:pt x="1200140" y="128282"/>
                  <a:pt x="1192826" y="128282"/>
                </a:cubicBezTo>
                <a:cubicBezTo>
                  <a:pt x="1180195" y="128342"/>
                  <a:pt x="1170675" y="123507"/>
                  <a:pt x="1164269" y="113777"/>
                </a:cubicBezTo>
                <a:cubicBezTo>
                  <a:pt x="1159071" y="105980"/>
                  <a:pt x="1156472" y="96310"/>
                  <a:pt x="1156472" y="84766"/>
                </a:cubicBezTo>
                <a:cubicBezTo>
                  <a:pt x="1156412" y="70683"/>
                  <a:pt x="1160250" y="59412"/>
                  <a:pt x="1167986" y="50950"/>
                </a:cubicBezTo>
                <a:cubicBezTo>
                  <a:pt x="1175601" y="42610"/>
                  <a:pt x="1184546" y="38439"/>
                  <a:pt x="1194821" y="38439"/>
                </a:cubicBezTo>
                <a:cubicBezTo>
                  <a:pt x="1203403" y="38500"/>
                  <a:pt x="1210867" y="42005"/>
                  <a:pt x="1217214" y="48956"/>
                </a:cubicBezTo>
                <a:cubicBezTo>
                  <a:pt x="1223439" y="56027"/>
                  <a:pt x="1226823" y="66483"/>
                  <a:pt x="1227367" y="80324"/>
                </a:cubicBezTo>
                <a:moveTo>
                  <a:pt x="1205065" y="74249"/>
                </a:moveTo>
                <a:cubicBezTo>
                  <a:pt x="1205005" y="64579"/>
                  <a:pt x="1204491" y="57901"/>
                  <a:pt x="1203524" y="54214"/>
                </a:cubicBezTo>
                <a:cubicBezTo>
                  <a:pt x="1202436" y="50648"/>
                  <a:pt x="1200774" y="47898"/>
                  <a:pt x="1198538" y="45964"/>
                </a:cubicBezTo>
                <a:cubicBezTo>
                  <a:pt x="1197208" y="44876"/>
                  <a:pt x="1195516" y="44332"/>
                  <a:pt x="1193461" y="44332"/>
                </a:cubicBezTo>
                <a:cubicBezTo>
                  <a:pt x="1190258" y="44332"/>
                  <a:pt x="1187689" y="45873"/>
                  <a:pt x="1185755" y="48956"/>
                </a:cubicBezTo>
                <a:cubicBezTo>
                  <a:pt x="1182189" y="54395"/>
                  <a:pt x="1180406" y="61769"/>
                  <a:pt x="1180406" y="71076"/>
                </a:cubicBezTo>
                <a:lnTo>
                  <a:pt x="1180406" y="74249"/>
                </a:lnTo>
                <a:lnTo>
                  <a:pt x="1205065" y="74249"/>
                </a:lnTo>
                <a:close/>
                <a:moveTo>
                  <a:pt x="1321205" y="2810"/>
                </a:moveTo>
                <a:lnTo>
                  <a:pt x="1321205" y="100359"/>
                </a:lnTo>
                <a:cubicBezTo>
                  <a:pt x="1321205" y="107007"/>
                  <a:pt x="1321387" y="110906"/>
                  <a:pt x="1321749" y="112054"/>
                </a:cubicBezTo>
                <a:cubicBezTo>
                  <a:pt x="1322172" y="114048"/>
                  <a:pt x="1323109" y="115529"/>
                  <a:pt x="1324560" y="116496"/>
                </a:cubicBezTo>
                <a:cubicBezTo>
                  <a:pt x="1325889" y="117524"/>
                  <a:pt x="1328246" y="118128"/>
                  <a:pt x="1331631" y="118309"/>
                </a:cubicBezTo>
                <a:lnTo>
                  <a:pt x="1331631" y="121301"/>
                </a:lnTo>
                <a:lnTo>
                  <a:pt x="1295821" y="128282"/>
                </a:lnTo>
                <a:lnTo>
                  <a:pt x="1295821" y="114864"/>
                </a:lnTo>
                <a:cubicBezTo>
                  <a:pt x="1291530" y="120062"/>
                  <a:pt x="1287722" y="123598"/>
                  <a:pt x="1284398" y="125471"/>
                </a:cubicBezTo>
                <a:cubicBezTo>
                  <a:pt x="1281013" y="127406"/>
                  <a:pt x="1277206" y="128342"/>
                  <a:pt x="1272975" y="128282"/>
                </a:cubicBezTo>
                <a:cubicBezTo>
                  <a:pt x="1262096" y="128342"/>
                  <a:pt x="1253544" y="123507"/>
                  <a:pt x="1247319" y="113777"/>
                </a:cubicBezTo>
                <a:cubicBezTo>
                  <a:pt x="1242242" y="105919"/>
                  <a:pt x="1239703" y="96279"/>
                  <a:pt x="1239703" y="84856"/>
                </a:cubicBezTo>
                <a:cubicBezTo>
                  <a:pt x="1239643" y="75730"/>
                  <a:pt x="1241214" y="67541"/>
                  <a:pt x="1244418" y="60288"/>
                </a:cubicBezTo>
                <a:cubicBezTo>
                  <a:pt x="1247500" y="53156"/>
                  <a:pt x="1251821" y="47717"/>
                  <a:pt x="1257382" y="43969"/>
                </a:cubicBezTo>
                <a:cubicBezTo>
                  <a:pt x="1262821" y="40283"/>
                  <a:pt x="1268684" y="38439"/>
                  <a:pt x="1274969" y="38439"/>
                </a:cubicBezTo>
                <a:cubicBezTo>
                  <a:pt x="1278958" y="38500"/>
                  <a:pt x="1282555" y="39285"/>
                  <a:pt x="1285758" y="40796"/>
                </a:cubicBezTo>
                <a:cubicBezTo>
                  <a:pt x="1288901" y="42428"/>
                  <a:pt x="1292255" y="45178"/>
                  <a:pt x="1295821" y="49046"/>
                </a:cubicBezTo>
                <a:lnTo>
                  <a:pt x="1295821" y="23481"/>
                </a:lnTo>
                <a:cubicBezTo>
                  <a:pt x="1295821" y="17074"/>
                  <a:pt x="1295549" y="13176"/>
                  <a:pt x="1295005" y="11786"/>
                </a:cubicBezTo>
                <a:cubicBezTo>
                  <a:pt x="1294280" y="10093"/>
                  <a:pt x="1293192" y="8794"/>
                  <a:pt x="1291741" y="7887"/>
                </a:cubicBezTo>
                <a:cubicBezTo>
                  <a:pt x="1290291" y="7102"/>
                  <a:pt x="1287571" y="6679"/>
                  <a:pt x="1283582" y="6618"/>
                </a:cubicBezTo>
                <a:lnTo>
                  <a:pt x="1283582" y="2810"/>
                </a:lnTo>
                <a:lnTo>
                  <a:pt x="1321205" y="2810"/>
                </a:lnTo>
                <a:moveTo>
                  <a:pt x="1295821" y="60288"/>
                </a:moveTo>
                <a:cubicBezTo>
                  <a:pt x="1291288" y="51706"/>
                  <a:pt x="1285818" y="47414"/>
                  <a:pt x="1279412" y="47414"/>
                </a:cubicBezTo>
                <a:cubicBezTo>
                  <a:pt x="1277115" y="47475"/>
                  <a:pt x="1275272" y="48079"/>
                  <a:pt x="1273882" y="49228"/>
                </a:cubicBezTo>
                <a:cubicBezTo>
                  <a:pt x="1271585" y="51162"/>
                  <a:pt x="1269772" y="54456"/>
                  <a:pt x="1268442" y="59109"/>
                </a:cubicBezTo>
                <a:cubicBezTo>
                  <a:pt x="1266991" y="63884"/>
                  <a:pt x="1266266" y="71107"/>
                  <a:pt x="1266266" y="80777"/>
                </a:cubicBezTo>
                <a:cubicBezTo>
                  <a:pt x="1266266" y="91475"/>
                  <a:pt x="1267052" y="99392"/>
                  <a:pt x="1268623" y="104529"/>
                </a:cubicBezTo>
                <a:cubicBezTo>
                  <a:pt x="1270134" y="109727"/>
                  <a:pt x="1272280" y="113444"/>
                  <a:pt x="1275060" y="115680"/>
                </a:cubicBezTo>
                <a:cubicBezTo>
                  <a:pt x="1276390" y="116889"/>
                  <a:pt x="1278294" y="117463"/>
                  <a:pt x="1280772" y="117403"/>
                </a:cubicBezTo>
                <a:cubicBezTo>
                  <a:pt x="1286090" y="117403"/>
                  <a:pt x="1291107" y="113233"/>
                  <a:pt x="1295821" y="104892"/>
                </a:cubicBezTo>
                <a:lnTo>
                  <a:pt x="1295821" y="6028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Features">
            <a:extLst xmlns:a="http://schemas.openxmlformats.org/drawingml/2006/main">
              <a:ext uri="{FF2B5EF4-FFF2-40B4-BE49-F238E27FC236}">
                <a16:creationId xmlns:a16="http://schemas.microsoft.com/office/drawing/2014/main" id="{877B2D92-5599-40F5-84E3-2B64E626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4" y="1874105"/>
            <a:ext cx="669692" cy="125532"/>
          </a:xfrm>
          <a:custGeom xmlns:a="http://schemas.openxmlformats.org/drawingml/2006/main">
            <a:pathLst>
              <a:path w="669692" h="125532">
                <a:moveTo>
                  <a:pt x="46870" y="7071"/>
                </a:moveTo>
                <a:lnTo>
                  <a:pt x="46870" y="57568"/>
                </a:lnTo>
                <a:lnTo>
                  <a:pt x="50406" y="57568"/>
                </a:lnTo>
                <a:cubicBezTo>
                  <a:pt x="55846" y="57568"/>
                  <a:pt x="60288" y="56752"/>
                  <a:pt x="63733" y="55120"/>
                </a:cubicBezTo>
                <a:cubicBezTo>
                  <a:pt x="67118" y="53549"/>
                  <a:pt x="70049" y="50799"/>
                  <a:pt x="72527" y="46870"/>
                </a:cubicBezTo>
                <a:cubicBezTo>
                  <a:pt x="74884" y="43063"/>
                  <a:pt x="76425" y="37835"/>
                  <a:pt x="77150" y="31187"/>
                </a:cubicBezTo>
                <a:lnTo>
                  <a:pt x="80324" y="31187"/>
                </a:lnTo>
                <a:lnTo>
                  <a:pt x="80324" y="92925"/>
                </a:lnTo>
                <a:lnTo>
                  <a:pt x="77150" y="92925"/>
                </a:lnTo>
                <a:cubicBezTo>
                  <a:pt x="75942" y="81260"/>
                  <a:pt x="72829" y="73554"/>
                  <a:pt x="67813" y="69807"/>
                </a:cubicBezTo>
                <a:cubicBezTo>
                  <a:pt x="62615" y="66120"/>
                  <a:pt x="56813" y="64277"/>
                  <a:pt x="50406" y="64277"/>
                </a:cubicBezTo>
                <a:lnTo>
                  <a:pt x="46870" y="64277"/>
                </a:lnTo>
                <a:lnTo>
                  <a:pt x="46870" y="101900"/>
                </a:lnTo>
                <a:cubicBezTo>
                  <a:pt x="46870" y="108246"/>
                  <a:pt x="47233" y="112175"/>
                  <a:pt x="47958" y="113686"/>
                </a:cubicBezTo>
                <a:cubicBezTo>
                  <a:pt x="48563" y="115257"/>
                  <a:pt x="49923" y="116617"/>
                  <a:pt x="52038" y="117766"/>
                </a:cubicBezTo>
                <a:cubicBezTo>
                  <a:pt x="54033" y="118974"/>
                  <a:pt x="56752" y="119579"/>
                  <a:pt x="60197" y="119579"/>
                </a:cubicBezTo>
                <a:lnTo>
                  <a:pt x="64277" y="119579"/>
                </a:lnTo>
                <a:lnTo>
                  <a:pt x="64277" y="122933"/>
                </a:lnTo>
                <a:lnTo>
                  <a:pt x="0" y="122933"/>
                </a:lnTo>
                <a:lnTo>
                  <a:pt x="0" y="119579"/>
                </a:lnTo>
                <a:lnTo>
                  <a:pt x="4080" y="119579"/>
                </a:lnTo>
                <a:cubicBezTo>
                  <a:pt x="7585" y="119579"/>
                  <a:pt x="10456" y="118944"/>
                  <a:pt x="12692" y="117675"/>
                </a:cubicBezTo>
                <a:cubicBezTo>
                  <a:pt x="14203" y="116889"/>
                  <a:pt x="15412" y="115439"/>
                  <a:pt x="16319" y="113323"/>
                </a:cubicBezTo>
                <a:cubicBezTo>
                  <a:pt x="16923" y="111873"/>
                  <a:pt x="17255" y="108065"/>
                  <a:pt x="17316" y="101900"/>
                </a:cubicBezTo>
                <a:lnTo>
                  <a:pt x="17316" y="21033"/>
                </a:lnTo>
                <a:cubicBezTo>
                  <a:pt x="17255" y="14808"/>
                  <a:pt x="16923" y="10879"/>
                  <a:pt x="16319" y="9247"/>
                </a:cubicBezTo>
                <a:cubicBezTo>
                  <a:pt x="15654" y="7736"/>
                  <a:pt x="14324" y="6346"/>
                  <a:pt x="12330" y="5077"/>
                </a:cubicBezTo>
                <a:cubicBezTo>
                  <a:pt x="10214" y="3929"/>
                  <a:pt x="7464" y="3354"/>
                  <a:pt x="4080" y="3354"/>
                </a:cubicBezTo>
                <a:lnTo>
                  <a:pt x="0" y="3354"/>
                </a:lnTo>
                <a:lnTo>
                  <a:pt x="0" y="0"/>
                </a:lnTo>
                <a:lnTo>
                  <a:pt x="103713" y="0"/>
                </a:lnTo>
                <a:lnTo>
                  <a:pt x="103713" y="35266"/>
                </a:lnTo>
                <a:lnTo>
                  <a:pt x="99996" y="35266"/>
                </a:lnTo>
                <a:cubicBezTo>
                  <a:pt x="99150" y="27046"/>
                  <a:pt x="97005" y="20912"/>
                  <a:pt x="93560" y="16862"/>
                </a:cubicBezTo>
                <a:cubicBezTo>
                  <a:pt x="89994" y="12874"/>
                  <a:pt x="84947" y="10063"/>
                  <a:pt x="78420" y="8431"/>
                </a:cubicBezTo>
                <a:cubicBezTo>
                  <a:pt x="74793" y="7525"/>
                  <a:pt x="68085" y="7071"/>
                  <a:pt x="58293" y="7071"/>
                </a:cubicBezTo>
                <a:lnTo>
                  <a:pt x="46870" y="7071"/>
                </a:lnTo>
                <a:close/>
                <a:moveTo>
                  <a:pt x="189220" y="77513"/>
                </a:moveTo>
                <a:lnTo>
                  <a:pt x="142712" y="77513"/>
                </a:lnTo>
                <a:cubicBezTo>
                  <a:pt x="143256" y="88755"/>
                  <a:pt x="146248" y="97639"/>
                  <a:pt x="151687" y="104167"/>
                </a:cubicBezTo>
                <a:cubicBezTo>
                  <a:pt x="155797" y="109183"/>
                  <a:pt x="160814" y="111691"/>
                  <a:pt x="166737" y="111691"/>
                </a:cubicBezTo>
                <a:cubicBezTo>
                  <a:pt x="170303" y="111752"/>
                  <a:pt x="173597" y="110724"/>
                  <a:pt x="176619" y="108609"/>
                </a:cubicBezTo>
                <a:cubicBezTo>
                  <a:pt x="179580" y="106614"/>
                  <a:pt x="182753" y="102988"/>
                  <a:pt x="186138" y="97730"/>
                </a:cubicBezTo>
                <a:lnTo>
                  <a:pt x="189220" y="99724"/>
                </a:lnTo>
                <a:cubicBezTo>
                  <a:pt x="184566" y="109092"/>
                  <a:pt x="179489" y="115711"/>
                  <a:pt x="173989" y="119579"/>
                </a:cubicBezTo>
                <a:cubicBezTo>
                  <a:pt x="168429" y="123507"/>
                  <a:pt x="161992" y="125471"/>
                  <a:pt x="154679" y="125471"/>
                </a:cubicBezTo>
                <a:cubicBezTo>
                  <a:pt x="142047" y="125532"/>
                  <a:pt x="132528" y="120697"/>
                  <a:pt x="126122" y="110966"/>
                </a:cubicBezTo>
                <a:cubicBezTo>
                  <a:pt x="120924" y="103169"/>
                  <a:pt x="118325" y="93499"/>
                  <a:pt x="118325" y="81955"/>
                </a:cubicBezTo>
                <a:cubicBezTo>
                  <a:pt x="118265" y="67873"/>
                  <a:pt x="122103" y="56601"/>
                  <a:pt x="129839" y="48140"/>
                </a:cubicBezTo>
                <a:cubicBezTo>
                  <a:pt x="137454" y="39799"/>
                  <a:pt x="146399" y="35629"/>
                  <a:pt x="156674" y="35629"/>
                </a:cubicBezTo>
                <a:cubicBezTo>
                  <a:pt x="165256" y="35689"/>
                  <a:pt x="172720" y="39195"/>
                  <a:pt x="179066" y="46145"/>
                </a:cubicBezTo>
                <a:cubicBezTo>
                  <a:pt x="185292" y="53217"/>
                  <a:pt x="188676" y="63673"/>
                  <a:pt x="189220" y="77513"/>
                </a:cubicBezTo>
                <a:moveTo>
                  <a:pt x="166918" y="71439"/>
                </a:moveTo>
                <a:cubicBezTo>
                  <a:pt x="166858" y="61769"/>
                  <a:pt x="166344" y="55090"/>
                  <a:pt x="165377" y="51403"/>
                </a:cubicBezTo>
                <a:cubicBezTo>
                  <a:pt x="164289" y="47838"/>
                  <a:pt x="162627" y="45088"/>
                  <a:pt x="160391" y="43153"/>
                </a:cubicBezTo>
                <a:cubicBezTo>
                  <a:pt x="159061" y="42066"/>
                  <a:pt x="157369" y="41522"/>
                  <a:pt x="155314" y="41522"/>
                </a:cubicBezTo>
                <a:cubicBezTo>
                  <a:pt x="152111" y="41522"/>
                  <a:pt x="149542" y="43063"/>
                  <a:pt x="147608" y="46145"/>
                </a:cubicBezTo>
                <a:cubicBezTo>
                  <a:pt x="144042" y="51585"/>
                  <a:pt x="142259" y="58958"/>
                  <a:pt x="142259" y="68266"/>
                </a:cubicBezTo>
                <a:lnTo>
                  <a:pt x="142259" y="71439"/>
                </a:lnTo>
                <a:lnTo>
                  <a:pt x="166918" y="71439"/>
                </a:lnTo>
                <a:close/>
                <a:moveTo>
                  <a:pt x="247338" y="110422"/>
                </a:moveTo>
                <a:cubicBezTo>
                  <a:pt x="237003" y="119609"/>
                  <a:pt x="227726" y="124172"/>
                  <a:pt x="219506" y="124112"/>
                </a:cubicBezTo>
                <a:cubicBezTo>
                  <a:pt x="214611" y="124112"/>
                  <a:pt x="210591" y="122510"/>
                  <a:pt x="207449" y="119307"/>
                </a:cubicBezTo>
                <a:cubicBezTo>
                  <a:pt x="204245" y="116224"/>
                  <a:pt x="202644" y="112266"/>
                  <a:pt x="202644" y="107430"/>
                </a:cubicBezTo>
                <a:cubicBezTo>
                  <a:pt x="202644" y="101024"/>
                  <a:pt x="205424" y="95192"/>
                  <a:pt x="210984" y="89933"/>
                </a:cubicBezTo>
                <a:cubicBezTo>
                  <a:pt x="216484" y="84856"/>
                  <a:pt x="228602" y="77997"/>
                  <a:pt x="247338" y="69354"/>
                </a:cubicBezTo>
                <a:lnTo>
                  <a:pt x="247338" y="60832"/>
                </a:lnTo>
                <a:cubicBezTo>
                  <a:pt x="247278" y="54486"/>
                  <a:pt x="246946" y="50436"/>
                  <a:pt x="246341" y="48684"/>
                </a:cubicBezTo>
                <a:cubicBezTo>
                  <a:pt x="245555" y="47052"/>
                  <a:pt x="244226" y="45601"/>
                  <a:pt x="242352" y="44332"/>
                </a:cubicBezTo>
                <a:cubicBezTo>
                  <a:pt x="240418" y="43184"/>
                  <a:pt x="238242" y="42579"/>
                  <a:pt x="235825" y="42519"/>
                </a:cubicBezTo>
                <a:cubicBezTo>
                  <a:pt x="231896" y="42579"/>
                  <a:pt x="228663" y="43456"/>
                  <a:pt x="226124" y="45148"/>
                </a:cubicBezTo>
                <a:cubicBezTo>
                  <a:pt x="224553" y="46236"/>
                  <a:pt x="223767" y="47505"/>
                  <a:pt x="223767" y="48956"/>
                </a:cubicBezTo>
                <a:cubicBezTo>
                  <a:pt x="223707" y="50225"/>
                  <a:pt x="224553" y="51796"/>
                  <a:pt x="226306" y="53670"/>
                </a:cubicBezTo>
                <a:cubicBezTo>
                  <a:pt x="228542" y="56329"/>
                  <a:pt x="229690" y="58837"/>
                  <a:pt x="229751" y="61195"/>
                </a:cubicBezTo>
                <a:cubicBezTo>
                  <a:pt x="229751" y="64216"/>
                  <a:pt x="228663" y="66725"/>
                  <a:pt x="226487" y="68719"/>
                </a:cubicBezTo>
                <a:cubicBezTo>
                  <a:pt x="224190" y="70835"/>
                  <a:pt x="221289" y="71892"/>
                  <a:pt x="217784" y="71892"/>
                </a:cubicBezTo>
                <a:cubicBezTo>
                  <a:pt x="213976" y="71892"/>
                  <a:pt x="210803" y="70744"/>
                  <a:pt x="208265" y="68447"/>
                </a:cubicBezTo>
                <a:cubicBezTo>
                  <a:pt x="205605" y="66211"/>
                  <a:pt x="204306" y="63521"/>
                  <a:pt x="204366" y="60379"/>
                </a:cubicBezTo>
                <a:cubicBezTo>
                  <a:pt x="204366" y="56027"/>
                  <a:pt x="206089" y="51857"/>
                  <a:pt x="209534" y="47868"/>
                </a:cubicBezTo>
                <a:cubicBezTo>
                  <a:pt x="212979" y="44000"/>
                  <a:pt x="217784" y="40978"/>
                  <a:pt x="223948" y="38802"/>
                </a:cubicBezTo>
                <a:cubicBezTo>
                  <a:pt x="230113" y="36747"/>
                  <a:pt x="236520" y="35689"/>
                  <a:pt x="243168" y="35629"/>
                </a:cubicBezTo>
                <a:cubicBezTo>
                  <a:pt x="251206" y="35689"/>
                  <a:pt x="257583" y="37382"/>
                  <a:pt x="262297" y="40706"/>
                </a:cubicBezTo>
                <a:cubicBezTo>
                  <a:pt x="266890" y="44151"/>
                  <a:pt x="269912" y="47868"/>
                  <a:pt x="271363" y="51857"/>
                </a:cubicBezTo>
                <a:cubicBezTo>
                  <a:pt x="272149" y="54395"/>
                  <a:pt x="272572" y="60228"/>
                  <a:pt x="272632" y="69354"/>
                </a:cubicBezTo>
                <a:lnTo>
                  <a:pt x="272632" y="102263"/>
                </a:lnTo>
                <a:cubicBezTo>
                  <a:pt x="272632" y="106191"/>
                  <a:pt x="272783" y="108609"/>
                  <a:pt x="273085" y="109516"/>
                </a:cubicBezTo>
                <a:cubicBezTo>
                  <a:pt x="273327" y="110603"/>
                  <a:pt x="273780" y="111359"/>
                  <a:pt x="274445" y="111782"/>
                </a:cubicBezTo>
                <a:cubicBezTo>
                  <a:pt x="274989" y="112266"/>
                  <a:pt x="275684" y="112507"/>
                  <a:pt x="276530" y="112507"/>
                </a:cubicBezTo>
                <a:cubicBezTo>
                  <a:pt x="278041" y="112568"/>
                  <a:pt x="279643" y="111450"/>
                  <a:pt x="281335" y="109153"/>
                </a:cubicBezTo>
                <a:lnTo>
                  <a:pt x="284055" y="111329"/>
                </a:lnTo>
                <a:cubicBezTo>
                  <a:pt x="280973" y="115801"/>
                  <a:pt x="277860" y="119035"/>
                  <a:pt x="274717" y="121029"/>
                </a:cubicBezTo>
                <a:cubicBezTo>
                  <a:pt x="271393" y="123145"/>
                  <a:pt x="267706" y="124172"/>
                  <a:pt x="263657" y="124112"/>
                </a:cubicBezTo>
                <a:cubicBezTo>
                  <a:pt x="258822" y="124112"/>
                  <a:pt x="255044" y="122963"/>
                  <a:pt x="252325" y="120667"/>
                </a:cubicBezTo>
                <a:cubicBezTo>
                  <a:pt x="249605" y="118491"/>
                  <a:pt x="247943" y="115076"/>
                  <a:pt x="247338" y="110422"/>
                </a:cubicBezTo>
                <a:moveTo>
                  <a:pt x="247338" y="103804"/>
                </a:moveTo>
                <a:lnTo>
                  <a:pt x="247338" y="75428"/>
                </a:lnTo>
                <a:cubicBezTo>
                  <a:pt x="239965" y="79719"/>
                  <a:pt x="234525" y="84312"/>
                  <a:pt x="231020" y="89208"/>
                </a:cubicBezTo>
                <a:cubicBezTo>
                  <a:pt x="228663" y="92472"/>
                  <a:pt x="227484" y="95766"/>
                  <a:pt x="227484" y="99090"/>
                </a:cubicBezTo>
                <a:cubicBezTo>
                  <a:pt x="227484" y="101930"/>
                  <a:pt x="228481" y="104378"/>
                  <a:pt x="230476" y="106433"/>
                </a:cubicBezTo>
                <a:cubicBezTo>
                  <a:pt x="231987" y="108065"/>
                  <a:pt x="234102" y="108881"/>
                  <a:pt x="236822" y="108881"/>
                </a:cubicBezTo>
                <a:cubicBezTo>
                  <a:pt x="239783" y="108881"/>
                  <a:pt x="243289" y="107189"/>
                  <a:pt x="247338" y="103804"/>
                </a:cubicBezTo>
                <a:close/>
                <a:moveTo>
                  <a:pt x="323826" y="7162"/>
                </a:moveTo>
                <a:lnTo>
                  <a:pt x="323826" y="38167"/>
                </a:lnTo>
                <a:lnTo>
                  <a:pt x="343952" y="38167"/>
                </a:lnTo>
                <a:lnTo>
                  <a:pt x="343952" y="47142"/>
                </a:lnTo>
                <a:lnTo>
                  <a:pt x="323826" y="47142"/>
                </a:lnTo>
                <a:lnTo>
                  <a:pt x="323826" y="99452"/>
                </a:lnTo>
                <a:cubicBezTo>
                  <a:pt x="323826" y="104408"/>
                  <a:pt x="324068" y="107551"/>
                  <a:pt x="324551" y="108881"/>
                </a:cubicBezTo>
                <a:cubicBezTo>
                  <a:pt x="324914" y="110392"/>
                  <a:pt x="325700" y="111540"/>
                  <a:pt x="326908" y="112326"/>
                </a:cubicBezTo>
                <a:cubicBezTo>
                  <a:pt x="327996" y="113233"/>
                  <a:pt x="329054" y="113686"/>
                  <a:pt x="330082" y="113686"/>
                </a:cubicBezTo>
                <a:cubicBezTo>
                  <a:pt x="333950" y="113686"/>
                  <a:pt x="337667" y="110694"/>
                  <a:pt x="341233" y="104711"/>
                </a:cubicBezTo>
                <a:lnTo>
                  <a:pt x="343952" y="106705"/>
                </a:lnTo>
                <a:cubicBezTo>
                  <a:pt x="338996" y="118309"/>
                  <a:pt x="331049" y="124112"/>
                  <a:pt x="320109" y="124112"/>
                </a:cubicBezTo>
                <a:cubicBezTo>
                  <a:pt x="314730" y="124112"/>
                  <a:pt x="310197" y="122601"/>
                  <a:pt x="306510" y="119579"/>
                </a:cubicBezTo>
                <a:cubicBezTo>
                  <a:pt x="302703" y="116678"/>
                  <a:pt x="300315" y="113353"/>
                  <a:pt x="299348" y="109606"/>
                </a:cubicBezTo>
                <a:cubicBezTo>
                  <a:pt x="298683" y="107551"/>
                  <a:pt x="298381" y="101991"/>
                  <a:pt x="298442" y="92925"/>
                </a:cubicBezTo>
                <a:lnTo>
                  <a:pt x="298442" y="47142"/>
                </a:lnTo>
                <a:lnTo>
                  <a:pt x="287381" y="47142"/>
                </a:lnTo>
                <a:lnTo>
                  <a:pt x="287381" y="43969"/>
                </a:lnTo>
                <a:cubicBezTo>
                  <a:pt x="294997" y="38651"/>
                  <a:pt x="301494" y="33000"/>
                  <a:pt x="306873" y="27016"/>
                </a:cubicBezTo>
                <a:cubicBezTo>
                  <a:pt x="312192" y="21154"/>
                  <a:pt x="316845" y="14536"/>
                  <a:pt x="320834" y="7162"/>
                </a:cubicBezTo>
                <a:lnTo>
                  <a:pt x="323826" y="7162"/>
                </a:lnTo>
                <a:close/>
                <a:moveTo>
                  <a:pt x="436080" y="38167"/>
                </a:moveTo>
                <a:lnTo>
                  <a:pt x="436080" y="104529"/>
                </a:lnTo>
                <a:cubicBezTo>
                  <a:pt x="436080" y="111057"/>
                  <a:pt x="436685" y="115076"/>
                  <a:pt x="437894" y="116587"/>
                </a:cubicBezTo>
                <a:cubicBezTo>
                  <a:pt x="439042" y="118219"/>
                  <a:pt x="441490" y="119246"/>
                  <a:pt x="445237" y="119669"/>
                </a:cubicBezTo>
                <a:lnTo>
                  <a:pt x="445237" y="122933"/>
                </a:lnTo>
                <a:lnTo>
                  <a:pt x="410696" y="122933"/>
                </a:lnTo>
                <a:lnTo>
                  <a:pt x="410696" y="111601"/>
                </a:lnTo>
                <a:cubicBezTo>
                  <a:pt x="406586" y="116436"/>
                  <a:pt x="402537" y="119941"/>
                  <a:pt x="398548" y="122117"/>
                </a:cubicBezTo>
                <a:cubicBezTo>
                  <a:pt x="394438" y="124414"/>
                  <a:pt x="389905" y="125532"/>
                  <a:pt x="384949" y="125471"/>
                </a:cubicBezTo>
                <a:cubicBezTo>
                  <a:pt x="380114" y="125532"/>
                  <a:pt x="375883" y="124051"/>
                  <a:pt x="372257" y="121029"/>
                </a:cubicBezTo>
                <a:cubicBezTo>
                  <a:pt x="368510" y="118128"/>
                  <a:pt x="366001" y="114713"/>
                  <a:pt x="364732" y="110785"/>
                </a:cubicBezTo>
                <a:cubicBezTo>
                  <a:pt x="363463" y="106917"/>
                  <a:pt x="362828" y="100057"/>
                  <a:pt x="362828" y="90205"/>
                </a:cubicBezTo>
                <a:lnTo>
                  <a:pt x="362828" y="56571"/>
                </a:lnTo>
                <a:cubicBezTo>
                  <a:pt x="362828" y="50164"/>
                  <a:pt x="362254" y="46175"/>
                  <a:pt x="361106" y="44604"/>
                </a:cubicBezTo>
                <a:cubicBezTo>
                  <a:pt x="359837" y="43093"/>
                  <a:pt x="357359" y="42066"/>
                  <a:pt x="353672" y="41522"/>
                </a:cubicBezTo>
                <a:lnTo>
                  <a:pt x="353672" y="38167"/>
                </a:lnTo>
                <a:lnTo>
                  <a:pt x="388213" y="38167"/>
                </a:lnTo>
                <a:lnTo>
                  <a:pt x="388213" y="96098"/>
                </a:lnTo>
                <a:cubicBezTo>
                  <a:pt x="388152" y="102202"/>
                  <a:pt x="388454" y="106101"/>
                  <a:pt x="389119" y="107793"/>
                </a:cubicBezTo>
                <a:cubicBezTo>
                  <a:pt x="389663" y="109546"/>
                  <a:pt x="390570" y="110875"/>
                  <a:pt x="391839" y="111782"/>
                </a:cubicBezTo>
                <a:cubicBezTo>
                  <a:pt x="392987" y="112689"/>
                  <a:pt x="394408" y="113142"/>
                  <a:pt x="396100" y="113142"/>
                </a:cubicBezTo>
                <a:cubicBezTo>
                  <a:pt x="398276" y="113202"/>
                  <a:pt x="400240" y="112628"/>
                  <a:pt x="401993" y="111419"/>
                </a:cubicBezTo>
                <a:cubicBezTo>
                  <a:pt x="404410" y="109908"/>
                  <a:pt x="407311" y="106735"/>
                  <a:pt x="410696" y="101900"/>
                </a:cubicBezTo>
                <a:lnTo>
                  <a:pt x="410696" y="56571"/>
                </a:lnTo>
                <a:cubicBezTo>
                  <a:pt x="410696" y="50164"/>
                  <a:pt x="410122" y="46175"/>
                  <a:pt x="408974" y="44604"/>
                </a:cubicBezTo>
                <a:cubicBezTo>
                  <a:pt x="407704" y="43093"/>
                  <a:pt x="405226" y="42066"/>
                  <a:pt x="401540" y="41522"/>
                </a:cubicBezTo>
                <a:lnTo>
                  <a:pt x="401540" y="38167"/>
                </a:lnTo>
                <a:lnTo>
                  <a:pt x="436080" y="38167"/>
                </a:lnTo>
                <a:close/>
                <a:moveTo>
                  <a:pt x="491829" y="38167"/>
                </a:moveTo>
                <a:lnTo>
                  <a:pt x="491829" y="57387"/>
                </a:lnTo>
                <a:cubicBezTo>
                  <a:pt x="497390" y="48623"/>
                  <a:pt x="502315" y="42791"/>
                  <a:pt x="506607" y="39890"/>
                </a:cubicBezTo>
                <a:cubicBezTo>
                  <a:pt x="510837" y="37110"/>
                  <a:pt x="514917" y="35689"/>
                  <a:pt x="518845" y="35629"/>
                </a:cubicBezTo>
                <a:cubicBezTo>
                  <a:pt x="522170" y="35629"/>
                  <a:pt x="524889" y="36656"/>
                  <a:pt x="527005" y="38711"/>
                </a:cubicBezTo>
                <a:cubicBezTo>
                  <a:pt x="528999" y="40827"/>
                  <a:pt x="529996" y="43788"/>
                  <a:pt x="529996" y="47596"/>
                </a:cubicBezTo>
                <a:cubicBezTo>
                  <a:pt x="529936" y="51706"/>
                  <a:pt x="528969" y="54848"/>
                  <a:pt x="527095" y="57024"/>
                </a:cubicBezTo>
                <a:cubicBezTo>
                  <a:pt x="525101" y="59321"/>
                  <a:pt x="522714" y="60439"/>
                  <a:pt x="519933" y="60379"/>
                </a:cubicBezTo>
                <a:cubicBezTo>
                  <a:pt x="516730" y="60439"/>
                  <a:pt x="513950" y="59412"/>
                  <a:pt x="511593" y="57296"/>
                </a:cubicBezTo>
                <a:cubicBezTo>
                  <a:pt x="509236" y="55302"/>
                  <a:pt x="507846" y="54153"/>
                  <a:pt x="507422" y="53851"/>
                </a:cubicBezTo>
                <a:cubicBezTo>
                  <a:pt x="506758" y="53489"/>
                  <a:pt x="506063" y="53307"/>
                  <a:pt x="505337" y="53307"/>
                </a:cubicBezTo>
                <a:cubicBezTo>
                  <a:pt x="503524" y="53307"/>
                  <a:pt x="501862" y="53972"/>
                  <a:pt x="500351" y="55302"/>
                </a:cubicBezTo>
                <a:cubicBezTo>
                  <a:pt x="497873" y="57417"/>
                  <a:pt x="496000" y="60348"/>
                  <a:pt x="494730" y="64096"/>
                </a:cubicBezTo>
                <a:cubicBezTo>
                  <a:pt x="492796" y="70019"/>
                  <a:pt x="491829" y="76486"/>
                  <a:pt x="491829" y="83497"/>
                </a:cubicBezTo>
                <a:lnTo>
                  <a:pt x="491829" y="102988"/>
                </a:lnTo>
                <a:lnTo>
                  <a:pt x="491920" y="108065"/>
                </a:lnTo>
                <a:cubicBezTo>
                  <a:pt x="491859" y="111510"/>
                  <a:pt x="492071" y="113716"/>
                  <a:pt x="492554" y="114683"/>
                </a:cubicBezTo>
                <a:cubicBezTo>
                  <a:pt x="493280" y="116315"/>
                  <a:pt x="494368" y="117494"/>
                  <a:pt x="495818" y="118219"/>
                </a:cubicBezTo>
                <a:cubicBezTo>
                  <a:pt x="497148" y="119065"/>
                  <a:pt x="499535" y="119548"/>
                  <a:pt x="502980" y="119669"/>
                </a:cubicBezTo>
                <a:lnTo>
                  <a:pt x="502980" y="122933"/>
                </a:lnTo>
                <a:lnTo>
                  <a:pt x="457198" y="122933"/>
                </a:lnTo>
                <a:lnTo>
                  <a:pt x="457198" y="119669"/>
                </a:lnTo>
                <a:cubicBezTo>
                  <a:pt x="460824" y="119428"/>
                  <a:pt x="463332" y="118400"/>
                  <a:pt x="464722" y="116587"/>
                </a:cubicBezTo>
                <a:cubicBezTo>
                  <a:pt x="465992" y="114895"/>
                  <a:pt x="466626" y="110362"/>
                  <a:pt x="466626" y="102988"/>
                </a:cubicBezTo>
                <a:lnTo>
                  <a:pt x="466626" y="56118"/>
                </a:lnTo>
                <a:cubicBezTo>
                  <a:pt x="466566" y="51343"/>
                  <a:pt x="466324" y="48261"/>
                  <a:pt x="465901" y="46870"/>
                </a:cubicBezTo>
                <a:cubicBezTo>
                  <a:pt x="465236" y="45239"/>
                  <a:pt x="464360" y="44000"/>
                  <a:pt x="463272" y="43153"/>
                </a:cubicBezTo>
                <a:cubicBezTo>
                  <a:pt x="462063" y="42368"/>
                  <a:pt x="460038" y="41824"/>
                  <a:pt x="457198" y="41522"/>
                </a:cubicBezTo>
                <a:lnTo>
                  <a:pt x="457198" y="38167"/>
                </a:lnTo>
                <a:lnTo>
                  <a:pt x="491829" y="38167"/>
                </a:lnTo>
                <a:close/>
                <a:moveTo>
                  <a:pt x="598972" y="77513"/>
                </a:moveTo>
                <a:lnTo>
                  <a:pt x="552464" y="77513"/>
                </a:lnTo>
                <a:cubicBezTo>
                  <a:pt x="553008" y="88755"/>
                  <a:pt x="556000" y="97639"/>
                  <a:pt x="561439" y="104167"/>
                </a:cubicBezTo>
                <a:cubicBezTo>
                  <a:pt x="565549" y="109183"/>
                  <a:pt x="570566" y="111691"/>
                  <a:pt x="576489" y="111691"/>
                </a:cubicBezTo>
                <a:cubicBezTo>
                  <a:pt x="580054" y="111752"/>
                  <a:pt x="583348" y="110724"/>
                  <a:pt x="586370" y="108609"/>
                </a:cubicBezTo>
                <a:cubicBezTo>
                  <a:pt x="589332" y="106614"/>
                  <a:pt x="592505" y="102988"/>
                  <a:pt x="595889" y="97730"/>
                </a:cubicBezTo>
                <a:lnTo>
                  <a:pt x="598972" y="99724"/>
                </a:lnTo>
                <a:cubicBezTo>
                  <a:pt x="594318" y="109092"/>
                  <a:pt x="589241" y="115711"/>
                  <a:pt x="583741" y="119579"/>
                </a:cubicBezTo>
                <a:cubicBezTo>
                  <a:pt x="578181" y="123507"/>
                  <a:pt x="571744" y="125471"/>
                  <a:pt x="564431" y="125471"/>
                </a:cubicBezTo>
                <a:cubicBezTo>
                  <a:pt x="551799" y="125532"/>
                  <a:pt x="542280" y="120697"/>
                  <a:pt x="535874" y="110966"/>
                </a:cubicBezTo>
                <a:cubicBezTo>
                  <a:pt x="530676" y="103169"/>
                  <a:pt x="528077" y="93499"/>
                  <a:pt x="528077" y="81955"/>
                </a:cubicBezTo>
                <a:cubicBezTo>
                  <a:pt x="528016" y="67873"/>
                  <a:pt x="531854" y="56601"/>
                  <a:pt x="539591" y="48140"/>
                </a:cubicBezTo>
                <a:cubicBezTo>
                  <a:pt x="547206" y="39799"/>
                  <a:pt x="556151" y="35629"/>
                  <a:pt x="566425" y="35629"/>
                </a:cubicBezTo>
                <a:cubicBezTo>
                  <a:pt x="575008" y="35689"/>
                  <a:pt x="582472" y="39195"/>
                  <a:pt x="588818" y="46145"/>
                </a:cubicBezTo>
                <a:cubicBezTo>
                  <a:pt x="595043" y="53217"/>
                  <a:pt x="598428" y="63673"/>
                  <a:pt x="598972" y="77513"/>
                </a:cubicBezTo>
                <a:moveTo>
                  <a:pt x="576670" y="71439"/>
                </a:moveTo>
                <a:cubicBezTo>
                  <a:pt x="576609" y="61769"/>
                  <a:pt x="576096" y="55090"/>
                  <a:pt x="575129" y="51403"/>
                </a:cubicBezTo>
                <a:cubicBezTo>
                  <a:pt x="574041" y="47838"/>
                  <a:pt x="572379" y="45088"/>
                  <a:pt x="570142" y="43153"/>
                </a:cubicBezTo>
                <a:cubicBezTo>
                  <a:pt x="568813" y="42066"/>
                  <a:pt x="567120" y="41522"/>
                  <a:pt x="565066" y="41522"/>
                </a:cubicBezTo>
                <a:cubicBezTo>
                  <a:pt x="561862" y="41522"/>
                  <a:pt x="559294" y="43063"/>
                  <a:pt x="557360" y="46145"/>
                </a:cubicBezTo>
                <a:cubicBezTo>
                  <a:pt x="553794" y="51585"/>
                  <a:pt x="552011" y="58958"/>
                  <a:pt x="552011" y="68266"/>
                </a:cubicBezTo>
                <a:lnTo>
                  <a:pt x="552011" y="71439"/>
                </a:lnTo>
                <a:lnTo>
                  <a:pt x="576670" y="71439"/>
                </a:lnTo>
                <a:close/>
                <a:moveTo>
                  <a:pt x="663890" y="35810"/>
                </a:moveTo>
                <a:lnTo>
                  <a:pt x="665250" y="64730"/>
                </a:lnTo>
                <a:lnTo>
                  <a:pt x="662167" y="64730"/>
                </a:lnTo>
                <a:cubicBezTo>
                  <a:pt x="658420" y="56208"/>
                  <a:pt x="654612" y="50346"/>
                  <a:pt x="650744" y="47142"/>
                </a:cubicBezTo>
                <a:cubicBezTo>
                  <a:pt x="646695" y="44000"/>
                  <a:pt x="642736" y="42428"/>
                  <a:pt x="638868" y="42428"/>
                </a:cubicBezTo>
                <a:cubicBezTo>
                  <a:pt x="636330" y="42428"/>
                  <a:pt x="634214" y="43244"/>
                  <a:pt x="632522" y="44876"/>
                </a:cubicBezTo>
                <a:cubicBezTo>
                  <a:pt x="630769" y="46629"/>
                  <a:pt x="629893" y="48563"/>
                  <a:pt x="629893" y="50678"/>
                </a:cubicBezTo>
                <a:cubicBezTo>
                  <a:pt x="629893" y="52310"/>
                  <a:pt x="630497" y="53881"/>
                  <a:pt x="631706" y="55392"/>
                </a:cubicBezTo>
                <a:cubicBezTo>
                  <a:pt x="633580" y="57870"/>
                  <a:pt x="638989" y="62101"/>
                  <a:pt x="647934" y="68085"/>
                </a:cubicBezTo>
                <a:cubicBezTo>
                  <a:pt x="656818" y="74189"/>
                  <a:pt x="662681" y="79296"/>
                  <a:pt x="665522" y="83406"/>
                </a:cubicBezTo>
                <a:cubicBezTo>
                  <a:pt x="668302" y="87697"/>
                  <a:pt x="669692" y="92411"/>
                  <a:pt x="669692" y="97549"/>
                </a:cubicBezTo>
                <a:cubicBezTo>
                  <a:pt x="669692" y="102263"/>
                  <a:pt x="668513" y="106886"/>
                  <a:pt x="666156" y="111419"/>
                </a:cubicBezTo>
                <a:cubicBezTo>
                  <a:pt x="663739" y="115952"/>
                  <a:pt x="660415" y="119428"/>
                  <a:pt x="656184" y="121845"/>
                </a:cubicBezTo>
                <a:cubicBezTo>
                  <a:pt x="651832" y="124323"/>
                  <a:pt x="647088" y="125532"/>
                  <a:pt x="641950" y="125471"/>
                </a:cubicBezTo>
                <a:cubicBezTo>
                  <a:pt x="637841" y="125471"/>
                  <a:pt x="632431" y="124202"/>
                  <a:pt x="625723" y="121664"/>
                </a:cubicBezTo>
                <a:cubicBezTo>
                  <a:pt x="623849" y="121059"/>
                  <a:pt x="622610" y="120727"/>
                  <a:pt x="622006" y="120667"/>
                </a:cubicBezTo>
                <a:cubicBezTo>
                  <a:pt x="620011" y="120727"/>
                  <a:pt x="618349" y="122238"/>
                  <a:pt x="617019" y="125200"/>
                </a:cubicBezTo>
                <a:lnTo>
                  <a:pt x="614028" y="125200"/>
                </a:lnTo>
                <a:lnTo>
                  <a:pt x="612577" y="94738"/>
                </a:lnTo>
                <a:lnTo>
                  <a:pt x="615659" y="94738"/>
                </a:lnTo>
                <a:cubicBezTo>
                  <a:pt x="618319" y="102716"/>
                  <a:pt x="622066" y="108700"/>
                  <a:pt x="626901" y="112689"/>
                </a:cubicBezTo>
                <a:cubicBezTo>
                  <a:pt x="631555" y="116678"/>
                  <a:pt x="636027" y="118672"/>
                  <a:pt x="640319" y="118672"/>
                </a:cubicBezTo>
                <a:cubicBezTo>
                  <a:pt x="643159" y="118672"/>
                  <a:pt x="645547" y="117766"/>
                  <a:pt x="647481" y="115952"/>
                </a:cubicBezTo>
                <a:cubicBezTo>
                  <a:pt x="649294" y="114260"/>
                  <a:pt x="650200" y="112114"/>
                  <a:pt x="650200" y="109516"/>
                </a:cubicBezTo>
                <a:cubicBezTo>
                  <a:pt x="650200" y="106614"/>
                  <a:pt x="649294" y="104106"/>
                  <a:pt x="647481" y="101991"/>
                </a:cubicBezTo>
                <a:cubicBezTo>
                  <a:pt x="645607" y="99936"/>
                  <a:pt x="641558" y="96733"/>
                  <a:pt x="635332" y="92381"/>
                </a:cubicBezTo>
                <a:cubicBezTo>
                  <a:pt x="626085" y="85975"/>
                  <a:pt x="620102" y="81079"/>
                  <a:pt x="617382" y="77694"/>
                </a:cubicBezTo>
                <a:cubicBezTo>
                  <a:pt x="613393" y="72738"/>
                  <a:pt x="611398" y="67269"/>
                  <a:pt x="611398" y="61285"/>
                </a:cubicBezTo>
                <a:cubicBezTo>
                  <a:pt x="611398" y="54818"/>
                  <a:pt x="613665" y="48895"/>
                  <a:pt x="618198" y="43516"/>
                </a:cubicBezTo>
                <a:cubicBezTo>
                  <a:pt x="622610" y="38258"/>
                  <a:pt x="629107" y="35629"/>
                  <a:pt x="637689" y="35629"/>
                </a:cubicBezTo>
                <a:cubicBezTo>
                  <a:pt x="642283" y="35629"/>
                  <a:pt x="646725" y="36747"/>
                  <a:pt x="651016" y="38983"/>
                </a:cubicBezTo>
                <a:cubicBezTo>
                  <a:pt x="652648" y="39890"/>
                  <a:pt x="653978" y="40343"/>
                  <a:pt x="655005" y="40343"/>
                </a:cubicBezTo>
                <a:cubicBezTo>
                  <a:pt x="656093" y="40343"/>
                  <a:pt x="656970" y="40101"/>
                  <a:pt x="657634" y="39618"/>
                </a:cubicBezTo>
                <a:cubicBezTo>
                  <a:pt x="658239" y="39195"/>
                  <a:pt x="659296" y="37926"/>
                  <a:pt x="660807" y="35810"/>
                </a:cubicBezTo>
                <a:lnTo>
                  <a:pt x="663890" y="3581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F5F3A-0188-48F8-93D0-3DB1FAEB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893" y="1357943"/>
            <a:ext cx="396168" cy="396152"/>
          </a:xfrm>
          <a:custGeom xmlns:a="http://schemas.openxmlformats.org/drawingml/2006/main">
            <a:pathLst>
              <a:path w="396168" h="396152">
                <a:moveTo>
                  <a:pt x="198084" y="0"/>
                </a:moveTo>
                <a:cubicBezTo>
                  <a:pt x="88693" y="0"/>
                  <a:pt x="0" y="88689"/>
                  <a:pt x="0" y="198077"/>
                </a:cubicBezTo>
                <a:cubicBezTo>
                  <a:pt x="0" y="307463"/>
                  <a:pt x="88693" y="396152"/>
                  <a:pt x="198084" y="396152"/>
                </a:cubicBezTo>
                <a:cubicBezTo>
                  <a:pt x="307476" y="396152"/>
                  <a:pt x="396168" y="307463"/>
                  <a:pt x="396168" y="198077"/>
                </a:cubicBezTo>
                <a:cubicBezTo>
                  <a:pt x="396168" y="88689"/>
                  <a:pt x="307476" y="0"/>
                  <a:pt x="198084" y="0"/>
                </a:cubicBezTo>
                <a:close/>
                <a:moveTo>
                  <a:pt x="198084" y="359014"/>
                </a:moveTo>
                <a:cubicBezTo>
                  <a:pt x="109198" y="359014"/>
                  <a:pt x="37141" y="286959"/>
                  <a:pt x="37141" y="198077"/>
                </a:cubicBezTo>
                <a:cubicBezTo>
                  <a:pt x="37141" y="109194"/>
                  <a:pt x="109198" y="37139"/>
                  <a:pt x="198084" y="37139"/>
                </a:cubicBezTo>
                <a:cubicBezTo>
                  <a:pt x="286970" y="37139"/>
                  <a:pt x="359028" y="109194"/>
                  <a:pt x="359028" y="198077"/>
                </a:cubicBezTo>
                <a:cubicBezTo>
                  <a:pt x="359028" y="286959"/>
                  <a:pt x="286970" y="359014"/>
                  <a:pt x="198084" y="359014"/>
                </a:cubicBezTo>
                <a:close/>
                <a:moveTo>
                  <a:pt x="274970" y="110758"/>
                </a:moveTo>
                <a:lnTo>
                  <a:pt x="170034" y="215603"/>
                </a:lnTo>
                <a:lnTo>
                  <a:pt x="121079" y="166675"/>
                </a:lnTo>
                <a:lnTo>
                  <a:pt x="86085" y="201634"/>
                </a:lnTo>
                <a:lnTo>
                  <a:pt x="170034" y="285528"/>
                </a:lnTo>
                <a:lnTo>
                  <a:pt x="309964" y="145703"/>
                </a:lnTo>
                <a:lnTo>
                  <a:pt x="274970" y="110758"/>
                </a:lnTo>
                <a:close/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Diversity-">
            <a:extLst xmlns:a="http://schemas.openxmlformats.org/drawingml/2006/main">
              <a:ext uri="{FF2B5EF4-FFF2-40B4-BE49-F238E27FC236}">
                <a16:creationId xmlns:a16="http://schemas.microsoft.com/office/drawing/2014/main" id="{28BC3F31-6EFA-4119-936B-230BEAF3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444" y="1923427"/>
            <a:ext cx="765602" cy="165905"/>
          </a:xfrm>
          <a:custGeom xmlns:a="http://schemas.openxmlformats.org/drawingml/2006/main">
            <a:pathLst>
              <a:path w="765602" h="165905">
                <a:moveTo>
                  <a:pt x="0" y="125834"/>
                </a:moveTo>
                <a:lnTo>
                  <a:pt x="0" y="122480"/>
                </a:lnTo>
                <a:lnTo>
                  <a:pt x="4080" y="122480"/>
                </a:lnTo>
                <a:cubicBezTo>
                  <a:pt x="7585" y="122540"/>
                  <a:pt x="10335" y="121966"/>
                  <a:pt x="12330" y="120757"/>
                </a:cubicBezTo>
                <a:cubicBezTo>
                  <a:pt x="14203" y="119669"/>
                  <a:pt x="15593" y="118158"/>
                  <a:pt x="16500" y="116224"/>
                </a:cubicBezTo>
                <a:cubicBezTo>
                  <a:pt x="17044" y="114955"/>
                  <a:pt x="17316" y="111147"/>
                  <a:pt x="17316" y="104801"/>
                </a:cubicBezTo>
                <a:lnTo>
                  <a:pt x="17316" y="23934"/>
                </a:lnTo>
                <a:cubicBezTo>
                  <a:pt x="17255" y="17709"/>
                  <a:pt x="16923" y="13780"/>
                  <a:pt x="16319" y="12148"/>
                </a:cubicBezTo>
                <a:cubicBezTo>
                  <a:pt x="15654" y="10637"/>
                  <a:pt x="14324" y="9247"/>
                  <a:pt x="12330" y="7978"/>
                </a:cubicBezTo>
                <a:cubicBezTo>
                  <a:pt x="10214" y="6830"/>
                  <a:pt x="7464" y="6255"/>
                  <a:pt x="4080" y="6255"/>
                </a:cubicBezTo>
                <a:lnTo>
                  <a:pt x="0" y="6255"/>
                </a:lnTo>
                <a:lnTo>
                  <a:pt x="0" y="2901"/>
                </a:lnTo>
                <a:lnTo>
                  <a:pt x="55030" y="2901"/>
                </a:lnTo>
                <a:cubicBezTo>
                  <a:pt x="69656" y="2901"/>
                  <a:pt x="81472" y="4896"/>
                  <a:pt x="90477" y="8885"/>
                </a:cubicBezTo>
                <a:cubicBezTo>
                  <a:pt x="101356" y="13841"/>
                  <a:pt x="109667" y="21244"/>
                  <a:pt x="115408" y="31096"/>
                </a:cubicBezTo>
                <a:cubicBezTo>
                  <a:pt x="121029" y="41008"/>
                  <a:pt x="123840" y="52219"/>
                  <a:pt x="123840" y="64730"/>
                </a:cubicBezTo>
                <a:cubicBezTo>
                  <a:pt x="123840" y="73373"/>
                  <a:pt x="122450" y="81321"/>
                  <a:pt x="119669" y="88573"/>
                </a:cubicBezTo>
                <a:cubicBezTo>
                  <a:pt x="116829" y="95947"/>
                  <a:pt x="113233" y="101961"/>
                  <a:pt x="108881" y="106614"/>
                </a:cubicBezTo>
                <a:cubicBezTo>
                  <a:pt x="104408" y="111450"/>
                  <a:pt x="99332" y="115257"/>
                  <a:pt x="93650" y="118037"/>
                </a:cubicBezTo>
                <a:cubicBezTo>
                  <a:pt x="87848" y="120999"/>
                  <a:pt x="80777" y="123235"/>
                  <a:pt x="72436" y="124746"/>
                </a:cubicBezTo>
                <a:cubicBezTo>
                  <a:pt x="68689" y="125471"/>
                  <a:pt x="62887" y="125834"/>
                  <a:pt x="55030" y="125834"/>
                </a:cubicBezTo>
                <a:lnTo>
                  <a:pt x="0" y="125834"/>
                </a:lnTo>
                <a:moveTo>
                  <a:pt x="46870" y="9882"/>
                </a:moveTo>
                <a:lnTo>
                  <a:pt x="46870" y="105799"/>
                </a:lnTo>
                <a:cubicBezTo>
                  <a:pt x="46870" y="110875"/>
                  <a:pt x="47112" y="113988"/>
                  <a:pt x="47596" y="115136"/>
                </a:cubicBezTo>
                <a:cubicBezTo>
                  <a:pt x="48019" y="116345"/>
                  <a:pt x="48835" y="117222"/>
                  <a:pt x="50044" y="117766"/>
                </a:cubicBezTo>
                <a:cubicBezTo>
                  <a:pt x="51675" y="118672"/>
                  <a:pt x="54033" y="119125"/>
                  <a:pt x="57115" y="119125"/>
                </a:cubicBezTo>
                <a:cubicBezTo>
                  <a:pt x="67148" y="119125"/>
                  <a:pt x="74854" y="115680"/>
                  <a:pt x="80233" y="108790"/>
                </a:cubicBezTo>
                <a:cubicBezTo>
                  <a:pt x="87486" y="99483"/>
                  <a:pt x="91112" y="85038"/>
                  <a:pt x="91112" y="65456"/>
                </a:cubicBezTo>
                <a:cubicBezTo>
                  <a:pt x="91112" y="49681"/>
                  <a:pt x="88634" y="37079"/>
                  <a:pt x="83678" y="27651"/>
                </a:cubicBezTo>
                <a:cubicBezTo>
                  <a:pt x="79749" y="20338"/>
                  <a:pt x="74703" y="15321"/>
                  <a:pt x="68538" y="12602"/>
                </a:cubicBezTo>
                <a:cubicBezTo>
                  <a:pt x="64126" y="10728"/>
                  <a:pt x="56903" y="9821"/>
                  <a:pt x="46870" y="9882"/>
                </a:cubicBezTo>
                <a:close/>
                <a:moveTo>
                  <a:pt x="158655" y="0"/>
                </a:moveTo>
                <a:cubicBezTo>
                  <a:pt x="162523" y="0"/>
                  <a:pt x="165847" y="1360"/>
                  <a:pt x="168628" y="4080"/>
                </a:cubicBezTo>
                <a:cubicBezTo>
                  <a:pt x="171347" y="6920"/>
                  <a:pt x="172707" y="10244"/>
                  <a:pt x="172707" y="14052"/>
                </a:cubicBezTo>
                <a:cubicBezTo>
                  <a:pt x="172707" y="17981"/>
                  <a:pt x="171347" y="21275"/>
                  <a:pt x="168628" y="23934"/>
                </a:cubicBezTo>
                <a:cubicBezTo>
                  <a:pt x="165787" y="26654"/>
                  <a:pt x="162463" y="28014"/>
                  <a:pt x="158655" y="28014"/>
                </a:cubicBezTo>
                <a:cubicBezTo>
                  <a:pt x="154727" y="28014"/>
                  <a:pt x="151433" y="26654"/>
                  <a:pt x="148773" y="23934"/>
                </a:cubicBezTo>
                <a:cubicBezTo>
                  <a:pt x="146054" y="21275"/>
                  <a:pt x="144694" y="17981"/>
                  <a:pt x="144694" y="14052"/>
                </a:cubicBezTo>
                <a:cubicBezTo>
                  <a:pt x="144694" y="10244"/>
                  <a:pt x="146054" y="6920"/>
                  <a:pt x="148773" y="4080"/>
                </a:cubicBezTo>
                <a:cubicBezTo>
                  <a:pt x="151433" y="1360"/>
                  <a:pt x="154727" y="0"/>
                  <a:pt x="158655" y="0"/>
                </a:cubicBezTo>
                <a:moveTo>
                  <a:pt x="171347" y="41068"/>
                </a:moveTo>
                <a:lnTo>
                  <a:pt x="171347" y="108246"/>
                </a:lnTo>
                <a:cubicBezTo>
                  <a:pt x="171347" y="114230"/>
                  <a:pt x="172042" y="118037"/>
                  <a:pt x="173433" y="119669"/>
                </a:cubicBezTo>
                <a:cubicBezTo>
                  <a:pt x="174762" y="121422"/>
                  <a:pt x="177482" y="122389"/>
                  <a:pt x="181592" y="122570"/>
                </a:cubicBezTo>
                <a:lnTo>
                  <a:pt x="181592" y="125834"/>
                </a:lnTo>
                <a:lnTo>
                  <a:pt x="135809" y="125834"/>
                </a:lnTo>
                <a:lnTo>
                  <a:pt x="135809" y="122570"/>
                </a:lnTo>
                <a:cubicBezTo>
                  <a:pt x="139496" y="122510"/>
                  <a:pt x="142276" y="121422"/>
                  <a:pt x="144150" y="119307"/>
                </a:cubicBezTo>
                <a:cubicBezTo>
                  <a:pt x="145298" y="117977"/>
                  <a:pt x="145903" y="114290"/>
                  <a:pt x="145963" y="108246"/>
                </a:cubicBezTo>
                <a:lnTo>
                  <a:pt x="145963" y="58747"/>
                </a:lnTo>
                <a:cubicBezTo>
                  <a:pt x="145903" y="52824"/>
                  <a:pt x="145208" y="48986"/>
                  <a:pt x="143878" y="47233"/>
                </a:cubicBezTo>
                <a:cubicBezTo>
                  <a:pt x="142488" y="45662"/>
                  <a:pt x="139798" y="44725"/>
                  <a:pt x="135809" y="44423"/>
                </a:cubicBezTo>
                <a:lnTo>
                  <a:pt x="135809" y="41068"/>
                </a:lnTo>
                <a:lnTo>
                  <a:pt x="171347" y="41068"/>
                </a:lnTo>
                <a:close/>
                <a:moveTo>
                  <a:pt x="227734" y="128373"/>
                </a:moveTo>
                <a:lnTo>
                  <a:pt x="199177" y="62645"/>
                </a:lnTo>
                <a:cubicBezTo>
                  <a:pt x="195671" y="54788"/>
                  <a:pt x="192982" y="49772"/>
                  <a:pt x="191108" y="47596"/>
                </a:cubicBezTo>
                <a:cubicBezTo>
                  <a:pt x="189718" y="46085"/>
                  <a:pt x="187663" y="45027"/>
                  <a:pt x="184943" y="44423"/>
                </a:cubicBezTo>
                <a:lnTo>
                  <a:pt x="184943" y="41068"/>
                </a:lnTo>
                <a:lnTo>
                  <a:pt x="230001" y="41068"/>
                </a:lnTo>
                <a:lnTo>
                  <a:pt x="230001" y="44423"/>
                </a:lnTo>
                <a:cubicBezTo>
                  <a:pt x="227100" y="44483"/>
                  <a:pt x="225166" y="44997"/>
                  <a:pt x="224199" y="45964"/>
                </a:cubicBezTo>
                <a:cubicBezTo>
                  <a:pt x="222748" y="47354"/>
                  <a:pt x="222023" y="48925"/>
                  <a:pt x="222023" y="50678"/>
                </a:cubicBezTo>
                <a:cubicBezTo>
                  <a:pt x="222023" y="52975"/>
                  <a:pt x="223352" y="57175"/>
                  <a:pt x="226012" y="63280"/>
                </a:cubicBezTo>
                <a:lnTo>
                  <a:pt x="239973" y="95101"/>
                </a:lnTo>
                <a:lnTo>
                  <a:pt x="251124" y="67631"/>
                </a:lnTo>
                <a:cubicBezTo>
                  <a:pt x="254267" y="59774"/>
                  <a:pt x="255869" y="54214"/>
                  <a:pt x="255929" y="50950"/>
                </a:cubicBezTo>
                <a:cubicBezTo>
                  <a:pt x="255929" y="49077"/>
                  <a:pt x="255264" y="47535"/>
                  <a:pt x="253935" y="46327"/>
                </a:cubicBezTo>
                <a:cubicBezTo>
                  <a:pt x="252544" y="45178"/>
                  <a:pt x="250127" y="44544"/>
                  <a:pt x="246682" y="44423"/>
                </a:cubicBezTo>
                <a:lnTo>
                  <a:pt x="246682" y="41068"/>
                </a:lnTo>
                <a:lnTo>
                  <a:pt x="274423" y="41068"/>
                </a:lnTo>
                <a:lnTo>
                  <a:pt x="274423" y="44423"/>
                </a:lnTo>
                <a:cubicBezTo>
                  <a:pt x="271764" y="44785"/>
                  <a:pt x="269588" y="45783"/>
                  <a:pt x="267896" y="47414"/>
                </a:cubicBezTo>
                <a:cubicBezTo>
                  <a:pt x="266143" y="49046"/>
                  <a:pt x="263605" y="53851"/>
                  <a:pt x="260281" y="61829"/>
                </a:cubicBezTo>
                <a:lnTo>
                  <a:pt x="231995" y="128373"/>
                </a:lnTo>
                <a:lnTo>
                  <a:pt x="227734" y="128373"/>
                </a:lnTo>
                <a:close/>
                <a:moveTo>
                  <a:pt x="351002" y="80414"/>
                </a:moveTo>
                <a:lnTo>
                  <a:pt x="304494" y="80414"/>
                </a:lnTo>
                <a:cubicBezTo>
                  <a:pt x="305038" y="91656"/>
                  <a:pt x="308030" y="100540"/>
                  <a:pt x="313469" y="107068"/>
                </a:cubicBezTo>
                <a:cubicBezTo>
                  <a:pt x="317579" y="112084"/>
                  <a:pt x="322596" y="114592"/>
                  <a:pt x="328519" y="114592"/>
                </a:cubicBezTo>
                <a:cubicBezTo>
                  <a:pt x="332085" y="114653"/>
                  <a:pt x="335379" y="113625"/>
                  <a:pt x="338400" y="111510"/>
                </a:cubicBezTo>
                <a:cubicBezTo>
                  <a:pt x="341362" y="109516"/>
                  <a:pt x="344535" y="105889"/>
                  <a:pt x="347920" y="100631"/>
                </a:cubicBezTo>
                <a:lnTo>
                  <a:pt x="351002" y="102626"/>
                </a:lnTo>
                <a:cubicBezTo>
                  <a:pt x="346348" y="111994"/>
                  <a:pt x="341271" y="118612"/>
                  <a:pt x="335771" y="122480"/>
                </a:cubicBezTo>
                <a:cubicBezTo>
                  <a:pt x="330211" y="126408"/>
                  <a:pt x="323774" y="128373"/>
                  <a:pt x="316461" y="128373"/>
                </a:cubicBezTo>
                <a:cubicBezTo>
                  <a:pt x="303829" y="128433"/>
                  <a:pt x="294310" y="123598"/>
                  <a:pt x="287904" y="113867"/>
                </a:cubicBezTo>
                <a:cubicBezTo>
                  <a:pt x="282706" y="106071"/>
                  <a:pt x="280107" y="96400"/>
                  <a:pt x="280107" y="84856"/>
                </a:cubicBezTo>
                <a:cubicBezTo>
                  <a:pt x="280047" y="70774"/>
                  <a:pt x="283884" y="59502"/>
                  <a:pt x="291621" y="51041"/>
                </a:cubicBezTo>
                <a:cubicBezTo>
                  <a:pt x="299236" y="42700"/>
                  <a:pt x="308181" y="38530"/>
                  <a:pt x="318456" y="38530"/>
                </a:cubicBezTo>
                <a:cubicBezTo>
                  <a:pt x="327038" y="38590"/>
                  <a:pt x="334502" y="42096"/>
                  <a:pt x="340848" y="49046"/>
                </a:cubicBezTo>
                <a:cubicBezTo>
                  <a:pt x="347074" y="56118"/>
                  <a:pt x="350458" y="66574"/>
                  <a:pt x="351002" y="80414"/>
                </a:cubicBezTo>
                <a:moveTo>
                  <a:pt x="328700" y="74340"/>
                </a:moveTo>
                <a:cubicBezTo>
                  <a:pt x="328640" y="64670"/>
                  <a:pt x="328126" y="57991"/>
                  <a:pt x="327159" y="54304"/>
                </a:cubicBezTo>
                <a:cubicBezTo>
                  <a:pt x="326071" y="50739"/>
                  <a:pt x="324409" y="47989"/>
                  <a:pt x="322173" y="46055"/>
                </a:cubicBezTo>
                <a:cubicBezTo>
                  <a:pt x="320843" y="44967"/>
                  <a:pt x="319151" y="44423"/>
                  <a:pt x="317096" y="44423"/>
                </a:cubicBezTo>
                <a:cubicBezTo>
                  <a:pt x="313892" y="44423"/>
                  <a:pt x="311324" y="45964"/>
                  <a:pt x="309390" y="49046"/>
                </a:cubicBezTo>
                <a:cubicBezTo>
                  <a:pt x="305824" y="54486"/>
                  <a:pt x="304041" y="61859"/>
                  <a:pt x="304041" y="71167"/>
                </a:cubicBezTo>
                <a:lnTo>
                  <a:pt x="304041" y="74340"/>
                </a:lnTo>
                <a:lnTo>
                  <a:pt x="328700" y="74340"/>
                </a:lnTo>
                <a:close/>
                <a:moveTo>
                  <a:pt x="397516" y="41068"/>
                </a:moveTo>
                <a:lnTo>
                  <a:pt x="397516" y="60288"/>
                </a:lnTo>
                <a:cubicBezTo>
                  <a:pt x="403077" y="51524"/>
                  <a:pt x="408002" y="45692"/>
                  <a:pt x="412294" y="42791"/>
                </a:cubicBezTo>
                <a:cubicBezTo>
                  <a:pt x="416524" y="40011"/>
                  <a:pt x="420604" y="38590"/>
                  <a:pt x="424533" y="38530"/>
                </a:cubicBezTo>
                <a:cubicBezTo>
                  <a:pt x="427857" y="38530"/>
                  <a:pt x="430576" y="39557"/>
                  <a:pt x="432692" y="41612"/>
                </a:cubicBezTo>
                <a:cubicBezTo>
                  <a:pt x="434686" y="43728"/>
                  <a:pt x="435684" y="46689"/>
                  <a:pt x="435684" y="50497"/>
                </a:cubicBezTo>
                <a:cubicBezTo>
                  <a:pt x="435623" y="54607"/>
                  <a:pt x="434656" y="57750"/>
                  <a:pt x="432782" y="59925"/>
                </a:cubicBezTo>
                <a:cubicBezTo>
                  <a:pt x="430788" y="62222"/>
                  <a:pt x="428401" y="63340"/>
                  <a:pt x="425620" y="63280"/>
                </a:cubicBezTo>
                <a:cubicBezTo>
                  <a:pt x="422417" y="63340"/>
                  <a:pt x="419637" y="62313"/>
                  <a:pt x="417280" y="60197"/>
                </a:cubicBezTo>
                <a:cubicBezTo>
                  <a:pt x="414923" y="58203"/>
                  <a:pt x="413533" y="57054"/>
                  <a:pt x="413110" y="56752"/>
                </a:cubicBezTo>
                <a:cubicBezTo>
                  <a:pt x="412445" y="56390"/>
                  <a:pt x="411750" y="56208"/>
                  <a:pt x="411024" y="56208"/>
                </a:cubicBezTo>
                <a:cubicBezTo>
                  <a:pt x="409211" y="56208"/>
                  <a:pt x="407549" y="56873"/>
                  <a:pt x="406038" y="58203"/>
                </a:cubicBezTo>
                <a:cubicBezTo>
                  <a:pt x="403560" y="60318"/>
                  <a:pt x="401687" y="63249"/>
                  <a:pt x="400417" y="66997"/>
                </a:cubicBezTo>
                <a:cubicBezTo>
                  <a:pt x="398483" y="72920"/>
                  <a:pt x="397516" y="79387"/>
                  <a:pt x="397516" y="86398"/>
                </a:cubicBezTo>
                <a:lnTo>
                  <a:pt x="397516" y="105889"/>
                </a:lnTo>
                <a:lnTo>
                  <a:pt x="397607" y="110966"/>
                </a:lnTo>
                <a:cubicBezTo>
                  <a:pt x="397547" y="114411"/>
                  <a:pt x="397758" y="116617"/>
                  <a:pt x="398242" y="117584"/>
                </a:cubicBezTo>
                <a:cubicBezTo>
                  <a:pt x="398967" y="119216"/>
                  <a:pt x="400055" y="120395"/>
                  <a:pt x="401505" y="121120"/>
                </a:cubicBezTo>
                <a:cubicBezTo>
                  <a:pt x="402835" y="121966"/>
                  <a:pt x="405222" y="122450"/>
                  <a:pt x="408667" y="122570"/>
                </a:cubicBezTo>
                <a:lnTo>
                  <a:pt x="408667" y="125834"/>
                </a:lnTo>
                <a:lnTo>
                  <a:pt x="362885" y="125834"/>
                </a:lnTo>
                <a:lnTo>
                  <a:pt x="362885" y="122570"/>
                </a:lnTo>
                <a:cubicBezTo>
                  <a:pt x="366511" y="122329"/>
                  <a:pt x="369019" y="121301"/>
                  <a:pt x="370409" y="119488"/>
                </a:cubicBezTo>
                <a:cubicBezTo>
                  <a:pt x="371679" y="117796"/>
                  <a:pt x="372313" y="113263"/>
                  <a:pt x="372313" y="105889"/>
                </a:cubicBezTo>
                <a:lnTo>
                  <a:pt x="372313" y="59019"/>
                </a:lnTo>
                <a:cubicBezTo>
                  <a:pt x="372253" y="54244"/>
                  <a:pt x="372011" y="51162"/>
                  <a:pt x="371588" y="49772"/>
                </a:cubicBezTo>
                <a:cubicBezTo>
                  <a:pt x="370923" y="48140"/>
                  <a:pt x="370047" y="46901"/>
                  <a:pt x="368959" y="46055"/>
                </a:cubicBezTo>
                <a:cubicBezTo>
                  <a:pt x="367750" y="45269"/>
                  <a:pt x="365725" y="44725"/>
                  <a:pt x="362885" y="44423"/>
                </a:cubicBezTo>
                <a:lnTo>
                  <a:pt x="362885" y="41068"/>
                </a:lnTo>
                <a:lnTo>
                  <a:pt x="397516" y="41068"/>
                </a:lnTo>
                <a:close/>
                <a:moveTo>
                  <a:pt x="492748" y="38711"/>
                </a:moveTo>
                <a:lnTo>
                  <a:pt x="494108" y="67631"/>
                </a:lnTo>
                <a:lnTo>
                  <a:pt x="491026" y="67631"/>
                </a:lnTo>
                <a:cubicBezTo>
                  <a:pt x="487278" y="59109"/>
                  <a:pt x="483471" y="53247"/>
                  <a:pt x="479603" y="50044"/>
                </a:cubicBezTo>
                <a:cubicBezTo>
                  <a:pt x="475553" y="46901"/>
                  <a:pt x="471594" y="45329"/>
                  <a:pt x="467726" y="45329"/>
                </a:cubicBezTo>
                <a:cubicBezTo>
                  <a:pt x="465188" y="45329"/>
                  <a:pt x="463073" y="46145"/>
                  <a:pt x="461380" y="47777"/>
                </a:cubicBezTo>
                <a:cubicBezTo>
                  <a:pt x="459628" y="49530"/>
                  <a:pt x="458751" y="51464"/>
                  <a:pt x="458751" y="53579"/>
                </a:cubicBezTo>
                <a:cubicBezTo>
                  <a:pt x="458751" y="55211"/>
                  <a:pt x="459356" y="56782"/>
                  <a:pt x="460564" y="58293"/>
                </a:cubicBezTo>
                <a:cubicBezTo>
                  <a:pt x="462438" y="60771"/>
                  <a:pt x="467847" y="65002"/>
                  <a:pt x="476792" y="70986"/>
                </a:cubicBezTo>
                <a:cubicBezTo>
                  <a:pt x="485677" y="77090"/>
                  <a:pt x="491539" y="82197"/>
                  <a:pt x="494380" y="86307"/>
                </a:cubicBezTo>
                <a:cubicBezTo>
                  <a:pt x="497160" y="90598"/>
                  <a:pt x="498550" y="95312"/>
                  <a:pt x="498550" y="100450"/>
                </a:cubicBezTo>
                <a:cubicBezTo>
                  <a:pt x="498550" y="105164"/>
                  <a:pt x="497372" y="109788"/>
                  <a:pt x="495015" y="114320"/>
                </a:cubicBezTo>
                <a:cubicBezTo>
                  <a:pt x="492597" y="118853"/>
                  <a:pt x="489273" y="122329"/>
                  <a:pt x="485042" y="124746"/>
                </a:cubicBezTo>
                <a:cubicBezTo>
                  <a:pt x="480691" y="127224"/>
                  <a:pt x="475946" y="128433"/>
                  <a:pt x="470809" y="128373"/>
                </a:cubicBezTo>
                <a:cubicBezTo>
                  <a:pt x="466699" y="128373"/>
                  <a:pt x="461290" y="127103"/>
                  <a:pt x="454581" y="124565"/>
                </a:cubicBezTo>
                <a:cubicBezTo>
                  <a:pt x="452707" y="123961"/>
                  <a:pt x="451468" y="123628"/>
                  <a:pt x="450864" y="123568"/>
                </a:cubicBezTo>
                <a:cubicBezTo>
                  <a:pt x="448869" y="123628"/>
                  <a:pt x="447207" y="125139"/>
                  <a:pt x="445878" y="128101"/>
                </a:cubicBezTo>
                <a:lnTo>
                  <a:pt x="442886" y="128101"/>
                </a:lnTo>
                <a:lnTo>
                  <a:pt x="441435" y="97639"/>
                </a:lnTo>
                <a:lnTo>
                  <a:pt x="444518" y="97639"/>
                </a:lnTo>
                <a:cubicBezTo>
                  <a:pt x="447177" y="105617"/>
                  <a:pt x="450924" y="111601"/>
                  <a:pt x="455759" y="115590"/>
                </a:cubicBezTo>
                <a:cubicBezTo>
                  <a:pt x="460413" y="119579"/>
                  <a:pt x="464886" y="121573"/>
                  <a:pt x="469177" y="121573"/>
                </a:cubicBezTo>
                <a:cubicBezTo>
                  <a:pt x="472018" y="121573"/>
                  <a:pt x="474405" y="120667"/>
                  <a:pt x="476339" y="118853"/>
                </a:cubicBezTo>
                <a:cubicBezTo>
                  <a:pt x="478152" y="117161"/>
                  <a:pt x="479059" y="115016"/>
                  <a:pt x="479059" y="112417"/>
                </a:cubicBezTo>
                <a:cubicBezTo>
                  <a:pt x="479059" y="109516"/>
                  <a:pt x="478152" y="107007"/>
                  <a:pt x="476339" y="104892"/>
                </a:cubicBezTo>
                <a:cubicBezTo>
                  <a:pt x="474465" y="102837"/>
                  <a:pt x="470416" y="99634"/>
                  <a:pt x="464191" y="95282"/>
                </a:cubicBezTo>
                <a:cubicBezTo>
                  <a:pt x="454944" y="88876"/>
                  <a:pt x="448960" y="83980"/>
                  <a:pt x="446240" y="80595"/>
                </a:cubicBezTo>
                <a:cubicBezTo>
                  <a:pt x="442251" y="75639"/>
                  <a:pt x="440257" y="70170"/>
                  <a:pt x="440257" y="64186"/>
                </a:cubicBezTo>
                <a:cubicBezTo>
                  <a:pt x="440257" y="57719"/>
                  <a:pt x="442523" y="51796"/>
                  <a:pt x="447056" y="46417"/>
                </a:cubicBezTo>
                <a:cubicBezTo>
                  <a:pt x="451468" y="41159"/>
                  <a:pt x="457965" y="38530"/>
                  <a:pt x="466548" y="38530"/>
                </a:cubicBezTo>
                <a:cubicBezTo>
                  <a:pt x="471141" y="38530"/>
                  <a:pt x="475583" y="39648"/>
                  <a:pt x="479875" y="41884"/>
                </a:cubicBezTo>
                <a:cubicBezTo>
                  <a:pt x="481506" y="42791"/>
                  <a:pt x="482836" y="43244"/>
                  <a:pt x="483864" y="43244"/>
                </a:cubicBezTo>
                <a:cubicBezTo>
                  <a:pt x="484952" y="43244"/>
                  <a:pt x="485828" y="43002"/>
                  <a:pt x="486493" y="42519"/>
                </a:cubicBezTo>
                <a:cubicBezTo>
                  <a:pt x="487097" y="42096"/>
                  <a:pt x="488155" y="40827"/>
                  <a:pt x="489666" y="38711"/>
                </a:cubicBezTo>
                <a:lnTo>
                  <a:pt x="492748" y="38711"/>
                </a:lnTo>
                <a:close/>
                <a:moveTo>
                  <a:pt x="529993" y="0"/>
                </a:moveTo>
                <a:cubicBezTo>
                  <a:pt x="533861" y="0"/>
                  <a:pt x="537185" y="1360"/>
                  <a:pt x="539966" y="4080"/>
                </a:cubicBezTo>
                <a:cubicBezTo>
                  <a:pt x="542685" y="6920"/>
                  <a:pt x="544045" y="10244"/>
                  <a:pt x="544045" y="14052"/>
                </a:cubicBezTo>
                <a:cubicBezTo>
                  <a:pt x="544045" y="17981"/>
                  <a:pt x="542685" y="21275"/>
                  <a:pt x="539966" y="23934"/>
                </a:cubicBezTo>
                <a:cubicBezTo>
                  <a:pt x="537125" y="26654"/>
                  <a:pt x="533801" y="28014"/>
                  <a:pt x="529993" y="28014"/>
                </a:cubicBezTo>
                <a:cubicBezTo>
                  <a:pt x="526065" y="28014"/>
                  <a:pt x="522771" y="26654"/>
                  <a:pt x="520111" y="23934"/>
                </a:cubicBezTo>
                <a:cubicBezTo>
                  <a:pt x="517392" y="21275"/>
                  <a:pt x="516032" y="17981"/>
                  <a:pt x="516032" y="14052"/>
                </a:cubicBezTo>
                <a:cubicBezTo>
                  <a:pt x="516032" y="10244"/>
                  <a:pt x="517392" y="6920"/>
                  <a:pt x="520111" y="4080"/>
                </a:cubicBezTo>
                <a:cubicBezTo>
                  <a:pt x="522771" y="1360"/>
                  <a:pt x="526065" y="0"/>
                  <a:pt x="529993" y="0"/>
                </a:cubicBezTo>
                <a:moveTo>
                  <a:pt x="542685" y="41068"/>
                </a:moveTo>
                <a:lnTo>
                  <a:pt x="542685" y="108246"/>
                </a:lnTo>
                <a:cubicBezTo>
                  <a:pt x="542685" y="114230"/>
                  <a:pt x="543380" y="118037"/>
                  <a:pt x="544770" y="119669"/>
                </a:cubicBezTo>
                <a:cubicBezTo>
                  <a:pt x="546100" y="121422"/>
                  <a:pt x="548820" y="122389"/>
                  <a:pt x="552930" y="122570"/>
                </a:cubicBezTo>
                <a:lnTo>
                  <a:pt x="552930" y="125834"/>
                </a:lnTo>
                <a:lnTo>
                  <a:pt x="507147" y="125834"/>
                </a:lnTo>
                <a:lnTo>
                  <a:pt x="507147" y="122570"/>
                </a:lnTo>
                <a:cubicBezTo>
                  <a:pt x="510834" y="122510"/>
                  <a:pt x="513614" y="121422"/>
                  <a:pt x="515488" y="119307"/>
                </a:cubicBezTo>
                <a:cubicBezTo>
                  <a:pt x="516636" y="117977"/>
                  <a:pt x="517240" y="114290"/>
                  <a:pt x="517301" y="108246"/>
                </a:cubicBezTo>
                <a:lnTo>
                  <a:pt x="517301" y="58747"/>
                </a:lnTo>
                <a:cubicBezTo>
                  <a:pt x="517240" y="52824"/>
                  <a:pt x="516545" y="48986"/>
                  <a:pt x="515216" y="47233"/>
                </a:cubicBezTo>
                <a:cubicBezTo>
                  <a:pt x="513826" y="45662"/>
                  <a:pt x="511136" y="44725"/>
                  <a:pt x="507147" y="44423"/>
                </a:cubicBezTo>
                <a:lnTo>
                  <a:pt x="507147" y="41068"/>
                </a:lnTo>
                <a:lnTo>
                  <a:pt x="542685" y="41068"/>
                </a:lnTo>
                <a:close/>
                <a:moveTo>
                  <a:pt x="594448" y="10063"/>
                </a:moveTo>
                <a:lnTo>
                  <a:pt x="594448" y="41068"/>
                </a:lnTo>
                <a:lnTo>
                  <a:pt x="614574" y="41068"/>
                </a:lnTo>
                <a:lnTo>
                  <a:pt x="614574" y="50044"/>
                </a:lnTo>
                <a:lnTo>
                  <a:pt x="594448" y="50044"/>
                </a:lnTo>
                <a:lnTo>
                  <a:pt x="594448" y="102354"/>
                </a:lnTo>
                <a:cubicBezTo>
                  <a:pt x="594448" y="107310"/>
                  <a:pt x="594690" y="110452"/>
                  <a:pt x="595173" y="111782"/>
                </a:cubicBezTo>
                <a:cubicBezTo>
                  <a:pt x="595536" y="113293"/>
                  <a:pt x="596322" y="114441"/>
                  <a:pt x="597530" y="115227"/>
                </a:cubicBezTo>
                <a:cubicBezTo>
                  <a:pt x="598618" y="116134"/>
                  <a:pt x="599676" y="116587"/>
                  <a:pt x="600703" y="116587"/>
                </a:cubicBezTo>
                <a:cubicBezTo>
                  <a:pt x="604571" y="116587"/>
                  <a:pt x="608288" y="113595"/>
                  <a:pt x="611854" y="107612"/>
                </a:cubicBezTo>
                <a:lnTo>
                  <a:pt x="614574" y="109606"/>
                </a:lnTo>
                <a:cubicBezTo>
                  <a:pt x="609618" y="121211"/>
                  <a:pt x="601670" y="127013"/>
                  <a:pt x="590731" y="127013"/>
                </a:cubicBezTo>
                <a:cubicBezTo>
                  <a:pt x="585352" y="127013"/>
                  <a:pt x="580819" y="125502"/>
                  <a:pt x="577132" y="122480"/>
                </a:cubicBezTo>
                <a:cubicBezTo>
                  <a:pt x="573324" y="119579"/>
                  <a:pt x="570937" y="116255"/>
                  <a:pt x="569970" y="112507"/>
                </a:cubicBezTo>
                <a:cubicBezTo>
                  <a:pt x="569305" y="110452"/>
                  <a:pt x="569003" y="104892"/>
                  <a:pt x="569063" y="95826"/>
                </a:cubicBezTo>
                <a:lnTo>
                  <a:pt x="569063" y="50044"/>
                </a:lnTo>
                <a:lnTo>
                  <a:pt x="558003" y="50044"/>
                </a:lnTo>
                <a:lnTo>
                  <a:pt x="558003" y="46870"/>
                </a:lnTo>
                <a:cubicBezTo>
                  <a:pt x="565618" y="41552"/>
                  <a:pt x="572116" y="35901"/>
                  <a:pt x="577495" y="29917"/>
                </a:cubicBezTo>
                <a:cubicBezTo>
                  <a:pt x="582813" y="24055"/>
                  <a:pt x="587467" y="17437"/>
                  <a:pt x="591456" y="10063"/>
                </a:cubicBezTo>
                <a:lnTo>
                  <a:pt x="594448" y="10063"/>
                </a:lnTo>
                <a:close/>
                <a:moveTo>
                  <a:pt x="663730" y="129279"/>
                </a:moveTo>
                <a:lnTo>
                  <a:pt x="636351" y="66453"/>
                </a:lnTo>
                <a:cubicBezTo>
                  <a:pt x="632181" y="56964"/>
                  <a:pt x="629159" y="51131"/>
                  <a:pt x="627286" y="48956"/>
                </a:cubicBezTo>
                <a:cubicBezTo>
                  <a:pt x="625291" y="46780"/>
                  <a:pt x="622904" y="45269"/>
                  <a:pt x="620124" y="44423"/>
                </a:cubicBezTo>
                <a:lnTo>
                  <a:pt x="620124" y="41068"/>
                </a:lnTo>
                <a:lnTo>
                  <a:pt x="665181" y="41068"/>
                </a:lnTo>
                <a:lnTo>
                  <a:pt x="665181" y="44423"/>
                </a:lnTo>
                <a:cubicBezTo>
                  <a:pt x="662159" y="44604"/>
                  <a:pt x="660074" y="45178"/>
                  <a:pt x="658925" y="46145"/>
                </a:cubicBezTo>
                <a:cubicBezTo>
                  <a:pt x="657717" y="47173"/>
                  <a:pt x="657112" y="48412"/>
                  <a:pt x="657112" y="49862"/>
                </a:cubicBezTo>
                <a:cubicBezTo>
                  <a:pt x="657112" y="52159"/>
                  <a:pt x="658623" y="56692"/>
                  <a:pt x="661645" y="63461"/>
                </a:cubicBezTo>
                <a:lnTo>
                  <a:pt x="676151" y="96642"/>
                </a:lnTo>
                <a:lnTo>
                  <a:pt x="686032" y="70986"/>
                </a:lnTo>
                <a:cubicBezTo>
                  <a:pt x="689538" y="61859"/>
                  <a:pt x="691321" y="55513"/>
                  <a:pt x="691381" y="51947"/>
                </a:cubicBezTo>
                <a:cubicBezTo>
                  <a:pt x="691381" y="49772"/>
                  <a:pt x="690656" y="47989"/>
                  <a:pt x="689205" y="46599"/>
                </a:cubicBezTo>
                <a:cubicBezTo>
                  <a:pt x="687634" y="45269"/>
                  <a:pt x="685005" y="44544"/>
                  <a:pt x="681318" y="44423"/>
                </a:cubicBezTo>
                <a:lnTo>
                  <a:pt x="681318" y="41068"/>
                </a:lnTo>
                <a:lnTo>
                  <a:pt x="709694" y="41068"/>
                </a:lnTo>
                <a:lnTo>
                  <a:pt x="709694" y="44423"/>
                </a:lnTo>
                <a:cubicBezTo>
                  <a:pt x="706854" y="44725"/>
                  <a:pt x="704587" y="45783"/>
                  <a:pt x="702895" y="47596"/>
                </a:cubicBezTo>
                <a:cubicBezTo>
                  <a:pt x="701082" y="49530"/>
                  <a:pt x="698150" y="55815"/>
                  <a:pt x="694101" y="66453"/>
                </a:cubicBezTo>
                <a:lnTo>
                  <a:pt x="669895" y="129279"/>
                </a:lnTo>
                <a:cubicBezTo>
                  <a:pt x="663791" y="144993"/>
                  <a:pt x="659258" y="154664"/>
                  <a:pt x="656296" y="158290"/>
                </a:cubicBezTo>
                <a:cubicBezTo>
                  <a:pt x="652066" y="163367"/>
                  <a:pt x="646838" y="165905"/>
                  <a:pt x="640612" y="165905"/>
                </a:cubicBezTo>
                <a:cubicBezTo>
                  <a:pt x="635596" y="165905"/>
                  <a:pt x="631547" y="164455"/>
                  <a:pt x="628464" y="161554"/>
                </a:cubicBezTo>
                <a:cubicBezTo>
                  <a:pt x="625261" y="158773"/>
                  <a:pt x="623690" y="155328"/>
                  <a:pt x="623750" y="151219"/>
                </a:cubicBezTo>
                <a:cubicBezTo>
                  <a:pt x="623750" y="147713"/>
                  <a:pt x="624838" y="144812"/>
                  <a:pt x="627014" y="142515"/>
                </a:cubicBezTo>
                <a:cubicBezTo>
                  <a:pt x="629069" y="140279"/>
                  <a:pt x="631698" y="139131"/>
                  <a:pt x="634901" y="139070"/>
                </a:cubicBezTo>
                <a:cubicBezTo>
                  <a:pt x="637862" y="139131"/>
                  <a:pt x="640310" y="140098"/>
                  <a:pt x="642244" y="141971"/>
                </a:cubicBezTo>
                <a:cubicBezTo>
                  <a:pt x="643997" y="143905"/>
                  <a:pt x="644934" y="146897"/>
                  <a:pt x="645055" y="150947"/>
                </a:cubicBezTo>
                <a:cubicBezTo>
                  <a:pt x="645115" y="153304"/>
                  <a:pt x="645387" y="154784"/>
                  <a:pt x="645871" y="155389"/>
                </a:cubicBezTo>
                <a:cubicBezTo>
                  <a:pt x="646294" y="156054"/>
                  <a:pt x="646989" y="156386"/>
                  <a:pt x="647956" y="156386"/>
                </a:cubicBezTo>
                <a:cubicBezTo>
                  <a:pt x="649406" y="156386"/>
                  <a:pt x="650948" y="155510"/>
                  <a:pt x="652579" y="153757"/>
                </a:cubicBezTo>
                <a:cubicBezTo>
                  <a:pt x="654997" y="151219"/>
                  <a:pt x="657838" y="145416"/>
                  <a:pt x="661101" y="136351"/>
                </a:cubicBezTo>
                <a:lnTo>
                  <a:pt x="663730" y="129279"/>
                </a:lnTo>
                <a:close/>
                <a:moveTo>
                  <a:pt x="765602" y="92562"/>
                </a:moveTo>
                <a:lnTo>
                  <a:pt x="712748" y="92562"/>
                </a:lnTo>
                <a:lnTo>
                  <a:pt x="712748" y="73796"/>
                </a:lnTo>
                <a:lnTo>
                  <a:pt x="765602" y="73796"/>
                </a:lnTo>
                <a:lnTo>
                  <a:pt x="765602" y="9256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BiasedResult">
            <a:extLst xmlns:a="http://schemas.openxmlformats.org/drawingml/2006/main">
              <a:ext uri="{FF2B5EF4-FFF2-40B4-BE49-F238E27FC236}">
                <a16:creationId xmlns:a16="http://schemas.microsoft.com/office/drawing/2014/main" id="{AB517881-BC3C-4CB4-9E25-613F9A2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2439" y="2134705"/>
            <a:ext cx="1067693" cy="128433"/>
          </a:xfrm>
          <a:custGeom xmlns:a="http://schemas.openxmlformats.org/drawingml/2006/main">
            <a:pathLst>
              <a:path w="1067693" h="128433">
                <a:moveTo>
                  <a:pt x="78692" y="60651"/>
                </a:moveTo>
                <a:cubicBezTo>
                  <a:pt x="90356" y="63370"/>
                  <a:pt x="98546" y="66664"/>
                  <a:pt x="103260" y="70532"/>
                </a:cubicBezTo>
                <a:cubicBezTo>
                  <a:pt x="110029" y="76093"/>
                  <a:pt x="113414" y="83225"/>
                  <a:pt x="113414" y="91928"/>
                </a:cubicBezTo>
                <a:cubicBezTo>
                  <a:pt x="113414" y="101175"/>
                  <a:pt x="109697" y="108821"/>
                  <a:pt x="102263" y="114864"/>
                </a:cubicBezTo>
                <a:cubicBezTo>
                  <a:pt x="93076" y="122238"/>
                  <a:pt x="79810" y="125895"/>
                  <a:pt x="62464" y="125834"/>
                </a:cubicBezTo>
                <a:lnTo>
                  <a:pt x="0" y="125834"/>
                </a:lnTo>
                <a:lnTo>
                  <a:pt x="0" y="122480"/>
                </a:lnTo>
                <a:cubicBezTo>
                  <a:pt x="5621" y="122480"/>
                  <a:pt x="9489" y="121936"/>
                  <a:pt x="11604" y="120848"/>
                </a:cubicBezTo>
                <a:cubicBezTo>
                  <a:pt x="13599" y="119881"/>
                  <a:pt x="15019" y="118521"/>
                  <a:pt x="15865" y="116768"/>
                </a:cubicBezTo>
                <a:cubicBezTo>
                  <a:pt x="16651" y="115076"/>
                  <a:pt x="17044" y="110906"/>
                  <a:pt x="17044" y="104257"/>
                </a:cubicBezTo>
                <a:lnTo>
                  <a:pt x="17044" y="24478"/>
                </a:lnTo>
                <a:cubicBezTo>
                  <a:pt x="17044" y="17890"/>
                  <a:pt x="16651" y="13689"/>
                  <a:pt x="15865" y="11876"/>
                </a:cubicBezTo>
                <a:cubicBezTo>
                  <a:pt x="15019" y="10184"/>
                  <a:pt x="13569" y="8824"/>
                  <a:pt x="11514" y="7797"/>
                </a:cubicBezTo>
                <a:cubicBezTo>
                  <a:pt x="9398" y="6830"/>
                  <a:pt x="5560" y="6316"/>
                  <a:pt x="0" y="6255"/>
                </a:cubicBezTo>
                <a:lnTo>
                  <a:pt x="0" y="2901"/>
                </a:lnTo>
                <a:lnTo>
                  <a:pt x="58928" y="2901"/>
                </a:lnTo>
                <a:cubicBezTo>
                  <a:pt x="72950" y="2962"/>
                  <a:pt x="82922" y="4201"/>
                  <a:pt x="88845" y="6618"/>
                </a:cubicBezTo>
                <a:cubicBezTo>
                  <a:pt x="94708" y="9157"/>
                  <a:pt x="99332" y="12904"/>
                  <a:pt x="102716" y="17860"/>
                </a:cubicBezTo>
                <a:cubicBezTo>
                  <a:pt x="106040" y="22876"/>
                  <a:pt x="107733" y="28195"/>
                  <a:pt x="107793" y="33816"/>
                </a:cubicBezTo>
                <a:cubicBezTo>
                  <a:pt x="107733" y="39739"/>
                  <a:pt x="105587" y="44997"/>
                  <a:pt x="101356" y="49590"/>
                </a:cubicBezTo>
                <a:cubicBezTo>
                  <a:pt x="97005" y="54244"/>
                  <a:pt x="89450" y="57931"/>
                  <a:pt x="78692" y="60651"/>
                </a:cubicBezTo>
                <a:moveTo>
                  <a:pt x="45692" y="58203"/>
                </a:moveTo>
                <a:cubicBezTo>
                  <a:pt x="54274" y="58203"/>
                  <a:pt x="60620" y="57236"/>
                  <a:pt x="64730" y="55302"/>
                </a:cubicBezTo>
                <a:cubicBezTo>
                  <a:pt x="68780" y="53428"/>
                  <a:pt x="71892" y="50708"/>
                  <a:pt x="74068" y="47142"/>
                </a:cubicBezTo>
                <a:cubicBezTo>
                  <a:pt x="76244" y="43637"/>
                  <a:pt x="77332" y="39165"/>
                  <a:pt x="77332" y="33725"/>
                </a:cubicBezTo>
                <a:cubicBezTo>
                  <a:pt x="77271" y="28346"/>
                  <a:pt x="76214" y="23873"/>
                  <a:pt x="74159" y="20308"/>
                </a:cubicBezTo>
                <a:cubicBezTo>
                  <a:pt x="71983" y="16862"/>
                  <a:pt x="68901" y="14233"/>
                  <a:pt x="64912" y="12420"/>
                </a:cubicBezTo>
                <a:cubicBezTo>
                  <a:pt x="60862" y="10607"/>
                  <a:pt x="54456" y="9731"/>
                  <a:pt x="45692" y="9791"/>
                </a:cubicBezTo>
                <a:lnTo>
                  <a:pt x="45692" y="58203"/>
                </a:lnTo>
                <a:moveTo>
                  <a:pt x="45692" y="65274"/>
                </a:moveTo>
                <a:lnTo>
                  <a:pt x="45692" y="104711"/>
                </a:lnTo>
                <a:lnTo>
                  <a:pt x="45601" y="109244"/>
                </a:lnTo>
                <a:cubicBezTo>
                  <a:pt x="45541" y="112507"/>
                  <a:pt x="46387" y="114955"/>
                  <a:pt x="48140" y="116587"/>
                </a:cubicBezTo>
                <a:cubicBezTo>
                  <a:pt x="49772" y="118340"/>
                  <a:pt x="52219" y="119186"/>
                  <a:pt x="55483" y="119125"/>
                </a:cubicBezTo>
                <a:cubicBezTo>
                  <a:pt x="60258" y="119125"/>
                  <a:pt x="64730" y="118037"/>
                  <a:pt x="68901" y="115862"/>
                </a:cubicBezTo>
                <a:cubicBezTo>
                  <a:pt x="72950" y="113807"/>
                  <a:pt x="76063" y="110694"/>
                  <a:pt x="78238" y="106524"/>
                </a:cubicBezTo>
                <a:cubicBezTo>
                  <a:pt x="80414" y="102474"/>
                  <a:pt x="81502" y="97941"/>
                  <a:pt x="81502" y="92925"/>
                </a:cubicBezTo>
                <a:cubicBezTo>
                  <a:pt x="81442" y="87244"/>
                  <a:pt x="80112" y="82076"/>
                  <a:pt x="77513" y="77422"/>
                </a:cubicBezTo>
                <a:cubicBezTo>
                  <a:pt x="74793" y="72890"/>
                  <a:pt x="71137" y="69716"/>
                  <a:pt x="66543" y="67903"/>
                </a:cubicBezTo>
                <a:cubicBezTo>
                  <a:pt x="61890" y="66090"/>
                  <a:pt x="54939" y="65214"/>
                  <a:pt x="45692" y="65274"/>
                </a:cubicBezTo>
                <a:close/>
                <a:moveTo>
                  <a:pt x="150802" y="0"/>
                </a:moveTo>
                <a:cubicBezTo>
                  <a:pt x="154670" y="0"/>
                  <a:pt x="157994" y="1360"/>
                  <a:pt x="160775" y="4080"/>
                </a:cubicBezTo>
                <a:cubicBezTo>
                  <a:pt x="163494" y="6920"/>
                  <a:pt x="164854" y="10244"/>
                  <a:pt x="164854" y="14052"/>
                </a:cubicBezTo>
                <a:cubicBezTo>
                  <a:pt x="164854" y="17981"/>
                  <a:pt x="163494" y="21275"/>
                  <a:pt x="160775" y="23934"/>
                </a:cubicBezTo>
                <a:cubicBezTo>
                  <a:pt x="157934" y="26654"/>
                  <a:pt x="154610" y="28014"/>
                  <a:pt x="150802" y="28014"/>
                </a:cubicBezTo>
                <a:cubicBezTo>
                  <a:pt x="146874" y="28014"/>
                  <a:pt x="143580" y="26654"/>
                  <a:pt x="140920" y="23934"/>
                </a:cubicBezTo>
                <a:cubicBezTo>
                  <a:pt x="138201" y="21275"/>
                  <a:pt x="136841" y="17981"/>
                  <a:pt x="136841" y="14052"/>
                </a:cubicBezTo>
                <a:cubicBezTo>
                  <a:pt x="136841" y="10244"/>
                  <a:pt x="138201" y="6920"/>
                  <a:pt x="140920" y="4080"/>
                </a:cubicBezTo>
                <a:cubicBezTo>
                  <a:pt x="143580" y="1360"/>
                  <a:pt x="146874" y="0"/>
                  <a:pt x="150802" y="0"/>
                </a:cubicBezTo>
                <a:moveTo>
                  <a:pt x="163494" y="41068"/>
                </a:moveTo>
                <a:lnTo>
                  <a:pt x="163494" y="108246"/>
                </a:lnTo>
                <a:cubicBezTo>
                  <a:pt x="163494" y="114230"/>
                  <a:pt x="164189" y="118037"/>
                  <a:pt x="165580" y="119669"/>
                </a:cubicBezTo>
                <a:cubicBezTo>
                  <a:pt x="166909" y="121422"/>
                  <a:pt x="169629" y="122389"/>
                  <a:pt x="173739" y="122570"/>
                </a:cubicBezTo>
                <a:lnTo>
                  <a:pt x="173739" y="125834"/>
                </a:lnTo>
                <a:lnTo>
                  <a:pt x="127956" y="125834"/>
                </a:lnTo>
                <a:lnTo>
                  <a:pt x="127956" y="122570"/>
                </a:lnTo>
                <a:cubicBezTo>
                  <a:pt x="131643" y="122510"/>
                  <a:pt x="134423" y="121422"/>
                  <a:pt x="136297" y="119307"/>
                </a:cubicBezTo>
                <a:cubicBezTo>
                  <a:pt x="137445" y="117977"/>
                  <a:pt x="138050" y="114290"/>
                  <a:pt x="138110" y="108246"/>
                </a:cubicBezTo>
                <a:lnTo>
                  <a:pt x="138110" y="58747"/>
                </a:lnTo>
                <a:cubicBezTo>
                  <a:pt x="138050" y="52824"/>
                  <a:pt x="137354" y="48986"/>
                  <a:pt x="136025" y="47233"/>
                </a:cubicBezTo>
                <a:cubicBezTo>
                  <a:pt x="134635" y="45662"/>
                  <a:pt x="131945" y="44725"/>
                  <a:pt x="127956" y="44423"/>
                </a:cubicBezTo>
                <a:lnTo>
                  <a:pt x="127956" y="41068"/>
                </a:lnTo>
                <a:lnTo>
                  <a:pt x="163494" y="41068"/>
                </a:lnTo>
                <a:close/>
                <a:moveTo>
                  <a:pt x="228403" y="113323"/>
                </a:moveTo>
                <a:cubicBezTo>
                  <a:pt x="218068" y="122510"/>
                  <a:pt x="208791" y="127073"/>
                  <a:pt x="200571" y="127013"/>
                </a:cubicBezTo>
                <a:cubicBezTo>
                  <a:pt x="195675" y="127013"/>
                  <a:pt x="191656" y="125411"/>
                  <a:pt x="188513" y="122208"/>
                </a:cubicBezTo>
                <a:cubicBezTo>
                  <a:pt x="185310" y="119125"/>
                  <a:pt x="183708" y="115167"/>
                  <a:pt x="183708" y="110331"/>
                </a:cubicBezTo>
                <a:cubicBezTo>
                  <a:pt x="183708" y="103925"/>
                  <a:pt x="186489" y="98093"/>
                  <a:pt x="192049" y="92834"/>
                </a:cubicBezTo>
                <a:cubicBezTo>
                  <a:pt x="197549" y="87758"/>
                  <a:pt x="209667" y="80898"/>
                  <a:pt x="228403" y="72255"/>
                </a:cubicBezTo>
                <a:lnTo>
                  <a:pt x="228403" y="63733"/>
                </a:lnTo>
                <a:cubicBezTo>
                  <a:pt x="228343" y="57387"/>
                  <a:pt x="228010" y="53337"/>
                  <a:pt x="227406" y="51585"/>
                </a:cubicBezTo>
                <a:cubicBezTo>
                  <a:pt x="226620" y="49953"/>
                  <a:pt x="225290" y="48502"/>
                  <a:pt x="223417" y="47233"/>
                </a:cubicBezTo>
                <a:cubicBezTo>
                  <a:pt x="221483" y="46085"/>
                  <a:pt x="219307" y="45480"/>
                  <a:pt x="216889" y="45420"/>
                </a:cubicBezTo>
                <a:cubicBezTo>
                  <a:pt x="212961" y="45480"/>
                  <a:pt x="209727" y="46357"/>
                  <a:pt x="207189" y="48049"/>
                </a:cubicBezTo>
                <a:cubicBezTo>
                  <a:pt x="205618" y="49137"/>
                  <a:pt x="204832" y="50406"/>
                  <a:pt x="204832" y="51857"/>
                </a:cubicBezTo>
                <a:cubicBezTo>
                  <a:pt x="204771" y="53126"/>
                  <a:pt x="205618" y="54697"/>
                  <a:pt x="207370" y="56571"/>
                </a:cubicBezTo>
                <a:cubicBezTo>
                  <a:pt x="209607" y="59230"/>
                  <a:pt x="210755" y="61738"/>
                  <a:pt x="210815" y="64096"/>
                </a:cubicBezTo>
                <a:cubicBezTo>
                  <a:pt x="210815" y="67118"/>
                  <a:pt x="209727" y="69626"/>
                  <a:pt x="207552" y="71620"/>
                </a:cubicBezTo>
                <a:cubicBezTo>
                  <a:pt x="205255" y="73736"/>
                  <a:pt x="202354" y="74793"/>
                  <a:pt x="198848" y="74793"/>
                </a:cubicBezTo>
                <a:cubicBezTo>
                  <a:pt x="195041" y="74793"/>
                  <a:pt x="191868" y="73645"/>
                  <a:pt x="189329" y="71348"/>
                </a:cubicBezTo>
                <a:cubicBezTo>
                  <a:pt x="186670" y="69112"/>
                  <a:pt x="185370" y="66423"/>
                  <a:pt x="185431" y="63280"/>
                </a:cubicBezTo>
                <a:cubicBezTo>
                  <a:pt x="185431" y="58928"/>
                  <a:pt x="187153" y="54758"/>
                  <a:pt x="190598" y="50769"/>
                </a:cubicBezTo>
                <a:cubicBezTo>
                  <a:pt x="194043" y="46901"/>
                  <a:pt x="198848" y="43879"/>
                  <a:pt x="205013" y="41703"/>
                </a:cubicBezTo>
                <a:cubicBezTo>
                  <a:pt x="211178" y="39648"/>
                  <a:pt x="217584" y="38590"/>
                  <a:pt x="224233" y="38530"/>
                </a:cubicBezTo>
                <a:cubicBezTo>
                  <a:pt x="232271" y="38590"/>
                  <a:pt x="238647" y="40283"/>
                  <a:pt x="243362" y="43607"/>
                </a:cubicBezTo>
                <a:cubicBezTo>
                  <a:pt x="247955" y="47052"/>
                  <a:pt x="250977" y="50769"/>
                  <a:pt x="252428" y="54758"/>
                </a:cubicBezTo>
                <a:cubicBezTo>
                  <a:pt x="253213" y="57296"/>
                  <a:pt x="253636" y="63129"/>
                  <a:pt x="253697" y="72255"/>
                </a:cubicBezTo>
                <a:lnTo>
                  <a:pt x="253697" y="105164"/>
                </a:lnTo>
                <a:cubicBezTo>
                  <a:pt x="253697" y="109092"/>
                  <a:pt x="253848" y="111510"/>
                  <a:pt x="254150" y="112417"/>
                </a:cubicBezTo>
                <a:cubicBezTo>
                  <a:pt x="254392" y="113505"/>
                  <a:pt x="254845" y="114260"/>
                  <a:pt x="255510" y="114683"/>
                </a:cubicBezTo>
                <a:cubicBezTo>
                  <a:pt x="256054" y="115167"/>
                  <a:pt x="256749" y="115408"/>
                  <a:pt x="257595" y="115408"/>
                </a:cubicBezTo>
                <a:cubicBezTo>
                  <a:pt x="259106" y="115469"/>
                  <a:pt x="260708" y="114351"/>
                  <a:pt x="262400" y="112054"/>
                </a:cubicBezTo>
                <a:lnTo>
                  <a:pt x="265120" y="114230"/>
                </a:lnTo>
                <a:cubicBezTo>
                  <a:pt x="262037" y="118702"/>
                  <a:pt x="258925" y="121936"/>
                  <a:pt x="255782" y="123930"/>
                </a:cubicBezTo>
                <a:cubicBezTo>
                  <a:pt x="252458" y="126046"/>
                  <a:pt x="248771" y="127073"/>
                  <a:pt x="244722" y="127013"/>
                </a:cubicBezTo>
                <a:cubicBezTo>
                  <a:pt x="239886" y="127013"/>
                  <a:pt x="236109" y="125864"/>
                  <a:pt x="233389" y="123568"/>
                </a:cubicBezTo>
                <a:cubicBezTo>
                  <a:pt x="230670" y="121392"/>
                  <a:pt x="229007" y="117977"/>
                  <a:pt x="228403" y="113323"/>
                </a:cubicBezTo>
                <a:moveTo>
                  <a:pt x="228403" y="106705"/>
                </a:moveTo>
                <a:lnTo>
                  <a:pt x="228403" y="78329"/>
                </a:lnTo>
                <a:cubicBezTo>
                  <a:pt x="221030" y="82620"/>
                  <a:pt x="215590" y="87214"/>
                  <a:pt x="212085" y="92109"/>
                </a:cubicBezTo>
                <a:cubicBezTo>
                  <a:pt x="209727" y="95373"/>
                  <a:pt x="208549" y="98667"/>
                  <a:pt x="208549" y="101991"/>
                </a:cubicBezTo>
                <a:cubicBezTo>
                  <a:pt x="208549" y="104832"/>
                  <a:pt x="209546" y="107279"/>
                  <a:pt x="211541" y="109334"/>
                </a:cubicBezTo>
                <a:cubicBezTo>
                  <a:pt x="213052" y="110966"/>
                  <a:pt x="215167" y="111782"/>
                  <a:pt x="217887" y="111782"/>
                </a:cubicBezTo>
                <a:cubicBezTo>
                  <a:pt x="220848" y="111782"/>
                  <a:pt x="224354" y="110090"/>
                  <a:pt x="228403" y="106705"/>
                </a:cubicBezTo>
                <a:close/>
                <a:moveTo>
                  <a:pt x="324836" y="38711"/>
                </a:moveTo>
                <a:lnTo>
                  <a:pt x="326196" y="67631"/>
                </a:lnTo>
                <a:lnTo>
                  <a:pt x="323113" y="67631"/>
                </a:lnTo>
                <a:cubicBezTo>
                  <a:pt x="319366" y="59109"/>
                  <a:pt x="315559" y="53247"/>
                  <a:pt x="311690" y="50044"/>
                </a:cubicBezTo>
                <a:cubicBezTo>
                  <a:pt x="307641" y="46901"/>
                  <a:pt x="303682" y="45329"/>
                  <a:pt x="299814" y="45329"/>
                </a:cubicBezTo>
                <a:cubicBezTo>
                  <a:pt x="297276" y="45329"/>
                  <a:pt x="295160" y="46145"/>
                  <a:pt x="293468" y="47777"/>
                </a:cubicBezTo>
                <a:cubicBezTo>
                  <a:pt x="291715" y="49530"/>
                  <a:pt x="290839" y="51464"/>
                  <a:pt x="290839" y="53579"/>
                </a:cubicBezTo>
                <a:cubicBezTo>
                  <a:pt x="290839" y="55211"/>
                  <a:pt x="291443" y="56782"/>
                  <a:pt x="292652" y="58293"/>
                </a:cubicBezTo>
                <a:cubicBezTo>
                  <a:pt x="294526" y="60771"/>
                  <a:pt x="299935" y="65002"/>
                  <a:pt x="308880" y="70986"/>
                </a:cubicBezTo>
                <a:cubicBezTo>
                  <a:pt x="317765" y="77090"/>
                  <a:pt x="323627" y="82197"/>
                  <a:pt x="326468" y="86307"/>
                </a:cubicBezTo>
                <a:cubicBezTo>
                  <a:pt x="329248" y="90598"/>
                  <a:pt x="330638" y="95312"/>
                  <a:pt x="330638" y="100450"/>
                </a:cubicBezTo>
                <a:cubicBezTo>
                  <a:pt x="330638" y="105164"/>
                  <a:pt x="329460" y="109788"/>
                  <a:pt x="327102" y="114320"/>
                </a:cubicBezTo>
                <a:cubicBezTo>
                  <a:pt x="324685" y="118853"/>
                  <a:pt x="321361" y="122329"/>
                  <a:pt x="317130" y="124746"/>
                </a:cubicBezTo>
                <a:cubicBezTo>
                  <a:pt x="312778" y="127224"/>
                  <a:pt x="308034" y="128433"/>
                  <a:pt x="302897" y="128373"/>
                </a:cubicBezTo>
                <a:cubicBezTo>
                  <a:pt x="298787" y="128373"/>
                  <a:pt x="293377" y="127103"/>
                  <a:pt x="286669" y="124565"/>
                </a:cubicBezTo>
                <a:cubicBezTo>
                  <a:pt x="284795" y="123961"/>
                  <a:pt x="283556" y="123628"/>
                  <a:pt x="282952" y="123568"/>
                </a:cubicBezTo>
                <a:cubicBezTo>
                  <a:pt x="280957" y="123628"/>
                  <a:pt x="279295" y="125139"/>
                  <a:pt x="277965" y="128101"/>
                </a:cubicBezTo>
                <a:lnTo>
                  <a:pt x="274974" y="128101"/>
                </a:lnTo>
                <a:lnTo>
                  <a:pt x="273523" y="97639"/>
                </a:lnTo>
                <a:lnTo>
                  <a:pt x="276606" y="97639"/>
                </a:lnTo>
                <a:cubicBezTo>
                  <a:pt x="279265" y="105617"/>
                  <a:pt x="283012" y="111601"/>
                  <a:pt x="287847" y="115590"/>
                </a:cubicBezTo>
                <a:cubicBezTo>
                  <a:pt x="292501" y="119579"/>
                  <a:pt x="296974" y="121573"/>
                  <a:pt x="301265" y="121573"/>
                </a:cubicBezTo>
                <a:cubicBezTo>
                  <a:pt x="304105" y="121573"/>
                  <a:pt x="306493" y="120667"/>
                  <a:pt x="308427" y="118853"/>
                </a:cubicBezTo>
                <a:cubicBezTo>
                  <a:pt x="310240" y="117161"/>
                  <a:pt x="311147" y="115016"/>
                  <a:pt x="311147" y="112417"/>
                </a:cubicBezTo>
                <a:cubicBezTo>
                  <a:pt x="311147" y="109516"/>
                  <a:pt x="310240" y="107007"/>
                  <a:pt x="308427" y="104892"/>
                </a:cubicBezTo>
                <a:cubicBezTo>
                  <a:pt x="306553" y="102837"/>
                  <a:pt x="302504" y="99634"/>
                  <a:pt x="296278" y="95282"/>
                </a:cubicBezTo>
                <a:cubicBezTo>
                  <a:pt x="287031" y="88876"/>
                  <a:pt x="281048" y="83980"/>
                  <a:pt x="278328" y="80595"/>
                </a:cubicBezTo>
                <a:cubicBezTo>
                  <a:pt x="274339" y="75639"/>
                  <a:pt x="272345" y="70170"/>
                  <a:pt x="272345" y="64186"/>
                </a:cubicBezTo>
                <a:cubicBezTo>
                  <a:pt x="272345" y="57719"/>
                  <a:pt x="274611" y="51796"/>
                  <a:pt x="279144" y="46417"/>
                </a:cubicBezTo>
                <a:cubicBezTo>
                  <a:pt x="283556" y="41159"/>
                  <a:pt x="290053" y="38530"/>
                  <a:pt x="298636" y="38530"/>
                </a:cubicBezTo>
                <a:cubicBezTo>
                  <a:pt x="303229" y="38530"/>
                  <a:pt x="307671" y="39648"/>
                  <a:pt x="311962" y="41884"/>
                </a:cubicBezTo>
                <a:cubicBezTo>
                  <a:pt x="313594" y="42791"/>
                  <a:pt x="314924" y="43244"/>
                  <a:pt x="315951" y="43244"/>
                </a:cubicBezTo>
                <a:cubicBezTo>
                  <a:pt x="317039" y="43244"/>
                  <a:pt x="317916" y="43002"/>
                  <a:pt x="318581" y="42519"/>
                </a:cubicBezTo>
                <a:cubicBezTo>
                  <a:pt x="319185" y="42096"/>
                  <a:pt x="320243" y="40827"/>
                  <a:pt x="321754" y="38711"/>
                </a:cubicBezTo>
                <a:lnTo>
                  <a:pt x="324836" y="38711"/>
                </a:lnTo>
                <a:close/>
                <a:moveTo>
                  <a:pt x="413575" y="80414"/>
                </a:moveTo>
                <a:lnTo>
                  <a:pt x="367067" y="80414"/>
                </a:lnTo>
                <a:cubicBezTo>
                  <a:pt x="367611" y="91656"/>
                  <a:pt x="370603" y="100540"/>
                  <a:pt x="376042" y="107068"/>
                </a:cubicBezTo>
                <a:cubicBezTo>
                  <a:pt x="380152" y="112084"/>
                  <a:pt x="385169" y="114592"/>
                  <a:pt x="391092" y="114592"/>
                </a:cubicBezTo>
                <a:cubicBezTo>
                  <a:pt x="394658" y="114653"/>
                  <a:pt x="397951" y="113625"/>
                  <a:pt x="400973" y="111510"/>
                </a:cubicBezTo>
                <a:cubicBezTo>
                  <a:pt x="403935" y="109516"/>
                  <a:pt x="407108" y="105889"/>
                  <a:pt x="410493" y="100631"/>
                </a:cubicBezTo>
                <a:lnTo>
                  <a:pt x="413575" y="102626"/>
                </a:lnTo>
                <a:cubicBezTo>
                  <a:pt x="408921" y="111994"/>
                  <a:pt x="403844" y="118612"/>
                  <a:pt x="398344" y="122480"/>
                </a:cubicBezTo>
                <a:cubicBezTo>
                  <a:pt x="392784" y="126408"/>
                  <a:pt x="386347" y="128373"/>
                  <a:pt x="379034" y="128373"/>
                </a:cubicBezTo>
                <a:cubicBezTo>
                  <a:pt x="366402" y="128433"/>
                  <a:pt x="356883" y="123598"/>
                  <a:pt x="350477" y="113867"/>
                </a:cubicBezTo>
                <a:cubicBezTo>
                  <a:pt x="345279" y="106071"/>
                  <a:pt x="342680" y="96400"/>
                  <a:pt x="342680" y="84856"/>
                </a:cubicBezTo>
                <a:cubicBezTo>
                  <a:pt x="342619" y="70774"/>
                  <a:pt x="346457" y="59502"/>
                  <a:pt x="354194" y="51041"/>
                </a:cubicBezTo>
                <a:cubicBezTo>
                  <a:pt x="361809" y="42700"/>
                  <a:pt x="370754" y="38530"/>
                  <a:pt x="381029" y="38530"/>
                </a:cubicBezTo>
                <a:cubicBezTo>
                  <a:pt x="389611" y="38590"/>
                  <a:pt x="397075" y="42096"/>
                  <a:pt x="403421" y="49046"/>
                </a:cubicBezTo>
                <a:cubicBezTo>
                  <a:pt x="409646" y="56118"/>
                  <a:pt x="413031" y="66574"/>
                  <a:pt x="413575" y="80414"/>
                </a:cubicBezTo>
                <a:moveTo>
                  <a:pt x="391273" y="74340"/>
                </a:moveTo>
                <a:cubicBezTo>
                  <a:pt x="391212" y="64670"/>
                  <a:pt x="390699" y="57991"/>
                  <a:pt x="389732" y="54304"/>
                </a:cubicBezTo>
                <a:cubicBezTo>
                  <a:pt x="388644" y="50739"/>
                  <a:pt x="386982" y="47989"/>
                  <a:pt x="384746" y="46055"/>
                </a:cubicBezTo>
                <a:cubicBezTo>
                  <a:pt x="383416" y="44967"/>
                  <a:pt x="381724" y="44423"/>
                  <a:pt x="379669" y="44423"/>
                </a:cubicBezTo>
                <a:cubicBezTo>
                  <a:pt x="376465" y="44423"/>
                  <a:pt x="373897" y="45964"/>
                  <a:pt x="371963" y="49046"/>
                </a:cubicBezTo>
                <a:cubicBezTo>
                  <a:pt x="368397" y="54486"/>
                  <a:pt x="366614" y="61859"/>
                  <a:pt x="366614" y="71167"/>
                </a:cubicBezTo>
                <a:lnTo>
                  <a:pt x="366614" y="74340"/>
                </a:lnTo>
                <a:lnTo>
                  <a:pt x="391273" y="74340"/>
                </a:lnTo>
                <a:close/>
                <a:moveTo>
                  <a:pt x="507413" y="2901"/>
                </a:moveTo>
                <a:lnTo>
                  <a:pt x="507413" y="100450"/>
                </a:lnTo>
                <a:cubicBezTo>
                  <a:pt x="507413" y="107098"/>
                  <a:pt x="507594" y="110996"/>
                  <a:pt x="507957" y="112145"/>
                </a:cubicBezTo>
                <a:cubicBezTo>
                  <a:pt x="508380" y="114139"/>
                  <a:pt x="509317" y="115620"/>
                  <a:pt x="510767" y="116587"/>
                </a:cubicBezTo>
                <a:cubicBezTo>
                  <a:pt x="512097" y="117614"/>
                  <a:pt x="514454" y="118219"/>
                  <a:pt x="517839" y="118400"/>
                </a:cubicBezTo>
                <a:lnTo>
                  <a:pt x="517839" y="121392"/>
                </a:lnTo>
                <a:lnTo>
                  <a:pt x="482029" y="128373"/>
                </a:lnTo>
                <a:lnTo>
                  <a:pt x="482029" y="114955"/>
                </a:lnTo>
                <a:cubicBezTo>
                  <a:pt x="477737" y="120153"/>
                  <a:pt x="473930" y="123689"/>
                  <a:pt x="470606" y="125562"/>
                </a:cubicBezTo>
                <a:cubicBezTo>
                  <a:pt x="467221" y="127496"/>
                  <a:pt x="463413" y="128433"/>
                  <a:pt x="459183" y="128373"/>
                </a:cubicBezTo>
                <a:cubicBezTo>
                  <a:pt x="448304" y="128433"/>
                  <a:pt x="439751" y="123598"/>
                  <a:pt x="433526" y="113867"/>
                </a:cubicBezTo>
                <a:cubicBezTo>
                  <a:pt x="428449" y="106010"/>
                  <a:pt x="425911" y="96370"/>
                  <a:pt x="425911" y="84947"/>
                </a:cubicBezTo>
                <a:cubicBezTo>
                  <a:pt x="425850" y="75821"/>
                  <a:pt x="427422" y="67631"/>
                  <a:pt x="430625" y="60379"/>
                </a:cubicBezTo>
                <a:cubicBezTo>
                  <a:pt x="433708" y="53247"/>
                  <a:pt x="438029" y="47807"/>
                  <a:pt x="443589" y="44060"/>
                </a:cubicBezTo>
                <a:cubicBezTo>
                  <a:pt x="449029" y="40373"/>
                  <a:pt x="454891" y="38530"/>
                  <a:pt x="461177" y="38530"/>
                </a:cubicBezTo>
                <a:cubicBezTo>
                  <a:pt x="465166" y="38590"/>
                  <a:pt x="468762" y="39376"/>
                  <a:pt x="471965" y="40887"/>
                </a:cubicBezTo>
                <a:cubicBezTo>
                  <a:pt x="475108" y="42519"/>
                  <a:pt x="478463" y="45269"/>
                  <a:pt x="482029" y="49137"/>
                </a:cubicBezTo>
                <a:lnTo>
                  <a:pt x="482029" y="23571"/>
                </a:lnTo>
                <a:cubicBezTo>
                  <a:pt x="482029" y="17165"/>
                  <a:pt x="481757" y="13266"/>
                  <a:pt x="481213" y="11876"/>
                </a:cubicBezTo>
                <a:cubicBezTo>
                  <a:pt x="480487" y="10184"/>
                  <a:pt x="479399" y="8885"/>
                  <a:pt x="477949" y="7978"/>
                </a:cubicBezTo>
                <a:cubicBezTo>
                  <a:pt x="476498" y="7192"/>
                  <a:pt x="473779" y="6769"/>
                  <a:pt x="469790" y="6709"/>
                </a:cubicBezTo>
                <a:lnTo>
                  <a:pt x="469790" y="2901"/>
                </a:lnTo>
                <a:lnTo>
                  <a:pt x="507413" y="2901"/>
                </a:lnTo>
                <a:moveTo>
                  <a:pt x="482029" y="60379"/>
                </a:moveTo>
                <a:cubicBezTo>
                  <a:pt x="477496" y="51796"/>
                  <a:pt x="472026" y="47505"/>
                  <a:pt x="465619" y="47505"/>
                </a:cubicBezTo>
                <a:cubicBezTo>
                  <a:pt x="463323" y="47566"/>
                  <a:pt x="461479" y="48170"/>
                  <a:pt x="460089" y="49318"/>
                </a:cubicBezTo>
                <a:cubicBezTo>
                  <a:pt x="457792" y="51252"/>
                  <a:pt x="455979" y="54546"/>
                  <a:pt x="454650" y="59200"/>
                </a:cubicBezTo>
                <a:cubicBezTo>
                  <a:pt x="453199" y="63975"/>
                  <a:pt x="452474" y="71197"/>
                  <a:pt x="452474" y="80867"/>
                </a:cubicBezTo>
                <a:cubicBezTo>
                  <a:pt x="452474" y="91565"/>
                  <a:pt x="453260" y="99483"/>
                  <a:pt x="454831" y="104620"/>
                </a:cubicBezTo>
                <a:cubicBezTo>
                  <a:pt x="456342" y="109818"/>
                  <a:pt x="458488" y="113535"/>
                  <a:pt x="461268" y="115771"/>
                </a:cubicBezTo>
                <a:cubicBezTo>
                  <a:pt x="462597" y="116980"/>
                  <a:pt x="464501" y="117554"/>
                  <a:pt x="466979" y="117494"/>
                </a:cubicBezTo>
                <a:cubicBezTo>
                  <a:pt x="472298" y="117494"/>
                  <a:pt x="477314" y="113323"/>
                  <a:pt x="482029" y="104983"/>
                </a:cubicBezTo>
                <a:lnTo>
                  <a:pt x="482029" y="60379"/>
                </a:lnTo>
                <a:close/>
                <a:moveTo>
                  <a:pt x="615231" y="69807"/>
                </a:moveTo>
                <a:lnTo>
                  <a:pt x="615231" y="104257"/>
                </a:lnTo>
                <a:cubicBezTo>
                  <a:pt x="615231" y="110906"/>
                  <a:pt x="615654" y="115076"/>
                  <a:pt x="616500" y="116768"/>
                </a:cubicBezTo>
                <a:cubicBezTo>
                  <a:pt x="617225" y="118581"/>
                  <a:pt x="618646" y="119972"/>
                  <a:pt x="620761" y="120939"/>
                </a:cubicBezTo>
                <a:cubicBezTo>
                  <a:pt x="622816" y="121966"/>
                  <a:pt x="626654" y="122480"/>
                  <a:pt x="632275" y="122480"/>
                </a:cubicBezTo>
                <a:lnTo>
                  <a:pt x="632275" y="125834"/>
                </a:lnTo>
                <a:lnTo>
                  <a:pt x="569358" y="125834"/>
                </a:lnTo>
                <a:lnTo>
                  <a:pt x="569358" y="122480"/>
                </a:lnTo>
                <a:cubicBezTo>
                  <a:pt x="574978" y="122480"/>
                  <a:pt x="578847" y="121936"/>
                  <a:pt x="580962" y="120848"/>
                </a:cubicBezTo>
                <a:cubicBezTo>
                  <a:pt x="582956" y="119881"/>
                  <a:pt x="584377" y="118521"/>
                  <a:pt x="585223" y="116768"/>
                </a:cubicBezTo>
                <a:cubicBezTo>
                  <a:pt x="586009" y="115076"/>
                  <a:pt x="586401" y="110906"/>
                  <a:pt x="586401" y="104257"/>
                </a:cubicBezTo>
                <a:lnTo>
                  <a:pt x="586401" y="24478"/>
                </a:lnTo>
                <a:cubicBezTo>
                  <a:pt x="586401" y="17890"/>
                  <a:pt x="586009" y="13689"/>
                  <a:pt x="585223" y="11876"/>
                </a:cubicBezTo>
                <a:cubicBezTo>
                  <a:pt x="584377" y="10184"/>
                  <a:pt x="582926" y="8824"/>
                  <a:pt x="580871" y="7797"/>
                </a:cubicBezTo>
                <a:cubicBezTo>
                  <a:pt x="578756" y="6830"/>
                  <a:pt x="574918" y="6316"/>
                  <a:pt x="569358" y="6255"/>
                </a:cubicBezTo>
                <a:lnTo>
                  <a:pt x="569358" y="2901"/>
                </a:lnTo>
                <a:lnTo>
                  <a:pt x="626473" y="2901"/>
                </a:lnTo>
                <a:cubicBezTo>
                  <a:pt x="641341" y="2901"/>
                  <a:pt x="652220" y="3929"/>
                  <a:pt x="659110" y="5983"/>
                </a:cubicBezTo>
                <a:cubicBezTo>
                  <a:pt x="666000" y="8099"/>
                  <a:pt x="671621" y="11876"/>
                  <a:pt x="675972" y="17316"/>
                </a:cubicBezTo>
                <a:cubicBezTo>
                  <a:pt x="680324" y="22876"/>
                  <a:pt x="682500" y="29373"/>
                  <a:pt x="682500" y="36807"/>
                </a:cubicBezTo>
                <a:cubicBezTo>
                  <a:pt x="682500" y="45934"/>
                  <a:pt x="679236" y="53428"/>
                  <a:pt x="672708" y="59291"/>
                </a:cubicBezTo>
                <a:cubicBezTo>
                  <a:pt x="668538" y="63038"/>
                  <a:pt x="662706" y="65848"/>
                  <a:pt x="655211" y="67722"/>
                </a:cubicBezTo>
                <a:lnTo>
                  <a:pt x="684766" y="109334"/>
                </a:lnTo>
                <a:cubicBezTo>
                  <a:pt x="688634" y="114713"/>
                  <a:pt x="691384" y="118068"/>
                  <a:pt x="693016" y="119397"/>
                </a:cubicBezTo>
                <a:cubicBezTo>
                  <a:pt x="695433" y="121331"/>
                  <a:pt x="698304" y="122359"/>
                  <a:pt x="701629" y="122480"/>
                </a:cubicBezTo>
                <a:lnTo>
                  <a:pt x="701629" y="125834"/>
                </a:lnTo>
                <a:lnTo>
                  <a:pt x="662917" y="125834"/>
                </a:lnTo>
                <a:lnTo>
                  <a:pt x="623299" y="69807"/>
                </a:lnTo>
                <a:lnTo>
                  <a:pt x="615231" y="69807"/>
                </a:lnTo>
                <a:moveTo>
                  <a:pt x="615231" y="9519"/>
                </a:moveTo>
                <a:lnTo>
                  <a:pt x="615231" y="63370"/>
                </a:lnTo>
                <a:lnTo>
                  <a:pt x="620398" y="63370"/>
                </a:lnTo>
                <a:cubicBezTo>
                  <a:pt x="628799" y="63370"/>
                  <a:pt x="635085" y="62585"/>
                  <a:pt x="639255" y="61013"/>
                </a:cubicBezTo>
                <a:cubicBezTo>
                  <a:pt x="643365" y="59563"/>
                  <a:pt x="646659" y="56782"/>
                  <a:pt x="649137" y="52673"/>
                </a:cubicBezTo>
                <a:cubicBezTo>
                  <a:pt x="651494" y="48684"/>
                  <a:pt x="652673" y="43456"/>
                  <a:pt x="652673" y="36989"/>
                </a:cubicBezTo>
                <a:cubicBezTo>
                  <a:pt x="652673" y="27681"/>
                  <a:pt x="650497" y="20761"/>
                  <a:pt x="646145" y="16228"/>
                </a:cubicBezTo>
                <a:cubicBezTo>
                  <a:pt x="641673" y="11816"/>
                  <a:pt x="634602" y="9580"/>
                  <a:pt x="624931" y="9519"/>
                </a:cubicBezTo>
                <a:lnTo>
                  <a:pt x="615231" y="9519"/>
                </a:lnTo>
                <a:close/>
                <a:moveTo>
                  <a:pt x="778511" y="80414"/>
                </a:moveTo>
                <a:lnTo>
                  <a:pt x="732003" y="80414"/>
                </a:lnTo>
                <a:cubicBezTo>
                  <a:pt x="732547" y="91656"/>
                  <a:pt x="735538" y="100540"/>
                  <a:pt x="740978" y="107068"/>
                </a:cubicBezTo>
                <a:cubicBezTo>
                  <a:pt x="745088" y="112084"/>
                  <a:pt x="750104" y="114592"/>
                  <a:pt x="756027" y="114592"/>
                </a:cubicBezTo>
                <a:cubicBezTo>
                  <a:pt x="759593" y="114653"/>
                  <a:pt x="762887" y="113625"/>
                  <a:pt x="765909" y="111510"/>
                </a:cubicBezTo>
                <a:cubicBezTo>
                  <a:pt x="768871" y="109516"/>
                  <a:pt x="772044" y="105889"/>
                  <a:pt x="775428" y="100631"/>
                </a:cubicBezTo>
                <a:lnTo>
                  <a:pt x="778511" y="102626"/>
                </a:lnTo>
                <a:cubicBezTo>
                  <a:pt x="773857" y="111994"/>
                  <a:pt x="768780" y="118612"/>
                  <a:pt x="763280" y="122480"/>
                </a:cubicBezTo>
                <a:cubicBezTo>
                  <a:pt x="757720" y="126408"/>
                  <a:pt x="751283" y="128373"/>
                  <a:pt x="743970" y="128373"/>
                </a:cubicBezTo>
                <a:cubicBezTo>
                  <a:pt x="731338" y="128433"/>
                  <a:pt x="721819" y="123598"/>
                  <a:pt x="715412" y="113867"/>
                </a:cubicBezTo>
                <a:cubicBezTo>
                  <a:pt x="710214" y="106071"/>
                  <a:pt x="707616" y="96400"/>
                  <a:pt x="707616" y="84856"/>
                </a:cubicBezTo>
                <a:cubicBezTo>
                  <a:pt x="707555" y="70774"/>
                  <a:pt x="711393" y="59502"/>
                  <a:pt x="719129" y="51041"/>
                </a:cubicBezTo>
                <a:cubicBezTo>
                  <a:pt x="726744" y="42700"/>
                  <a:pt x="735689" y="38530"/>
                  <a:pt x="745964" y="38530"/>
                </a:cubicBezTo>
                <a:cubicBezTo>
                  <a:pt x="754546" y="38590"/>
                  <a:pt x="762011" y="42096"/>
                  <a:pt x="768357" y="49046"/>
                </a:cubicBezTo>
                <a:cubicBezTo>
                  <a:pt x="774582" y="56118"/>
                  <a:pt x="777967" y="66574"/>
                  <a:pt x="778511" y="80414"/>
                </a:cubicBezTo>
                <a:moveTo>
                  <a:pt x="756209" y="74340"/>
                </a:moveTo>
                <a:cubicBezTo>
                  <a:pt x="756148" y="64670"/>
                  <a:pt x="755634" y="57991"/>
                  <a:pt x="754667" y="54304"/>
                </a:cubicBezTo>
                <a:cubicBezTo>
                  <a:pt x="753579" y="50739"/>
                  <a:pt x="751917" y="47989"/>
                  <a:pt x="749681" y="46055"/>
                </a:cubicBezTo>
                <a:cubicBezTo>
                  <a:pt x="748351" y="44967"/>
                  <a:pt x="746659" y="44423"/>
                  <a:pt x="744604" y="44423"/>
                </a:cubicBezTo>
                <a:cubicBezTo>
                  <a:pt x="741401" y="44423"/>
                  <a:pt x="738832" y="45964"/>
                  <a:pt x="736898" y="49046"/>
                </a:cubicBezTo>
                <a:cubicBezTo>
                  <a:pt x="733332" y="54486"/>
                  <a:pt x="731549" y="61859"/>
                  <a:pt x="731549" y="71167"/>
                </a:cubicBezTo>
                <a:lnTo>
                  <a:pt x="731549" y="74340"/>
                </a:lnTo>
                <a:lnTo>
                  <a:pt x="756209" y="74340"/>
                </a:lnTo>
                <a:close/>
                <a:moveTo>
                  <a:pt x="843427" y="38711"/>
                </a:moveTo>
                <a:lnTo>
                  <a:pt x="844787" y="67631"/>
                </a:lnTo>
                <a:lnTo>
                  <a:pt x="841705" y="67631"/>
                </a:lnTo>
                <a:cubicBezTo>
                  <a:pt x="837957" y="59109"/>
                  <a:pt x="834150" y="53247"/>
                  <a:pt x="830282" y="50044"/>
                </a:cubicBezTo>
                <a:cubicBezTo>
                  <a:pt x="826232" y="46901"/>
                  <a:pt x="822273" y="45329"/>
                  <a:pt x="818405" y="45329"/>
                </a:cubicBezTo>
                <a:cubicBezTo>
                  <a:pt x="815867" y="45329"/>
                  <a:pt x="813751" y="46145"/>
                  <a:pt x="812059" y="47777"/>
                </a:cubicBezTo>
                <a:cubicBezTo>
                  <a:pt x="810306" y="49530"/>
                  <a:pt x="809430" y="51464"/>
                  <a:pt x="809430" y="53579"/>
                </a:cubicBezTo>
                <a:cubicBezTo>
                  <a:pt x="809430" y="55211"/>
                  <a:pt x="810034" y="56782"/>
                  <a:pt x="811243" y="58293"/>
                </a:cubicBezTo>
                <a:cubicBezTo>
                  <a:pt x="813117" y="60771"/>
                  <a:pt x="818526" y="65002"/>
                  <a:pt x="827471" y="70986"/>
                </a:cubicBezTo>
                <a:cubicBezTo>
                  <a:pt x="836356" y="77090"/>
                  <a:pt x="842218" y="82197"/>
                  <a:pt x="845059" y="86307"/>
                </a:cubicBezTo>
                <a:cubicBezTo>
                  <a:pt x="847839" y="90598"/>
                  <a:pt x="849229" y="95312"/>
                  <a:pt x="849229" y="100450"/>
                </a:cubicBezTo>
                <a:cubicBezTo>
                  <a:pt x="849229" y="105164"/>
                  <a:pt x="848051" y="109788"/>
                  <a:pt x="845694" y="114320"/>
                </a:cubicBezTo>
                <a:cubicBezTo>
                  <a:pt x="843276" y="118853"/>
                  <a:pt x="839952" y="122329"/>
                  <a:pt x="835721" y="124746"/>
                </a:cubicBezTo>
                <a:cubicBezTo>
                  <a:pt x="831369" y="127224"/>
                  <a:pt x="826625" y="128433"/>
                  <a:pt x="821488" y="128373"/>
                </a:cubicBezTo>
                <a:cubicBezTo>
                  <a:pt x="817378" y="128373"/>
                  <a:pt x="811969" y="127103"/>
                  <a:pt x="805260" y="124565"/>
                </a:cubicBezTo>
                <a:cubicBezTo>
                  <a:pt x="803386" y="123961"/>
                  <a:pt x="802147" y="123628"/>
                  <a:pt x="801543" y="123568"/>
                </a:cubicBezTo>
                <a:cubicBezTo>
                  <a:pt x="799548" y="123628"/>
                  <a:pt x="797886" y="125139"/>
                  <a:pt x="796557" y="128101"/>
                </a:cubicBezTo>
                <a:lnTo>
                  <a:pt x="793565" y="128101"/>
                </a:lnTo>
                <a:lnTo>
                  <a:pt x="792114" y="97639"/>
                </a:lnTo>
                <a:lnTo>
                  <a:pt x="795197" y="97639"/>
                </a:lnTo>
                <a:cubicBezTo>
                  <a:pt x="797856" y="105617"/>
                  <a:pt x="801603" y="111601"/>
                  <a:pt x="806438" y="115590"/>
                </a:cubicBezTo>
                <a:cubicBezTo>
                  <a:pt x="811092" y="119579"/>
                  <a:pt x="815565" y="121573"/>
                  <a:pt x="819856" y="121573"/>
                </a:cubicBezTo>
                <a:cubicBezTo>
                  <a:pt x="822696" y="121573"/>
                  <a:pt x="825084" y="120667"/>
                  <a:pt x="827018" y="118853"/>
                </a:cubicBezTo>
                <a:cubicBezTo>
                  <a:pt x="828831" y="117161"/>
                  <a:pt x="829738" y="115016"/>
                  <a:pt x="829738" y="112417"/>
                </a:cubicBezTo>
                <a:cubicBezTo>
                  <a:pt x="829738" y="109516"/>
                  <a:pt x="828831" y="107007"/>
                  <a:pt x="827018" y="104892"/>
                </a:cubicBezTo>
                <a:cubicBezTo>
                  <a:pt x="825144" y="102837"/>
                  <a:pt x="821095" y="99634"/>
                  <a:pt x="814870" y="95282"/>
                </a:cubicBezTo>
                <a:cubicBezTo>
                  <a:pt x="805622" y="88876"/>
                  <a:pt x="799639" y="83980"/>
                  <a:pt x="796919" y="80595"/>
                </a:cubicBezTo>
                <a:cubicBezTo>
                  <a:pt x="792930" y="75639"/>
                  <a:pt x="790936" y="70170"/>
                  <a:pt x="790936" y="64186"/>
                </a:cubicBezTo>
                <a:cubicBezTo>
                  <a:pt x="790936" y="57719"/>
                  <a:pt x="793202" y="51796"/>
                  <a:pt x="797735" y="46417"/>
                </a:cubicBezTo>
                <a:cubicBezTo>
                  <a:pt x="802147" y="41159"/>
                  <a:pt x="808644" y="38530"/>
                  <a:pt x="817227" y="38530"/>
                </a:cubicBezTo>
                <a:cubicBezTo>
                  <a:pt x="821820" y="38530"/>
                  <a:pt x="826262" y="39648"/>
                  <a:pt x="830554" y="41884"/>
                </a:cubicBezTo>
                <a:cubicBezTo>
                  <a:pt x="832185" y="42791"/>
                  <a:pt x="833515" y="43244"/>
                  <a:pt x="834543" y="43244"/>
                </a:cubicBezTo>
                <a:cubicBezTo>
                  <a:pt x="835630" y="43244"/>
                  <a:pt x="836507" y="43002"/>
                  <a:pt x="837172" y="42519"/>
                </a:cubicBezTo>
                <a:cubicBezTo>
                  <a:pt x="837776" y="42096"/>
                  <a:pt x="838834" y="40827"/>
                  <a:pt x="840345" y="38711"/>
                </a:cubicBezTo>
                <a:lnTo>
                  <a:pt x="843427" y="38711"/>
                </a:lnTo>
                <a:close/>
                <a:moveTo>
                  <a:pt x="942140" y="41068"/>
                </a:moveTo>
                <a:lnTo>
                  <a:pt x="942140" y="107430"/>
                </a:lnTo>
                <a:cubicBezTo>
                  <a:pt x="942140" y="113958"/>
                  <a:pt x="942744" y="117977"/>
                  <a:pt x="943953" y="119488"/>
                </a:cubicBezTo>
                <a:cubicBezTo>
                  <a:pt x="945101" y="121120"/>
                  <a:pt x="947549" y="122147"/>
                  <a:pt x="951296" y="122570"/>
                </a:cubicBezTo>
                <a:lnTo>
                  <a:pt x="951296" y="125834"/>
                </a:lnTo>
                <a:lnTo>
                  <a:pt x="916756" y="125834"/>
                </a:lnTo>
                <a:lnTo>
                  <a:pt x="916756" y="114502"/>
                </a:lnTo>
                <a:cubicBezTo>
                  <a:pt x="912646" y="119337"/>
                  <a:pt x="908596" y="122842"/>
                  <a:pt x="904607" y="125018"/>
                </a:cubicBezTo>
                <a:cubicBezTo>
                  <a:pt x="900497" y="127315"/>
                  <a:pt x="895964" y="128433"/>
                  <a:pt x="891008" y="128373"/>
                </a:cubicBezTo>
                <a:cubicBezTo>
                  <a:pt x="886173" y="128433"/>
                  <a:pt x="881943" y="126952"/>
                  <a:pt x="878316" y="123930"/>
                </a:cubicBezTo>
                <a:cubicBezTo>
                  <a:pt x="874569" y="121029"/>
                  <a:pt x="872061" y="117614"/>
                  <a:pt x="870792" y="113686"/>
                </a:cubicBezTo>
                <a:cubicBezTo>
                  <a:pt x="869522" y="109818"/>
                  <a:pt x="868888" y="102958"/>
                  <a:pt x="868888" y="93106"/>
                </a:cubicBezTo>
                <a:lnTo>
                  <a:pt x="868888" y="59472"/>
                </a:lnTo>
                <a:cubicBezTo>
                  <a:pt x="868888" y="53065"/>
                  <a:pt x="868314" y="49077"/>
                  <a:pt x="867165" y="47505"/>
                </a:cubicBezTo>
                <a:cubicBezTo>
                  <a:pt x="865896" y="45994"/>
                  <a:pt x="863418" y="44967"/>
                  <a:pt x="859731" y="44423"/>
                </a:cubicBezTo>
                <a:lnTo>
                  <a:pt x="859731" y="41068"/>
                </a:lnTo>
                <a:lnTo>
                  <a:pt x="894272" y="41068"/>
                </a:lnTo>
                <a:lnTo>
                  <a:pt x="894272" y="98999"/>
                </a:lnTo>
                <a:cubicBezTo>
                  <a:pt x="894212" y="105104"/>
                  <a:pt x="894514" y="109002"/>
                  <a:pt x="895179" y="110694"/>
                </a:cubicBezTo>
                <a:cubicBezTo>
                  <a:pt x="895723" y="112447"/>
                  <a:pt x="896629" y="113777"/>
                  <a:pt x="897899" y="114683"/>
                </a:cubicBezTo>
                <a:cubicBezTo>
                  <a:pt x="899047" y="115590"/>
                  <a:pt x="900467" y="116043"/>
                  <a:pt x="902159" y="116043"/>
                </a:cubicBezTo>
                <a:cubicBezTo>
                  <a:pt x="904335" y="116103"/>
                  <a:pt x="906300" y="115529"/>
                  <a:pt x="908052" y="114320"/>
                </a:cubicBezTo>
                <a:cubicBezTo>
                  <a:pt x="910470" y="112810"/>
                  <a:pt x="913371" y="109636"/>
                  <a:pt x="916756" y="104801"/>
                </a:cubicBezTo>
                <a:lnTo>
                  <a:pt x="916756" y="59472"/>
                </a:lnTo>
                <a:cubicBezTo>
                  <a:pt x="916756" y="53065"/>
                  <a:pt x="916181" y="49077"/>
                  <a:pt x="915033" y="47505"/>
                </a:cubicBezTo>
                <a:cubicBezTo>
                  <a:pt x="913764" y="45994"/>
                  <a:pt x="911286" y="44967"/>
                  <a:pt x="907599" y="44423"/>
                </a:cubicBezTo>
                <a:lnTo>
                  <a:pt x="907599" y="41068"/>
                </a:lnTo>
                <a:lnTo>
                  <a:pt x="942140" y="41068"/>
                </a:lnTo>
                <a:close/>
                <a:moveTo>
                  <a:pt x="995893" y="2901"/>
                </a:moveTo>
                <a:lnTo>
                  <a:pt x="995893" y="108246"/>
                </a:lnTo>
                <a:cubicBezTo>
                  <a:pt x="995893" y="114230"/>
                  <a:pt x="996588" y="118037"/>
                  <a:pt x="997978" y="119669"/>
                </a:cubicBezTo>
                <a:cubicBezTo>
                  <a:pt x="999308" y="121422"/>
                  <a:pt x="1002028" y="122389"/>
                  <a:pt x="1006138" y="122570"/>
                </a:cubicBezTo>
                <a:lnTo>
                  <a:pt x="1006138" y="125834"/>
                </a:lnTo>
                <a:lnTo>
                  <a:pt x="960355" y="125834"/>
                </a:lnTo>
                <a:lnTo>
                  <a:pt x="960355" y="122570"/>
                </a:lnTo>
                <a:cubicBezTo>
                  <a:pt x="964042" y="122510"/>
                  <a:pt x="966822" y="121422"/>
                  <a:pt x="968696" y="119307"/>
                </a:cubicBezTo>
                <a:cubicBezTo>
                  <a:pt x="969844" y="117977"/>
                  <a:pt x="970448" y="114290"/>
                  <a:pt x="970509" y="108246"/>
                </a:cubicBezTo>
                <a:lnTo>
                  <a:pt x="970509" y="20489"/>
                </a:lnTo>
                <a:cubicBezTo>
                  <a:pt x="970448" y="14626"/>
                  <a:pt x="969753" y="10819"/>
                  <a:pt x="968424" y="9066"/>
                </a:cubicBezTo>
                <a:cubicBezTo>
                  <a:pt x="967034" y="7494"/>
                  <a:pt x="964344" y="6558"/>
                  <a:pt x="960355" y="6255"/>
                </a:cubicBezTo>
                <a:lnTo>
                  <a:pt x="960355" y="2901"/>
                </a:lnTo>
                <a:lnTo>
                  <a:pt x="995893" y="2901"/>
                </a:lnTo>
                <a:close/>
                <a:moveTo>
                  <a:pt x="1047566" y="10063"/>
                </a:moveTo>
                <a:lnTo>
                  <a:pt x="1047566" y="41068"/>
                </a:lnTo>
                <a:lnTo>
                  <a:pt x="1067693" y="41068"/>
                </a:lnTo>
                <a:lnTo>
                  <a:pt x="1067693" y="50044"/>
                </a:lnTo>
                <a:lnTo>
                  <a:pt x="1047566" y="50044"/>
                </a:lnTo>
                <a:lnTo>
                  <a:pt x="1047566" y="102354"/>
                </a:lnTo>
                <a:cubicBezTo>
                  <a:pt x="1047566" y="107310"/>
                  <a:pt x="1047808" y="110452"/>
                  <a:pt x="1048292" y="111782"/>
                </a:cubicBezTo>
                <a:cubicBezTo>
                  <a:pt x="1048654" y="113293"/>
                  <a:pt x="1049440" y="114441"/>
                  <a:pt x="1050649" y="115227"/>
                </a:cubicBezTo>
                <a:cubicBezTo>
                  <a:pt x="1051737" y="116134"/>
                  <a:pt x="1052794" y="116587"/>
                  <a:pt x="1053822" y="116587"/>
                </a:cubicBezTo>
                <a:cubicBezTo>
                  <a:pt x="1057690" y="116587"/>
                  <a:pt x="1061407" y="113595"/>
                  <a:pt x="1064973" y="107612"/>
                </a:cubicBezTo>
                <a:lnTo>
                  <a:pt x="1067693" y="109606"/>
                </a:lnTo>
                <a:cubicBezTo>
                  <a:pt x="1062737" y="121211"/>
                  <a:pt x="1054789" y="127013"/>
                  <a:pt x="1043849" y="127013"/>
                </a:cubicBezTo>
                <a:cubicBezTo>
                  <a:pt x="1038470" y="127013"/>
                  <a:pt x="1033937" y="125502"/>
                  <a:pt x="1030251" y="122480"/>
                </a:cubicBezTo>
                <a:cubicBezTo>
                  <a:pt x="1026443" y="119579"/>
                  <a:pt x="1024056" y="116255"/>
                  <a:pt x="1023089" y="112507"/>
                </a:cubicBezTo>
                <a:cubicBezTo>
                  <a:pt x="1022424" y="110452"/>
                  <a:pt x="1022122" y="104892"/>
                  <a:pt x="1022182" y="95826"/>
                </a:cubicBezTo>
                <a:lnTo>
                  <a:pt x="1022182" y="50044"/>
                </a:lnTo>
                <a:lnTo>
                  <a:pt x="1011122" y="50044"/>
                </a:lnTo>
                <a:lnTo>
                  <a:pt x="1011122" y="46870"/>
                </a:lnTo>
                <a:cubicBezTo>
                  <a:pt x="1018737" y="41552"/>
                  <a:pt x="1025234" y="35901"/>
                  <a:pt x="1030613" y="29917"/>
                </a:cubicBezTo>
                <a:cubicBezTo>
                  <a:pt x="1035932" y="24055"/>
                  <a:pt x="1040586" y="17437"/>
                  <a:pt x="1044575" y="10063"/>
                </a:cubicBezTo>
                <a:lnTo>
                  <a:pt x="1047566" y="10063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System-">
            <a:extLst xmlns:a="http://schemas.openxmlformats.org/drawingml/2006/main">
              <a:ext uri="{FF2B5EF4-FFF2-40B4-BE49-F238E27FC236}">
                <a16:creationId xmlns:a16="http://schemas.microsoft.com/office/drawing/2014/main" id="{270AF6BC-73BB-4CBA-822E-A3777B8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155" y="763523"/>
            <a:ext cx="611185" cy="165815"/>
          </a:xfrm>
          <a:custGeom xmlns:a="http://schemas.openxmlformats.org/drawingml/2006/main">
            <a:pathLst>
              <a:path w="611185" h="165815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37976" y="129188"/>
                </a:moveTo>
                <a:lnTo>
                  <a:pt x="110597" y="66362"/>
                </a:lnTo>
                <a:cubicBezTo>
                  <a:pt x="106427" y="56873"/>
                  <a:pt x="103405" y="51041"/>
                  <a:pt x="101531" y="48865"/>
                </a:cubicBezTo>
                <a:cubicBezTo>
                  <a:pt x="99537" y="46689"/>
                  <a:pt x="97149" y="45178"/>
                  <a:pt x="94369" y="44332"/>
                </a:cubicBezTo>
                <a:lnTo>
                  <a:pt x="94369" y="40978"/>
                </a:lnTo>
                <a:lnTo>
                  <a:pt x="139426" y="40978"/>
                </a:lnTo>
                <a:lnTo>
                  <a:pt x="139426" y="44332"/>
                </a:lnTo>
                <a:cubicBezTo>
                  <a:pt x="136404" y="44513"/>
                  <a:pt x="134319" y="45088"/>
                  <a:pt x="133171" y="46055"/>
                </a:cubicBezTo>
                <a:cubicBezTo>
                  <a:pt x="131962" y="47082"/>
                  <a:pt x="131358" y="48321"/>
                  <a:pt x="131358" y="49772"/>
                </a:cubicBezTo>
                <a:cubicBezTo>
                  <a:pt x="131358" y="52068"/>
                  <a:pt x="132869" y="56601"/>
                  <a:pt x="135891" y="63370"/>
                </a:cubicBezTo>
                <a:lnTo>
                  <a:pt x="150396" y="96551"/>
                </a:lnTo>
                <a:lnTo>
                  <a:pt x="160278" y="70895"/>
                </a:lnTo>
                <a:cubicBezTo>
                  <a:pt x="163783" y="61769"/>
                  <a:pt x="165566" y="55423"/>
                  <a:pt x="165627" y="51857"/>
                </a:cubicBezTo>
                <a:cubicBezTo>
                  <a:pt x="165627" y="49681"/>
                  <a:pt x="164901" y="47898"/>
                  <a:pt x="163451" y="46508"/>
                </a:cubicBezTo>
                <a:cubicBezTo>
                  <a:pt x="161879" y="45178"/>
                  <a:pt x="159250" y="44453"/>
                  <a:pt x="155564" y="44332"/>
                </a:cubicBezTo>
                <a:lnTo>
                  <a:pt x="155564" y="40978"/>
                </a:lnTo>
                <a:lnTo>
                  <a:pt x="183940" y="40978"/>
                </a:lnTo>
                <a:lnTo>
                  <a:pt x="183940" y="44332"/>
                </a:lnTo>
                <a:cubicBezTo>
                  <a:pt x="181099" y="44634"/>
                  <a:pt x="178833" y="45692"/>
                  <a:pt x="177140" y="47505"/>
                </a:cubicBezTo>
                <a:cubicBezTo>
                  <a:pt x="175327" y="49439"/>
                  <a:pt x="172396" y="55725"/>
                  <a:pt x="168346" y="66362"/>
                </a:cubicBezTo>
                <a:lnTo>
                  <a:pt x="144141" y="129188"/>
                </a:lnTo>
                <a:cubicBezTo>
                  <a:pt x="138036" y="144903"/>
                  <a:pt x="133503" y="154573"/>
                  <a:pt x="130542" y="158199"/>
                </a:cubicBezTo>
                <a:cubicBezTo>
                  <a:pt x="126311" y="163276"/>
                  <a:pt x="121083" y="165815"/>
                  <a:pt x="114858" y="165815"/>
                </a:cubicBezTo>
                <a:cubicBezTo>
                  <a:pt x="109841" y="165815"/>
                  <a:pt x="105792" y="164364"/>
                  <a:pt x="102710" y="161463"/>
                </a:cubicBezTo>
                <a:cubicBezTo>
                  <a:pt x="99506" y="158683"/>
                  <a:pt x="97935" y="155238"/>
                  <a:pt x="97995" y="151128"/>
                </a:cubicBezTo>
                <a:cubicBezTo>
                  <a:pt x="97995" y="147622"/>
                  <a:pt x="99083" y="144721"/>
                  <a:pt x="101259" y="142425"/>
                </a:cubicBezTo>
                <a:cubicBezTo>
                  <a:pt x="103314" y="140188"/>
                  <a:pt x="105943" y="139040"/>
                  <a:pt x="109146" y="138980"/>
                </a:cubicBezTo>
                <a:cubicBezTo>
                  <a:pt x="112108" y="139040"/>
                  <a:pt x="114556" y="140007"/>
                  <a:pt x="116490" y="141881"/>
                </a:cubicBezTo>
                <a:cubicBezTo>
                  <a:pt x="118242" y="143815"/>
                  <a:pt x="119179" y="146806"/>
                  <a:pt x="119300" y="150856"/>
                </a:cubicBezTo>
                <a:cubicBezTo>
                  <a:pt x="119361" y="153213"/>
                  <a:pt x="119633" y="154694"/>
                  <a:pt x="120116" y="155298"/>
                </a:cubicBezTo>
                <a:cubicBezTo>
                  <a:pt x="120539" y="155963"/>
                  <a:pt x="121234" y="156295"/>
                  <a:pt x="122201" y="156295"/>
                </a:cubicBezTo>
                <a:cubicBezTo>
                  <a:pt x="123652" y="156295"/>
                  <a:pt x="125193" y="155419"/>
                  <a:pt x="126825" y="153666"/>
                </a:cubicBezTo>
                <a:cubicBezTo>
                  <a:pt x="129242" y="151128"/>
                  <a:pt x="132083" y="145326"/>
                  <a:pt x="135347" y="136260"/>
                </a:cubicBezTo>
                <a:lnTo>
                  <a:pt x="137976" y="129188"/>
                </a:lnTo>
                <a:close/>
                <a:moveTo>
                  <a:pt x="242296" y="38621"/>
                </a:moveTo>
                <a:lnTo>
                  <a:pt x="243656" y="67541"/>
                </a:lnTo>
                <a:lnTo>
                  <a:pt x="240573" y="67541"/>
                </a:lnTo>
                <a:cubicBezTo>
                  <a:pt x="236826" y="59019"/>
                  <a:pt x="233019" y="53156"/>
                  <a:pt x="229151" y="49953"/>
                </a:cubicBezTo>
                <a:cubicBezTo>
                  <a:pt x="225101" y="46810"/>
                  <a:pt x="221142" y="45239"/>
                  <a:pt x="217274" y="45239"/>
                </a:cubicBezTo>
                <a:cubicBezTo>
                  <a:pt x="214736" y="45239"/>
                  <a:pt x="212620" y="46055"/>
                  <a:pt x="210928" y="47686"/>
                </a:cubicBezTo>
                <a:cubicBezTo>
                  <a:pt x="209175" y="49439"/>
                  <a:pt x="208299" y="51373"/>
                  <a:pt x="208299" y="53489"/>
                </a:cubicBezTo>
                <a:cubicBezTo>
                  <a:pt x="208299" y="55120"/>
                  <a:pt x="208903" y="56692"/>
                  <a:pt x="210112" y="58203"/>
                </a:cubicBezTo>
                <a:cubicBezTo>
                  <a:pt x="211986" y="60681"/>
                  <a:pt x="217395" y="64912"/>
                  <a:pt x="226340" y="70895"/>
                </a:cubicBezTo>
                <a:cubicBezTo>
                  <a:pt x="235225" y="76999"/>
                  <a:pt x="241087" y="82106"/>
                  <a:pt x="243928" y="86216"/>
                </a:cubicBezTo>
                <a:cubicBezTo>
                  <a:pt x="246708" y="90507"/>
                  <a:pt x="248098" y="95222"/>
                  <a:pt x="248098" y="100359"/>
                </a:cubicBezTo>
                <a:cubicBezTo>
                  <a:pt x="248098" y="105073"/>
                  <a:pt x="246920" y="109697"/>
                  <a:pt x="244562" y="114230"/>
                </a:cubicBezTo>
                <a:cubicBezTo>
                  <a:pt x="242145" y="118763"/>
                  <a:pt x="238821" y="122238"/>
                  <a:pt x="234590" y="124656"/>
                </a:cubicBezTo>
                <a:cubicBezTo>
                  <a:pt x="230238" y="127134"/>
                  <a:pt x="225494" y="128342"/>
                  <a:pt x="220357" y="128282"/>
                </a:cubicBezTo>
                <a:cubicBezTo>
                  <a:pt x="216247" y="128282"/>
                  <a:pt x="210837" y="127013"/>
                  <a:pt x="204129" y="124474"/>
                </a:cubicBezTo>
                <a:cubicBezTo>
                  <a:pt x="202255" y="123870"/>
                  <a:pt x="201016" y="123537"/>
                  <a:pt x="200412" y="123477"/>
                </a:cubicBezTo>
                <a:cubicBezTo>
                  <a:pt x="198417" y="123537"/>
                  <a:pt x="196755" y="125048"/>
                  <a:pt x="195426" y="128010"/>
                </a:cubicBezTo>
                <a:lnTo>
                  <a:pt x="192434" y="128010"/>
                </a:lnTo>
                <a:lnTo>
                  <a:pt x="190983" y="97549"/>
                </a:lnTo>
                <a:lnTo>
                  <a:pt x="194066" y="97549"/>
                </a:lnTo>
                <a:cubicBezTo>
                  <a:pt x="196725" y="105527"/>
                  <a:pt x="200472" y="111510"/>
                  <a:pt x="205307" y="115499"/>
                </a:cubicBezTo>
                <a:cubicBezTo>
                  <a:pt x="209961" y="119488"/>
                  <a:pt x="214434" y="121483"/>
                  <a:pt x="218725" y="121483"/>
                </a:cubicBezTo>
                <a:cubicBezTo>
                  <a:pt x="221565" y="121483"/>
                  <a:pt x="223953" y="120576"/>
                  <a:pt x="225887" y="118763"/>
                </a:cubicBezTo>
                <a:cubicBezTo>
                  <a:pt x="227700" y="117070"/>
                  <a:pt x="228607" y="114925"/>
                  <a:pt x="228607" y="112326"/>
                </a:cubicBezTo>
                <a:cubicBezTo>
                  <a:pt x="228607" y="109425"/>
                  <a:pt x="227700" y="106917"/>
                  <a:pt x="225887" y="104801"/>
                </a:cubicBezTo>
                <a:cubicBezTo>
                  <a:pt x="224013" y="102746"/>
                  <a:pt x="219964" y="99543"/>
                  <a:pt x="213739" y="95192"/>
                </a:cubicBezTo>
                <a:cubicBezTo>
                  <a:pt x="204491" y="88785"/>
                  <a:pt x="198508" y="83889"/>
                  <a:pt x="195788" y="80505"/>
                </a:cubicBezTo>
                <a:cubicBezTo>
                  <a:pt x="191799" y="75549"/>
                  <a:pt x="189805" y="70079"/>
                  <a:pt x="189805" y="64096"/>
                </a:cubicBezTo>
                <a:cubicBezTo>
                  <a:pt x="189805" y="57629"/>
                  <a:pt x="192071" y="51706"/>
                  <a:pt x="196604" y="46327"/>
                </a:cubicBezTo>
                <a:cubicBezTo>
                  <a:pt x="201016" y="41068"/>
                  <a:pt x="207513" y="38439"/>
                  <a:pt x="216096" y="38439"/>
                </a:cubicBezTo>
                <a:cubicBezTo>
                  <a:pt x="220689" y="38439"/>
                  <a:pt x="225131" y="39557"/>
                  <a:pt x="229422" y="41794"/>
                </a:cubicBezTo>
                <a:cubicBezTo>
                  <a:pt x="231054" y="42700"/>
                  <a:pt x="232384" y="43153"/>
                  <a:pt x="233411" y="43153"/>
                </a:cubicBezTo>
                <a:cubicBezTo>
                  <a:pt x="234499" y="43153"/>
                  <a:pt x="235376" y="42912"/>
                  <a:pt x="236041" y="42428"/>
                </a:cubicBezTo>
                <a:cubicBezTo>
                  <a:pt x="236645" y="42005"/>
                  <a:pt x="237703" y="40736"/>
                  <a:pt x="239214" y="38621"/>
                </a:cubicBezTo>
                <a:lnTo>
                  <a:pt x="242296" y="38621"/>
                </a:lnTo>
                <a:close/>
                <a:moveTo>
                  <a:pt x="292777" y="9972"/>
                </a:moveTo>
                <a:lnTo>
                  <a:pt x="292777" y="40978"/>
                </a:lnTo>
                <a:lnTo>
                  <a:pt x="312903" y="40978"/>
                </a:lnTo>
                <a:lnTo>
                  <a:pt x="312903" y="49953"/>
                </a:lnTo>
                <a:lnTo>
                  <a:pt x="292777" y="49953"/>
                </a:lnTo>
                <a:lnTo>
                  <a:pt x="292777" y="102263"/>
                </a:lnTo>
                <a:cubicBezTo>
                  <a:pt x="292777" y="107219"/>
                  <a:pt x="293019" y="110362"/>
                  <a:pt x="293502" y="111691"/>
                </a:cubicBezTo>
                <a:cubicBezTo>
                  <a:pt x="293865" y="113202"/>
                  <a:pt x="294651" y="114351"/>
                  <a:pt x="295859" y="115136"/>
                </a:cubicBezTo>
                <a:cubicBezTo>
                  <a:pt x="296947" y="116043"/>
                  <a:pt x="298005" y="116496"/>
                  <a:pt x="299033" y="116496"/>
                </a:cubicBezTo>
                <a:cubicBezTo>
                  <a:pt x="302901" y="116496"/>
                  <a:pt x="306618" y="113505"/>
                  <a:pt x="310184" y="107521"/>
                </a:cubicBezTo>
                <a:lnTo>
                  <a:pt x="312903" y="109516"/>
                </a:lnTo>
                <a:cubicBezTo>
                  <a:pt x="307947" y="121120"/>
                  <a:pt x="300000" y="126922"/>
                  <a:pt x="289060" y="126922"/>
                </a:cubicBezTo>
                <a:cubicBezTo>
                  <a:pt x="283681" y="126922"/>
                  <a:pt x="279148" y="125411"/>
                  <a:pt x="275461" y="122389"/>
                </a:cubicBezTo>
                <a:cubicBezTo>
                  <a:pt x="271654" y="119488"/>
                  <a:pt x="269266" y="116164"/>
                  <a:pt x="268299" y="112417"/>
                </a:cubicBezTo>
                <a:cubicBezTo>
                  <a:pt x="267634" y="110362"/>
                  <a:pt x="267332" y="104801"/>
                  <a:pt x="267393" y="95735"/>
                </a:cubicBezTo>
                <a:lnTo>
                  <a:pt x="267393" y="49953"/>
                </a:lnTo>
                <a:lnTo>
                  <a:pt x="256332" y="49953"/>
                </a:lnTo>
                <a:lnTo>
                  <a:pt x="256332" y="46780"/>
                </a:lnTo>
                <a:cubicBezTo>
                  <a:pt x="263948" y="41461"/>
                  <a:pt x="270445" y="35810"/>
                  <a:pt x="275824" y="29827"/>
                </a:cubicBezTo>
                <a:cubicBezTo>
                  <a:pt x="281143" y="23964"/>
                  <a:pt x="285796" y="17346"/>
                  <a:pt x="289785" y="9972"/>
                </a:cubicBezTo>
                <a:lnTo>
                  <a:pt x="292777" y="9972"/>
                </a:lnTo>
                <a:close/>
                <a:moveTo>
                  <a:pt x="395059" y="80324"/>
                </a:moveTo>
                <a:lnTo>
                  <a:pt x="348551" y="80324"/>
                </a:lnTo>
                <a:cubicBezTo>
                  <a:pt x="349095" y="91565"/>
                  <a:pt x="352087" y="100450"/>
                  <a:pt x="357526" y="106977"/>
                </a:cubicBezTo>
                <a:cubicBezTo>
                  <a:pt x="361636" y="111994"/>
                  <a:pt x="366653" y="114502"/>
                  <a:pt x="372576" y="114502"/>
                </a:cubicBezTo>
                <a:cubicBezTo>
                  <a:pt x="376142" y="114562"/>
                  <a:pt x="379435" y="113535"/>
                  <a:pt x="382457" y="111419"/>
                </a:cubicBezTo>
                <a:cubicBezTo>
                  <a:pt x="385419" y="109425"/>
                  <a:pt x="388592" y="105799"/>
                  <a:pt x="391977" y="100540"/>
                </a:cubicBezTo>
                <a:lnTo>
                  <a:pt x="395059" y="102535"/>
                </a:lnTo>
                <a:cubicBezTo>
                  <a:pt x="390405" y="111903"/>
                  <a:pt x="385328" y="118521"/>
                  <a:pt x="379828" y="122389"/>
                </a:cubicBezTo>
                <a:cubicBezTo>
                  <a:pt x="374268" y="126318"/>
                  <a:pt x="367831" y="128282"/>
                  <a:pt x="360518" y="128282"/>
                </a:cubicBezTo>
                <a:cubicBezTo>
                  <a:pt x="347886" y="128342"/>
                  <a:pt x="338367" y="123507"/>
                  <a:pt x="331961" y="113777"/>
                </a:cubicBezTo>
                <a:cubicBezTo>
                  <a:pt x="326763" y="105980"/>
                  <a:pt x="324164" y="96310"/>
                  <a:pt x="324164" y="84766"/>
                </a:cubicBezTo>
                <a:cubicBezTo>
                  <a:pt x="324104" y="70683"/>
                  <a:pt x="327941" y="59412"/>
                  <a:pt x="335678" y="50950"/>
                </a:cubicBezTo>
                <a:cubicBezTo>
                  <a:pt x="343293" y="42610"/>
                  <a:pt x="352238" y="38439"/>
                  <a:pt x="362513" y="38439"/>
                </a:cubicBezTo>
                <a:cubicBezTo>
                  <a:pt x="371095" y="38500"/>
                  <a:pt x="378559" y="42005"/>
                  <a:pt x="384905" y="48956"/>
                </a:cubicBezTo>
                <a:cubicBezTo>
                  <a:pt x="391130" y="56027"/>
                  <a:pt x="394515" y="66483"/>
                  <a:pt x="395059" y="80324"/>
                </a:cubicBezTo>
                <a:moveTo>
                  <a:pt x="372757" y="74249"/>
                </a:moveTo>
                <a:cubicBezTo>
                  <a:pt x="372697" y="64579"/>
                  <a:pt x="372183" y="57901"/>
                  <a:pt x="371216" y="54214"/>
                </a:cubicBezTo>
                <a:cubicBezTo>
                  <a:pt x="370128" y="50648"/>
                  <a:pt x="368466" y="47898"/>
                  <a:pt x="366230" y="45964"/>
                </a:cubicBezTo>
                <a:cubicBezTo>
                  <a:pt x="364900" y="44876"/>
                  <a:pt x="363208" y="44332"/>
                  <a:pt x="361153" y="44332"/>
                </a:cubicBezTo>
                <a:cubicBezTo>
                  <a:pt x="357949" y="44332"/>
                  <a:pt x="355381" y="45873"/>
                  <a:pt x="353447" y="48956"/>
                </a:cubicBezTo>
                <a:cubicBezTo>
                  <a:pt x="349881" y="54395"/>
                  <a:pt x="348098" y="61769"/>
                  <a:pt x="348098" y="71076"/>
                </a:cubicBezTo>
                <a:lnTo>
                  <a:pt x="348098" y="74249"/>
                </a:lnTo>
                <a:lnTo>
                  <a:pt x="372757" y="74249"/>
                </a:lnTo>
                <a:close/>
                <a:moveTo>
                  <a:pt x="441573" y="40978"/>
                </a:moveTo>
                <a:lnTo>
                  <a:pt x="441573" y="52129"/>
                </a:lnTo>
                <a:cubicBezTo>
                  <a:pt x="446166" y="47112"/>
                  <a:pt x="450487" y="43546"/>
                  <a:pt x="454537" y="41431"/>
                </a:cubicBezTo>
                <a:cubicBezTo>
                  <a:pt x="458405" y="39436"/>
                  <a:pt x="462726" y="38439"/>
                  <a:pt x="467501" y="38439"/>
                </a:cubicBezTo>
                <a:cubicBezTo>
                  <a:pt x="472880" y="38439"/>
                  <a:pt x="477443" y="39708"/>
                  <a:pt x="481190" y="42247"/>
                </a:cubicBezTo>
                <a:cubicBezTo>
                  <a:pt x="484877" y="44846"/>
                  <a:pt x="487718" y="48714"/>
                  <a:pt x="489712" y="53851"/>
                </a:cubicBezTo>
                <a:cubicBezTo>
                  <a:pt x="494487" y="48472"/>
                  <a:pt x="499141" y="44544"/>
                  <a:pt x="503674" y="42066"/>
                </a:cubicBezTo>
                <a:cubicBezTo>
                  <a:pt x="508086" y="39648"/>
                  <a:pt x="512709" y="38439"/>
                  <a:pt x="517545" y="38439"/>
                </a:cubicBezTo>
                <a:cubicBezTo>
                  <a:pt x="523347" y="38500"/>
                  <a:pt x="528031" y="39829"/>
                  <a:pt x="531597" y="42428"/>
                </a:cubicBezTo>
                <a:cubicBezTo>
                  <a:pt x="535042" y="45208"/>
                  <a:pt x="537459" y="48623"/>
                  <a:pt x="538849" y="52673"/>
                </a:cubicBezTo>
                <a:cubicBezTo>
                  <a:pt x="540179" y="56843"/>
                  <a:pt x="540844" y="63461"/>
                  <a:pt x="540844" y="72527"/>
                </a:cubicBezTo>
                <a:lnTo>
                  <a:pt x="540844" y="107249"/>
                </a:lnTo>
                <a:cubicBezTo>
                  <a:pt x="540844" y="113837"/>
                  <a:pt x="541448" y="117886"/>
                  <a:pt x="542657" y="119397"/>
                </a:cubicBezTo>
                <a:cubicBezTo>
                  <a:pt x="543805" y="121029"/>
                  <a:pt x="546253" y="122057"/>
                  <a:pt x="550000" y="122480"/>
                </a:cubicBezTo>
                <a:lnTo>
                  <a:pt x="550000" y="125743"/>
                </a:lnTo>
                <a:lnTo>
                  <a:pt x="506212" y="125743"/>
                </a:lnTo>
                <a:lnTo>
                  <a:pt x="506212" y="122480"/>
                </a:lnTo>
                <a:cubicBezTo>
                  <a:pt x="509657" y="122238"/>
                  <a:pt x="512196" y="120908"/>
                  <a:pt x="513828" y="118491"/>
                </a:cubicBezTo>
                <a:cubicBezTo>
                  <a:pt x="514915" y="116919"/>
                  <a:pt x="515459" y="113172"/>
                  <a:pt x="515459" y="107249"/>
                </a:cubicBezTo>
                <a:lnTo>
                  <a:pt x="515459" y="70804"/>
                </a:lnTo>
                <a:cubicBezTo>
                  <a:pt x="515459" y="63310"/>
                  <a:pt x="515157" y="58505"/>
                  <a:pt x="514553" y="56390"/>
                </a:cubicBezTo>
                <a:cubicBezTo>
                  <a:pt x="513888" y="54335"/>
                  <a:pt x="512951" y="52794"/>
                  <a:pt x="511742" y="51766"/>
                </a:cubicBezTo>
                <a:cubicBezTo>
                  <a:pt x="510352" y="50799"/>
                  <a:pt x="508811" y="50316"/>
                  <a:pt x="507119" y="50316"/>
                </a:cubicBezTo>
                <a:cubicBezTo>
                  <a:pt x="504459" y="50316"/>
                  <a:pt x="501830" y="51252"/>
                  <a:pt x="499232" y="53126"/>
                </a:cubicBezTo>
                <a:cubicBezTo>
                  <a:pt x="496572" y="55060"/>
                  <a:pt x="493883" y="57931"/>
                  <a:pt x="491163" y="61738"/>
                </a:cubicBezTo>
                <a:lnTo>
                  <a:pt x="491163" y="107249"/>
                </a:lnTo>
                <a:cubicBezTo>
                  <a:pt x="491163" y="113414"/>
                  <a:pt x="491677" y="117252"/>
                  <a:pt x="492704" y="118763"/>
                </a:cubicBezTo>
                <a:cubicBezTo>
                  <a:pt x="494034" y="121059"/>
                  <a:pt x="496693" y="122298"/>
                  <a:pt x="500682" y="122480"/>
                </a:cubicBezTo>
                <a:lnTo>
                  <a:pt x="500682" y="125743"/>
                </a:lnTo>
                <a:lnTo>
                  <a:pt x="456803" y="125743"/>
                </a:lnTo>
                <a:lnTo>
                  <a:pt x="456803" y="122480"/>
                </a:lnTo>
                <a:cubicBezTo>
                  <a:pt x="459160" y="122419"/>
                  <a:pt x="461034" y="121815"/>
                  <a:pt x="462424" y="120667"/>
                </a:cubicBezTo>
                <a:cubicBezTo>
                  <a:pt x="463754" y="119700"/>
                  <a:pt x="464660" y="118430"/>
                  <a:pt x="465144" y="116859"/>
                </a:cubicBezTo>
                <a:cubicBezTo>
                  <a:pt x="465567" y="115469"/>
                  <a:pt x="465779" y="112266"/>
                  <a:pt x="465779" y="107249"/>
                </a:cubicBezTo>
                <a:lnTo>
                  <a:pt x="465779" y="70804"/>
                </a:lnTo>
                <a:cubicBezTo>
                  <a:pt x="465779" y="63129"/>
                  <a:pt x="465476" y="58324"/>
                  <a:pt x="464872" y="56390"/>
                </a:cubicBezTo>
                <a:cubicBezTo>
                  <a:pt x="464207" y="54516"/>
                  <a:pt x="463210" y="53005"/>
                  <a:pt x="461880" y="51857"/>
                </a:cubicBezTo>
                <a:cubicBezTo>
                  <a:pt x="460430" y="50769"/>
                  <a:pt x="458888" y="50225"/>
                  <a:pt x="457257" y="50225"/>
                </a:cubicBezTo>
                <a:cubicBezTo>
                  <a:pt x="454779" y="50225"/>
                  <a:pt x="452573" y="50859"/>
                  <a:pt x="450639" y="52129"/>
                </a:cubicBezTo>
                <a:cubicBezTo>
                  <a:pt x="447737" y="54063"/>
                  <a:pt x="444715" y="57266"/>
                  <a:pt x="441573" y="61738"/>
                </a:cubicBezTo>
                <a:lnTo>
                  <a:pt x="441573" y="107249"/>
                </a:lnTo>
                <a:cubicBezTo>
                  <a:pt x="441573" y="113233"/>
                  <a:pt x="442177" y="117161"/>
                  <a:pt x="443386" y="119035"/>
                </a:cubicBezTo>
                <a:cubicBezTo>
                  <a:pt x="444534" y="120969"/>
                  <a:pt x="446982" y="122117"/>
                  <a:pt x="450729" y="122480"/>
                </a:cubicBezTo>
                <a:lnTo>
                  <a:pt x="450729" y="125743"/>
                </a:lnTo>
                <a:lnTo>
                  <a:pt x="407032" y="125743"/>
                </a:lnTo>
                <a:lnTo>
                  <a:pt x="407032" y="122480"/>
                </a:lnTo>
                <a:cubicBezTo>
                  <a:pt x="410537" y="122117"/>
                  <a:pt x="413076" y="120969"/>
                  <a:pt x="414647" y="119035"/>
                </a:cubicBezTo>
                <a:cubicBezTo>
                  <a:pt x="415614" y="117705"/>
                  <a:pt x="416128" y="113777"/>
                  <a:pt x="416188" y="107249"/>
                </a:cubicBezTo>
                <a:lnTo>
                  <a:pt x="416188" y="59381"/>
                </a:lnTo>
                <a:cubicBezTo>
                  <a:pt x="416188" y="52975"/>
                  <a:pt x="415614" y="48986"/>
                  <a:pt x="414466" y="47414"/>
                </a:cubicBezTo>
                <a:cubicBezTo>
                  <a:pt x="413197" y="45903"/>
                  <a:pt x="410719" y="44876"/>
                  <a:pt x="407032" y="44332"/>
                </a:cubicBezTo>
                <a:lnTo>
                  <a:pt x="407032" y="40978"/>
                </a:lnTo>
                <a:lnTo>
                  <a:pt x="441573" y="40978"/>
                </a:lnTo>
                <a:close/>
                <a:moveTo>
                  <a:pt x="611185" y="92472"/>
                </a:moveTo>
                <a:lnTo>
                  <a:pt x="558331" y="92472"/>
                </a:lnTo>
                <a:lnTo>
                  <a:pt x="558331" y="73705"/>
                </a:lnTo>
                <a:lnTo>
                  <a:pt x="611185" y="73705"/>
                </a:lnTo>
                <a:lnTo>
                  <a:pt x="611185" y="9247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Biased">
            <a:extLst xmlns:a="http://schemas.openxmlformats.org/drawingml/2006/main">
              <a:ext uri="{FF2B5EF4-FFF2-40B4-BE49-F238E27FC236}">
                <a16:creationId xmlns:a16="http://schemas.microsoft.com/office/drawing/2014/main" id="{2CE30327-20B0-48C3-A6DE-7F1AEF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662" y="974711"/>
            <a:ext cx="517839" cy="128433"/>
          </a:xfrm>
          <a:custGeom xmlns:a="http://schemas.openxmlformats.org/drawingml/2006/main">
            <a:pathLst>
              <a:path w="517839" h="128433">
                <a:moveTo>
                  <a:pt x="78692" y="60651"/>
                </a:moveTo>
                <a:cubicBezTo>
                  <a:pt x="90356" y="63370"/>
                  <a:pt x="98546" y="66664"/>
                  <a:pt x="103260" y="70532"/>
                </a:cubicBezTo>
                <a:cubicBezTo>
                  <a:pt x="110029" y="76093"/>
                  <a:pt x="113414" y="83225"/>
                  <a:pt x="113414" y="91928"/>
                </a:cubicBezTo>
                <a:cubicBezTo>
                  <a:pt x="113414" y="101175"/>
                  <a:pt x="109697" y="108821"/>
                  <a:pt x="102263" y="114864"/>
                </a:cubicBezTo>
                <a:cubicBezTo>
                  <a:pt x="93076" y="122238"/>
                  <a:pt x="79810" y="125895"/>
                  <a:pt x="62464" y="125834"/>
                </a:cubicBezTo>
                <a:lnTo>
                  <a:pt x="0" y="125834"/>
                </a:lnTo>
                <a:lnTo>
                  <a:pt x="0" y="122480"/>
                </a:lnTo>
                <a:cubicBezTo>
                  <a:pt x="5621" y="122480"/>
                  <a:pt x="9489" y="121936"/>
                  <a:pt x="11604" y="120848"/>
                </a:cubicBezTo>
                <a:cubicBezTo>
                  <a:pt x="13599" y="119881"/>
                  <a:pt x="15019" y="118521"/>
                  <a:pt x="15865" y="116768"/>
                </a:cubicBezTo>
                <a:cubicBezTo>
                  <a:pt x="16651" y="115076"/>
                  <a:pt x="17044" y="110906"/>
                  <a:pt x="17044" y="104257"/>
                </a:cubicBezTo>
                <a:lnTo>
                  <a:pt x="17044" y="24478"/>
                </a:lnTo>
                <a:cubicBezTo>
                  <a:pt x="17044" y="17890"/>
                  <a:pt x="16651" y="13689"/>
                  <a:pt x="15865" y="11876"/>
                </a:cubicBezTo>
                <a:cubicBezTo>
                  <a:pt x="15019" y="10184"/>
                  <a:pt x="13569" y="8824"/>
                  <a:pt x="11514" y="7797"/>
                </a:cubicBezTo>
                <a:cubicBezTo>
                  <a:pt x="9398" y="6830"/>
                  <a:pt x="5560" y="6316"/>
                  <a:pt x="0" y="6255"/>
                </a:cubicBezTo>
                <a:lnTo>
                  <a:pt x="0" y="2901"/>
                </a:lnTo>
                <a:lnTo>
                  <a:pt x="58928" y="2901"/>
                </a:lnTo>
                <a:cubicBezTo>
                  <a:pt x="72950" y="2962"/>
                  <a:pt x="82922" y="4201"/>
                  <a:pt x="88845" y="6618"/>
                </a:cubicBezTo>
                <a:cubicBezTo>
                  <a:pt x="94708" y="9157"/>
                  <a:pt x="99332" y="12904"/>
                  <a:pt x="102716" y="17860"/>
                </a:cubicBezTo>
                <a:cubicBezTo>
                  <a:pt x="106040" y="22876"/>
                  <a:pt x="107733" y="28195"/>
                  <a:pt x="107793" y="33816"/>
                </a:cubicBezTo>
                <a:cubicBezTo>
                  <a:pt x="107733" y="39739"/>
                  <a:pt x="105587" y="44997"/>
                  <a:pt x="101356" y="49590"/>
                </a:cubicBezTo>
                <a:cubicBezTo>
                  <a:pt x="97005" y="54244"/>
                  <a:pt x="89450" y="57931"/>
                  <a:pt x="78692" y="60651"/>
                </a:cubicBezTo>
                <a:moveTo>
                  <a:pt x="45692" y="58203"/>
                </a:moveTo>
                <a:cubicBezTo>
                  <a:pt x="54274" y="58203"/>
                  <a:pt x="60620" y="57236"/>
                  <a:pt x="64730" y="55302"/>
                </a:cubicBezTo>
                <a:cubicBezTo>
                  <a:pt x="68780" y="53428"/>
                  <a:pt x="71892" y="50708"/>
                  <a:pt x="74068" y="47142"/>
                </a:cubicBezTo>
                <a:cubicBezTo>
                  <a:pt x="76244" y="43637"/>
                  <a:pt x="77332" y="39165"/>
                  <a:pt x="77332" y="33725"/>
                </a:cubicBezTo>
                <a:cubicBezTo>
                  <a:pt x="77271" y="28346"/>
                  <a:pt x="76214" y="23873"/>
                  <a:pt x="74159" y="20308"/>
                </a:cubicBezTo>
                <a:cubicBezTo>
                  <a:pt x="71983" y="16862"/>
                  <a:pt x="68901" y="14233"/>
                  <a:pt x="64912" y="12420"/>
                </a:cubicBezTo>
                <a:cubicBezTo>
                  <a:pt x="60862" y="10607"/>
                  <a:pt x="54456" y="9731"/>
                  <a:pt x="45692" y="9791"/>
                </a:cubicBezTo>
                <a:lnTo>
                  <a:pt x="45692" y="58203"/>
                </a:lnTo>
                <a:moveTo>
                  <a:pt x="45692" y="65274"/>
                </a:moveTo>
                <a:lnTo>
                  <a:pt x="45692" y="104711"/>
                </a:lnTo>
                <a:lnTo>
                  <a:pt x="45601" y="109244"/>
                </a:lnTo>
                <a:cubicBezTo>
                  <a:pt x="45541" y="112507"/>
                  <a:pt x="46387" y="114955"/>
                  <a:pt x="48140" y="116587"/>
                </a:cubicBezTo>
                <a:cubicBezTo>
                  <a:pt x="49772" y="118340"/>
                  <a:pt x="52219" y="119186"/>
                  <a:pt x="55483" y="119125"/>
                </a:cubicBezTo>
                <a:cubicBezTo>
                  <a:pt x="60258" y="119125"/>
                  <a:pt x="64730" y="118037"/>
                  <a:pt x="68901" y="115862"/>
                </a:cubicBezTo>
                <a:cubicBezTo>
                  <a:pt x="72950" y="113807"/>
                  <a:pt x="76063" y="110694"/>
                  <a:pt x="78238" y="106524"/>
                </a:cubicBezTo>
                <a:cubicBezTo>
                  <a:pt x="80414" y="102474"/>
                  <a:pt x="81502" y="97941"/>
                  <a:pt x="81502" y="92925"/>
                </a:cubicBezTo>
                <a:cubicBezTo>
                  <a:pt x="81442" y="87244"/>
                  <a:pt x="80112" y="82076"/>
                  <a:pt x="77513" y="77422"/>
                </a:cubicBezTo>
                <a:cubicBezTo>
                  <a:pt x="74793" y="72890"/>
                  <a:pt x="71137" y="69716"/>
                  <a:pt x="66543" y="67903"/>
                </a:cubicBezTo>
                <a:cubicBezTo>
                  <a:pt x="61890" y="66090"/>
                  <a:pt x="54939" y="65214"/>
                  <a:pt x="45692" y="65274"/>
                </a:cubicBezTo>
                <a:close/>
                <a:moveTo>
                  <a:pt x="150802" y="0"/>
                </a:moveTo>
                <a:cubicBezTo>
                  <a:pt x="154670" y="0"/>
                  <a:pt x="157994" y="1360"/>
                  <a:pt x="160774" y="4080"/>
                </a:cubicBezTo>
                <a:cubicBezTo>
                  <a:pt x="163494" y="6920"/>
                  <a:pt x="164854" y="10244"/>
                  <a:pt x="164854" y="14052"/>
                </a:cubicBezTo>
                <a:cubicBezTo>
                  <a:pt x="164854" y="17981"/>
                  <a:pt x="163494" y="21275"/>
                  <a:pt x="160774" y="23934"/>
                </a:cubicBezTo>
                <a:cubicBezTo>
                  <a:pt x="157933" y="26654"/>
                  <a:pt x="154609" y="28014"/>
                  <a:pt x="150802" y="28014"/>
                </a:cubicBezTo>
                <a:cubicBezTo>
                  <a:pt x="146873" y="28014"/>
                  <a:pt x="143579" y="26654"/>
                  <a:pt x="140920" y="23934"/>
                </a:cubicBezTo>
                <a:cubicBezTo>
                  <a:pt x="138200" y="21275"/>
                  <a:pt x="136840" y="17981"/>
                  <a:pt x="136840" y="14052"/>
                </a:cubicBezTo>
                <a:cubicBezTo>
                  <a:pt x="136840" y="10244"/>
                  <a:pt x="138200" y="6920"/>
                  <a:pt x="140920" y="4080"/>
                </a:cubicBezTo>
                <a:cubicBezTo>
                  <a:pt x="143579" y="1360"/>
                  <a:pt x="146873" y="0"/>
                  <a:pt x="150802" y="0"/>
                </a:cubicBezTo>
                <a:moveTo>
                  <a:pt x="163494" y="41068"/>
                </a:moveTo>
                <a:lnTo>
                  <a:pt x="163494" y="108246"/>
                </a:lnTo>
                <a:cubicBezTo>
                  <a:pt x="163494" y="114230"/>
                  <a:pt x="164189" y="118037"/>
                  <a:pt x="165579" y="119669"/>
                </a:cubicBezTo>
                <a:cubicBezTo>
                  <a:pt x="166909" y="121422"/>
                  <a:pt x="169628" y="122389"/>
                  <a:pt x="173738" y="122570"/>
                </a:cubicBezTo>
                <a:lnTo>
                  <a:pt x="173738" y="125834"/>
                </a:lnTo>
                <a:lnTo>
                  <a:pt x="127956" y="125834"/>
                </a:lnTo>
                <a:lnTo>
                  <a:pt x="127956" y="122570"/>
                </a:lnTo>
                <a:cubicBezTo>
                  <a:pt x="131642" y="122510"/>
                  <a:pt x="134423" y="121422"/>
                  <a:pt x="136296" y="119307"/>
                </a:cubicBezTo>
                <a:cubicBezTo>
                  <a:pt x="137445" y="117977"/>
                  <a:pt x="138049" y="114290"/>
                  <a:pt x="138109" y="108246"/>
                </a:cubicBezTo>
                <a:lnTo>
                  <a:pt x="138109" y="58747"/>
                </a:lnTo>
                <a:cubicBezTo>
                  <a:pt x="138049" y="52824"/>
                  <a:pt x="137354" y="48986"/>
                  <a:pt x="136024" y="47233"/>
                </a:cubicBezTo>
                <a:cubicBezTo>
                  <a:pt x="134634" y="45662"/>
                  <a:pt x="131945" y="44725"/>
                  <a:pt x="127956" y="44423"/>
                </a:cubicBezTo>
                <a:lnTo>
                  <a:pt x="127956" y="41068"/>
                </a:lnTo>
                <a:lnTo>
                  <a:pt x="163494" y="41068"/>
                </a:lnTo>
                <a:close/>
                <a:moveTo>
                  <a:pt x="228403" y="113323"/>
                </a:moveTo>
                <a:cubicBezTo>
                  <a:pt x="218068" y="122510"/>
                  <a:pt x="208791" y="127073"/>
                  <a:pt x="200571" y="127013"/>
                </a:cubicBezTo>
                <a:cubicBezTo>
                  <a:pt x="195675" y="127013"/>
                  <a:pt x="191656" y="125411"/>
                  <a:pt x="188513" y="122208"/>
                </a:cubicBezTo>
                <a:cubicBezTo>
                  <a:pt x="185310" y="119125"/>
                  <a:pt x="183708" y="115167"/>
                  <a:pt x="183708" y="110331"/>
                </a:cubicBezTo>
                <a:cubicBezTo>
                  <a:pt x="183708" y="103925"/>
                  <a:pt x="186489" y="98093"/>
                  <a:pt x="192049" y="92834"/>
                </a:cubicBezTo>
                <a:cubicBezTo>
                  <a:pt x="197549" y="87758"/>
                  <a:pt x="209667" y="80898"/>
                  <a:pt x="228403" y="72255"/>
                </a:cubicBezTo>
                <a:lnTo>
                  <a:pt x="228403" y="63733"/>
                </a:lnTo>
                <a:cubicBezTo>
                  <a:pt x="228343" y="57387"/>
                  <a:pt x="228010" y="53337"/>
                  <a:pt x="227406" y="51585"/>
                </a:cubicBezTo>
                <a:cubicBezTo>
                  <a:pt x="226620" y="49953"/>
                  <a:pt x="225290" y="48502"/>
                  <a:pt x="223417" y="47233"/>
                </a:cubicBezTo>
                <a:cubicBezTo>
                  <a:pt x="221483" y="46085"/>
                  <a:pt x="219307" y="45480"/>
                  <a:pt x="216889" y="45420"/>
                </a:cubicBezTo>
                <a:cubicBezTo>
                  <a:pt x="212961" y="45480"/>
                  <a:pt x="209727" y="46357"/>
                  <a:pt x="207189" y="48049"/>
                </a:cubicBezTo>
                <a:cubicBezTo>
                  <a:pt x="205618" y="49137"/>
                  <a:pt x="204832" y="50406"/>
                  <a:pt x="204832" y="51857"/>
                </a:cubicBezTo>
                <a:cubicBezTo>
                  <a:pt x="204771" y="53126"/>
                  <a:pt x="205618" y="54697"/>
                  <a:pt x="207370" y="56571"/>
                </a:cubicBezTo>
                <a:cubicBezTo>
                  <a:pt x="209607" y="59230"/>
                  <a:pt x="210755" y="61738"/>
                  <a:pt x="210815" y="64096"/>
                </a:cubicBezTo>
                <a:cubicBezTo>
                  <a:pt x="210815" y="67118"/>
                  <a:pt x="209727" y="69626"/>
                  <a:pt x="207552" y="71620"/>
                </a:cubicBezTo>
                <a:cubicBezTo>
                  <a:pt x="205255" y="73736"/>
                  <a:pt x="202354" y="74793"/>
                  <a:pt x="198848" y="74793"/>
                </a:cubicBezTo>
                <a:cubicBezTo>
                  <a:pt x="195041" y="74793"/>
                  <a:pt x="191868" y="73645"/>
                  <a:pt x="189329" y="71348"/>
                </a:cubicBezTo>
                <a:cubicBezTo>
                  <a:pt x="186670" y="69112"/>
                  <a:pt x="185370" y="66423"/>
                  <a:pt x="185431" y="63280"/>
                </a:cubicBezTo>
                <a:cubicBezTo>
                  <a:pt x="185431" y="58928"/>
                  <a:pt x="187153" y="54758"/>
                  <a:pt x="190598" y="50769"/>
                </a:cubicBezTo>
                <a:cubicBezTo>
                  <a:pt x="194043" y="46901"/>
                  <a:pt x="198848" y="43879"/>
                  <a:pt x="205013" y="41703"/>
                </a:cubicBezTo>
                <a:cubicBezTo>
                  <a:pt x="211178" y="39648"/>
                  <a:pt x="217584" y="38590"/>
                  <a:pt x="224233" y="38530"/>
                </a:cubicBezTo>
                <a:cubicBezTo>
                  <a:pt x="232271" y="38590"/>
                  <a:pt x="238647" y="40283"/>
                  <a:pt x="243362" y="43607"/>
                </a:cubicBezTo>
                <a:cubicBezTo>
                  <a:pt x="247955" y="47052"/>
                  <a:pt x="250977" y="50769"/>
                  <a:pt x="252428" y="54758"/>
                </a:cubicBezTo>
                <a:cubicBezTo>
                  <a:pt x="253213" y="57296"/>
                  <a:pt x="253636" y="63129"/>
                  <a:pt x="253697" y="72255"/>
                </a:cubicBezTo>
                <a:lnTo>
                  <a:pt x="253697" y="105164"/>
                </a:lnTo>
                <a:cubicBezTo>
                  <a:pt x="253697" y="109092"/>
                  <a:pt x="253848" y="111510"/>
                  <a:pt x="254150" y="112417"/>
                </a:cubicBezTo>
                <a:cubicBezTo>
                  <a:pt x="254392" y="113505"/>
                  <a:pt x="254845" y="114260"/>
                  <a:pt x="255510" y="114683"/>
                </a:cubicBezTo>
                <a:cubicBezTo>
                  <a:pt x="256054" y="115167"/>
                  <a:pt x="256749" y="115408"/>
                  <a:pt x="257595" y="115408"/>
                </a:cubicBezTo>
                <a:cubicBezTo>
                  <a:pt x="259106" y="115469"/>
                  <a:pt x="260708" y="114351"/>
                  <a:pt x="262400" y="112054"/>
                </a:cubicBezTo>
                <a:lnTo>
                  <a:pt x="265120" y="114230"/>
                </a:lnTo>
                <a:cubicBezTo>
                  <a:pt x="262037" y="118702"/>
                  <a:pt x="258925" y="121936"/>
                  <a:pt x="255782" y="123930"/>
                </a:cubicBezTo>
                <a:cubicBezTo>
                  <a:pt x="252458" y="126046"/>
                  <a:pt x="248771" y="127073"/>
                  <a:pt x="244722" y="127013"/>
                </a:cubicBezTo>
                <a:cubicBezTo>
                  <a:pt x="239886" y="127013"/>
                  <a:pt x="236109" y="125864"/>
                  <a:pt x="233389" y="123568"/>
                </a:cubicBezTo>
                <a:cubicBezTo>
                  <a:pt x="230670" y="121392"/>
                  <a:pt x="229007" y="117977"/>
                  <a:pt x="228403" y="113323"/>
                </a:cubicBezTo>
                <a:moveTo>
                  <a:pt x="228403" y="106705"/>
                </a:moveTo>
                <a:lnTo>
                  <a:pt x="228403" y="78329"/>
                </a:lnTo>
                <a:cubicBezTo>
                  <a:pt x="221030" y="82620"/>
                  <a:pt x="215590" y="87214"/>
                  <a:pt x="212085" y="92109"/>
                </a:cubicBezTo>
                <a:cubicBezTo>
                  <a:pt x="209727" y="95373"/>
                  <a:pt x="208549" y="98667"/>
                  <a:pt x="208549" y="101991"/>
                </a:cubicBezTo>
                <a:cubicBezTo>
                  <a:pt x="208549" y="104832"/>
                  <a:pt x="209546" y="107279"/>
                  <a:pt x="211541" y="109334"/>
                </a:cubicBezTo>
                <a:cubicBezTo>
                  <a:pt x="213052" y="110966"/>
                  <a:pt x="215167" y="111782"/>
                  <a:pt x="217887" y="111782"/>
                </a:cubicBezTo>
                <a:cubicBezTo>
                  <a:pt x="220848" y="111782"/>
                  <a:pt x="224354" y="110090"/>
                  <a:pt x="228403" y="106705"/>
                </a:cubicBezTo>
                <a:close/>
                <a:moveTo>
                  <a:pt x="324836" y="38711"/>
                </a:moveTo>
                <a:lnTo>
                  <a:pt x="326196" y="67631"/>
                </a:lnTo>
                <a:lnTo>
                  <a:pt x="323113" y="67631"/>
                </a:lnTo>
                <a:cubicBezTo>
                  <a:pt x="319366" y="59109"/>
                  <a:pt x="315559" y="53247"/>
                  <a:pt x="311690" y="50044"/>
                </a:cubicBezTo>
                <a:cubicBezTo>
                  <a:pt x="307641" y="46901"/>
                  <a:pt x="303682" y="45329"/>
                  <a:pt x="299814" y="45329"/>
                </a:cubicBezTo>
                <a:cubicBezTo>
                  <a:pt x="297276" y="45329"/>
                  <a:pt x="295160" y="46145"/>
                  <a:pt x="293468" y="47777"/>
                </a:cubicBezTo>
                <a:cubicBezTo>
                  <a:pt x="291715" y="49530"/>
                  <a:pt x="290839" y="51464"/>
                  <a:pt x="290839" y="53579"/>
                </a:cubicBezTo>
                <a:cubicBezTo>
                  <a:pt x="290839" y="55211"/>
                  <a:pt x="291443" y="56782"/>
                  <a:pt x="292652" y="58293"/>
                </a:cubicBezTo>
                <a:cubicBezTo>
                  <a:pt x="294526" y="60771"/>
                  <a:pt x="299935" y="65002"/>
                  <a:pt x="308880" y="70986"/>
                </a:cubicBezTo>
                <a:cubicBezTo>
                  <a:pt x="317765" y="77090"/>
                  <a:pt x="323627" y="82197"/>
                  <a:pt x="326468" y="86307"/>
                </a:cubicBezTo>
                <a:cubicBezTo>
                  <a:pt x="329248" y="90598"/>
                  <a:pt x="330638" y="95312"/>
                  <a:pt x="330638" y="100450"/>
                </a:cubicBezTo>
                <a:cubicBezTo>
                  <a:pt x="330638" y="105164"/>
                  <a:pt x="329460" y="109788"/>
                  <a:pt x="327102" y="114320"/>
                </a:cubicBezTo>
                <a:cubicBezTo>
                  <a:pt x="324685" y="118853"/>
                  <a:pt x="321361" y="122329"/>
                  <a:pt x="317130" y="124746"/>
                </a:cubicBezTo>
                <a:cubicBezTo>
                  <a:pt x="312778" y="127224"/>
                  <a:pt x="308034" y="128433"/>
                  <a:pt x="302897" y="128373"/>
                </a:cubicBezTo>
                <a:cubicBezTo>
                  <a:pt x="298787" y="128373"/>
                  <a:pt x="293377" y="127103"/>
                  <a:pt x="286669" y="124565"/>
                </a:cubicBezTo>
                <a:cubicBezTo>
                  <a:pt x="284795" y="123961"/>
                  <a:pt x="283556" y="123628"/>
                  <a:pt x="282952" y="123568"/>
                </a:cubicBezTo>
                <a:cubicBezTo>
                  <a:pt x="280957" y="123628"/>
                  <a:pt x="279295" y="125139"/>
                  <a:pt x="277965" y="128101"/>
                </a:cubicBezTo>
                <a:lnTo>
                  <a:pt x="274974" y="128101"/>
                </a:lnTo>
                <a:lnTo>
                  <a:pt x="273523" y="97639"/>
                </a:lnTo>
                <a:lnTo>
                  <a:pt x="276606" y="97639"/>
                </a:lnTo>
                <a:cubicBezTo>
                  <a:pt x="279265" y="105617"/>
                  <a:pt x="283012" y="111601"/>
                  <a:pt x="287847" y="115590"/>
                </a:cubicBezTo>
                <a:cubicBezTo>
                  <a:pt x="292501" y="119579"/>
                  <a:pt x="296974" y="121573"/>
                  <a:pt x="301265" y="121573"/>
                </a:cubicBezTo>
                <a:cubicBezTo>
                  <a:pt x="304105" y="121573"/>
                  <a:pt x="306493" y="120667"/>
                  <a:pt x="308427" y="118853"/>
                </a:cubicBezTo>
                <a:cubicBezTo>
                  <a:pt x="310240" y="117161"/>
                  <a:pt x="311147" y="115016"/>
                  <a:pt x="311147" y="112417"/>
                </a:cubicBezTo>
                <a:cubicBezTo>
                  <a:pt x="311147" y="109516"/>
                  <a:pt x="310240" y="107007"/>
                  <a:pt x="308427" y="104892"/>
                </a:cubicBezTo>
                <a:cubicBezTo>
                  <a:pt x="306553" y="102837"/>
                  <a:pt x="302504" y="99634"/>
                  <a:pt x="296278" y="95282"/>
                </a:cubicBezTo>
                <a:cubicBezTo>
                  <a:pt x="287031" y="88876"/>
                  <a:pt x="281048" y="83980"/>
                  <a:pt x="278328" y="80595"/>
                </a:cubicBezTo>
                <a:cubicBezTo>
                  <a:pt x="274339" y="75639"/>
                  <a:pt x="272345" y="70170"/>
                  <a:pt x="272345" y="64186"/>
                </a:cubicBezTo>
                <a:cubicBezTo>
                  <a:pt x="272345" y="57719"/>
                  <a:pt x="274611" y="51796"/>
                  <a:pt x="279144" y="46417"/>
                </a:cubicBezTo>
                <a:cubicBezTo>
                  <a:pt x="283556" y="41159"/>
                  <a:pt x="290053" y="38530"/>
                  <a:pt x="298636" y="38530"/>
                </a:cubicBezTo>
                <a:cubicBezTo>
                  <a:pt x="303229" y="38530"/>
                  <a:pt x="307671" y="39648"/>
                  <a:pt x="311962" y="41884"/>
                </a:cubicBezTo>
                <a:cubicBezTo>
                  <a:pt x="313594" y="42791"/>
                  <a:pt x="314924" y="43244"/>
                  <a:pt x="315951" y="43244"/>
                </a:cubicBezTo>
                <a:cubicBezTo>
                  <a:pt x="317039" y="43244"/>
                  <a:pt x="317916" y="43002"/>
                  <a:pt x="318581" y="42519"/>
                </a:cubicBezTo>
                <a:cubicBezTo>
                  <a:pt x="319185" y="42096"/>
                  <a:pt x="320243" y="40827"/>
                  <a:pt x="321754" y="38711"/>
                </a:cubicBezTo>
                <a:lnTo>
                  <a:pt x="324836" y="38711"/>
                </a:lnTo>
                <a:close/>
                <a:moveTo>
                  <a:pt x="413575" y="80414"/>
                </a:moveTo>
                <a:lnTo>
                  <a:pt x="367067" y="80414"/>
                </a:lnTo>
                <a:cubicBezTo>
                  <a:pt x="367611" y="91656"/>
                  <a:pt x="370603" y="100540"/>
                  <a:pt x="376042" y="107068"/>
                </a:cubicBezTo>
                <a:cubicBezTo>
                  <a:pt x="380152" y="112084"/>
                  <a:pt x="385169" y="114592"/>
                  <a:pt x="391092" y="114592"/>
                </a:cubicBezTo>
                <a:cubicBezTo>
                  <a:pt x="394658" y="114653"/>
                  <a:pt x="397951" y="113625"/>
                  <a:pt x="400973" y="111510"/>
                </a:cubicBezTo>
                <a:cubicBezTo>
                  <a:pt x="403935" y="109516"/>
                  <a:pt x="407108" y="105889"/>
                  <a:pt x="410493" y="100631"/>
                </a:cubicBezTo>
                <a:lnTo>
                  <a:pt x="413575" y="102626"/>
                </a:lnTo>
                <a:cubicBezTo>
                  <a:pt x="408921" y="111994"/>
                  <a:pt x="403844" y="118612"/>
                  <a:pt x="398344" y="122480"/>
                </a:cubicBezTo>
                <a:cubicBezTo>
                  <a:pt x="392784" y="126408"/>
                  <a:pt x="386347" y="128373"/>
                  <a:pt x="379034" y="128373"/>
                </a:cubicBezTo>
                <a:cubicBezTo>
                  <a:pt x="366402" y="128433"/>
                  <a:pt x="356883" y="123598"/>
                  <a:pt x="350477" y="113867"/>
                </a:cubicBezTo>
                <a:cubicBezTo>
                  <a:pt x="345279" y="106071"/>
                  <a:pt x="342680" y="96400"/>
                  <a:pt x="342680" y="84856"/>
                </a:cubicBezTo>
                <a:cubicBezTo>
                  <a:pt x="342619" y="70774"/>
                  <a:pt x="346457" y="59502"/>
                  <a:pt x="354194" y="51041"/>
                </a:cubicBezTo>
                <a:cubicBezTo>
                  <a:pt x="361809" y="42700"/>
                  <a:pt x="370754" y="38530"/>
                  <a:pt x="381029" y="38530"/>
                </a:cubicBezTo>
                <a:cubicBezTo>
                  <a:pt x="389611" y="38590"/>
                  <a:pt x="397075" y="42096"/>
                  <a:pt x="403421" y="49046"/>
                </a:cubicBezTo>
                <a:cubicBezTo>
                  <a:pt x="409646" y="56118"/>
                  <a:pt x="413031" y="66574"/>
                  <a:pt x="413575" y="80414"/>
                </a:cubicBezTo>
                <a:moveTo>
                  <a:pt x="391273" y="74340"/>
                </a:moveTo>
                <a:cubicBezTo>
                  <a:pt x="391212" y="64670"/>
                  <a:pt x="390699" y="57991"/>
                  <a:pt x="389732" y="54304"/>
                </a:cubicBezTo>
                <a:cubicBezTo>
                  <a:pt x="388644" y="50739"/>
                  <a:pt x="386982" y="47989"/>
                  <a:pt x="384746" y="46055"/>
                </a:cubicBezTo>
                <a:cubicBezTo>
                  <a:pt x="383416" y="44967"/>
                  <a:pt x="381724" y="44423"/>
                  <a:pt x="379669" y="44423"/>
                </a:cubicBezTo>
                <a:cubicBezTo>
                  <a:pt x="376465" y="44423"/>
                  <a:pt x="373897" y="45964"/>
                  <a:pt x="371963" y="49046"/>
                </a:cubicBezTo>
                <a:cubicBezTo>
                  <a:pt x="368397" y="54486"/>
                  <a:pt x="366614" y="61859"/>
                  <a:pt x="366614" y="71167"/>
                </a:cubicBezTo>
                <a:lnTo>
                  <a:pt x="366614" y="74340"/>
                </a:lnTo>
                <a:lnTo>
                  <a:pt x="391273" y="74340"/>
                </a:lnTo>
                <a:close/>
                <a:moveTo>
                  <a:pt x="507413" y="2901"/>
                </a:moveTo>
                <a:lnTo>
                  <a:pt x="507413" y="100450"/>
                </a:lnTo>
                <a:cubicBezTo>
                  <a:pt x="507413" y="107098"/>
                  <a:pt x="507594" y="110996"/>
                  <a:pt x="507957" y="112145"/>
                </a:cubicBezTo>
                <a:cubicBezTo>
                  <a:pt x="508380" y="114139"/>
                  <a:pt x="509317" y="115620"/>
                  <a:pt x="510767" y="116587"/>
                </a:cubicBezTo>
                <a:cubicBezTo>
                  <a:pt x="512097" y="117614"/>
                  <a:pt x="514454" y="118219"/>
                  <a:pt x="517839" y="118400"/>
                </a:cubicBezTo>
                <a:lnTo>
                  <a:pt x="517839" y="121392"/>
                </a:lnTo>
                <a:lnTo>
                  <a:pt x="482029" y="128373"/>
                </a:lnTo>
                <a:lnTo>
                  <a:pt x="482029" y="114955"/>
                </a:lnTo>
                <a:cubicBezTo>
                  <a:pt x="477737" y="120153"/>
                  <a:pt x="473930" y="123689"/>
                  <a:pt x="470606" y="125562"/>
                </a:cubicBezTo>
                <a:cubicBezTo>
                  <a:pt x="467221" y="127496"/>
                  <a:pt x="463413" y="128433"/>
                  <a:pt x="459183" y="128373"/>
                </a:cubicBezTo>
                <a:cubicBezTo>
                  <a:pt x="448304" y="128433"/>
                  <a:pt x="439751" y="123598"/>
                  <a:pt x="433526" y="113867"/>
                </a:cubicBezTo>
                <a:cubicBezTo>
                  <a:pt x="428449" y="106010"/>
                  <a:pt x="425911" y="96370"/>
                  <a:pt x="425911" y="84947"/>
                </a:cubicBezTo>
                <a:cubicBezTo>
                  <a:pt x="425850" y="75821"/>
                  <a:pt x="427422" y="67631"/>
                  <a:pt x="430625" y="60379"/>
                </a:cubicBezTo>
                <a:cubicBezTo>
                  <a:pt x="433708" y="53247"/>
                  <a:pt x="438029" y="47807"/>
                  <a:pt x="443589" y="44060"/>
                </a:cubicBezTo>
                <a:cubicBezTo>
                  <a:pt x="449029" y="40373"/>
                  <a:pt x="454891" y="38530"/>
                  <a:pt x="461177" y="38530"/>
                </a:cubicBezTo>
                <a:cubicBezTo>
                  <a:pt x="465166" y="38590"/>
                  <a:pt x="468762" y="39376"/>
                  <a:pt x="471965" y="40887"/>
                </a:cubicBezTo>
                <a:cubicBezTo>
                  <a:pt x="475108" y="42519"/>
                  <a:pt x="478463" y="45269"/>
                  <a:pt x="482029" y="49137"/>
                </a:cubicBezTo>
                <a:lnTo>
                  <a:pt x="482029" y="23571"/>
                </a:lnTo>
                <a:cubicBezTo>
                  <a:pt x="482029" y="17165"/>
                  <a:pt x="481757" y="13266"/>
                  <a:pt x="481213" y="11876"/>
                </a:cubicBezTo>
                <a:cubicBezTo>
                  <a:pt x="480487" y="10184"/>
                  <a:pt x="479399" y="8885"/>
                  <a:pt x="477949" y="7978"/>
                </a:cubicBezTo>
                <a:cubicBezTo>
                  <a:pt x="476498" y="7192"/>
                  <a:pt x="473779" y="6769"/>
                  <a:pt x="469790" y="6709"/>
                </a:cubicBezTo>
                <a:lnTo>
                  <a:pt x="469790" y="2901"/>
                </a:lnTo>
                <a:lnTo>
                  <a:pt x="507413" y="2901"/>
                </a:lnTo>
                <a:moveTo>
                  <a:pt x="482029" y="60379"/>
                </a:moveTo>
                <a:cubicBezTo>
                  <a:pt x="477496" y="51796"/>
                  <a:pt x="472026" y="47505"/>
                  <a:pt x="465619" y="47505"/>
                </a:cubicBezTo>
                <a:cubicBezTo>
                  <a:pt x="463323" y="47566"/>
                  <a:pt x="461479" y="48170"/>
                  <a:pt x="460089" y="49318"/>
                </a:cubicBezTo>
                <a:cubicBezTo>
                  <a:pt x="457792" y="51252"/>
                  <a:pt x="455979" y="54546"/>
                  <a:pt x="454650" y="59200"/>
                </a:cubicBezTo>
                <a:cubicBezTo>
                  <a:pt x="453199" y="63975"/>
                  <a:pt x="452474" y="71197"/>
                  <a:pt x="452474" y="80867"/>
                </a:cubicBezTo>
                <a:cubicBezTo>
                  <a:pt x="452474" y="91565"/>
                  <a:pt x="453260" y="99483"/>
                  <a:pt x="454831" y="104620"/>
                </a:cubicBezTo>
                <a:cubicBezTo>
                  <a:pt x="456342" y="109818"/>
                  <a:pt x="458488" y="113535"/>
                  <a:pt x="461268" y="115771"/>
                </a:cubicBezTo>
                <a:cubicBezTo>
                  <a:pt x="462597" y="116980"/>
                  <a:pt x="464501" y="117554"/>
                  <a:pt x="466979" y="117494"/>
                </a:cubicBezTo>
                <a:cubicBezTo>
                  <a:pt x="472298" y="117494"/>
                  <a:pt x="477314" y="113323"/>
                  <a:pt x="482029" y="104983"/>
                </a:cubicBezTo>
                <a:lnTo>
                  <a:pt x="482029" y="6037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Result">
            <a:extLst xmlns:a="http://schemas.openxmlformats.org/drawingml/2006/main">
              <a:ext uri="{FF2B5EF4-FFF2-40B4-BE49-F238E27FC236}">
                <a16:creationId xmlns:a16="http://schemas.microsoft.com/office/drawing/2014/main" id="{FF233061-B804-4F9A-96B5-F1E83B9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812" y="1188890"/>
            <a:ext cx="498335" cy="125532"/>
          </a:xfrm>
          <a:custGeom xmlns:a="http://schemas.openxmlformats.org/drawingml/2006/main">
            <a:pathLst>
              <a:path w="498335" h="125532">
                <a:moveTo>
                  <a:pt x="45873" y="66906"/>
                </a:moveTo>
                <a:lnTo>
                  <a:pt x="45873" y="101356"/>
                </a:lnTo>
                <a:cubicBezTo>
                  <a:pt x="45873" y="108005"/>
                  <a:pt x="46296" y="112175"/>
                  <a:pt x="47142" y="113867"/>
                </a:cubicBezTo>
                <a:cubicBezTo>
                  <a:pt x="47868" y="115680"/>
                  <a:pt x="49288" y="117070"/>
                  <a:pt x="51403" y="118037"/>
                </a:cubicBezTo>
                <a:cubicBezTo>
                  <a:pt x="53458" y="119065"/>
                  <a:pt x="57296" y="119579"/>
                  <a:pt x="62917" y="119579"/>
                </a:cubicBezTo>
                <a:lnTo>
                  <a:pt x="62917" y="122933"/>
                </a:lnTo>
                <a:lnTo>
                  <a:pt x="0" y="122933"/>
                </a:lnTo>
                <a:lnTo>
                  <a:pt x="0" y="119579"/>
                </a:lnTo>
                <a:cubicBezTo>
                  <a:pt x="5621" y="119579"/>
                  <a:pt x="9489" y="119035"/>
                  <a:pt x="11604" y="117947"/>
                </a:cubicBezTo>
                <a:cubicBezTo>
                  <a:pt x="13599" y="116980"/>
                  <a:pt x="15019" y="115620"/>
                  <a:pt x="15865" y="113867"/>
                </a:cubicBezTo>
                <a:cubicBezTo>
                  <a:pt x="16651" y="112175"/>
                  <a:pt x="17044" y="108005"/>
                  <a:pt x="17044" y="101356"/>
                </a:cubicBezTo>
                <a:lnTo>
                  <a:pt x="17044" y="21577"/>
                </a:lnTo>
                <a:cubicBezTo>
                  <a:pt x="17044" y="14989"/>
                  <a:pt x="16651" y="10788"/>
                  <a:pt x="15865" y="8975"/>
                </a:cubicBezTo>
                <a:cubicBezTo>
                  <a:pt x="15019" y="7283"/>
                  <a:pt x="13569" y="5923"/>
                  <a:pt x="11514" y="4896"/>
                </a:cubicBezTo>
                <a:cubicBezTo>
                  <a:pt x="9398" y="3929"/>
                  <a:pt x="5560" y="3415"/>
                  <a:pt x="0" y="3354"/>
                </a:cubicBezTo>
                <a:lnTo>
                  <a:pt x="0" y="0"/>
                </a:lnTo>
                <a:lnTo>
                  <a:pt x="57115" y="0"/>
                </a:lnTo>
                <a:cubicBezTo>
                  <a:pt x="71983" y="0"/>
                  <a:pt x="82862" y="1027"/>
                  <a:pt x="89752" y="3082"/>
                </a:cubicBezTo>
                <a:cubicBezTo>
                  <a:pt x="96642" y="5198"/>
                  <a:pt x="102263" y="8975"/>
                  <a:pt x="106614" y="14415"/>
                </a:cubicBezTo>
                <a:cubicBezTo>
                  <a:pt x="110966" y="19975"/>
                  <a:pt x="113142" y="26472"/>
                  <a:pt x="113142" y="33906"/>
                </a:cubicBezTo>
                <a:cubicBezTo>
                  <a:pt x="113142" y="43033"/>
                  <a:pt x="109878" y="50527"/>
                  <a:pt x="103351" y="56390"/>
                </a:cubicBezTo>
                <a:cubicBezTo>
                  <a:pt x="99180" y="60137"/>
                  <a:pt x="93348" y="62947"/>
                  <a:pt x="85854" y="64821"/>
                </a:cubicBezTo>
                <a:lnTo>
                  <a:pt x="115408" y="106433"/>
                </a:lnTo>
                <a:cubicBezTo>
                  <a:pt x="119276" y="111812"/>
                  <a:pt x="122026" y="115167"/>
                  <a:pt x="123658" y="116496"/>
                </a:cubicBezTo>
                <a:cubicBezTo>
                  <a:pt x="126076" y="118430"/>
                  <a:pt x="128947" y="119458"/>
                  <a:pt x="132271" y="119579"/>
                </a:cubicBezTo>
                <a:lnTo>
                  <a:pt x="132271" y="122933"/>
                </a:lnTo>
                <a:lnTo>
                  <a:pt x="93560" y="122933"/>
                </a:lnTo>
                <a:lnTo>
                  <a:pt x="53942" y="66906"/>
                </a:lnTo>
                <a:lnTo>
                  <a:pt x="45873" y="66906"/>
                </a:lnTo>
                <a:moveTo>
                  <a:pt x="45873" y="6618"/>
                </a:moveTo>
                <a:lnTo>
                  <a:pt x="45873" y="60469"/>
                </a:lnTo>
                <a:lnTo>
                  <a:pt x="51041" y="60469"/>
                </a:lnTo>
                <a:cubicBezTo>
                  <a:pt x="59442" y="60469"/>
                  <a:pt x="65727" y="59684"/>
                  <a:pt x="69898" y="58112"/>
                </a:cubicBezTo>
                <a:cubicBezTo>
                  <a:pt x="74008" y="56662"/>
                  <a:pt x="77302" y="53881"/>
                  <a:pt x="79780" y="49772"/>
                </a:cubicBezTo>
                <a:cubicBezTo>
                  <a:pt x="82137" y="45783"/>
                  <a:pt x="83315" y="40555"/>
                  <a:pt x="83315" y="34088"/>
                </a:cubicBezTo>
                <a:cubicBezTo>
                  <a:pt x="83315" y="24780"/>
                  <a:pt x="81139" y="17860"/>
                  <a:pt x="76788" y="13327"/>
                </a:cubicBezTo>
                <a:cubicBezTo>
                  <a:pt x="72315" y="8915"/>
                  <a:pt x="65244" y="6679"/>
                  <a:pt x="55574" y="6618"/>
                </a:cubicBezTo>
                <a:lnTo>
                  <a:pt x="45873" y="6618"/>
                </a:lnTo>
                <a:close/>
                <a:moveTo>
                  <a:pt x="209153" y="77513"/>
                </a:moveTo>
                <a:lnTo>
                  <a:pt x="162645" y="77513"/>
                </a:lnTo>
                <a:cubicBezTo>
                  <a:pt x="163189" y="88755"/>
                  <a:pt x="166181" y="97639"/>
                  <a:pt x="171620" y="104167"/>
                </a:cubicBezTo>
                <a:cubicBezTo>
                  <a:pt x="175730" y="109183"/>
                  <a:pt x="180747" y="111691"/>
                  <a:pt x="186670" y="111691"/>
                </a:cubicBezTo>
                <a:cubicBezTo>
                  <a:pt x="190235" y="111752"/>
                  <a:pt x="193529" y="110724"/>
                  <a:pt x="196551" y="108609"/>
                </a:cubicBezTo>
                <a:cubicBezTo>
                  <a:pt x="199513" y="106614"/>
                  <a:pt x="202686" y="102988"/>
                  <a:pt x="206071" y="97730"/>
                </a:cubicBezTo>
                <a:lnTo>
                  <a:pt x="209153" y="99724"/>
                </a:lnTo>
                <a:cubicBezTo>
                  <a:pt x="204499" y="109092"/>
                  <a:pt x="199422" y="115711"/>
                  <a:pt x="193922" y="119579"/>
                </a:cubicBezTo>
                <a:cubicBezTo>
                  <a:pt x="188362" y="123507"/>
                  <a:pt x="181925" y="125471"/>
                  <a:pt x="174612" y="125471"/>
                </a:cubicBezTo>
                <a:cubicBezTo>
                  <a:pt x="161980" y="125532"/>
                  <a:pt x="152461" y="120697"/>
                  <a:pt x="146055" y="110966"/>
                </a:cubicBezTo>
                <a:cubicBezTo>
                  <a:pt x="140857" y="103169"/>
                  <a:pt x="138258" y="93499"/>
                  <a:pt x="138258" y="81955"/>
                </a:cubicBezTo>
                <a:cubicBezTo>
                  <a:pt x="138197" y="67873"/>
                  <a:pt x="142035" y="56601"/>
                  <a:pt x="149772" y="48140"/>
                </a:cubicBezTo>
                <a:cubicBezTo>
                  <a:pt x="157387" y="39799"/>
                  <a:pt x="166332" y="35629"/>
                  <a:pt x="176606" y="35629"/>
                </a:cubicBezTo>
                <a:cubicBezTo>
                  <a:pt x="185189" y="35689"/>
                  <a:pt x="192653" y="39195"/>
                  <a:pt x="198999" y="46145"/>
                </a:cubicBezTo>
                <a:cubicBezTo>
                  <a:pt x="205224" y="53217"/>
                  <a:pt x="208609" y="63673"/>
                  <a:pt x="209153" y="77513"/>
                </a:cubicBezTo>
                <a:moveTo>
                  <a:pt x="186851" y="71439"/>
                </a:moveTo>
                <a:cubicBezTo>
                  <a:pt x="186790" y="61769"/>
                  <a:pt x="186277" y="55090"/>
                  <a:pt x="185310" y="51403"/>
                </a:cubicBezTo>
                <a:cubicBezTo>
                  <a:pt x="184222" y="47838"/>
                  <a:pt x="182560" y="45088"/>
                  <a:pt x="180323" y="43153"/>
                </a:cubicBezTo>
                <a:cubicBezTo>
                  <a:pt x="178994" y="42066"/>
                  <a:pt x="177302" y="41522"/>
                  <a:pt x="175247" y="41522"/>
                </a:cubicBezTo>
                <a:cubicBezTo>
                  <a:pt x="172043" y="41522"/>
                  <a:pt x="169475" y="43063"/>
                  <a:pt x="167541" y="46145"/>
                </a:cubicBezTo>
                <a:cubicBezTo>
                  <a:pt x="163975" y="51585"/>
                  <a:pt x="162192" y="58958"/>
                  <a:pt x="162192" y="68266"/>
                </a:cubicBezTo>
                <a:lnTo>
                  <a:pt x="162192" y="71439"/>
                </a:lnTo>
                <a:lnTo>
                  <a:pt x="186851" y="71439"/>
                </a:lnTo>
                <a:close/>
                <a:moveTo>
                  <a:pt x="274071" y="35810"/>
                </a:moveTo>
                <a:lnTo>
                  <a:pt x="275431" y="64730"/>
                </a:lnTo>
                <a:lnTo>
                  <a:pt x="272348" y="64730"/>
                </a:lnTo>
                <a:cubicBezTo>
                  <a:pt x="268601" y="56208"/>
                  <a:pt x="264793" y="50346"/>
                  <a:pt x="260925" y="47142"/>
                </a:cubicBezTo>
                <a:cubicBezTo>
                  <a:pt x="256876" y="44000"/>
                  <a:pt x="252917" y="42428"/>
                  <a:pt x="249049" y="42428"/>
                </a:cubicBezTo>
                <a:cubicBezTo>
                  <a:pt x="246511" y="42428"/>
                  <a:pt x="244395" y="43244"/>
                  <a:pt x="242703" y="44876"/>
                </a:cubicBezTo>
                <a:cubicBezTo>
                  <a:pt x="240950" y="46629"/>
                  <a:pt x="240074" y="48563"/>
                  <a:pt x="240074" y="50678"/>
                </a:cubicBezTo>
                <a:cubicBezTo>
                  <a:pt x="240074" y="52310"/>
                  <a:pt x="240678" y="53881"/>
                  <a:pt x="241887" y="55392"/>
                </a:cubicBezTo>
                <a:cubicBezTo>
                  <a:pt x="243761" y="57870"/>
                  <a:pt x="249170" y="62101"/>
                  <a:pt x="258115" y="68085"/>
                </a:cubicBezTo>
                <a:cubicBezTo>
                  <a:pt x="266999" y="74189"/>
                  <a:pt x="272862" y="79296"/>
                  <a:pt x="275703" y="83406"/>
                </a:cubicBezTo>
                <a:cubicBezTo>
                  <a:pt x="278483" y="87697"/>
                  <a:pt x="279873" y="92411"/>
                  <a:pt x="279873" y="97549"/>
                </a:cubicBezTo>
                <a:cubicBezTo>
                  <a:pt x="279873" y="102263"/>
                  <a:pt x="278694" y="106886"/>
                  <a:pt x="276337" y="111419"/>
                </a:cubicBezTo>
                <a:cubicBezTo>
                  <a:pt x="273920" y="115952"/>
                  <a:pt x="270596" y="119428"/>
                  <a:pt x="266365" y="121845"/>
                </a:cubicBezTo>
                <a:cubicBezTo>
                  <a:pt x="262013" y="124323"/>
                  <a:pt x="257269" y="125532"/>
                  <a:pt x="252131" y="125471"/>
                </a:cubicBezTo>
                <a:cubicBezTo>
                  <a:pt x="248022" y="125471"/>
                  <a:pt x="242612" y="124202"/>
                  <a:pt x="235904" y="121664"/>
                </a:cubicBezTo>
                <a:cubicBezTo>
                  <a:pt x="234030" y="121059"/>
                  <a:pt x="232791" y="120727"/>
                  <a:pt x="232187" y="120667"/>
                </a:cubicBezTo>
                <a:cubicBezTo>
                  <a:pt x="230192" y="120727"/>
                  <a:pt x="228530" y="122238"/>
                  <a:pt x="227200" y="125200"/>
                </a:cubicBezTo>
                <a:lnTo>
                  <a:pt x="224209" y="125200"/>
                </a:lnTo>
                <a:lnTo>
                  <a:pt x="222758" y="94738"/>
                </a:lnTo>
                <a:lnTo>
                  <a:pt x="225840" y="94738"/>
                </a:lnTo>
                <a:cubicBezTo>
                  <a:pt x="228500" y="102716"/>
                  <a:pt x="232247" y="108700"/>
                  <a:pt x="237082" y="112689"/>
                </a:cubicBezTo>
                <a:cubicBezTo>
                  <a:pt x="241736" y="116678"/>
                  <a:pt x="246208" y="118672"/>
                  <a:pt x="250500" y="118672"/>
                </a:cubicBezTo>
                <a:cubicBezTo>
                  <a:pt x="253340" y="118672"/>
                  <a:pt x="255728" y="117766"/>
                  <a:pt x="257662" y="115952"/>
                </a:cubicBezTo>
                <a:cubicBezTo>
                  <a:pt x="259475" y="114260"/>
                  <a:pt x="260381" y="112114"/>
                  <a:pt x="260381" y="109516"/>
                </a:cubicBezTo>
                <a:cubicBezTo>
                  <a:pt x="260381" y="106614"/>
                  <a:pt x="259475" y="104106"/>
                  <a:pt x="257662" y="101991"/>
                </a:cubicBezTo>
                <a:cubicBezTo>
                  <a:pt x="255788" y="99936"/>
                  <a:pt x="251739" y="96733"/>
                  <a:pt x="245513" y="92381"/>
                </a:cubicBezTo>
                <a:cubicBezTo>
                  <a:pt x="236266" y="85975"/>
                  <a:pt x="230283" y="81079"/>
                  <a:pt x="227563" y="77694"/>
                </a:cubicBezTo>
                <a:cubicBezTo>
                  <a:pt x="223574" y="72738"/>
                  <a:pt x="221580" y="67269"/>
                  <a:pt x="221580" y="61285"/>
                </a:cubicBezTo>
                <a:cubicBezTo>
                  <a:pt x="221580" y="54818"/>
                  <a:pt x="223846" y="48895"/>
                  <a:pt x="228379" y="43516"/>
                </a:cubicBezTo>
                <a:cubicBezTo>
                  <a:pt x="232791" y="38258"/>
                  <a:pt x="239288" y="35629"/>
                  <a:pt x="247871" y="35629"/>
                </a:cubicBezTo>
                <a:cubicBezTo>
                  <a:pt x="252464" y="35629"/>
                  <a:pt x="256906" y="36747"/>
                  <a:pt x="261197" y="38983"/>
                </a:cubicBezTo>
                <a:cubicBezTo>
                  <a:pt x="262829" y="39890"/>
                  <a:pt x="264159" y="40343"/>
                  <a:pt x="265186" y="40343"/>
                </a:cubicBezTo>
                <a:cubicBezTo>
                  <a:pt x="266274" y="40343"/>
                  <a:pt x="267151" y="40101"/>
                  <a:pt x="267815" y="39618"/>
                </a:cubicBezTo>
                <a:cubicBezTo>
                  <a:pt x="268420" y="39195"/>
                  <a:pt x="269477" y="37926"/>
                  <a:pt x="270988" y="35810"/>
                </a:cubicBezTo>
                <a:lnTo>
                  <a:pt x="274071" y="35810"/>
                </a:lnTo>
                <a:close/>
                <a:moveTo>
                  <a:pt x="372782" y="38167"/>
                </a:moveTo>
                <a:lnTo>
                  <a:pt x="372782" y="104529"/>
                </a:lnTo>
                <a:cubicBezTo>
                  <a:pt x="372782" y="111057"/>
                  <a:pt x="373387" y="115076"/>
                  <a:pt x="374595" y="116587"/>
                </a:cubicBezTo>
                <a:cubicBezTo>
                  <a:pt x="375744" y="118219"/>
                  <a:pt x="378192" y="119246"/>
                  <a:pt x="381939" y="119669"/>
                </a:cubicBezTo>
                <a:lnTo>
                  <a:pt x="381939" y="122933"/>
                </a:lnTo>
                <a:lnTo>
                  <a:pt x="347398" y="122933"/>
                </a:lnTo>
                <a:lnTo>
                  <a:pt x="347398" y="111601"/>
                </a:lnTo>
                <a:cubicBezTo>
                  <a:pt x="343288" y="116436"/>
                  <a:pt x="339239" y="119941"/>
                  <a:pt x="335250" y="122117"/>
                </a:cubicBezTo>
                <a:cubicBezTo>
                  <a:pt x="331140" y="124414"/>
                  <a:pt x="326607" y="125532"/>
                  <a:pt x="321651" y="125471"/>
                </a:cubicBezTo>
                <a:cubicBezTo>
                  <a:pt x="316816" y="125532"/>
                  <a:pt x="312585" y="124051"/>
                  <a:pt x="308959" y="121029"/>
                </a:cubicBezTo>
                <a:cubicBezTo>
                  <a:pt x="305211" y="118128"/>
                  <a:pt x="302703" y="114713"/>
                  <a:pt x="301434" y="110785"/>
                </a:cubicBezTo>
                <a:cubicBezTo>
                  <a:pt x="300165" y="106917"/>
                  <a:pt x="299530" y="100057"/>
                  <a:pt x="299530" y="90205"/>
                </a:cubicBezTo>
                <a:lnTo>
                  <a:pt x="299530" y="56571"/>
                </a:lnTo>
                <a:cubicBezTo>
                  <a:pt x="299530" y="50164"/>
                  <a:pt x="298956" y="46175"/>
                  <a:pt x="297808" y="44604"/>
                </a:cubicBezTo>
                <a:cubicBezTo>
                  <a:pt x="296538" y="43093"/>
                  <a:pt x="294060" y="42066"/>
                  <a:pt x="290374" y="41522"/>
                </a:cubicBezTo>
                <a:lnTo>
                  <a:pt x="290374" y="38167"/>
                </a:lnTo>
                <a:lnTo>
                  <a:pt x="324915" y="38167"/>
                </a:lnTo>
                <a:lnTo>
                  <a:pt x="324915" y="96098"/>
                </a:lnTo>
                <a:cubicBezTo>
                  <a:pt x="324854" y="102202"/>
                  <a:pt x="325156" y="106101"/>
                  <a:pt x="325821" y="107793"/>
                </a:cubicBezTo>
                <a:cubicBezTo>
                  <a:pt x="326365" y="109546"/>
                  <a:pt x="327272" y="110875"/>
                  <a:pt x="328541" y="111782"/>
                </a:cubicBezTo>
                <a:cubicBezTo>
                  <a:pt x="329689" y="112689"/>
                  <a:pt x="331110" y="113142"/>
                  <a:pt x="332802" y="113142"/>
                </a:cubicBezTo>
                <a:cubicBezTo>
                  <a:pt x="334978" y="113202"/>
                  <a:pt x="336942" y="112628"/>
                  <a:pt x="338695" y="111419"/>
                </a:cubicBezTo>
                <a:cubicBezTo>
                  <a:pt x="341112" y="109908"/>
                  <a:pt x="344013" y="106735"/>
                  <a:pt x="347398" y="101900"/>
                </a:cubicBezTo>
                <a:lnTo>
                  <a:pt x="347398" y="56571"/>
                </a:lnTo>
                <a:cubicBezTo>
                  <a:pt x="347398" y="50164"/>
                  <a:pt x="346824" y="46175"/>
                  <a:pt x="345675" y="44604"/>
                </a:cubicBezTo>
                <a:cubicBezTo>
                  <a:pt x="344406" y="43093"/>
                  <a:pt x="341928" y="42066"/>
                  <a:pt x="338241" y="41522"/>
                </a:cubicBezTo>
                <a:lnTo>
                  <a:pt x="338241" y="38167"/>
                </a:lnTo>
                <a:lnTo>
                  <a:pt x="372782" y="38167"/>
                </a:lnTo>
                <a:close/>
                <a:moveTo>
                  <a:pt x="426536" y="0"/>
                </a:moveTo>
                <a:lnTo>
                  <a:pt x="426536" y="105345"/>
                </a:lnTo>
                <a:cubicBezTo>
                  <a:pt x="426536" y="111329"/>
                  <a:pt x="427231" y="115136"/>
                  <a:pt x="428621" y="116768"/>
                </a:cubicBezTo>
                <a:cubicBezTo>
                  <a:pt x="429951" y="118521"/>
                  <a:pt x="432671" y="119488"/>
                  <a:pt x="436781" y="119669"/>
                </a:cubicBezTo>
                <a:lnTo>
                  <a:pt x="436781" y="122933"/>
                </a:lnTo>
                <a:lnTo>
                  <a:pt x="390998" y="122933"/>
                </a:lnTo>
                <a:lnTo>
                  <a:pt x="390998" y="119669"/>
                </a:lnTo>
                <a:cubicBezTo>
                  <a:pt x="394685" y="119609"/>
                  <a:pt x="397465" y="118521"/>
                  <a:pt x="399339" y="116406"/>
                </a:cubicBezTo>
                <a:cubicBezTo>
                  <a:pt x="400487" y="115076"/>
                  <a:pt x="401091" y="111389"/>
                  <a:pt x="401152" y="105345"/>
                </a:cubicBezTo>
                <a:lnTo>
                  <a:pt x="401152" y="17588"/>
                </a:lnTo>
                <a:cubicBezTo>
                  <a:pt x="401091" y="11725"/>
                  <a:pt x="400396" y="7918"/>
                  <a:pt x="399067" y="6165"/>
                </a:cubicBezTo>
                <a:cubicBezTo>
                  <a:pt x="397677" y="4593"/>
                  <a:pt x="394987" y="3657"/>
                  <a:pt x="390998" y="3354"/>
                </a:cubicBezTo>
                <a:lnTo>
                  <a:pt x="390998" y="0"/>
                </a:lnTo>
                <a:lnTo>
                  <a:pt x="426536" y="0"/>
                </a:lnTo>
                <a:close/>
                <a:moveTo>
                  <a:pt x="478209" y="7162"/>
                </a:moveTo>
                <a:lnTo>
                  <a:pt x="478209" y="38167"/>
                </a:lnTo>
                <a:lnTo>
                  <a:pt x="498335" y="38167"/>
                </a:lnTo>
                <a:lnTo>
                  <a:pt x="498335" y="47142"/>
                </a:lnTo>
                <a:lnTo>
                  <a:pt x="478209" y="47142"/>
                </a:lnTo>
                <a:lnTo>
                  <a:pt x="478209" y="99452"/>
                </a:lnTo>
                <a:cubicBezTo>
                  <a:pt x="478209" y="104408"/>
                  <a:pt x="478450" y="107551"/>
                  <a:pt x="478934" y="108881"/>
                </a:cubicBezTo>
                <a:cubicBezTo>
                  <a:pt x="479296" y="110392"/>
                  <a:pt x="480082" y="111540"/>
                  <a:pt x="481291" y="112326"/>
                </a:cubicBezTo>
                <a:cubicBezTo>
                  <a:pt x="482379" y="113233"/>
                  <a:pt x="483437" y="113686"/>
                  <a:pt x="484464" y="113686"/>
                </a:cubicBezTo>
                <a:cubicBezTo>
                  <a:pt x="488332" y="113686"/>
                  <a:pt x="492049" y="110694"/>
                  <a:pt x="495615" y="104711"/>
                </a:cubicBezTo>
                <a:lnTo>
                  <a:pt x="498335" y="106705"/>
                </a:lnTo>
                <a:cubicBezTo>
                  <a:pt x="493379" y="118309"/>
                  <a:pt x="485431" y="124112"/>
                  <a:pt x="474492" y="124112"/>
                </a:cubicBezTo>
                <a:cubicBezTo>
                  <a:pt x="469112" y="124112"/>
                  <a:pt x="464580" y="122601"/>
                  <a:pt x="460893" y="119579"/>
                </a:cubicBezTo>
                <a:cubicBezTo>
                  <a:pt x="457085" y="116678"/>
                  <a:pt x="454698" y="113353"/>
                  <a:pt x="453731" y="109606"/>
                </a:cubicBezTo>
                <a:cubicBezTo>
                  <a:pt x="453066" y="107551"/>
                  <a:pt x="452764" y="101991"/>
                  <a:pt x="452824" y="92925"/>
                </a:cubicBezTo>
                <a:lnTo>
                  <a:pt x="452824" y="47142"/>
                </a:lnTo>
                <a:lnTo>
                  <a:pt x="441764" y="47142"/>
                </a:lnTo>
                <a:lnTo>
                  <a:pt x="441764" y="43969"/>
                </a:lnTo>
                <a:cubicBezTo>
                  <a:pt x="449379" y="38651"/>
                  <a:pt x="455876" y="33000"/>
                  <a:pt x="461255" y="27016"/>
                </a:cubicBezTo>
                <a:cubicBezTo>
                  <a:pt x="466574" y="21154"/>
                  <a:pt x="471228" y="14536"/>
                  <a:pt x="475217" y="7162"/>
                </a:cubicBezTo>
                <a:lnTo>
                  <a:pt x="478209" y="716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33920-139D-4DAA-AC14-6FABFEDB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126" y="885323"/>
            <a:ext cx="411704" cy="411704"/>
          </a:xfrm>
          <a:custGeom xmlns:a="http://schemas.openxmlformats.org/drawingml/2006/main">
            <a:pathLst>
              <a:path w="411704" h="411704">
                <a:moveTo>
                  <a:pt x="205852" y="0"/>
                </a:moveTo>
                <a:cubicBezTo>
                  <a:pt x="319544" y="0"/>
                  <a:pt x="411704" y="92160"/>
                  <a:pt x="411704" y="205852"/>
                </a:cubicBezTo>
                <a:cubicBezTo>
                  <a:pt x="411704" y="319544"/>
                  <a:pt x="319544" y="411704"/>
                  <a:pt x="205852" y="411704"/>
                </a:cubicBezTo>
                <a:cubicBezTo>
                  <a:pt x="92160" y="411704"/>
                  <a:pt x="0" y="319544"/>
                  <a:pt x="0" y="205852"/>
                </a:cubicBezTo>
                <a:cubicBezTo>
                  <a:pt x="0" y="92160"/>
                  <a:pt x="92160" y="0"/>
                  <a:pt x="205852" y="0"/>
                </a:cubicBezTo>
                <a:close/>
                <a:moveTo>
                  <a:pt x="205852" y="41170"/>
                </a:moveTo>
                <a:cubicBezTo>
                  <a:pt x="114900" y="41170"/>
                  <a:pt x="41170" y="114901"/>
                  <a:pt x="41170" y="205852"/>
                </a:cubicBezTo>
                <a:cubicBezTo>
                  <a:pt x="41170" y="296804"/>
                  <a:pt x="114900" y="370534"/>
                  <a:pt x="205852" y="370534"/>
                </a:cubicBezTo>
                <a:cubicBezTo>
                  <a:pt x="296804" y="370534"/>
                  <a:pt x="370533" y="296804"/>
                  <a:pt x="370533" y="205852"/>
                </a:cubicBezTo>
                <a:cubicBezTo>
                  <a:pt x="370533" y="114901"/>
                  <a:pt x="296804" y="41170"/>
                  <a:pt x="205852" y="41170"/>
                </a:cubicBezTo>
                <a:close/>
                <a:moveTo>
                  <a:pt x="131580" y="127814"/>
                </a:moveTo>
                <a:cubicBezTo>
                  <a:pt x="139723" y="121520"/>
                  <a:pt x="151275" y="122260"/>
                  <a:pt x="158547" y="129543"/>
                </a:cubicBezTo>
                <a:lnTo>
                  <a:pt x="205852" y="176910"/>
                </a:lnTo>
                <a:lnTo>
                  <a:pt x="253156" y="129543"/>
                </a:lnTo>
                <a:cubicBezTo>
                  <a:pt x="260429" y="122260"/>
                  <a:pt x="271980" y="121520"/>
                  <a:pt x="280123" y="127814"/>
                </a:cubicBezTo>
                <a:lnTo>
                  <a:pt x="282058" y="129523"/>
                </a:lnTo>
                <a:cubicBezTo>
                  <a:pt x="290058" y="137508"/>
                  <a:pt x="290068" y="150468"/>
                  <a:pt x="282080" y="158465"/>
                </a:cubicBezTo>
                <a:lnTo>
                  <a:pt x="234753" y="205852"/>
                </a:lnTo>
                <a:lnTo>
                  <a:pt x="282099" y="253260"/>
                </a:lnTo>
                <a:cubicBezTo>
                  <a:pt x="289381" y="260564"/>
                  <a:pt x="290095" y="272144"/>
                  <a:pt x="283767" y="280288"/>
                </a:cubicBezTo>
                <a:lnTo>
                  <a:pt x="282080" y="282203"/>
                </a:lnTo>
                <a:lnTo>
                  <a:pt x="280123" y="283911"/>
                </a:lnTo>
                <a:cubicBezTo>
                  <a:pt x="271986" y="290211"/>
                  <a:pt x="260434" y="289479"/>
                  <a:pt x="253156" y="282203"/>
                </a:cubicBezTo>
                <a:lnTo>
                  <a:pt x="205852" y="234816"/>
                </a:lnTo>
                <a:lnTo>
                  <a:pt x="158547" y="282224"/>
                </a:lnTo>
                <a:cubicBezTo>
                  <a:pt x="151270" y="289500"/>
                  <a:pt x="139718" y="290232"/>
                  <a:pt x="131580" y="283932"/>
                </a:cubicBezTo>
                <a:lnTo>
                  <a:pt x="129624" y="282224"/>
                </a:lnTo>
                <a:cubicBezTo>
                  <a:pt x="121630" y="274232"/>
                  <a:pt x="121630" y="261272"/>
                  <a:pt x="129624" y="253280"/>
                </a:cubicBezTo>
                <a:lnTo>
                  <a:pt x="176930" y="205873"/>
                </a:lnTo>
                <a:lnTo>
                  <a:pt x="129624" y="158465"/>
                </a:lnTo>
                <a:cubicBezTo>
                  <a:pt x="122348" y="151169"/>
                  <a:pt x="121625" y="139603"/>
                  <a:pt x="127937" y="131457"/>
                </a:cubicBezTo>
                <a:lnTo>
                  <a:pt x="129624" y="129523"/>
                </a:lnTo>
                <a:lnTo>
                  <a:pt x="129645" y="129523"/>
                </a:lnTo>
                <a:lnTo>
                  <a:pt x="131580" y="127814"/>
                </a:lnTo>
                <a:close/>
              </a:path>
            </a:pathLst>
          </a:custGeom>
          <a:solidFill xmlns:a="http://schemas.openxmlformats.org/drawingml/2006/main">
            <a:srgbClr val="E16E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C201A-CBC0-4D11-BCEB-977F711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644" y="692102"/>
            <a:ext cx="307314" cy="243290"/>
          </a:xfrm>
          <a:custGeom xmlns:a="http://schemas.openxmlformats.org/drawingml/2006/main">
            <a:pathLst>
              <a:path w="307314" h="243290">
                <a:moveTo>
                  <a:pt x="92194" y="243290"/>
                </a:moveTo>
                <a:lnTo>
                  <a:pt x="92194" y="109481"/>
                </a:lnTo>
                <a:lnTo>
                  <a:pt x="0" y="109481"/>
                </a:lnTo>
                <a:lnTo>
                  <a:pt x="153657" y="0"/>
                </a:lnTo>
                <a:lnTo>
                  <a:pt x="307314" y="109481"/>
                </a:lnTo>
                <a:lnTo>
                  <a:pt x="215120" y="109481"/>
                </a:lnTo>
                <a:lnTo>
                  <a:pt x="215120" y="243290"/>
                </a:lnTo>
                <a:lnTo>
                  <a:pt x="92194" y="243290"/>
                </a:lnTo>
                <a:close/>
              </a:path>
            </a:pathLst>
          </a:custGeom>
          <a:solidFill xmlns:a="http://schemas.openxmlformats.org/drawingml/2006/main">
            <a:srgbClr val="D8D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B5288-5AB2-4FFA-94CB-81C365D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644" y="692102"/>
            <a:ext cx="307314" cy="243290"/>
          </a:xfrm>
          <a:custGeom xmlns:a="http://schemas.openxmlformats.org/drawingml/2006/main">
            <a:pathLst>
              <a:path w="307314" h="243290" fill="none">
                <a:moveTo>
                  <a:pt x="92194" y="243290"/>
                </a:moveTo>
                <a:lnTo>
                  <a:pt x="92194" y="109481"/>
                </a:lnTo>
                <a:lnTo>
                  <a:pt x="0" y="109481"/>
                </a:lnTo>
                <a:lnTo>
                  <a:pt x="153657" y="0"/>
                </a:lnTo>
                <a:lnTo>
                  <a:pt x="307314" y="109481"/>
                </a:lnTo>
                <a:lnTo>
                  <a:pt x="215120" y="109481"/>
                </a:lnTo>
                <a:lnTo>
                  <a:pt x="215120" y="243290"/>
                </a:lnTo>
                <a:lnTo>
                  <a:pt x="92194" y="2432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flat">
            <a:solidFill>
              <a:srgbClr val="868686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DDF15-E9E3-470D-9B5E-3F33D24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45" y="702557"/>
            <a:ext cx="843935" cy="596042"/>
          </a:xfrm>
          <a:custGeom xmlns:a="http://schemas.openxmlformats.org/drawingml/2006/main">
            <a:pathLst>
              <a:path w="843935" h="596042" fill="none">
                <a:moveTo>
                  <a:pt x="0" y="0"/>
                </a:moveTo>
                <a:lnTo>
                  <a:pt x="697858" y="0"/>
                </a:lnTo>
                <a:lnTo>
                  <a:pt x="697858" y="596042"/>
                </a:lnTo>
                <a:lnTo>
                  <a:pt x="843935" y="596042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AB8A0-82A4-453A-9DF7-DB7F6F1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980" y="1260185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07508A-78AB-4A07-AE33-60DD56C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980" y="1260185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E48B8-A6EA-482C-A0A7-55B6956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45" y="1298599"/>
            <a:ext cx="843929" cy="529924"/>
          </a:xfrm>
          <a:custGeom xmlns:a="http://schemas.openxmlformats.org/drawingml/2006/main">
            <a:pathLst>
              <a:path w="843929" h="529924" fill="none">
                <a:moveTo>
                  <a:pt x="0" y="529924"/>
                </a:moveTo>
                <a:lnTo>
                  <a:pt x="697858" y="529924"/>
                </a:lnTo>
                <a:lnTo>
                  <a:pt x="697858" y="0"/>
                </a:lnTo>
                <a:lnTo>
                  <a:pt x="8439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84F63-1B05-45AA-9233-7A3C2B1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974" y="1260185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5E237-184B-4ABD-9814-C285721A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974" y="1260185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200" name="Text Budget">
            <a:extLst xmlns:a="http://schemas.openxmlformats.org/drawingml/2006/main">
              <a:ext uri="{FF2B5EF4-FFF2-40B4-BE49-F238E27FC236}">
                <a16:creationId xmlns:a16="http://schemas.microsoft.com/office/drawing/2014/main" id="{B8B86CDF-F01F-4800-9186-5467AE65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368" y="242255"/>
            <a:ext cx="568307" cy="163065"/>
          </a:xfrm>
          <a:custGeom xmlns:a="http://schemas.openxmlformats.org/drawingml/2006/main">
            <a:pathLst>
              <a:path w="568307" h="163065">
                <a:moveTo>
                  <a:pt x="78692" y="57750"/>
                </a:moveTo>
                <a:cubicBezTo>
                  <a:pt x="90356" y="60469"/>
                  <a:pt x="98546" y="63763"/>
                  <a:pt x="103260" y="67631"/>
                </a:cubicBezTo>
                <a:cubicBezTo>
                  <a:pt x="110029" y="73192"/>
                  <a:pt x="113414" y="80324"/>
                  <a:pt x="113414" y="89027"/>
                </a:cubicBezTo>
                <a:cubicBezTo>
                  <a:pt x="113414" y="98274"/>
                  <a:pt x="109697" y="105919"/>
                  <a:pt x="102263" y="111963"/>
                </a:cubicBezTo>
                <a:cubicBezTo>
                  <a:pt x="93076" y="119337"/>
                  <a:pt x="79810" y="122993"/>
                  <a:pt x="62464" y="122933"/>
                </a:cubicBezTo>
                <a:lnTo>
                  <a:pt x="0" y="122933"/>
                </a:lnTo>
                <a:lnTo>
                  <a:pt x="0" y="119579"/>
                </a:lnTo>
                <a:cubicBezTo>
                  <a:pt x="5621" y="119579"/>
                  <a:pt x="9489" y="119035"/>
                  <a:pt x="11604" y="117947"/>
                </a:cubicBezTo>
                <a:cubicBezTo>
                  <a:pt x="13599" y="116980"/>
                  <a:pt x="15019" y="115620"/>
                  <a:pt x="15865" y="113867"/>
                </a:cubicBezTo>
                <a:cubicBezTo>
                  <a:pt x="16651" y="112175"/>
                  <a:pt x="17044" y="108005"/>
                  <a:pt x="17044" y="101356"/>
                </a:cubicBezTo>
                <a:lnTo>
                  <a:pt x="17044" y="21577"/>
                </a:lnTo>
                <a:cubicBezTo>
                  <a:pt x="17044" y="14989"/>
                  <a:pt x="16651" y="10788"/>
                  <a:pt x="15865" y="8975"/>
                </a:cubicBezTo>
                <a:cubicBezTo>
                  <a:pt x="15019" y="7283"/>
                  <a:pt x="13569" y="5923"/>
                  <a:pt x="11514" y="4896"/>
                </a:cubicBezTo>
                <a:cubicBezTo>
                  <a:pt x="9398" y="3929"/>
                  <a:pt x="5560" y="3415"/>
                  <a:pt x="0" y="3354"/>
                </a:cubicBezTo>
                <a:lnTo>
                  <a:pt x="0" y="0"/>
                </a:lnTo>
                <a:lnTo>
                  <a:pt x="58928" y="0"/>
                </a:lnTo>
                <a:cubicBezTo>
                  <a:pt x="72950" y="60"/>
                  <a:pt x="82922" y="1299"/>
                  <a:pt x="88845" y="3717"/>
                </a:cubicBezTo>
                <a:cubicBezTo>
                  <a:pt x="94708" y="6255"/>
                  <a:pt x="99332" y="10003"/>
                  <a:pt x="102716" y="14959"/>
                </a:cubicBezTo>
                <a:cubicBezTo>
                  <a:pt x="106040" y="19975"/>
                  <a:pt x="107733" y="25294"/>
                  <a:pt x="107793" y="30915"/>
                </a:cubicBezTo>
                <a:cubicBezTo>
                  <a:pt x="107733" y="36838"/>
                  <a:pt x="105587" y="42096"/>
                  <a:pt x="101356" y="46689"/>
                </a:cubicBezTo>
                <a:cubicBezTo>
                  <a:pt x="97005" y="51343"/>
                  <a:pt x="89450" y="55030"/>
                  <a:pt x="78692" y="57750"/>
                </a:cubicBezTo>
                <a:moveTo>
                  <a:pt x="45692" y="55302"/>
                </a:moveTo>
                <a:cubicBezTo>
                  <a:pt x="54274" y="55302"/>
                  <a:pt x="60620" y="54335"/>
                  <a:pt x="64730" y="52401"/>
                </a:cubicBezTo>
                <a:cubicBezTo>
                  <a:pt x="68780" y="50527"/>
                  <a:pt x="71892" y="47807"/>
                  <a:pt x="74068" y="44241"/>
                </a:cubicBezTo>
                <a:cubicBezTo>
                  <a:pt x="76244" y="40736"/>
                  <a:pt x="77332" y="36263"/>
                  <a:pt x="77332" y="30824"/>
                </a:cubicBezTo>
                <a:cubicBezTo>
                  <a:pt x="77271" y="25445"/>
                  <a:pt x="76214" y="20972"/>
                  <a:pt x="74159" y="17406"/>
                </a:cubicBezTo>
                <a:cubicBezTo>
                  <a:pt x="71983" y="13961"/>
                  <a:pt x="68901" y="11332"/>
                  <a:pt x="64912" y="9519"/>
                </a:cubicBezTo>
                <a:cubicBezTo>
                  <a:pt x="60862" y="7706"/>
                  <a:pt x="54456" y="6830"/>
                  <a:pt x="45692" y="6890"/>
                </a:cubicBezTo>
                <a:lnTo>
                  <a:pt x="45692" y="55302"/>
                </a:lnTo>
                <a:moveTo>
                  <a:pt x="45692" y="62373"/>
                </a:moveTo>
                <a:lnTo>
                  <a:pt x="45692" y="101810"/>
                </a:lnTo>
                <a:lnTo>
                  <a:pt x="45601" y="106343"/>
                </a:lnTo>
                <a:cubicBezTo>
                  <a:pt x="45541" y="109606"/>
                  <a:pt x="46387" y="112054"/>
                  <a:pt x="48140" y="113686"/>
                </a:cubicBezTo>
                <a:cubicBezTo>
                  <a:pt x="49772" y="115439"/>
                  <a:pt x="52219" y="116285"/>
                  <a:pt x="55483" y="116224"/>
                </a:cubicBezTo>
                <a:cubicBezTo>
                  <a:pt x="60258" y="116224"/>
                  <a:pt x="64730" y="115136"/>
                  <a:pt x="68901" y="112961"/>
                </a:cubicBezTo>
                <a:cubicBezTo>
                  <a:pt x="72950" y="110906"/>
                  <a:pt x="76063" y="107793"/>
                  <a:pt x="78238" y="103623"/>
                </a:cubicBezTo>
                <a:cubicBezTo>
                  <a:pt x="80414" y="99573"/>
                  <a:pt x="81502" y="95040"/>
                  <a:pt x="81502" y="90024"/>
                </a:cubicBezTo>
                <a:cubicBezTo>
                  <a:pt x="81442" y="84343"/>
                  <a:pt x="80112" y="79175"/>
                  <a:pt x="77513" y="74521"/>
                </a:cubicBezTo>
                <a:cubicBezTo>
                  <a:pt x="74793" y="69988"/>
                  <a:pt x="71137" y="66815"/>
                  <a:pt x="66543" y="65002"/>
                </a:cubicBezTo>
                <a:cubicBezTo>
                  <a:pt x="61890" y="63189"/>
                  <a:pt x="54939" y="62313"/>
                  <a:pt x="45692" y="62373"/>
                </a:cubicBezTo>
                <a:close/>
                <a:moveTo>
                  <a:pt x="212270" y="38167"/>
                </a:moveTo>
                <a:lnTo>
                  <a:pt x="212270" y="104529"/>
                </a:lnTo>
                <a:cubicBezTo>
                  <a:pt x="212270" y="111057"/>
                  <a:pt x="212874" y="115076"/>
                  <a:pt x="214083" y="116587"/>
                </a:cubicBezTo>
                <a:cubicBezTo>
                  <a:pt x="215231" y="118219"/>
                  <a:pt x="217679" y="119246"/>
                  <a:pt x="221426" y="119669"/>
                </a:cubicBezTo>
                <a:lnTo>
                  <a:pt x="221426" y="122933"/>
                </a:lnTo>
                <a:lnTo>
                  <a:pt x="186885" y="122933"/>
                </a:lnTo>
                <a:lnTo>
                  <a:pt x="186885" y="111601"/>
                </a:lnTo>
                <a:cubicBezTo>
                  <a:pt x="182775" y="116436"/>
                  <a:pt x="178726" y="119941"/>
                  <a:pt x="174737" y="122117"/>
                </a:cubicBezTo>
                <a:cubicBezTo>
                  <a:pt x="170627" y="124414"/>
                  <a:pt x="166094" y="125532"/>
                  <a:pt x="161138" y="125471"/>
                </a:cubicBezTo>
                <a:cubicBezTo>
                  <a:pt x="156303" y="125532"/>
                  <a:pt x="152072" y="124051"/>
                  <a:pt x="148446" y="121029"/>
                </a:cubicBezTo>
                <a:cubicBezTo>
                  <a:pt x="144699" y="118128"/>
                  <a:pt x="142190" y="114713"/>
                  <a:pt x="140921" y="110785"/>
                </a:cubicBezTo>
                <a:cubicBezTo>
                  <a:pt x="139652" y="106917"/>
                  <a:pt x="139017" y="100057"/>
                  <a:pt x="139017" y="90205"/>
                </a:cubicBezTo>
                <a:lnTo>
                  <a:pt x="139017" y="56571"/>
                </a:lnTo>
                <a:cubicBezTo>
                  <a:pt x="139017" y="50164"/>
                  <a:pt x="138443" y="46175"/>
                  <a:pt x="137295" y="44604"/>
                </a:cubicBezTo>
                <a:cubicBezTo>
                  <a:pt x="136026" y="43093"/>
                  <a:pt x="133548" y="42066"/>
                  <a:pt x="129861" y="41522"/>
                </a:cubicBezTo>
                <a:lnTo>
                  <a:pt x="129861" y="38167"/>
                </a:lnTo>
                <a:lnTo>
                  <a:pt x="164402" y="38167"/>
                </a:lnTo>
                <a:lnTo>
                  <a:pt x="164402" y="96098"/>
                </a:lnTo>
                <a:cubicBezTo>
                  <a:pt x="164341" y="102202"/>
                  <a:pt x="164644" y="106101"/>
                  <a:pt x="165308" y="107793"/>
                </a:cubicBezTo>
                <a:cubicBezTo>
                  <a:pt x="165852" y="109546"/>
                  <a:pt x="166759" y="110875"/>
                  <a:pt x="168028" y="111782"/>
                </a:cubicBezTo>
                <a:cubicBezTo>
                  <a:pt x="169176" y="112689"/>
                  <a:pt x="170597" y="113142"/>
                  <a:pt x="172289" y="113142"/>
                </a:cubicBezTo>
                <a:cubicBezTo>
                  <a:pt x="174465" y="113202"/>
                  <a:pt x="176429" y="112628"/>
                  <a:pt x="178182" y="111419"/>
                </a:cubicBezTo>
                <a:cubicBezTo>
                  <a:pt x="180599" y="109908"/>
                  <a:pt x="183501" y="106735"/>
                  <a:pt x="186885" y="101900"/>
                </a:cubicBezTo>
                <a:lnTo>
                  <a:pt x="186885" y="56571"/>
                </a:lnTo>
                <a:cubicBezTo>
                  <a:pt x="186885" y="50164"/>
                  <a:pt x="186311" y="46175"/>
                  <a:pt x="185163" y="44604"/>
                </a:cubicBezTo>
                <a:cubicBezTo>
                  <a:pt x="183893" y="43093"/>
                  <a:pt x="181415" y="42066"/>
                  <a:pt x="177729" y="41522"/>
                </a:cubicBezTo>
                <a:lnTo>
                  <a:pt x="177729" y="38167"/>
                </a:lnTo>
                <a:lnTo>
                  <a:pt x="212270" y="38167"/>
                </a:lnTo>
                <a:close/>
                <a:moveTo>
                  <a:pt x="315342" y="0"/>
                </a:moveTo>
                <a:lnTo>
                  <a:pt x="315342" y="97549"/>
                </a:lnTo>
                <a:cubicBezTo>
                  <a:pt x="315342" y="104197"/>
                  <a:pt x="315523" y="108095"/>
                  <a:pt x="315886" y="109244"/>
                </a:cubicBezTo>
                <a:cubicBezTo>
                  <a:pt x="316309" y="111238"/>
                  <a:pt x="317246" y="112719"/>
                  <a:pt x="318696" y="113686"/>
                </a:cubicBezTo>
                <a:cubicBezTo>
                  <a:pt x="320026" y="114713"/>
                  <a:pt x="322383" y="115318"/>
                  <a:pt x="325768" y="115499"/>
                </a:cubicBezTo>
                <a:lnTo>
                  <a:pt x="325768" y="118491"/>
                </a:lnTo>
                <a:lnTo>
                  <a:pt x="289957" y="125471"/>
                </a:lnTo>
                <a:lnTo>
                  <a:pt x="289957" y="112054"/>
                </a:lnTo>
                <a:cubicBezTo>
                  <a:pt x="285666" y="117252"/>
                  <a:pt x="281859" y="120787"/>
                  <a:pt x="278534" y="122661"/>
                </a:cubicBezTo>
                <a:cubicBezTo>
                  <a:pt x="275150" y="124595"/>
                  <a:pt x="271342" y="125532"/>
                  <a:pt x="267111" y="125471"/>
                </a:cubicBezTo>
                <a:cubicBezTo>
                  <a:pt x="256232" y="125532"/>
                  <a:pt x="247680" y="120697"/>
                  <a:pt x="241455" y="110966"/>
                </a:cubicBezTo>
                <a:cubicBezTo>
                  <a:pt x="236378" y="103109"/>
                  <a:pt x="233840" y="93469"/>
                  <a:pt x="233840" y="82046"/>
                </a:cubicBezTo>
                <a:cubicBezTo>
                  <a:pt x="233779" y="72920"/>
                  <a:pt x="235351" y="64730"/>
                  <a:pt x="238554" y="57478"/>
                </a:cubicBezTo>
                <a:cubicBezTo>
                  <a:pt x="241636" y="50346"/>
                  <a:pt x="245958" y="44906"/>
                  <a:pt x="251518" y="41159"/>
                </a:cubicBezTo>
                <a:cubicBezTo>
                  <a:pt x="256958" y="37472"/>
                  <a:pt x="262820" y="35629"/>
                  <a:pt x="269106" y="35629"/>
                </a:cubicBezTo>
                <a:cubicBezTo>
                  <a:pt x="273095" y="35689"/>
                  <a:pt x="276691" y="36475"/>
                  <a:pt x="279894" y="37986"/>
                </a:cubicBezTo>
                <a:cubicBezTo>
                  <a:pt x="283037" y="39618"/>
                  <a:pt x="286392" y="42368"/>
                  <a:pt x="289957" y="46236"/>
                </a:cubicBezTo>
                <a:lnTo>
                  <a:pt x="289957" y="20670"/>
                </a:lnTo>
                <a:cubicBezTo>
                  <a:pt x="289957" y="14264"/>
                  <a:pt x="289685" y="10365"/>
                  <a:pt x="289141" y="8975"/>
                </a:cubicBezTo>
                <a:cubicBezTo>
                  <a:pt x="288416" y="7283"/>
                  <a:pt x="287328" y="5983"/>
                  <a:pt x="285878" y="5077"/>
                </a:cubicBezTo>
                <a:cubicBezTo>
                  <a:pt x="284427" y="4291"/>
                  <a:pt x="281707" y="3868"/>
                  <a:pt x="277719" y="3808"/>
                </a:cubicBezTo>
                <a:lnTo>
                  <a:pt x="277719" y="0"/>
                </a:lnTo>
                <a:lnTo>
                  <a:pt x="315342" y="0"/>
                </a:lnTo>
                <a:moveTo>
                  <a:pt x="289957" y="57478"/>
                </a:moveTo>
                <a:cubicBezTo>
                  <a:pt x="285424" y="48895"/>
                  <a:pt x="279955" y="44604"/>
                  <a:pt x="273548" y="44604"/>
                </a:cubicBezTo>
                <a:cubicBezTo>
                  <a:pt x="271252" y="44664"/>
                  <a:pt x="269408" y="45269"/>
                  <a:pt x="268018" y="46417"/>
                </a:cubicBezTo>
                <a:cubicBezTo>
                  <a:pt x="265721" y="48351"/>
                  <a:pt x="263908" y="51645"/>
                  <a:pt x="262579" y="56299"/>
                </a:cubicBezTo>
                <a:cubicBezTo>
                  <a:pt x="261128" y="61074"/>
                  <a:pt x="260403" y="68296"/>
                  <a:pt x="260403" y="77966"/>
                </a:cubicBezTo>
                <a:cubicBezTo>
                  <a:pt x="260403" y="88664"/>
                  <a:pt x="261188" y="96582"/>
                  <a:pt x="262760" y="101719"/>
                </a:cubicBezTo>
                <a:cubicBezTo>
                  <a:pt x="264271" y="106917"/>
                  <a:pt x="266416" y="110634"/>
                  <a:pt x="269197" y="112870"/>
                </a:cubicBezTo>
                <a:cubicBezTo>
                  <a:pt x="270526" y="114079"/>
                  <a:pt x="272430" y="114653"/>
                  <a:pt x="274908" y="114592"/>
                </a:cubicBezTo>
                <a:cubicBezTo>
                  <a:pt x="280227" y="114592"/>
                  <a:pt x="285243" y="110422"/>
                  <a:pt x="289957" y="102082"/>
                </a:cubicBezTo>
                <a:lnTo>
                  <a:pt x="289957" y="57478"/>
                </a:lnTo>
                <a:close/>
                <a:moveTo>
                  <a:pt x="389766" y="39165"/>
                </a:moveTo>
                <a:lnTo>
                  <a:pt x="418323" y="39165"/>
                </a:lnTo>
                <a:lnTo>
                  <a:pt x="418323" y="49137"/>
                </a:lnTo>
                <a:lnTo>
                  <a:pt x="402095" y="49137"/>
                </a:lnTo>
                <a:cubicBezTo>
                  <a:pt x="404996" y="52159"/>
                  <a:pt x="407051" y="54848"/>
                  <a:pt x="408260" y="57206"/>
                </a:cubicBezTo>
                <a:cubicBezTo>
                  <a:pt x="409711" y="60530"/>
                  <a:pt x="410436" y="63945"/>
                  <a:pt x="410436" y="67450"/>
                </a:cubicBezTo>
                <a:cubicBezTo>
                  <a:pt x="410436" y="73554"/>
                  <a:pt x="408774" y="78782"/>
                  <a:pt x="405450" y="83134"/>
                </a:cubicBezTo>
                <a:cubicBezTo>
                  <a:pt x="402005" y="87667"/>
                  <a:pt x="397441" y="91142"/>
                  <a:pt x="391760" y="93560"/>
                </a:cubicBezTo>
                <a:cubicBezTo>
                  <a:pt x="385898" y="96098"/>
                  <a:pt x="380760" y="97367"/>
                  <a:pt x="376348" y="97367"/>
                </a:cubicBezTo>
                <a:cubicBezTo>
                  <a:pt x="375986" y="97367"/>
                  <a:pt x="372359" y="97216"/>
                  <a:pt x="365469" y="96914"/>
                </a:cubicBezTo>
                <a:cubicBezTo>
                  <a:pt x="362749" y="96974"/>
                  <a:pt x="360483" y="97851"/>
                  <a:pt x="358670" y="99543"/>
                </a:cubicBezTo>
                <a:cubicBezTo>
                  <a:pt x="356736" y="101417"/>
                  <a:pt x="355799" y="103562"/>
                  <a:pt x="355859" y="105980"/>
                </a:cubicBezTo>
                <a:cubicBezTo>
                  <a:pt x="355799" y="108216"/>
                  <a:pt x="356645" y="109999"/>
                  <a:pt x="358398" y="111329"/>
                </a:cubicBezTo>
                <a:cubicBezTo>
                  <a:pt x="360030" y="112719"/>
                  <a:pt x="362719" y="113414"/>
                  <a:pt x="366466" y="113414"/>
                </a:cubicBezTo>
                <a:lnTo>
                  <a:pt x="382150" y="113233"/>
                </a:lnTo>
                <a:cubicBezTo>
                  <a:pt x="394782" y="113233"/>
                  <a:pt x="403516" y="114623"/>
                  <a:pt x="408351" y="117403"/>
                </a:cubicBezTo>
                <a:cubicBezTo>
                  <a:pt x="415120" y="121331"/>
                  <a:pt x="418535" y="127285"/>
                  <a:pt x="418595" y="135263"/>
                </a:cubicBezTo>
                <a:cubicBezTo>
                  <a:pt x="418595" y="140460"/>
                  <a:pt x="417024" y="145114"/>
                  <a:pt x="413881" y="149224"/>
                </a:cubicBezTo>
                <a:cubicBezTo>
                  <a:pt x="410678" y="153515"/>
                  <a:pt x="406538" y="156628"/>
                  <a:pt x="401461" y="158562"/>
                </a:cubicBezTo>
                <a:cubicBezTo>
                  <a:pt x="393664" y="161584"/>
                  <a:pt x="384689" y="163065"/>
                  <a:pt x="374535" y="163004"/>
                </a:cubicBezTo>
                <a:cubicBezTo>
                  <a:pt x="366859" y="163065"/>
                  <a:pt x="359909" y="162309"/>
                  <a:pt x="353684" y="160738"/>
                </a:cubicBezTo>
                <a:cubicBezTo>
                  <a:pt x="347398" y="159287"/>
                  <a:pt x="342895" y="157232"/>
                  <a:pt x="340175" y="154573"/>
                </a:cubicBezTo>
                <a:cubicBezTo>
                  <a:pt x="337456" y="151974"/>
                  <a:pt x="336096" y="149224"/>
                  <a:pt x="336096" y="146323"/>
                </a:cubicBezTo>
                <a:cubicBezTo>
                  <a:pt x="336096" y="143603"/>
                  <a:pt x="337153" y="141095"/>
                  <a:pt x="339269" y="138798"/>
                </a:cubicBezTo>
                <a:cubicBezTo>
                  <a:pt x="341263" y="136683"/>
                  <a:pt x="345131" y="134840"/>
                  <a:pt x="350873" y="133268"/>
                </a:cubicBezTo>
                <a:cubicBezTo>
                  <a:pt x="342956" y="129400"/>
                  <a:pt x="339027" y="124021"/>
                  <a:pt x="339088" y="117131"/>
                </a:cubicBezTo>
                <a:cubicBezTo>
                  <a:pt x="339088" y="112961"/>
                  <a:pt x="340689" y="108911"/>
                  <a:pt x="343892" y="104983"/>
                </a:cubicBezTo>
                <a:cubicBezTo>
                  <a:pt x="347035" y="101115"/>
                  <a:pt x="352112" y="97700"/>
                  <a:pt x="359123" y="94738"/>
                </a:cubicBezTo>
                <a:cubicBezTo>
                  <a:pt x="351024" y="91777"/>
                  <a:pt x="345162" y="87878"/>
                  <a:pt x="341535" y="83043"/>
                </a:cubicBezTo>
                <a:cubicBezTo>
                  <a:pt x="337909" y="78269"/>
                  <a:pt x="336096" y="72678"/>
                  <a:pt x="336096" y="66271"/>
                </a:cubicBezTo>
                <a:cubicBezTo>
                  <a:pt x="336035" y="58052"/>
                  <a:pt x="339420" y="50859"/>
                  <a:pt x="346250" y="44695"/>
                </a:cubicBezTo>
                <a:cubicBezTo>
                  <a:pt x="353019" y="38651"/>
                  <a:pt x="361722" y="35629"/>
                  <a:pt x="372359" y="35629"/>
                </a:cubicBezTo>
                <a:cubicBezTo>
                  <a:pt x="377980" y="35629"/>
                  <a:pt x="383782" y="36807"/>
                  <a:pt x="389766" y="39165"/>
                </a:cubicBezTo>
                <a:moveTo>
                  <a:pt x="374082" y="41250"/>
                </a:moveTo>
                <a:cubicBezTo>
                  <a:pt x="370516" y="41250"/>
                  <a:pt x="367554" y="43002"/>
                  <a:pt x="365197" y="46508"/>
                </a:cubicBezTo>
                <a:cubicBezTo>
                  <a:pt x="362719" y="50074"/>
                  <a:pt x="361510" y="57417"/>
                  <a:pt x="361571" y="68538"/>
                </a:cubicBezTo>
                <a:cubicBezTo>
                  <a:pt x="361510" y="77543"/>
                  <a:pt x="362719" y="83708"/>
                  <a:pt x="365197" y="87032"/>
                </a:cubicBezTo>
                <a:cubicBezTo>
                  <a:pt x="367554" y="90417"/>
                  <a:pt x="370365" y="92109"/>
                  <a:pt x="373628" y="92109"/>
                </a:cubicBezTo>
                <a:cubicBezTo>
                  <a:pt x="377194" y="92170"/>
                  <a:pt x="380216" y="90507"/>
                  <a:pt x="382694" y="87123"/>
                </a:cubicBezTo>
                <a:cubicBezTo>
                  <a:pt x="385112" y="83799"/>
                  <a:pt x="386321" y="77332"/>
                  <a:pt x="386321" y="67722"/>
                </a:cubicBezTo>
                <a:cubicBezTo>
                  <a:pt x="386321" y="56964"/>
                  <a:pt x="384961" y="49590"/>
                  <a:pt x="382241" y="45601"/>
                </a:cubicBezTo>
                <a:cubicBezTo>
                  <a:pt x="380307" y="42700"/>
                  <a:pt x="377587" y="41250"/>
                  <a:pt x="374082" y="41250"/>
                </a:cubicBezTo>
                <a:moveTo>
                  <a:pt x="368733" y="135444"/>
                </a:moveTo>
                <a:cubicBezTo>
                  <a:pt x="362568" y="135504"/>
                  <a:pt x="358488" y="136018"/>
                  <a:pt x="356494" y="136985"/>
                </a:cubicBezTo>
                <a:cubicBezTo>
                  <a:pt x="353049" y="138919"/>
                  <a:pt x="351326" y="141458"/>
                  <a:pt x="351326" y="144600"/>
                </a:cubicBezTo>
                <a:cubicBezTo>
                  <a:pt x="351326" y="147743"/>
                  <a:pt x="353109" y="150523"/>
                  <a:pt x="356675" y="152941"/>
                </a:cubicBezTo>
                <a:cubicBezTo>
                  <a:pt x="360181" y="155479"/>
                  <a:pt x="366890" y="156749"/>
                  <a:pt x="376802" y="156749"/>
                </a:cubicBezTo>
                <a:cubicBezTo>
                  <a:pt x="385203" y="156809"/>
                  <a:pt x="391821" y="155691"/>
                  <a:pt x="396656" y="153394"/>
                </a:cubicBezTo>
                <a:cubicBezTo>
                  <a:pt x="401430" y="151219"/>
                  <a:pt x="403818" y="148076"/>
                  <a:pt x="403818" y="143966"/>
                </a:cubicBezTo>
                <a:cubicBezTo>
                  <a:pt x="403818" y="142455"/>
                  <a:pt x="403364" y="141186"/>
                  <a:pt x="402458" y="140158"/>
                </a:cubicBezTo>
                <a:cubicBezTo>
                  <a:pt x="400826" y="138345"/>
                  <a:pt x="398378" y="137106"/>
                  <a:pt x="395115" y="136441"/>
                </a:cubicBezTo>
                <a:cubicBezTo>
                  <a:pt x="391730" y="135837"/>
                  <a:pt x="382936" y="135504"/>
                  <a:pt x="368733" y="135444"/>
                </a:cubicBezTo>
                <a:close/>
                <a:moveTo>
                  <a:pt x="503208" y="77513"/>
                </a:moveTo>
                <a:lnTo>
                  <a:pt x="456700" y="77513"/>
                </a:lnTo>
                <a:cubicBezTo>
                  <a:pt x="457244" y="88755"/>
                  <a:pt x="460236" y="97639"/>
                  <a:pt x="465675" y="104167"/>
                </a:cubicBezTo>
                <a:cubicBezTo>
                  <a:pt x="469785" y="109183"/>
                  <a:pt x="474802" y="111691"/>
                  <a:pt x="480725" y="111691"/>
                </a:cubicBezTo>
                <a:cubicBezTo>
                  <a:pt x="484291" y="111752"/>
                  <a:pt x="487585" y="110724"/>
                  <a:pt x="490607" y="108609"/>
                </a:cubicBezTo>
                <a:cubicBezTo>
                  <a:pt x="493568" y="106614"/>
                  <a:pt x="496741" y="102988"/>
                  <a:pt x="500126" y="97730"/>
                </a:cubicBezTo>
                <a:lnTo>
                  <a:pt x="503208" y="99724"/>
                </a:lnTo>
                <a:cubicBezTo>
                  <a:pt x="498554" y="109092"/>
                  <a:pt x="493477" y="115711"/>
                  <a:pt x="487977" y="119579"/>
                </a:cubicBezTo>
                <a:cubicBezTo>
                  <a:pt x="482417" y="123507"/>
                  <a:pt x="475980" y="125471"/>
                  <a:pt x="468667" y="125471"/>
                </a:cubicBezTo>
                <a:cubicBezTo>
                  <a:pt x="456035" y="125532"/>
                  <a:pt x="446516" y="120697"/>
                  <a:pt x="440110" y="110966"/>
                </a:cubicBezTo>
                <a:cubicBezTo>
                  <a:pt x="434912" y="103169"/>
                  <a:pt x="432313" y="93499"/>
                  <a:pt x="432313" y="81955"/>
                </a:cubicBezTo>
                <a:cubicBezTo>
                  <a:pt x="432253" y="67873"/>
                  <a:pt x="436091" y="56601"/>
                  <a:pt x="443827" y="48140"/>
                </a:cubicBezTo>
                <a:cubicBezTo>
                  <a:pt x="451442" y="39799"/>
                  <a:pt x="460387" y="35629"/>
                  <a:pt x="470662" y="35629"/>
                </a:cubicBezTo>
                <a:cubicBezTo>
                  <a:pt x="479244" y="35689"/>
                  <a:pt x="486708" y="39195"/>
                  <a:pt x="493054" y="46145"/>
                </a:cubicBezTo>
                <a:cubicBezTo>
                  <a:pt x="499280" y="53217"/>
                  <a:pt x="502664" y="63673"/>
                  <a:pt x="503208" y="77513"/>
                </a:cubicBezTo>
                <a:moveTo>
                  <a:pt x="480906" y="71439"/>
                </a:moveTo>
                <a:cubicBezTo>
                  <a:pt x="480846" y="61769"/>
                  <a:pt x="480332" y="55090"/>
                  <a:pt x="479365" y="51403"/>
                </a:cubicBezTo>
                <a:cubicBezTo>
                  <a:pt x="478277" y="47838"/>
                  <a:pt x="476615" y="45088"/>
                  <a:pt x="474379" y="43153"/>
                </a:cubicBezTo>
                <a:cubicBezTo>
                  <a:pt x="473049" y="42066"/>
                  <a:pt x="471357" y="41522"/>
                  <a:pt x="469302" y="41522"/>
                </a:cubicBezTo>
                <a:cubicBezTo>
                  <a:pt x="466099" y="41522"/>
                  <a:pt x="463530" y="43063"/>
                  <a:pt x="461596" y="46145"/>
                </a:cubicBezTo>
                <a:cubicBezTo>
                  <a:pt x="458030" y="51585"/>
                  <a:pt x="456247" y="58958"/>
                  <a:pt x="456247" y="68266"/>
                </a:cubicBezTo>
                <a:lnTo>
                  <a:pt x="456247" y="71439"/>
                </a:lnTo>
                <a:lnTo>
                  <a:pt x="480906" y="71439"/>
                </a:lnTo>
                <a:close/>
                <a:moveTo>
                  <a:pt x="548181" y="7162"/>
                </a:moveTo>
                <a:lnTo>
                  <a:pt x="548181" y="38167"/>
                </a:lnTo>
                <a:lnTo>
                  <a:pt x="568307" y="38167"/>
                </a:lnTo>
                <a:lnTo>
                  <a:pt x="568307" y="47142"/>
                </a:lnTo>
                <a:lnTo>
                  <a:pt x="548181" y="47142"/>
                </a:lnTo>
                <a:lnTo>
                  <a:pt x="548181" y="99452"/>
                </a:lnTo>
                <a:cubicBezTo>
                  <a:pt x="548181" y="104408"/>
                  <a:pt x="548423" y="107551"/>
                  <a:pt x="548906" y="108881"/>
                </a:cubicBezTo>
                <a:cubicBezTo>
                  <a:pt x="549269" y="110392"/>
                  <a:pt x="550055" y="111540"/>
                  <a:pt x="551264" y="112326"/>
                </a:cubicBezTo>
                <a:cubicBezTo>
                  <a:pt x="552351" y="113233"/>
                  <a:pt x="553409" y="113686"/>
                  <a:pt x="554437" y="113686"/>
                </a:cubicBezTo>
                <a:cubicBezTo>
                  <a:pt x="558305" y="113686"/>
                  <a:pt x="562022" y="110694"/>
                  <a:pt x="565588" y="104711"/>
                </a:cubicBezTo>
                <a:lnTo>
                  <a:pt x="568307" y="106705"/>
                </a:lnTo>
                <a:cubicBezTo>
                  <a:pt x="563351" y="118309"/>
                  <a:pt x="555404" y="124112"/>
                  <a:pt x="544464" y="124112"/>
                </a:cubicBezTo>
                <a:cubicBezTo>
                  <a:pt x="539085" y="124112"/>
                  <a:pt x="534552" y="122601"/>
                  <a:pt x="530865" y="119579"/>
                </a:cubicBezTo>
                <a:cubicBezTo>
                  <a:pt x="527058" y="116678"/>
                  <a:pt x="524670" y="113353"/>
                  <a:pt x="523703" y="109606"/>
                </a:cubicBezTo>
                <a:cubicBezTo>
                  <a:pt x="523039" y="107551"/>
                  <a:pt x="522736" y="101991"/>
                  <a:pt x="522797" y="92925"/>
                </a:cubicBezTo>
                <a:lnTo>
                  <a:pt x="522797" y="47142"/>
                </a:lnTo>
                <a:lnTo>
                  <a:pt x="511736" y="47142"/>
                </a:lnTo>
                <a:lnTo>
                  <a:pt x="511736" y="43969"/>
                </a:lnTo>
                <a:cubicBezTo>
                  <a:pt x="519352" y="38651"/>
                  <a:pt x="525849" y="33000"/>
                  <a:pt x="531228" y="27016"/>
                </a:cubicBezTo>
                <a:cubicBezTo>
                  <a:pt x="536547" y="21154"/>
                  <a:pt x="541200" y="14536"/>
                  <a:pt x="545189" y="7162"/>
                </a:cubicBezTo>
                <a:lnTo>
                  <a:pt x="548181" y="7162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SamplingRate">
            <a:extLst xmlns:a="http://schemas.openxmlformats.org/drawingml/2006/main">
              <a:ext uri="{FF2B5EF4-FFF2-40B4-BE49-F238E27FC236}">
                <a16:creationId xmlns:a16="http://schemas.microsoft.com/office/drawing/2014/main" id="{C6CD9AC9-D5AA-4964-AF65-F3F4696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978" y="450632"/>
            <a:ext cx="1150539" cy="165966"/>
          </a:xfrm>
          <a:custGeom xmlns:a="http://schemas.openxmlformats.org/drawingml/2006/main">
            <a:pathLst>
              <a:path w="1150539" h="165966">
                <a:moveTo>
                  <a:pt x="77604" y="91"/>
                </a:moveTo>
                <a:lnTo>
                  <a:pt x="78601" y="41068"/>
                </a:lnTo>
                <a:lnTo>
                  <a:pt x="74884" y="41068"/>
                </a:lnTo>
                <a:cubicBezTo>
                  <a:pt x="73071" y="30854"/>
                  <a:pt x="68780" y="22574"/>
                  <a:pt x="62010" y="16228"/>
                </a:cubicBezTo>
                <a:cubicBezTo>
                  <a:pt x="55120" y="10003"/>
                  <a:pt x="47686" y="6890"/>
                  <a:pt x="39708" y="6890"/>
                </a:cubicBezTo>
                <a:cubicBezTo>
                  <a:pt x="33483" y="6890"/>
                  <a:pt x="28618" y="8522"/>
                  <a:pt x="25112" y="11786"/>
                </a:cubicBezTo>
                <a:cubicBezTo>
                  <a:pt x="21486" y="15170"/>
                  <a:pt x="19673" y="18978"/>
                  <a:pt x="19673" y="23209"/>
                </a:cubicBezTo>
                <a:cubicBezTo>
                  <a:pt x="19673" y="25989"/>
                  <a:pt x="20308" y="28406"/>
                  <a:pt x="21577" y="30461"/>
                </a:cubicBezTo>
                <a:cubicBezTo>
                  <a:pt x="23269" y="33302"/>
                  <a:pt x="26079" y="36112"/>
                  <a:pt x="30008" y="38893"/>
                </a:cubicBezTo>
                <a:cubicBezTo>
                  <a:pt x="32788" y="40887"/>
                  <a:pt x="39346" y="44423"/>
                  <a:pt x="49681" y="49500"/>
                </a:cubicBezTo>
                <a:cubicBezTo>
                  <a:pt x="64065" y="56631"/>
                  <a:pt x="73766" y="63310"/>
                  <a:pt x="78782" y="69535"/>
                </a:cubicBezTo>
                <a:cubicBezTo>
                  <a:pt x="83738" y="75881"/>
                  <a:pt x="86216" y="83073"/>
                  <a:pt x="86216" y="91112"/>
                </a:cubicBezTo>
                <a:cubicBezTo>
                  <a:pt x="86216" y="101447"/>
                  <a:pt x="82227" y="110271"/>
                  <a:pt x="74249" y="117584"/>
                </a:cubicBezTo>
                <a:cubicBezTo>
                  <a:pt x="66151" y="125018"/>
                  <a:pt x="55967" y="128735"/>
                  <a:pt x="43697" y="128735"/>
                </a:cubicBezTo>
                <a:cubicBezTo>
                  <a:pt x="39769" y="128796"/>
                  <a:pt x="36112" y="128403"/>
                  <a:pt x="32728" y="127557"/>
                </a:cubicBezTo>
                <a:cubicBezTo>
                  <a:pt x="29222" y="126771"/>
                  <a:pt x="24901" y="125290"/>
                  <a:pt x="19764" y="123114"/>
                </a:cubicBezTo>
                <a:cubicBezTo>
                  <a:pt x="16862" y="121966"/>
                  <a:pt x="14475" y="121362"/>
                  <a:pt x="12602" y="121301"/>
                </a:cubicBezTo>
                <a:cubicBezTo>
                  <a:pt x="10970" y="121362"/>
                  <a:pt x="9308" y="121966"/>
                  <a:pt x="7615" y="123114"/>
                </a:cubicBezTo>
                <a:cubicBezTo>
                  <a:pt x="5863" y="124384"/>
                  <a:pt x="4442" y="126227"/>
                  <a:pt x="3354" y="128645"/>
                </a:cubicBezTo>
                <a:lnTo>
                  <a:pt x="0" y="128645"/>
                </a:lnTo>
                <a:lnTo>
                  <a:pt x="0" y="82227"/>
                </a:lnTo>
                <a:lnTo>
                  <a:pt x="3354" y="82227"/>
                </a:lnTo>
                <a:cubicBezTo>
                  <a:pt x="5953" y="95343"/>
                  <a:pt x="11091" y="105285"/>
                  <a:pt x="18766" y="112054"/>
                </a:cubicBezTo>
                <a:cubicBezTo>
                  <a:pt x="26261" y="118944"/>
                  <a:pt x="34420" y="122389"/>
                  <a:pt x="43244" y="122389"/>
                </a:cubicBezTo>
                <a:cubicBezTo>
                  <a:pt x="49953" y="122450"/>
                  <a:pt x="55362" y="120606"/>
                  <a:pt x="59472" y="116859"/>
                </a:cubicBezTo>
                <a:cubicBezTo>
                  <a:pt x="63461" y="113172"/>
                  <a:pt x="65455" y="108881"/>
                  <a:pt x="65455" y="103985"/>
                </a:cubicBezTo>
                <a:cubicBezTo>
                  <a:pt x="65455" y="101084"/>
                  <a:pt x="64700" y="98274"/>
                  <a:pt x="63189" y="95554"/>
                </a:cubicBezTo>
                <a:cubicBezTo>
                  <a:pt x="61618" y="92834"/>
                  <a:pt x="59260" y="90236"/>
                  <a:pt x="56118" y="87758"/>
                </a:cubicBezTo>
                <a:cubicBezTo>
                  <a:pt x="52914" y="85340"/>
                  <a:pt x="47354" y="82167"/>
                  <a:pt x="39436" y="78238"/>
                </a:cubicBezTo>
                <a:cubicBezTo>
                  <a:pt x="28255" y="72799"/>
                  <a:pt x="20217" y="68115"/>
                  <a:pt x="15321" y="64186"/>
                </a:cubicBezTo>
                <a:cubicBezTo>
                  <a:pt x="10426" y="60379"/>
                  <a:pt x="6679" y="56057"/>
                  <a:pt x="4080" y="51222"/>
                </a:cubicBezTo>
                <a:cubicBezTo>
                  <a:pt x="1420" y="46447"/>
                  <a:pt x="91" y="41189"/>
                  <a:pt x="91" y="35448"/>
                </a:cubicBezTo>
                <a:cubicBezTo>
                  <a:pt x="91" y="25656"/>
                  <a:pt x="3687" y="17316"/>
                  <a:pt x="10879" y="10426"/>
                </a:cubicBezTo>
                <a:cubicBezTo>
                  <a:pt x="18011" y="3536"/>
                  <a:pt x="27077" y="91"/>
                  <a:pt x="38077" y="91"/>
                </a:cubicBezTo>
                <a:cubicBezTo>
                  <a:pt x="42066" y="91"/>
                  <a:pt x="45934" y="574"/>
                  <a:pt x="49681" y="1541"/>
                </a:cubicBezTo>
                <a:cubicBezTo>
                  <a:pt x="52461" y="2327"/>
                  <a:pt x="55936" y="3657"/>
                  <a:pt x="60107" y="5530"/>
                </a:cubicBezTo>
                <a:cubicBezTo>
                  <a:pt x="64156" y="7525"/>
                  <a:pt x="66997" y="8522"/>
                  <a:pt x="68629" y="8522"/>
                </a:cubicBezTo>
                <a:cubicBezTo>
                  <a:pt x="70140" y="8582"/>
                  <a:pt x="71379" y="8099"/>
                  <a:pt x="72346" y="7071"/>
                </a:cubicBezTo>
                <a:cubicBezTo>
                  <a:pt x="73192" y="6165"/>
                  <a:pt x="74038" y="3838"/>
                  <a:pt x="74884" y="91"/>
                </a:cubicBezTo>
                <a:lnTo>
                  <a:pt x="77604" y="91"/>
                </a:lnTo>
                <a:close/>
                <a:moveTo>
                  <a:pt x="145864" y="113323"/>
                </a:moveTo>
                <a:cubicBezTo>
                  <a:pt x="135529" y="122510"/>
                  <a:pt x="126251" y="127073"/>
                  <a:pt x="118032" y="127013"/>
                </a:cubicBezTo>
                <a:cubicBezTo>
                  <a:pt x="113136" y="127013"/>
                  <a:pt x="109117" y="125411"/>
                  <a:pt x="105974" y="122208"/>
                </a:cubicBezTo>
                <a:cubicBezTo>
                  <a:pt x="102771" y="119125"/>
                  <a:pt x="101169" y="115167"/>
                  <a:pt x="101169" y="110331"/>
                </a:cubicBezTo>
                <a:cubicBezTo>
                  <a:pt x="101169" y="103925"/>
                  <a:pt x="103949" y="98093"/>
                  <a:pt x="109510" y="92834"/>
                </a:cubicBezTo>
                <a:cubicBezTo>
                  <a:pt x="115010" y="87758"/>
                  <a:pt x="127128" y="80898"/>
                  <a:pt x="145864" y="72255"/>
                </a:cubicBezTo>
                <a:lnTo>
                  <a:pt x="145864" y="63733"/>
                </a:lnTo>
                <a:cubicBezTo>
                  <a:pt x="145803" y="57387"/>
                  <a:pt x="145471" y="53337"/>
                  <a:pt x="144866" y="51585"/>
                </a:cubicBezTo>
                <a:cubicBezTo>
                  <a:pt x="144081" y="49953"/>
                  <a:pt x="142751" y="48502"/>
                  <a:pt x="140877" y="47233"/>
                </a:cubicBezTo>
                <a:cubicBezTo>
                  <a:pt x="138943" y="46085"/>
                  <a:pt x="136768" y="45480"/>
                  <a:pt x="134350" y="45420"/>
                </a:cubicBezTo>
                <a:cubicBezTo>
                  <a:pt x="130422" y="45480"/>
                  <a:pt x="127188" y="46357"/>
                  <a:pt x="124650" y="48049"/>
                </a:cubicBezTo>
                <a:cubicBezTo>
                  <a:pt x="123078" y="49137"/>
                  <a:pt x="122292" y="50406"/>
                  <a:pt x="122292" y="51857"/>
                </a:cubicBezTo>
                <a:cubicBezTo>
                  <a:pt x="122232" y="53126"/>
                  <a:pt x="123078" y="54697"/>
                  <a:pt x="124831" y="56571"/>
                </a:cubicBezTo>
                <a:cubicBezTo>
                  <a:pt x="127067" y="59230"/>
                  <a:pt x="128215" y="61738"/>
                  <a:pt x="128276" y="64096"/>
                </a:cubicBezTo>
                <a:cubicBezTo>
                  <a:pt x="128276" y="67118"/>
                  <a:pt x="127188" y="69626"/>
                  <a:pt x="125012" y="71620"/>
                </a:cubicBezTo>
                <a:cubicBezTo>
                  <a:pt x="122716" y="73736"/>
                  <a:pt x="119814" y="74793"/>
                  <a:pt x="116309" y="74793"/>
                </a:cubicBezTo>
                <a:cubicBezTo>
                  <a:pt x="112501" y="74793"/>
                  <a:pt x="109328" y="73645"/>
                  <a:pt x="106790" y="71348"/>
                </a:cubicBezTo>
                <a:cubicBezTo>
                  <a:pt x="104131" y="69112"/>
                  <a:pt x="102831" y="66423"/>
                  <a:pt x="102892" y="63280"/>
                </a:cubicBezTo>
                <a:cubicBezTo>
                  <a:pt x="102892" y="58928"/>
                  <a:pt x="104614" y="54758"/>
                  <a:pt x="108059" y="50769"/>
                </a:cubicBezTo>
                <a:cubicBezTo>
                  <a:pt x="111504" y="46901"/>
                  <a:pt x="116309" y="43879"/>
                  <a:pt x="122474" y="41703"/>
                </a:cubicBezTo>
                <a:cubicBezTo>
                  <a:pt x="128639" y="39648"/>
                  <a:pt x="135045" y="38590"/>
                  <a:pt x="141693" y="38530"/>
                </a:cubicBezTo>
                <a:cubicBezTo>
                  <a:pt x="149732" y="38590"/>
                  <a:pt x="156108" y="40283"/>
                  <a:pt x="160822" y="43607"/>
                </a:cubicBezTo>
                <a:cubicBezTo>
                  <a:pt x="165416" y="47052"/>
                  <a:pt x="168438" y="50769"/>
                  <a:pt x="169888" y="54758"/>
                </a:cubicBezTo>
                <a:cubicBezTo>
                  <a:pt x="170674" y="57296"/>
                  <a:pt x="171097" y="63129"/>
                  <a:pt x="171157" y="72255"/>
                </a:cubicBezTo>
                <a:lnTo>
                  <a:pt x="171157" y="105164"/>
                </a:lnTo>
                <a:cubicBezTo>
                  <a:pt x="171157" y="109092"/>
                  <a:pt x="171309" y="111510"/>
                  <a:pt x="171611" y="112417"/>
                </a:cubicBezTo>
                <a:cubicBezTo>
                  <a:pt x="171852" y="113505"/>
                  <a:pt x="172306" y="114260"/>
                  <a:pt x="172971" y="114683"/>
                </a:cubicBezTo>
                <a:cubicBezTo>
                  <a:pt x="173515" y="115167"/>
                  <a:pt x="174210" y="115408"/>
                  <a:pt x="175056" y="115408"/>
                </a:cubicBezTo>
                <a:cubicBezTo>
                  <a:pt x="176567" y="115469"/>
                  <a:pt x="178168" y="114351"/>
                  <a:pt x="179861" y="112054"/>
                </a:cubicBezTo>
                <a:lnTo>
                  <a:pt x="182580" y="114230"/>
                </a:lnTo>
                <a:cubicBezTo>
                  <a:pt x="179498" y="118702"/>
                  <a:pt x="176385" y="121936"/>
                  <a:pt x="173243" y="123930"/>
                </a:cubicBezTo>
                <a:cubicBezTo>
                  <a:pt x="169918" y="126046"/>
                  <a:pt x="166232" y="127073"/>
                  <a:pt x="162182" y="127013"/>
                </a:cubicBezTo>
                <a:cubicBezTo>
                  <a:pt x="157347" y="127013"/>
                  <a:pt x="153570" y="125864"/>
                  <a:pt x="150850" y="123568"/>
                </a:cubicBezTo>
                <a:cubicBezTo>
                  <a:pt x="148130" y="121392"/>
                  <a:pt x="146468" y="117977"/>
                  <a:pt x="145864" y="113323"/>
                </a:cubicBezTo>
                <a:moveTo>
                  <a:pt x="145864" y="106705"/>
                </a:moveTo>
                <a:lnTo>
                  <a:pt x="145864" y="78329"/>
                </a:lnTo>
                <a:cubicBezTo>
                  <a:pt x="138490" y="82620"/>
                  <a:pt x="133051" y="87214"/>
                  <a:pt x="129545" y="92109"/>
                </a:cubicBezTo>
                <a:cubicBezTo>
                  <a:pt x="127188" y="95373"/>
                  <a:pt x="126009" y="98667"/>
                  <a:pt x="126009" y="101991"/>
                </a:cubicBezTo>
                <a:cubicBezTo>
                  <a:pt x="126009" y="104832"/>
                  <a:pt x="127007" y="107279"/>
                  <a:pt x="129001" y="109334"/>
                </a:cubicBezTo>
                <a:cubicBezTo>
                  <a:pt x="130512" y="110966"/>
                  <a:pt x="132628" y="111782"/>
                  <a:pt x="135347" y="111782"/>
                </a:cubicBezTo>
                <a:cubicBezTo>
                  <a:pt x="138309" y="111782"/>
                  <a:pt x="141814" y="110090"/>
                  <a:pt x="145864" y="106705"/>
                </a:cubicBezTo>
                <a:close/>
                <a:moveTo>
                  <a:pt x="223893" y="41068"/>
                </a:moveTo>
                <a:lnTo>
                  <a:pt x="223893" y="52219"/>
                </a:lnTo>
                <a:cubicBezTo>
                  <a:pt x="228486" y="47203"/>
                  <a:pt x="232808" y="43637"/>
                  <a:pt x="236857" y="41522"/>
                </a:cubicBezTo>
                <a:cubicBezTo>
                  <a:pt x="240725" y="39527"/>
                  <a:pt x="245047" y="38530"/>
                  <a:pt x="249821" y="38530"/>
                </a:cubicBezTo>
                <a:cubicBezTo>
                  <a:pt x="255200" y="38530"/>
                  <a:pt x="259763" y="39799"/>
                  <a:pt x="263511" y="42338"/>
                </a:cubicBezTo>
                <a:cubicBezTo>
                  <a:pt x="267197" y="44936"/>
                  <a:pt x="270038" y="48805"/>
                  <a:pt x="272033" y="53942"/>
                </a:cubicBezTo>
                <a:cubicBezTo>
                  <a:pt x="276807" y="48563"/>
                  <a:pt x="281461" y="44634"/>
                  <a:pt x="285994" y="42156"/>
                </a:cubicBezTo>
                <a:cubicBezTo>
                  <a:pt x="290406" y="39739"/>
                  <a:pt x="295030" y="38530"/>
                  <a:pt x="299865" y="38530"/>
                </a:cubicBezTo>
                <a:cubicBezTo>
                  <a:pt x="305667" y="38590"/>
                  <a:pt x="310351" y="39920"/>
                  <a:pt x="313917" y="42519"/>
                </a:cubicBezTo>
                <a:cubicBezTo>
                  <a:pt x="317362" y="45299"/>
                  <a:pt x="319779" y="48714"/>
                  <a:pt x="321170" y="52763"/>
                </a:cubicBezTo>
                <a:cubicBezTo>
                  <a:pt x="322499" y="56934"/>
                  <a:pt x="323164" y="63552"/>
                  <a:pt x="323164" y="72618"/>
                </a:cubicBezTo>
                <a:lnTo>
                  <a:pt x="323164" y="107340"/>
                </a:lnTo>
                <a:cubicBezTo>
                  <a:pt x="323164" y="113928"/>
                  <a:pt x="323768" y="117977"/>
                  <a:pt x="324977" y="119488"/>
                </a:cubicBezTo>
                <a:cubicBezTo>
                  <a:pt x="326126" y="121120"/>
                  <a:pt x="328573" y="122147"/>
                  <a:pt x="332321" y="122570"/>
                </a:cubicBezTo>
                <a:lnTo>
                  <a:pt x="332321" y="125834"/>
                </a:lnTo>
                <a:lnTo>
                  <a:pt x="288532" y="125834"/>
                </a:lnTo>
                <a:lnTo>
                  <a:pt x="288532" y="122570"/>
                </a:lnTo>
                <a:cubicBezTo>
                  <a:pt x="291977" y="122329"/>
                  <a:pt x="294516" y="120999"/>
                  <a:pt x="296148" y="118581"/>
                </a:cubicBezTo>
                <a:cubicBezTo>
                  <a:pt x="297236" y="117010"/>
                  <a:pt x="297780" y="113263"/>
                  <a:pt x="297780" y="107340"/>
                </a:cubicBezTo>
                <a:lnTo>
                  <a:pt x="297780" y="70895"/>
                </a:lnTo>
                <a:cubicBezTo>
                  <a:pt x="297780" y="63401"/>
                  <a:pt x="297477" y="58596"/>
                  <a:pt x="296873" y="56480"/>
                </a:cubicBezTo>
                <a:cubicBezTo>
                  <a:pt x="296208" y="54425"/>
                  <a:pt x="295271" y="52884"/>
                  <a:pt x="294063" y="51857"/>
                </a:cubicBezTo>
                <a:cubicBezTo>
                  <a:pt x="292673" y="50890"/>
                  <a:pt x="291131" y="50406"/>
                  <a:pt x="289439" y="50406"/>
                </a:cubicBezTo>
                <a:cubicBezTo>
                  <a:pt x="286780" y="50406"/>
                  <a:pt x="284151" y="51343"/>
                  <a:pt x="281552" y="53217"/>
                </a:cubicBezTo>
                <a:cubicBezTo>
                  <a:pt x="278892" y="55151"/>
                  <a:pt x="276203" y="58021"/>
                  <a:pt x="273483" y="61829"/>
                </a:cubicBezTo>
                <a:lnTo>
                  <a:pt x="273483" y="107340"/>
                </a:lnTo>
                <a:cubicBezTo>
                  <a:pt x="273483" y="113505"/>
                  <a:pt x="273997" y="117342"/>
                  <a:pt x="275024" y="118853"/>
                </a:cubicBezTo>
                <a:cubicBezTo>
                  <a:pt x="276354" y="121150"/>
                  <a:pt x="279013" y="122389"/>
                  <a:pt x="283002" y="122570"/>
                </a:cubicBezTo>
                <a:lnTo>
                  <a:pt x="283002" y="125834"/>
                </a:lnTo>
                <a:lnTo>
                  <a:pt x="239124" y="125834"/>
                </a:lnTo>
                <a:lnTo>
                  <a:pt x="239124" y="122570"/>
                </a:lnTo>
                <a:cubicBezTo>
                  <a:pt x="241481" y="122510"/>
                  <a:pt x="243354" y="121906"/>
                  <a:pt x="244744" y="120757"/>
                </a:cubicBezTo>
                <a:cubicBezTo>
                  <a:pt x="246074" y="119790"/>
                  <a:pt x="246981" y="118521"/>
                  <a:pt x="247464" y="116950"/>
                </a:cubicBezTo>
                <a:cubicBezTo>
                  <a:pt x="247887" y="115559"/>
                  <a:pt x="248099" y="112356"/>
                  <a:pt x="248099" y="107340"/>
                </a:cubicBezTo>
                <a:lnTo>
                  <a:pt x="248099" y="70895"/>
                </a:lnTo>
                <a:cubicBezTo>
                  <a:pt x="248099" y="63219"/>
                  <a:pt x="247797" y="58414"/>
                  <a:pt x="247192" y="56480"/>
                </a:cubicBezTo>
                <a:cubicBezTo>
                  <a:pt x="246527" y="54607"/>
                  <a:pt x="245530" y="53096"/>
                  <a:pt x="244200" y="51947"/>
                </a:cubicBezTo>
                <a:cubicBezTo>
                  <a:pt x="242750" y="50859"/>
                  <a:pt x="241209" y="50316"/>
                  <a:pt x="239577" y="50316"/>
                </a:cubicBezTo>
                <a:cubicBezTo>
                  <a:pt x="237099" y="50316"/>
                  <a:pt x="234893" y="50950"/>
                  <a:pt x="232959" y="52219"/>
                </a:cubicBezTo>
                <a:cubicBezTo>
                  <a:pt x="230058" y="54153"/>
                  <a:pt x="227036" y="57357"/>
                  <a:pt x="223893" y="61829"/>
                </a:cubicBezTo>
                <a:lnTo>
                  <a:pt x="223893" y="107340"/>
                </a:lnTo>
                <a:cubicBezTo>
                  <a:pt x="223893" y="113323"/>
                  <a:pt x="224497" y="117252"/>
                  <a:pt x="225706" y="119125"/>
                </a:cubicBezTo>
                <a:cubicBezTo>
                  <a:pt x="226854" y="121059"/>
                  <a:pt x="229302" y="122208"/>
                  <a:pt x="233049" y="122570"/>
                </a:cubicBezTo>
                <a:lnTo>
                  <a:pt x="233049" y="125834"/>
                </a:lnTo>
                <a:lnTo>
                  <a:pt x="189352" y="125834"/>
                </a:lnTo>
                <a:lnTo>
                  <a:pt x="189352" y="122570"/>
                </a:lnTo>
                <a:cubicBezTo>
                  <a:pt x="192857" y="122208"/>
                  <a:pt x="195396" y="121059"/>
                  <a:pt x="196967" y="119125"/>
                </a:cubicBezTo>
                <a:cubicBezTo>
                  <a:pt x="197934" y="117796"/>
                  <a:pt x="198448" y="113867"/>
                  <a:pt x="198508" y="107340"/>
                </a:cubicBezTo>
                <a:lnTo>
                  <a:pt x="198508" y="59472"/>
                </a:lnTo>
                <a:cubicBezTo>
                  <a:pt x="198508" y="53065"/>
                  <a:pt x="197934" y="49077"/>
                  <a:pt x="196786" y="47505"/>
                </a:cubicBezTo>
                <a:cubicBezTo>
                  <a:pt x="195517" y="45994"/>
                  <a:pt x="193039" y="44967"/>
                  <a:pt x="189352" y="44423"/>
                </a:cubicBezTo>
                <a:lnTo>
                  <a:pt x="189352" y="41068"/>
                </a:lnTo>
                <a:lnTo>
                  <a:pt x="223893" y="41068"/>
                </a:lnTo>
                <a:close/>
                <a:moveTo>
                  <a:pt x="375193" y="117222"/>
                </a:moveTo>
                <a:lnTo>
                  <a:pt x="375193" y="148771"/>
                </a:lnTo>
                <a:cubicBezTo>
                  <a:pt x="375193" y="153183"/>
                  <a:pt x="375555" y="156144"/>
                  <a:pt x="376281" y="157655"/>
                </a:cubicBezTo>
                <a:cubicBezTo>
                  <a:pt x="376885" y="159227"/>
                  <a:pt x="377943" y="160375"/>
                  <a:pt x="379454" y="161100"/>
                </a:cubicBezTo>
                <a:cubicBezTo>
                  <a:pt x="380844" y="161826"/>
                  <a:pt x="383684" y="162188"/>
                  <a:pt x="387976" y="162188"/>
                </a:cubicBezTo>
                <a:lnTo>
                  <a:pt x="387976" y="165543"/>
                </a:lnTo>
                <a:lnTo>
                  <a:pt x="339655" y="165543"/>
                </a:lnTo>
                <a:lnTo>
                  <a:pt x="339655" y="162188"/>
                </a:lnTo>
                <a:cubicBezTo>
                  <a:pt x="343341" y="162128"/>
                  <a:pt x="346121" y="161070"/>
                  <a:pt x="347995" y="159015"/>
                </a:cubicBezTo>
                <a:cubicBezTo>
                  <a:pt x="349143" y="157686"/>
                  <a:pt x="349748" y="154089"/>
                  <a:pt x="349808" y="148227"/>
                </a:cubicBezTo>
                <a:lnTo>
                  <a:pt x="349808" y="58747"/>
                </a:lnTo>
                <a:cubicBezTo>
                  <a:pt x="349748" y="52824"/>
                  <a:pt x="349053" y="48986"/>
                  <a:pt x="347723" y="47233"/>
                </a:cubicBezTo>
                <a:cubicBezTo>
                  <a:pt x="346333" y="45662"/>
                  <a:pt x="343643" y="44725"/>
                  <a:pt x="339655" y="44423"/>
                </a:cubicBezTo>
                <a:lnTo>
                  <a:pt x="339655" y="41068"/>
                </a:lnTo>
                <a:lnTo>
                  <a:pt x="375193" y="41068"/>
                </a:lnTo>
                <a:lnTo>
                  <a:pt x="375193" y="52219"/>
                </a:lnTo>
                <a:cubicBezTo>
                  <a:pt x="378154" y="47868"/>
                  <a:pt x="381176" y="44725"/>
                  <a:pt x="384259" y="42791"/>
                </a:cubicBezTo>
                <a:cubicBezTo>
                  <a:pt x="388671" y="40011"/>
                  <a:pt x="393475" y="38590"/>
                  <a:pt x="398673" y="38530"/>
                </a:cubicBezTo>
                <a:cubicBezTo>
                  <a:pt x="404838" y="38590"/>
                  <a:pt x="410519" y="40555"/>
                  <a:pt x="415717" y="44423"/>
                </a:cubicBezTo>
                <a:cubicBezTo>
                  <a:pt x="420794" y="48351"/>
                  <a:pt x="424662" y="53761"/>
                  <a:pt x="427321" y="60651"/>
                </a:cubicBezTo>
                <a:cubicBezTo>
                  <a:pt x="429920" y="67662"/>
                  <a:pt x="431250" y="75126"/>
                  <a:pt x="431310" y="83043"/>
                </a:cubicBezTo>
                <a:cubicBezTo>
                  <a:pt x="431310" y="91686"/>
                  <a:pt x="429950" y="99513"/>
                  <a:pt x="427231" y="106524"/>
                </a:cubicBezTo>
                <a:cubicBezTo>
                  <a:pt x="424390" y="113716"/>
                  <a:pt x="420401" y="119125"/>
                  <a:pt x="415264" y="122752"/>
                </a:cubicBezTo>
                <a:cubicBezTo>
                  <a:pt x="410006" y="126499"/>
                  <a:pt x="404173" y="128373"/>
                  <a:pt x="397767" y="128373"/>
                </a:cubicBezTo>
                <a:cubicBezTo>
                  <a:pt x="393113" y="128433"/>
                  <a:pt x="388761" y="127406"/>
                  <a:pt x="384712" y="125290"/>
                </a:cubicBezTo>
                <a:cubicBezTo>
                  <a:pt x="381690" y="123779"/>
                  <a:pt x="378517" y="121090"/>
                  <a:pt x="375193" y="117222"/>
                </a:cubicBezTo>
                <a:moveTo>
                  <a:pt x="375193" y="108065"/>
                </a:moveTo>
                <a:cubicBezTo>
                  <a:pt x="380330" y="115439"/>
                  <a:pt x="385890" y="119125"/>
                  <a:pt x="391874" y="119125"/>
                </a:cubicBezTo>
                <a:cubicBezTo>
                  <a:pt x="395138" y="119125"/>
                  <a:pt x="397827" y="117403"/>
                  <a:pt x="399942" y="113958"/>
                </a:cubicBezTo>
                <a:cubicBezTo>
                  <a:pt x="403085" y="108881"/>
                  <a:pt x="404657" y="99211"/>
                  <a:pt x="404657" y="84947"/>
                </a:cubicBezTo>
                <a:cubicBezTo>
                  <a:pt x="404657" y="70381"/>
                  <a:pt x="402934" y="60379"/>
                  <a:pt x="399489" y="54939"/>
                </a:cubicBezTo>
                <a:cubicBezTo>
                  <a:pt x="397192" y="51434"/>
                  <a:pt x="394110" y="49651"/>
                  <a:pt x="390242" y="49590"/>
                </a:cubicBezTo>
                <a:cubicBezTo>
                  <a:pt x="384077" y="49651"/>
                  <a:pt x="379061" y="54063"/>
                  <a:pt x="375193" y="62826"/>
                </a:cubicBezTo>
                <a:lnTo>
                  <a:pt x="375193" y="108065"/>
                </a:lnTo>
                <a:close/>
                <a:moveTo>
                  <a:pt x="477993" y="2901"/>
                </a:moveTo>
                <a:lnTo>
                  <a:pt x="477993" y="108246"/>
                </a:lnTo>
                <a:cubicBezTo>
                  <a:pt x="477993" y="114230"/>
                  <a:pt x="478688" y="118037"/>
                  <a:pt x="480078" y="119669"/>
                </a:cubicBezTo>
                <a:cubicBezTo>
                  <a:pt x="481408" y="121422"/>
                  <a:pt x="484128" y="122389"/>
                  <a:pt x="488237" y="122570"/>
                </a:cubicBezTo>
                <a:lnTo>
                  <a:pt x="488237" y="125834"/>
                </a:lnTo>
                <a:lnTo>
                  <a:pt x="442455" y="125834"/>
                </a:lnTo>
                <a:lnTo>
                  <a:pt x="442455" y="122570"/>
                </a:lnTo>
                <a:cubicBezTo>
                  <a:pt x="446142" y="122510"/>
                  <a:pt x="448922" y="121422"/>
                  <a:pt x="450795" y="119307"/>
                </a:cubicBezTo>
                <a:cubicBezTo>
                  <a:pt x="451944" y="117977"/>
                  <a:pt x="452548" y="114290"/>
                  <a:pt x="452609" y="108246"/>
                </a:cubicBezTo>
                <a:lnTo>
                  <a:pt x="452609" y="20489"/>
                </a:lnTo>
                <a:cubicBezTo>
                  <a:pt x="452548" y="14626"/>
                  <a:pt x="451853" y="10819"/>
                  <a:pt x="450523" y="9066"/>
                </a:cubicBezTo>
                <a:cubicBezTo>
                  <a:pt x="449133" y="7494"/>
                  <a:pt x="446444" y="6558"/>
                  <a:pt x="442455" y="6255"/>
                </a:cubicBezTo>
                <a:lnTo>
                  <a:pt x="442455" y="2901"/>
                </a:lnTo>
                <a:lnTo>
                  <a:pt x="477993" y="2901"/>
                </a:lnTo>
                <a:close/>
                <a:moveTo>
                  <a:pt x="516429" y="0"/>
                </a:moveTo>
                <a:cubicBezTo>
                  <a:pt x="520297" y="0"/>
                  <a:pt x="523621" y="1360"/>
                  <a:pt x="526402" y="4080"/>
                </a:cubicBezTo>
                <a:cubicBezTo>
                  <a:pt x="529121" y="6920"/>
                  <a:pt x="530481" y="10244"/>
                  <a:pt x="530481" y="14052"/>
                </a:cubicBezTo>
                <a:cubicBezTo>
                  <a:pt x="530481" y="17981"/>
                  <a:pt x="529121" y="21275"/>
                  <a:pt x="526402" y="23934"/>
                </a:cubicBezTo>
                <a:cubicBezTo>
                  <a:pt x="523561" y="26654"/>
                  <a:pt x="520237" y="28014"/>
                  <a:pt x="516429" y="28014"/>
                </a:cubicBezTo>
                <a:cubicBezTo>
                  <a:pt x="512501" y="28014"/>
                  <a:pt x="509207" y="26654"/>
                  <a:pt x="506547" y="23934"/>
                </a:cubicBezTo>
                <a:cubicBezTo>
                  <a:pt x="503828" y="21275"/>
                  <a:pt x="502468" y="17981"/>
                  <a:pt x="502468" y="14052"/>
                </a:cubicBezTo>
                <a:cubicBezTo>
                  <a:pt x="502468" y="10244"/>
                  <a:pt x="503828" y="6920"/>
                  <a:pt x="506547" y="4080"/>
                </a:cubicBezTo>
                <a:cubicBezTo>
                  <a:pt x="509207" y="1360"/>
                  <a:pt x="512501" y="0"/>
                  <a:pt x="516429" y="0"/>
                </a:cubicBezTo>
                <a:moveTo>
                  <a:pt x="529121" y="41068"/>
                </a:moveTo>
                <a:lnTo>
                  <a:pt x="529121" y="108246"/>
                </a:lnTo>
                <a:cubicBezTo>
                  <a:pt x="529121" y="114230"/>
                  <a:pt x="529816" y="118037"/>
                  <a:pt x="531206" y="119669"/>
                </a:cubicBezTo>
                <a:cubicBezTo>
                  <a:pt x="532536" y="121422"/>
                  <a:pt x="535256" y="122389"/>
                  <a:pt x="539366" y="122570"/>
                </a:cubicBezTo>
                <a:lnTo>
                  <a:pt x="539366" y="125834"/>
                </a:lnTo>
                <a:lnTo>
                  <a:pt x="493583" y="125834"/>
                </a:lnTo>
                <a:lnTo>
                  <a:pt x="493583" y="122570"/>
                </a:lnTo>
                <a:cubicBezTo>
                  <a:pt x="497270" y="122510"/>
                  <a:pt x="500050" y="121422"/>
                  <a:pt x="501924" y="119307"/>
                </a:cubicBezTo>
                <a:cubicBezTo>
                  <a:pt x="503072" y="117977"/>
                  <a:pt x="503676" y="114290"/>
                  <a:pt x="503737" y="108246"/>
                </a:cubicBezTo>
                <a:lnTo>
                  <a:pt x="503737" y="58747"/>
                </a:lnTo>
                <a:cubicBezTo>
                  <a:pt x="503676" y="52824"/>
                  <a:pt x="502981" y="48986"/>
                  <a:pt x="501652" y="47233"/>
                </a:cubicBezTo>
                <a:cubicBezTo>
                  <a:pt x="500262" y="45662"/>
                  <a:pt x="497572" y="44725"/>
                  <a:pt x="493583" y="44423"/>
                </a:cubicBezTo>
                <a:lnTo>
                  <a:pt x="493583" y="41068"/>
                </a:lnTo>
                <a:lnTo>
                  <a:pt x="529121" y="41068"/>
                </a:lnTo>
                <a:close/>
                <a:moveTo>
                  <a:pt x="581882" y="41068"/>
                </a:moveTo>
                <a:lnTo>
                  <a:pt x="581882" y="52038"/>
                </a:lnTo>
                <a:cubicBezTo>
                  <a:pt x="586233" y="47324"/>
                  <a:pt x="590404" y="43879"/>
                  <a:pt x="594393" y="41703"/>
                </a:cubicBezTo>
                <a:cubicBezTo>
                  <a:pt x="598321" y="39648"/>
                  <a:pt x="602612" y="38590"/>
                  <a:pt x="607266" y="38530"/>
                </a:cubicBezTo>
                <a:cubicBezTo>
                  <a:pt x="612766" y="38590"/>
                  <a:pt x="617329" y="40101"/>
                  <a:pt x="620956" y="43063"/>
                </a:cubicBezTo>
                <a:cubicBezTo>
                  <a:pt x="624582" y="46145"/>
                  <a:pt x="627000" y="49953"/>
                  <a:pt x="628208" y="54486"/>
                </a:cubicBezTo>
                <a:cubicBezTo>
                  <a:pt x="629175" y="57931"/>
                  <a:pt x="629659" y="64549"/>
                  <a:pt x="629659" y="74340"/>
                </a:cubicBezTo>
                <a:lnTo>
                  <a:pt x="629659" y="107340"/>
                </a:lnTo>
                <a:cubicBezTo>
                  <a:pt x="629659" y="113928"/>
                  <a:pt x="630263" y="117977"/>
                  <a:pt x="631472" y="119488"/>
                </a:cubicBezTo>
                <a:cubicBezTo>
                  <a:pt x="632620" y="121120"/>
                  <a:pt x="635068" y="122147"/>
                  <a:pt x="638815" y="122570"/>
                </a:cubicBezTo>
                <a:lnTo>
                  <a:pt x="638815" y="125834"/>
                </a:lnTo>
                <a:lnTo>
                  <a:pt x="595934" y="125834"/>
                </a:lnTo>
                <a:lnTo>
                  <a:pt x="595934" y="122570"/>
                </a:lnTo>
                <a:cubicBezTo>
                  <a:pt x="599077" y="122208"/>
                  <a:pt x="601373" y="120878"/>
                  <a:pt x="602824" y="118581"/>
                </a:cubicBezTo>
                <a:cubicBezTo>
                  <a:pt x="603791" y="117070"/>
                  <a:pt x="604274" y="113323"/>
                  <a:pt x="604274" y="107340"/>
                </a:cubicBezTo>
                <a:lnTo>
                  <a:pt x="604274" y="69626"/>
                </a:lnTo>
                <a:cubicBezTo>
                  <a:pt x="604274" y="62675"/>
                  <a:pt x="604002" y="58293"/>
                  <a:pt x="603458" y="56480"/>
                </a:cubicBezTo>
                <a:cubicBezTo>
                  <a:pt x="602915" y="54667"/>
                  <a:pt x="602008" y="53247"/>
                  <a:pt x="600739" y="52219"/>
                </a:cubicBezTo>
                <a:cubicBezTo>
                  <a:pt x="599349" y="51252"/>
                  <a:pt x="597898" y="50769"/>
                  <a:pt x="596387" y="50769"/>
                </a:cubicBezTo>
                <a:cubicBezTo>
                  <a:pt x="591129" y="50769"/>
                  <a:pt x="586294" y="54486"/>
                  <a:pt x="581882" y="61920"/>
                </a:cubicBezTo>
                <a:lnTo>
                  <a:pt x="581882" y="107340"/>
                </a:lnTo>
                <a:cubicBezTo>
                  <a:pt x="581882" y="113686"/>
                  <a:pt x="582486" y="117705"/>
                  <a:pt x="583695" y="119397"/>
                </a:cubicBezTo>
                <a:cubicBezTo>
                  <a:pt x="584843" y="121150"/>
                  <a:pt x="587019" y="122208"/>
                  <a:pt x="590222" y="122570"/>
                </a:cubicBezTo>
                <a:lnTo>
                  <a:pt x="590222" y="125834"/>
                </a:lnTo>
                <a:lnTo>
                  <a:pt x="547341" y="125834"/>
                </a:lnTo>
                <a:lnTo>
                  <a:pt x="547341" y="122570"/>
                </a:lnTo>
                <a:cubicBezTo>
                  <a:pt x="550846" y="122208"/>
                  <a:pt x="553385" y="121059"/>
                  <a:pt x="554956" y="119125"/>
                </a:cubicBezTo>
                <a:cubicBezTo>
                  <a:pt x="555923" y="117796"/>
                  <a:pt x="556437" y="113867"/>
                  <a:pt x="556497" y="107340"/>
                </a:cubicBezTo>
                <a:lnTo>
                  <a:pt x="556497" y="59472"/>
                </a:lnTo>
                <a:cubicBezTo>
                  <a:pt x="556497" y="53065"/>
                  <a:pt x="555923" y="49077"/>
                  <a:pt x="554775" y="47505"/>
                </a:cubicBezTo>
                <a:cubicBezTo>
                  <a:pt x="553506" y="45994"/>
                  <a:pt x="551028" y="44967"/>
                  <a:pt x="547341" y="44423"/>
                </a:cubicBezTo>
                <a:lnTo>
                  <a:pt x="547341" y="41068"/>
                </a:lnTo>
                <a:lnTo>
                  <a:pt x="581882" y="41068"/>
                </a:lnTo>
                <a:close/>
                <a:moveTo>
                  <a:pt x="704173" y="42066"/>
                </a:moveTo>
                <a:lnTo>
                  <a:pt x="732731" y="42066"/>
                </a:lnTo>
                <a:lnTo>
                  <a:pt x="732731" y="52038"/>
                </a:lnTo>
                <a:lnTo>
                  <a:pt x="716503" y="52038"/>
                </a:lnTo>
                <a:cubicBezTo>
                  <a:pt x="719404" y="55060"/>
                  <a:pt x="721459" y="57750"/>
                  <a:pt x="722667" y="60107"/>
                </a:cubicBezTo>
                <a:cubicBezTo>
                  <a:pt x="724118" y="63431"/>
                  <a:pt x="724843" y="66846"/>
                  <a:pt x="724843" y="70351"/>
                </a:cubicBezTo>
                <a:cubicBezTo>
                  <a:pt x="724843" y="76455"/>
                  <a:pt x="723181" y="81683"/>
                  <a:pt x="719857" y="86035"/>
                </a:cubicBezTo>
                <a:cubicBezTo>
                  <a:pt x="716412" y="90568"/>
                  <a:pt x="711849" y="94043"/>
                  <a:pt x="706168" y="96461"/>
                </a:cubicBezTo>
                <a:cubicBezTo>
                  <a:pt x="700305" y="98999"/>
                  <a:pt x="695168" y="100268"/>
                  <a:pt x="690756" y="100268"/>
                </a:cubicBezTo>
                <a:cubicBezTo>
                  <a:pt x="690393" y="100268"/>
                  <a:pt x="686767" y="100117"/>
                  <a:pt x="679877" y="99815"/>
                </a:cubicBezTo>
                <a:cubicBezTo>
                  <a:pt x="677157" y="99876"/>
                  <a:pt x="674890" y="100752"/>
                  <a:pt x="673077" y="102444"/>
                </a:cubicBezTo>
                <a:cubicBezTo>
                  <a:pt x="671143" y="104318"/>
                  <a:pt x="670206" y="106463"/>
                  <a:pt x="670267" y="108881"/>
                </a:cubicBezTo>
                <a:cubicBezTo>
                  <a:pt x="670206" y="111117"/>
                  <a:pt x="671052" y="112900"/>
                  <a:pt x="672805" y="114230"/>
                </a:cubicBezTo>
                <a:cubicBezTo>
                  <a:pt x="674437" y="115620"/>
                  <a:pt x="677127" y="116315"/>
                  <a:pt x="680874" y="116315"/>
                </a:cubicBezTo>
                <a:lnTo>
                  <a:pt x="696558" y="116134"/>
                </a:lnTo>
                <a:cubicBezTo>
                  <a:pt x="709190" y="116134"/>
                  <a:pt x="717923" y="117524"/>
                  <a:pt x="722758" y="120304"/>
                </a:cubicBezTo>
                <a:cubicBezTo>
                  <a:pt x="729527" y="124232"/>
                  <a:pt x="732942" y="130186"/>
                  <a:pt x="733002" y="138164"/>
                </a:cubicBezTo>
                <a:cubicBezTo>
                  <a:pt x="733002" y="143361"/>
                  <a:pt x="731431" y="148015"/>
                  <a:pt x="728288" y="152125"/>
                </a:cubicBezTo>
                <a:cubicBezTo>
                  <a:pt x="725085" y="156416"/>
                  <a:pt x="720945" y="159529"/>
                  <a:pt x="715868" y="161463"/>
                </a:cubicBezTo>
                <a:cubicBezTo>
                  <a:pt x="708071" y="164485"/>
                  <a:pt x="699096" y="165966"/>
                  <a:pt x="688942" y="165905"/>
                </a:cubicBezTo>
                <a:cubicBezTo>
                  <a:pt x="681267" y="165966"/>
                  <a:pt x="674316" y="165210"/>
                  <a:pt x="668091" y="163639"/>
                </a:cubicBezTo>
                <a:cubicBezTo>
                  <a:pt x="661805" y="162188"/>
                  <a:pt x="657303" y="160133"/>
                  <a:pt x="654583" y="157474"/>
                </a:cubicBezTo>
                <a:cubicBezTo>
                  <a:pt x="651863" y="154875"/>
                  <a:pt x="650503" y="152125"/>
                  <a:pt x="650503" y="149224"/>
                </a:cubicBezTo>
                <a:cubicBezTo>
                  <a:pt x="650503" y="146504"/>
                  <a:pt x="651561" y="143996"/>
                  <a:pt x="653676" y="141699"/>
                </a:cubicBezTo>
                <a:cubicBezTo>
                  <a:pt x="655671" y="139584"/>
                  <a:pt x="659539" y="137741"/>
                  <a:pt x="665281" y="136169"/>
                </a:cubicBezTo>
                <a:cubicBezTo>
                  <a:pt x="657363" y="132301"/>
                  <a:pt x="653434" y="126922"/>
                  <a:pt x="653495" y="120032"/>
                </a:cubicBezTo>
                <a:cubicBezTo>
                  <a:pt x="653495" y="115862"/>
                  <a:pt x="655097" y="111812"/>
                  <a:pt x="658300" y="107884"/>
                </a:cubicBezTo>
                <a:cubicBezTo>
                  <a:pt x="661443" y="104016"/>
                  <a:pt x="666520" y="100601"/>
                  <a:pt x="673530" y="97639"/>
                </a:cubicBezTo>
                <a:cubicBezTo>
                  <a:pt x="665432" y="94678"/>
                  <a:pt x="659569" y="90779"/>
                  <a:pt x="655943" y="85944"/>
                </a:cubicBezTo>
                <a:cubicBezTo>
                  <a:pt x="652316" y="81170"/>
                  <a:pt x="650503" y="75579"/>
                  <a:pt x="650503" y="69173"/>
                </a:cubicBezTo>
                <a:cubicBezTo>
                  <a:pt x="650443" y="60953"/>
                  <a:pt x="653827" y="53761"/>
                  <a:pt x="660657" y="47596"/>
                </a:cubicBezTo>
                <a:cubicBezTo>
                  <a:pt x="667426" y="41552"/>
                  <a:pt x="676129" y="38530"/>
                  <a:pt x="686767" y="38530"/>
                </a:cubicBezTo>
                <a:cubicBezTo>
                  <a:pt x="692387" y="38530"/>
                  <a:pt x="698190" y="39708"/>
                  <a:pt x="704173" y="42066"/>
                </a:cubicBezTo>
                <a:moveTo>
                  <a:pt x="688489" y="44151"/>
                </a:moveTo>
                <a:cubicBezTo>
                  <a:pt x="684923" y="44151"/>
                  <a:pt x="681962" y="45903"/>
                  <a:pt x="679605" y="49409"/>
                </a:cubicBezTo>
                <a:cubicBezTo>
                  <a:pt x="677127" y="52975"/>
                  <a:pt x="675918" y="60318"/>
                  <a:pt x="675978" y="71439"/>
                </a:cubicBezTo>
                <a:cubicBezTo>
                  <a:pt x="675918" y="80444"/>
                  <a:pt x="677127" y="86609"/>
                  <a:pt x="679605" y="89933"/>
                </a:cubicBezTo>
                <a:cubicBezTo>
                  <a:pt x="681962" y="93318"/>
                  <a:pt x="684772" y="95010"/>
                  <a:pt x="688036" y="95010"/>
                </a:cubicBezTo>
                <a:cubicBezTo>
                  <a:pt x="691602" y="95071"/>
                  <a:pt x="694624" y="93409"/>
                  <a:pt x="697102" y="90024"/>
                </a:cubicBezTo>
                <a:cubicBezTo>
                  <a:pt x="699519" y="86700"/>
                  <a:pt x="700728" y="80233"/>
                  <a:pt x="700728" y="70623"/>
                </a:cubicBezTo>
                <a:cubicBezTo>
                  <a:pt x="700728" y="59865"/>
                  <a:pt x="699368" y="52491"/>
                  <a:pt x="696648" y="48502"/>
                </a:cubicBezTo>
                <a:cubicBezTo>
                  <a:pt x="694714" y="45601"/>
                  <a:pt x="691995" y="44151"/>
                  <a:pt x="688489" y="44151"/>
                </a:cubicBezTo>
                <a:moveTo>
                  <a:pt x="683140" y="138345"/>
                </a:moveTo>
                <a:cubicBezTo>
                  <a:pt x="676975" y="138405"/>
                  <a:pt x="672896" y="138919"/>
                  <a:pt x="670901" y="139886"/>
                </a:cubicBezTo>
                <a:cubicBezTo>
                  <a:pt x="667456" y="141820"/>
                  <a:pt x="665734" y="144359"/>
                  <a:pt x="665734" y="147502"/>
                </a:cubicBezTo>
                <a:cubicBezTo>
                  <a:pt x="665734" y="150644"/>
                  <a:pt x="667517" y="153425"/>
                  <a:pt x="671083" y="155842"/>
                </a:cubicBezTo>
                <a:cubicBezTo>
                  <a:pt x="674588" y="158381"/>
                  <a:pt x="681297" y="159650"/>
                  <a:pt x="691209" y="159650"/>
                </a:cubicBezTo>
                <a:cubicBezTo>
                  <a:pt x="699610" y="159710"/>
                  <a:pt x="706228" y="158592"/>
                  <a:pt x="711063" y="156295"/>
                </a:cubicBezTo>
                <a:cubicBezTo>
                  <a:pt x="715838" y="154120"/>
                  <a:pt x="718225" y="150977"/>
                  <a:pt x="718225" y="146867"/>
                </a:cubicBezTo>
                <a:cubicBezTo>
                  <a:pt x="718225" y="145356"/>
                  <a:pt x="717772" y="144087"/>
                  <a:pt x="716865" y="143059"/>
                </a:cubicBezTo>
                <a:cubicBezTo>
                  <a:pt x="715233" y="141246"/>
                  <a:pt x="712786" y="140007"/>
                  <a:pt x="709522" y="139342"/>
                </a:cubicBezTo>
                <a:cubicBezTo>
                  <a:pt x="706137" y="138738"/>
                  <a:pt x="697343" y="138405"/>
                  <a:pt x="683140" y="138345"/>
                </a:cubicBezTo>
                <a:close/>
                <a:moveTo>
                  <a:pt x="833602" y="69807"/>
                </a:moveTo>
                <a:lnTo>
                  <a:pt x="833602" y="104257"/>
                </a:lnTo>
                <a:cubicBezTo>
                  <a:pt x="833602" y="110906"/>
                  <a:pt x="834025" y="115076"/>
                  <a:pt x="834871" y="116768"/>
                </a:cubicBezTo>
                <a:cubicBezTo>
                  <a:pt x="835596" y="118581"/>
                  <a:pt x="837017" y="119972"/>
                  <a:pt x="839132" y="120939"/>
                </a:cubicBezTo>
                <a:cubicBezTo>
                  <a:pt x="841187" y="121966"/>
                  <a:pt x="845025" y="122480"/>
                  <a:pt x="850646" y="122480"/>
                </a:cubicBezTo>
                <a:lnTo>
                  <a:pt x="850646" y="125834"/>
                </a:lnTo>
                <a:lnTo>
                  <a:pt x="787729" y="125834"/>
                </a:lnTo>
                <a:lnTo>
                  <a:pt x="787729" y="122480"/>
                </a:lnTo>
                <a:cubicBezTo>
                  <a:pt x="793350" y="122480"/>
                  <a:pt x="797218" y="121936"/>
                  <a:pt x="799333" y="120848"/>
                </a:cubicBezTo>
                <a:cubicBezTo>
                  <a:pt x="801328" y="119881"/>
                  <a:pt x="802748" y="118521"/>
                  <a:pt x="803594" y="116768"/>
                </a:cubicBezTo>
                <a:cubicBezTo>
                  <a:pt x="804380" y="115076"/>
                  <a:pt x="804773" y="110906"/>
                  <a:pt x="804773" y="104257"/>
                </a:cubicBezTo>
                <a:lnTo>
                  <a:pt x="804773" y="24478"/>
                </a:lnTo>
                <a:cubicBezTo>
                  <a:pt x="804773" y="17890"/>
                  <a:pt x="804380" y="13689"/>
                  <a:pt x="803594" y="11876"/>
                </a:cubicBezTo>
                <a:cubicBezTo>
                  <a:pt x="802748" y="10184"/>
                  <a:pt x="801297" y="8824"/>
                  <a:pt x="799242" y="7797"/>
                </a:cubicBezTo>
                <a:cubicBezTo>
                  <a:pt x="797127" y="6830"/>
                  <a:pt x="793289" y="6316"/>
                  <a:pt x="787729" y="6255"/>
                </a:cubicBezTo>
                <a:lnTo>
                  <a:pt x="787729" y="2901"/>
                </a:lnTo>
                <a:lnTo>
                  <a:pt x="844844" y="2901"/>
                </a:lnTo>
                <a:cubicBezTo>
                  <a:pt x="859712" y="2901"/>
                  <a:pt x="870591" y="3929"/>
                  <a:pt x="877481" y="5983"/>
                </a:cubicBezTo>
                <a:cubicBezTo>
                  <a:pt x="884371" y="8099"/>
                  <a:pt x="889992" y="11876"/>
                  <a:pt x="894343" y="17316"/>
                </a:cubicBezTo>
                <a:cubicBezTo>
                  <a:pt x="898695" y="22876"/>
                  <a:pt x="900871" y="29373"/>
                  <a:pt x="900871" y="36807"/>
                </a:cubicBezTo>
                <a:cubicBezTo>
                  <a:pt x="900871" y="45934"/>
                  <a:pt x="897607" y="53428"/>
                  <a:pt x="891080" y="59291"/>
                </a:cubicBezTo>
                <a:cubicBezTo>
                  <a:pt x="886909" y="63038"/>
                  <a:pt x="881077" y="65848"/>
                  <a:pt x="873582" y="67722"/>
                </a:cubicBezTo>
                <a:lnTo>
                  <a:pt x="903137" y="109334"/>
                </a:lnTo>
                <a:cubicBezTo>
                  <a:pt x="907005" y="114713"/>
                  <a:pt x="909755" y="118068"/>
                  <a:pt x="911387" y="119397"/>
                </a:cubicBezTo>
                <a:cubicBezTo>
                  <a:pt x="913805" y="121331"/>
                  <a:pt x="916675" y="122359"/>
                  <a:pt x="920000" y="122480"/>
                </a:cubicBezTo>
                <a:lnTo>
                  <a:pt x="920000" y="125834"/>
                </a:lnTo>
                <a:lnTo>
                  <a:pt x="881288" y="125834"/>
                </a:lnTo>
                <a:lnTo>
                  <a:pt x="841671" y="69807"/>
                </a:lnTo>
                <a:lnTo>
                  <a:pt x="833602" y="69807"/>
                </a:lnTo>
                <a:moveTo>
                  <a:pt x="833602" y="9519"/>
                </a:moveTo>
                <a:lnTo>
                  <a:pt x="833602" y="63370"/>
                </a:lnTo>
                <a:lnTo>
                  <a:pt x="838770" y="63370"/>
                </a:lnTo>
                <a:cubicBezTo>
                  <a:pt x="847171" y="63370"/>
                  <a:pt x="853456" y="62585"/>
                  <a:pt x="857626" y="61013"/>
                </a:cubicBezTo>
                <a:cubicBezTo>
                  <a:pt x="861736" y="59563"/>
                  <a:pt x="865030" y="56782"/>
                  <a:pt x="867508" y="52673"/>
                </a:cubicBezTo>
                <a:cubicBezTo>
                  <a:pt x="869865" y="48684"/>
                  <a:pt x="871044" y="43456"/>
                  <a:pt x="871044" y="36989"/>
                </a:cubicBezTo>
                <a:cubicBezTo>
                  <a:pt x="871044" y="27681"/>
                  <a:pt x="868868" y="20761"/>
                  <a:pt x="864517" y="16228"/>
                </a:cubicBezTo>
                <a:cubicBezTo>
                  <a:pt x="860044" y="11816"/>
                  <a:pt x="852973" y="9580"/>
                  <a:pt x="843302" y="9519"/>
                </a:cubicBezTo>
                <a:lnTo>
                  <a:pt x="833602" y="9519"/>
                </a:lnTo>
                <a:close/>
                <a:moveTo>
                  <a:pt x="971770" y="113323"/>
                </a:moveTo>
                <a:cubicBezTo>
                  <a:pt x="961435" y="122510"/>
                  <a:pt x="952157" y="127073"/>
                  <a:pt x="943938" y="127013"/>
                </a:cubicBezTo>
                <a:cubicBezTo>
                  <a:pt x="939042" y="127013"/>
                  <a:pt x="935023" y="125411"/>
                  <a:pt x="931880" y="122208"/>
                </a:cubicBezTo>
                <a:cubicBezTo>
                  <a:pt x="928677" y="119125"/>
                  <a:pt x="927075" y="115167"/>
                  <a:pt x="927075" y="110331"/>
                </a:cubicBezTo>
                <a:cubicBezTo>
                  <a:pt x="927075" y="103925"/>
                  <a:pt x="929855" y="98093"/>
                  <a:pt x="935416" y="92834"/>
                </a:cubicBezTo>
                <a:cubicBezTo>
                  <a:pt x="940916" y="87758"/>
                  <a:pt x="953034" y="80898"/>
                  <a:pt x="971770" y="72255"/>
                </a:cubicBezTo>
                <a:lnTo>
                  <a:pt x="971770" y="63733"/>
                </a:lnTo>
                <a:cubicBezTo>
                  <a:pt x="971709" y="57387"/>
                  <a:pt x="971377" y="53337"/>
                  <a:pt x="970773" y="51585"/>
                </a:cubicBezTo>
                <a:cubicBezTo>
                  <a:pt x="969987" y="49953"/>
                  <a:pt x="968657" y="48502"/>
                  <a:pt x="966784" y="47233"/>
                </a:cubicBezTo>
                <a:cubicBezTo>
                  <a:pt x="964850" y="46085"/>
                  <a:pt x="962674" y="45480"/>
                  <a:pt x="960256" y="45420"/>
                </a:cubicBezTo>
                <a:cubicBezTo>
                  <a:pt x="956328" y="45480"/>
                  <a:pt x="953094" y="46357"/>
                  <a:pt x="950556" y="48049"/>
                </a:cubicBezTo>
                <a:cubicBezTo>
                  <a:pt x="948984" y="49137"/>
                  <a:pt x="948199" y="50406"/>
                  <a:pt x="948199" y="51857"/>
                </a:cubicBezTo>
                <a:cubicBezTo>
                  <a:pt x="948138" y="53126"/>
                  <a:pt x="948984" y="54697"/>
                  <a:pt x="950737" y="56571"/>
                </a:cubicBezTo>
                <a:cubicBezTo>
                  <a:pt x="952973" y="59230"/>
                  <a:pt x="954122" y="61738"/>
                  <a:pt x="954182" y="64096"/>
                </a:cubicBezTo>
                <a:cubicBezTo>
                  <a:pt x="954182" y="67118"/>
                  <a:pt x="953094" y="69626"/>
                  <a:pt x="950918" y="71620"/>
                </a:cubicBezTo>
                <a:cubicBezTo>
                  <a:pt x="948622" y="73736"/>
                  <a:pt x="945721" y="74793"/>
                  <a:pt x="942215" y="74793"/>
                </a:cubicBezTo>
                <a:cubicBezTo>
                  <a:pt x="938407" y="74793"/>
                  <a:pt x="935234" y="73645"/>
                  <a:pt x="932696" y="71348"/>
                </a:cubicBezTo>
                <a:cubicBezTo>
                  <a:pt x="930037" y="69112"/>
                  <a:pt x="928737" y="66423"/>
                  <a:pt x="928798" y="63280"/>
                </a:cubicBezTo>
                <a:cubicBezTo>
                  <a:pt x="928798" y="58928"/>
                  <a:pt x="930520" y="54758"/>
                  <a:pt x="933965" y="50769"/>
                </a:cubicBezTo>
                <a:cubicBezTo>
                  <a:pt x="937410" y="46901"/>
                  <a:pt x="942215" y="43879"/>
                  <a:pt x="948380" y="41703"/>
                </a:cubicBezTo>
                <a:cubicBezTo>
                  <a:pt x="954545" y="39648"/>
                  <a:pt x="960951" y="38590"/>
                  <a:pt x="967599" y="38530"/>
                </a:cubicBezTo>
                <a:cubicBezTo>
                  <a:pt x="975638" y="38590"/>
                  <a:pt x="982014" y="40283"/>
                  <a:pt x="986728" y="43607"/>
                </a:cubicBezTo>
                <a:cubicBezTo>
                  <a:pt x="991322" y="47052"/>
                  <a:pt x="994344" y="50769"/>
                  <a:pt x="995794" y="54758"/>
                </a:cubicBezTo>
                <a:cubicBezTo>
                  <a:pt x="996580" y="57296"/>
                  <a:pt x="997003" y="63129"/>
                  <a:pt x="997064" y="72255"/>
                </a:cubicBezTo>
                <a:lnTo>
                  <a:pt x="997064" y="105164"/>
                </a:lnTo>
                <a:cubicBezTo>
                  <a:pt x="997064" y="109092"/>
                  <a:pt x="997215" y="111510"/>
                  <a:pt x="997517" y="112417"/>
                </a:cubicBezTo>
                <a:cubicBezTo>
                  <a:pt x="997759" y="113505"/>
                  <a:pt x="998212" y="114260"/>
                  <a:pt x="998877" y="114683"/>
                </a:cubicBezTo>
                <a:cubicBezTo>
                  <a:pt x="999421" y="115167"/>
                  <a:pt x="1000116" y="115408"/>
                  <a:pt x="1000962" y="115408"/>
                </a:cubicBezTo>
                <a:cubicBezTo>
                  <a:pt x="1002473" y="115469"/>
                  <a:pt x="1004074" y="114351"/>
                  <a:pt x="1005767" y="112054"/>
                </a:cubicBezTo>
                <a:lnTo>
                  <a:pt x="1008487" y="114230"/>
                </a:lnTo>
                <a:cubicBezTo>
                  <a:pt x="1005404" y="118702"/>
                  <a:pt x="1002292" y="121936"/>
                  <a:pt x="999149" y="123930"/>
                </a:cubicBezTo>
                <a:cubicBezTo>
                  <a:pt x="995825" y="126046"/>
                  <a:pt x="992138" y="127073"/>
                  <a:pt x="988088" y="127013"/>
                </a:cubicBezTo>
                <a:cubicBezTo>
                  <a:pt x="983253" y="127013"/>
                  <a:pt x="979476" y="125864"/>
                  <a:pt x="976756" y="123568"/>
                </a:cubicBezTo>
                <a:cubicBezTo>
                  <a:pt x="974036" y="121392"/>
                  <a:pt x="972374" y="117977"/>
                  <a:pt x="971770" y="113323"/>
                </a:cubicBezTo>
                <a:moveTo>
                  <a:pt x="971770" y="106705"/>
                </a:moveTo>
                <a:lnTo>
                  <a:pt x="971770" y="78329"/>
                </a:lnTo>
                <a:cubicBezTo>
                  <a:pt x="964396" y="82620"/>
                  <a:pt x="958957" y="87214"/>
                  <a:pt x="955451" y="92109"/>
                </a:cubicBezTo>
                <a:cubicBezTo>
                  <a:pt x="953094" y="95373"/>
                  <a:pt x="951916" y="98667"/>
                  <a:pt x="951916" y="101991"/>
                </a:cubicBezTo>
                <a:cubicBezTo>
                  <a:pt x="951916" y="104832"/>
                  <a:pt x="952913" y="107279"/>
                  <a:pt x="954907" y="109334"/>
                </a:cubicBezTo>
                <a:cubicBezTo>
                  <a:pt x="956418" y="110966"/>
                  <a:pt x="958534" y="111782"/>
                  <a:pt x="961253" y="111782"/>
                </a:cubicBezTo>
                <a:cubicBezTo>
                  <a:pt x="964215" y="111782"/>
                  <a:pt x="967720" y="110090"/>
                  <a:pt x="971770" y="106705"/>
                </a:cubicBezTo>
                <a:close/>
                <a:moveTo>
                  <a:pt x="1048257" y="10063"/>
                </a:moveTo>
                <a:lnTo>
                  <a:pt x="1048257" y="41068"/>
                </a:lnTo>
                <a:lnTo>
                  <a:pt x="1068383" y="41068"/>
                </a:lnTo>
                <a:lnTo>
                  <a:pt x="1068383" y="50044"/>
                </a:lnTo>
                <a:lnTo>
                  <a:pt x="1048257" y="50044"/>
                </a:lnTo>
                <a:lnTo>
                  <a:pt x="1048257" y="102354"/>
                </a:lnTo>
                <a:cubicBezTo>
                  <a:pt x="1048257" y="107310"/>
                  <a:pt x="1048499" y="110452"/>
                  <a:pt x="1048982" y="111782"/>
                </a:cubicBezTo>
                <a:cubicBezTo>
                  <a:pt x="1049345" y="113293"/>
                  <a:pt x="1050131" y="114441"/>
                  <a:pt x="1051339" y="115227"/>
                </a:cubicBezTo>
                <a:cubicBezTo>
                  <a:pt x="1052427" y="116134"/>
                  <a:pt x="1053485" y="116587"/>
                  <a:pt x="1054512" y="116587"/>
                </a:cubicBezTo>
                <a:cubicBezTo>
                  <a:pt x="1058380" y="116587"/>
                  <a:pt x="1062097" y="113595"/>
                  <a:pt x="1065663" y="107612"/>
                </a:cubicBezTo>
                <a:lnTo>
                  <a:pt x="1068383" y="109606"/>
                </a:lnTo>
                <a:cubicBezTo>
                  <a:pt x="1063427" y="121211"/>
                  <a:pt x="1055479" y="127013"/>
                  <a:pt x="1044540" y="127013"/>
                </a:cubicBezTo>
                <a:cubicBezTo>
                  <a:pt x="1039161" y="127013"/>
                  <a:pt x="1034628" y="125502"/>
                  <a:pt x="1030941" y="122480"/>
                </a:cubicBezTo>
                <a:cubicBezTo>
                  <a:pt x="1027133" y="119579"/>
                  <a:pt x="1024746" y="116255"/>
                  <a:pt x="1023779" y="112507"/>
                </a:cubicBezTo>
                <a:cubicBezTo>
                  <a:pt x="1023114" y="110452"/>
                  <a:pt x="1022812" y="104892"/>
                  <a:pt x="1022873" y="95826"/>
                </a:cubicBezTo>
                <a:lnTo>
                  <a:pt x="1022873" y="50044"/>
                </a:lnTo>
                <a:lnTo>
                  <a:pt x="1011812" y="50044"/>
                </a:lnTo>
                <a:lnTo>
                  <a:pt x="1011812" y="46870"/>
                </a:lnTo>
                <a:cubicBezTo>
                  <a:pt x="1019427" y="41552"/>
                  <a:pt x="1025925" y="35901"/>
                  <a:pt x="1031304" y="29917"/>
                </a:cubicBezTo>
                <a:cubicBezTo>
                  <a:pt x="1036622" y="24055"/>
                  <a:pt x="1041276" y="17437"/>
                  <a:pt x="1045265" y="10063"/>
                </a:cubicBezTo>
                <a:lnTo>
                  <a:pt x="1048257" y="10063"/>
                </a:lnTo>
                <a:close/>
                <a:moveTo>
                  <a:pt x="1150539" y="80414"/>
                </a:moveTo>
                <a:lnTo>
                  <a:pt x="1104031" y="80414"/>
                </a:lnTo>
                <a:cubicBezTo>
                  <a:pt x="1104575" y="91656"/>
                  <a:pt x="1107567" y="100540"/>
                  <a:pt x="1113006" y="107068"/>
                </a:cubicBezTo>
                <a:cubicBezTo>
                  <a:pt x="1117116" y="112084"/>
                  <a:pt x="1122132" y="114592"/>
                  <a:pt x="1128056" y="114592"/>
                </a:cubicBezTo>
                <a:cubicBezTo>
                  <a:pt x="1131621" y="114653"/>
                  <a:pt x="1134915" y="113625"/>
                  <a:pt x="1137937" y="111510"/>
                </a:cubicBezTo>
                <a:cubicBezTo>
                  <a:pt x="1140899" y="109516"/>
                  <a:pt x="1144072" y="105889"/>
                  <a:pt x="1147456" y="100631"/>
                </a:cubicBezTo>
                <a:lnTo>
                  <a:pt x="1150539" y="102626"/>
                </a:lnTo>
                <a:cubicBezTo>
                  <a:pt x="1145885" y="111994"/>
                  <a:pt x="1140808" y="118612"/>
                  <a:pt x="1135308" y="122480"/>
                </a:cubicBezTo>
                <a:cubicBezTo>
                  <a:pt x="1129748" y="126408"/>
                  <a:pt x="1123311" y="128373"/>
                  <a:pt x="1115998" y="128373"/>
                </a:cubicBezTo>
                <a:cubicBezTo>
                  <a:pt x="1103366" y="128433"/>
                  <a:pt x="1093847" y="123598"/>
                  <a:pt x="1087440" y="113867"/>
                </a:cubicBezTo>
                <a:cubicBezTo>
                  <a:pt x="1082243" y="106071"/>
                  <a:pt x="1079644" y="96400"/>
                  <a:pt x="1079644" y="84856"/>
                </a:cubicBezTo>
                <a:cubicBezTo>
                  <a:pt x="1079583" y="70774"/>
                  <a:pt x="1083421" y="59502"/>
                  <a:pt x="1091157" y="51041"/>
                </a:cubicBezTo>
                <a:cubicBezTo>
                  <a:pt x="1098773" y="42700"/>
                  <a:pt x="1107718" y="38530"/>
                  <a:pt x="1117992" y="38530"/>
                </a:cubicBezTo>
                <a:cubicBezTo>
                  <a:pt x="1126575" y="38590"/>
                  <a:pt x="1134039" y="42096"/>
                  <a:pt x="1140385" y="49046"/>
                </a:cubicBezTo>
                <a:cubicBezTo>
                  <a:pt x="1146610" y="56118"/>
                  <a:pt x="1149995" y="66574"/>
                  <a:pt x="1150539" y="80414"/>
                </a:cubicBezTo>
                <a:moveTo>
                  <a:pt x="1128237" y="74340"/>
                </a:moveTo>
                <a:cubicBezTo>
                  <a:pt x="1128176" y="64670"/>
                  <a:pt x="1127663" y="57991"/>
                  <a:pt x="1126696" y="54304"/>
                </a:cubicBezTo>
                <a:cubicBezTo>
                  <a:pt x="1125608" y="50739"/>
                  <a:pt x="1123946" y="47989"/>
                  <a:pt x="1121709" y="46055"/>
                </a:cubicBezTo>
                <a:cubicBezTo>
                  <a:pt x="1120380" y="44967"/>
                  <a:pt x="1118687" y="44423"/>
                  <a:pt x="1116633" y="44423"/>
                </a:cubicBezTo>
                <a:cubicBezTo>
                  <a:pt x="1113429" y="44423"/>
                  <a:pt x="1110861" y="45964"/>
                  <a:pt x="1108927" y="49046"/>
                </a:cubicBezTo>
                <a:cubicBezTo>
                  <a:pt x="1105361" y="54486"/>
                  <a:pt x="1103578" y="61859"/>
                  <a:pt x="1103578" y="71167"/>
                </a:cubicBezTo>
                <a:lnTo>
                  <a:pt x="1103578" y="74340"/>
                </a:lnTo>
                <a:lnTo>
                  <a:pt x="1128237" y="74340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02F80-E1D0-45B2-B60A-7EA9CB94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9987" y="608551"/>
            <a:ext cx="10" cy="361254"/>
          </a:xfrm>
          <a:custGeom xmlns:a="http://schemas.openxmlformats.org/drawingml/2006/main">
            <a:pathLst>
              <a:path w="1" h="361254" fill="none">
                <a:moveTo>
                  <a:pt x="0" y="0"/>
                </a:moveTo>
                <a:lnTo>
                  <a:pt x="0" y="361254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EE9EB-29B9-4313-B3C6-E2CBC0D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3" y="969805"/>
            <a:ext cx="76828" cy="76828"/>
          </a:xfrm>
          <a:custGeom xmlns:a="http://schemas.openxmlformats.org/drawingml/2006/main">
            <a:pathLst>
              <a:path w="76828" h="76828">
                <a:moveTo>
                  <a:pt x="76828" y="0"/>
                </a:moveTo>
                <a:lnTo>
                  <a:pt x="38414" y="76828"/>
                </a:lnTo>
                <a:lnTo>
                  <a:pt x="0" y="0"/>
                </a:lnTo>
                <a:lnTo>
                  <a:pt x="76828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4D9EB-6485-4D5A-BB2A-7C57E83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3" y="969805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76828" y="0"/>
                </a:moveTo>
                <a:lnTo>
                  <a:pt x="38414" y="76828"/>
                </a:lnTo>
                <a:lnTo>
                  <a:pt x="0" y="0"/>
                </a:lnTo>
                <a:lnTo>
                  <a:pt x="7682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C168F-E505-4DA3-9DE6-A5087235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0140" y="1298599"/>
            <a:ext cx="390121" cy="10"/>
          </a:xfrm>
          <a:custGeom xmlns:a="http://schemas.openxmlformats.org/drawingml/2006/main">
            <a:pathLst>
              <a:path w="390121" h="1" fill="none">
                <a:moveTo>
                  <a:pt x="0" y="0"/>
                </a:moveTo>
                <a:lnTo>
                  <a:pt x="3901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86F26-FB60-4035-85ED-B65E52E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261" y="1260185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821CD-A0F7-4DF6-965F-98534D0F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261" y="1260185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C6B65-2FB6-4E8C-A80A-2E694A9A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194" y="1807095"/>
            <a:ext cx="571412" cy="569427"/>
          </a:xfrm>
          <a:custGeom xmlns:a="http://schemas.openxmlformats.org/drawingml/2006/main">
            <a:pathLst>
              <a:path w="571412" h="569427">
                <a:moveTo>
                  <a:pt x="285706" y="0"/>
                </a:moveTo>
                <a:cubicBezTo>
                  <a:pt x="143734" y="0"/>
                  <a:pt x="0" y="30562"/>
                  <a:pt x="0" y="88973"/>
                </a:cubicBezTo>
                <a:lnTo>
                  <a:pt x="0" y="480454"/>
                </a:lnTo>
                <a:cubicBezTo>
                  <a:pt x="0" y="538865"/>
                  <a:pt x="143734" y="569427"/>
                  <a:pt x="285706" y="569427"/>
                </a:cubicBezTo>
                <a:cubicBezTo>
                  <a:pt x="427678" y="569427"/>
                  <a:pt x="571412" y="538865"/>
                  <a:pt x="571412" y="480454"/>
                </a:cubicBezTo>
                <a:lnTo>
                  <a:pt x="571412" y="88973"/>
                </a:lnTo>
                <a:cubicBezTo>
                  <a:pt x="571412" y="30562"/>
                  <a:pt x="427678" y="0"/>
                  <a:pt x="285706" y="0"/>
                </a:cubicBezTo>
                <a:close/>
                <a:moveTo>
                  <a:pt x="523794" y="264997"/>
                </a:moveTo>
                <a:lnTo>
                  <a:pt x="523794" y="355892"/>
                </a:lnTo>
                <a:cubicBezTo>
                  <a:pt x="523794" y="377148"/>
                  <a:pt x="428833" y="409275"/>
                  <a:pt x="285706" y="409275"/>
                </a:cubicBezTo>
                <a:cubicBezTo>
                  <a:pt x="142579" y="409275"/>
                  <a:pt x="47618" y="377148"/>
                  <a:pt x="47618" y="355892"/>
                </a:cubicBezTo>
                <a:lnTo>
                  <a:pt x="47618" y="264997"/>
                </a:lnTo>
                <a:cubicBezTo>
                  <a:pt x="48237" y="265273"/>
                  <a:pt x="48927" y="265540"/>
                  <a:pt x="49558" y="265825"/>
                </a:cubicBezTo>
                <a:cubicBezTo>
                  <a:pt x="51748" y="266803"/>
                  <a:pt x="54010" y="267764"/>
                  <a:pt x="56320" y="268708"/>
                </a:cubicBezTo>
                <a:lnTo>
                  <a:pt x="59558" y="270015"/>
                </a:lnTo>
                <a:cubicBezTo>
                  <a:pt x="62296" y="271083"/>
                  <a:pt x="65117" y="272115"/>
                  <a:pt x="68010" y="273138"/>
                </a:cubicBezTo>
                <a:cubicBezTo>
                  <a:pt x="68665" y="273369"/>
                  <a:pt x="69283" y="273610"/>
                  <a:pt x="69950" y="273832"/>
                </a:cubicBezTo>
                <a:cubicBezTo>
                  <a:pt x="73522" y="275060"/>
                  <a:pt x="77165" y="276234"/>
                  <a:pt x="80914" y="277391"/>
                </a:cubicBezTo>
                <a:cubicBezTo>
                  <a:pt x="81998" y="277720"/>
                  <a:pt x="83117" y="278031"/>
                  <a:pt x="84223" y="278352"/>
                </a:cubicBezTo>
                <a:cubicBezTo>
                  <a:pt x="87001" y="279170"/>
                  <a:pt x="89827" y="279968"/>
                  <a:pt x="92700" y="280745"/>
                </a:cubicBezTo>
                <a:cubicBezTo>
                  <a:pt x="96995" y="281905"/>
                  <a:pt x="101321" y="283000"/>
                  <a:pt x="105676" y="284028"/>
                </a:cubicBezTo>
                <a:cubicBezTo>
                  <a:pt x="106866" y="284322"/>
                  <a:pt x="108056" y="284624"/>
                  <a:pt x="109330" y="284918"/>
                </a:cubicBezTo>
                <a:cubicBezTo>
                  <a:pt x="113488" y="285879"/>
                  <a:pt x="117727" y="286799"/>
                  <a:pt x="122044" y="287676"/>
                </a:cubicBezTo>
                <a:lnTo>
                  <a:pt x="124687" y="288193"/>
                </a:lnTo>
                <a:cubicBezTo>
                  <a:pt x="128218" y="288898"/>
                  <a:pt x="131790" y="289574"/>
                  <a:pt x="135401" y="290221"/>
                </a:cubicBezTo>
                <a:lnTo>
                  <a:pt x="140031" y="291031"/>
                </a:lnTo>
                <a:cubicBezTo>
                  <a:pt x="143186" y="291573"/>
                  <a:pt x="146377" y="292090"/>
                  <a:pt x="149555" y="292597"/>
                </a:cubicBezTo>
                <a:cubicBezTo>
                  <a:pt x="151102" y="292837"/>
                  <a:pt x="152650" y="293086"/>
                  <a:pt x="154209" y="293317"/>
                </a:cubicBezTo>
                <a:cubicBezTo>
                  <a:pt x="158266" y="293910"/>
                  <a:pt x="162368" y="294485"/>
                  <a:pt x="166519" y="295043"/>
                </a:cubicBezTo>
                <a:cubicBezTo>
                  <a:pt x="167151" y="295132"/>
                  <a:pt x="167780" y="295230"/>
                  <a:pt x="168423" y="295310"/>
                </a:cubicBezTo>
                <a:cubicBezTo>
                  <a:pt x="173185" y="295904"/>
                  <a:pt x="178006" y="296478"/>
                  <a:pt x="182888" y="297036"/>
                </a:cubicBezTo>
                <a:lnTo>
                  <a:pt x="187363" y="297508"/>
                </a:lnTo>
                <a:cubicBezTo>
                  <a:pt x="190935" y="297881"/>
                  <a:pt x="194411" y="298228"/>
                  <a:pt x="197970" y="298558"/>
                </a:cubicBezTo>
                <a:lnTo>
                  <a:pt x="203065" y="299020"/>
                </a:lnTo>
                <a:cubicBezTo>
                  <a:pt x="206804" y="299340"/>
                  <a:pt x="210565" y="299634"/>
                  <a:pt x="214351" y="299910"/>
                </a:cubicBezTo>
                <a:cubicBezTo>
                  <a:pt x="215672" y="300008"/>
                  <a:pt x="216981" y="300114"/>
                  <a:pt x="218303" y="300203"/>
                </a:cubicBezTo>
                <a:cubicBezTo>
                  <a:pt x="223359" y="300559"/>
                  <a:pt x="228433" y="300874"/>
                  <a:pt x="233529" y="301147"/>
                </a:cubicBezTo>
                <a:cubicBezTo>
                  <a:pt x="234660" y="301209"/>
                  <a:pt x="235779" y="301244"/>
                  <a:pt x="236910" y="301298"/>
                </a:cubicBezTo>
                <a:cubicBezTo>
                  <a:pt x="240957" y="301500"/>
                  <a:pt x="245017" y="301678"/>
                  <a:pt x="249089" y="301832"/>
                </a:cubicBezTo>
                <a:lnTo>
                  <a:pt x="254147" y="302001"/>
                </a:lnTo>
                <a:cubicBezTo>
                  <a:pt x="257861" y="302125"/>
                  <a:pt x="261587" y="302214"/>
                  <a:pt x="265326" y="302294"/>
                </a:cubicBezTo>
                <a:lnTo>
                  <a:pt x="270088" y="302392"/>
                </a:lnTo>
                <a:cubicBezTo>
                  <a:pt x="275278" y="302472"/>
                  <a:pt x="280480" y="302526"/>
                  <a:pt x="285670" y="302526"/>
                </a:cubicBezTo>
                <a:cubicBezTo>
                  <a:pt x="290860" y="302526"/>
                  <a:pt x="296063" y="302472"/>
                  <a:pt x="301253" y="302392"/>
                </a:cubicBezTo>
                <a:lnTo>
                  <a:pt x="306015" y="302294"/>
                </a:lnTo>
                <a:cubicBezTo>
                  <a:pt x="309752" y="302214"/>
                  <a:pt x="313479" y="302125"/>
                  <a:pt x="317193" y="302001"/>
                </a:cubicBezTo>
                <a:lnTo>
                  <a:pt x="322252" y="301832"/>
                </a:lnTo>
                <a:cubicBezTo>
                  <a:pt x="326324" y="301684"/>
                  <a:pt x="330383" y="301506"/>
                  <a:pt x="334430" y="301298"/>
                </a:cubicBezTo>
                <a:cubicBezTo>
                  <a:pt x="335562" y="301244"/>
                  <a:pt x="336680" y="301209"/>
                  <a:pt x="337812" y="301147"/>
                </a:cubicBezTo>
                <a:cubicBezTo>
                  <a:pt x="342907" y="300874"/>
                  <a:pt x="347978" y="300559"/>
                  <a:pt x="353025" y="300203"/>
                </a:cubicBezTo>
                <a:cubicBezTo>
                  <a:pt x="354371" y="300114"/>
                  <a:pt x="355681" y="300008"/>
                  <a:pt x="357001" y="299910"/>
                </a:cubicBezTo>
                <a:cubicBezTo>
                  <a:pt x="360786" y="299625"/>
                  <a:pt x="364548" y="299332"/>
                  <a:pt x="368275" y="299020"/>
                </a:cubicBezTo>
                <a:lnTo>
                  <a:pt x="373370" y="298558"/>
                </a:lnTo>
                <a:cubicBezTo>
                  <a:pt x="376942" y="298228"/>
                  <a:pt x="380513" y="297881"/>
                  <a:pt x="383976" y="297508"/>
                </a:cubicBezTo>
                <a:lnTo>
                  <a:pt x="388454" y="297036"/>
                </a:lnTo>
                <a:cubicBezTo>
                  <a:pt x="393326" y="296491"/>
                  <a:pt x="398147" y="295915"/>
                  <a:pt x="402917" y="295310"/>
                </a:cubicBezTo>
                <a:cubicBezTo>
                  <a:pt x="403559" y="295230"/>
                  <a:pt x="404191" y="295132"/>
                  <a:pt x="404821" y="295043"/>
                </a:cubicBezTo>
                <a:cubicBezTo>
                  <a:pt x="408972" y="294503"/>
                  <a:pt x="413075" y="293928"/>
                  <a:pt x="417130" y="293317"/>
                </a:cubicBezTo>
                <a:cubicBezTo>
                  <a:pt x="418690" y="293086"/>
                  <a:pt x="420238" y="292837"/>
                  <a:pt x="421785" y="292597"/>
                </a:cubicBezTo>
                <a:cubicBezTo>
                  <a:pt x="424999" y="292090"/>
                  <a:pt x="428190" y="291573"/>
                  <a:pt x="431309" y="291031"/>
                </a:cubicBezTo>
                <a:lnTo>
                  <a:pt x="435939" y="290221"/>
                </a:lnTo>
                <a:cubicBezTo>
                  <a:pt x="439574" y="289574"/>
                  <a:pt x="443147" y="288898"/>
                  <a:pt x="446654" y="288193"/>
                </a:cubicBezTo>
                <a:lnTo>
                  <a:pt x="449296" y="287676"/>
                </a:lnTo>
                <a:cubicBezTo>
                  <a:pt x="453613" y="286799"/>
                  <a:pt x="457852" y="285879"/>
                  <a:pt x="462009" y="284918"/>
                </a:cubicBezTo>
                <a:cubicBezTo>
                  <a:pt x="463201" y="284642"/>
                  <a:pt x="464391" y="284340"/>
                  <a:pt x="465665" y="284028"/>
                </a:cubicBezTo>
                <a:cubicBezTo>
                  <a:pt x="472903" y="282330"/>
                  <a:pt x="480058" y="280439"/>
                  <a:pt x="487117" y="278361"/>
                </a:cubicBezTo>
                <a:lnTo>
                  <a:pt x="490426" y="277391"/>
                </a:lnTo>
                <a:cubicBezTo>
                  <a:pt x="494176" y="276243"/>
                  <a:pt x="497842" y="275069"/>
                  <a:pt x="501390" y="273832"/>
                </a:cubicBezTo>
                <a:cubicBezTo>
                  <a:pt x="502057" y="273610"/>
                  <a:pt x="502676" y="273369"/>
                  <a:pt x="503330" y="273138"/>
                </a:cubicBezTo>
                <a:cubicBezTo>
                  <a:pt x="506223" y="272115"/>
                  <a:pt x="509044" y="271083"/>
                  <a:pt x="511783" y="270015"/>
                </a:cubicBezTo>
                <a:lnTo>
                  <a:pt x="515020" y="268708"/>
                </a:lnTo>
                <a:cubicBezTo>
                  <a:pt x="517330" y="267764"/>
                  <a:pt x="519591" y="266803"/>
                  <a:pt x="521782" y="265825"/>
                </a:cubicBezTo>
                <a:cubicBezTo>
                  <a:pt x="522485" y="265540"/>
                  <a:pt x="523175" y="265273"/>
                  <a:pt x="523794" y="264997"/>
                </a:cubicBezTo>
                <a:close/>
                <a:moveTo>
                  <a:pt x="523794" y="140435"/>
                </a:moveTo>
                <a:lnTo>
                  <a:pt x="523794" y="213535"/>
                </a:lnTo>
                <a:cubicBezTo>
                  <a:pt x="523794" y="234791"/>
                  <a:pt x="428833" y="266919"/>
                  <a:pt x="285706" y="266919"/>
                </a:cubicBezTo>
                <a:cubicBezTo>
                  <a:pt x="142579" y="266919"/>
                  <a:pt x="47618" y="234791"/>
                  <a:pt x="47618" y="213535"/>
                </a:cubicBezTo>
                <a:lnTo>
                  <a:pt x="47618" y="140435"/>
                </a:lnTo>
                <a:cubicBezTo>
                  <a:pt x="48237" y="140711"/>
                  <a:pt x="48927" y="140978"/>
                  <a:pt x="49558" y="141263"/>
                </a:cubicBezTo>
                <a:cubicBezTo>
                  <a:pt x="51748" y="142241"/>
                  <a:pt x="54010" y="143202"/>
                  <a:pt x="56320" y="144145"/>
                </a:cubicBezTo>
                <a:lnTo>
                  <a:pt x="59558" y="145453"/>
                </a:lnTo>
                <a:cubicBezTo>
                  <a:pt x="62296" y="146521"/>
                  <a:pt x="65117" y="147553"/>
                  <a:pt x="68010" y="148576"/>
                </a:cubicBezTo>
                <a:cubicBezTo>
                  <a:pt x="68665" y="148807"/>
                  <a:pt x="69283" y="149047"/>
                  <a:pt x="69950" y="149270"/>
                </a:cubicBezTo>
                <a:cubicBezTo>
                  <a:pt x="73522" y="150498"/>
                  <a:pt x="77165" y="151672"/>
                  <a:pt x="80914" y="152829"/>
                </a:cubicBezTo>
                <a:cubicBezTo>
                  <a:pt x="81998" y="153158"/>
                  <a:pt x="83117" y="153469"/>
                  <a:pt x="84223" y="153789"/>
                </a:cubicBezTo>
                <a:cubicBezTo>
                  <a:pt x="87001" y="154608"/>
                  <a:pt x="89827" y="155406"/>
                  <a:pt x="92700" y="156183"/>
                </a:cubicBezTo>
                <a:cubicBezTo>
                  <a:pt x="96995" y="157343"/>
                  <a:pt x="101321" y="158438"/>
                  <a:pt x="105676" y="159466"/>
                </a:cubicBezTo>
                <a:cubicBezTo>
                  <a:pt x="106866" y="159760"/>
                  <a:pt x="108056" y="160062"/>
                  <a:pt x="109330" y="160356"/>
                </a:cubicBezTo>
                <a:cubicBezTo>
                  <a:pt x="113488" y="161317"/>
                  <a:pt x="117727" y="162236"/>
                  <a:pt x="122044" y="163114"/>
                </a:cubicBezTo>
                <a:lnTo>
                  <a:pt x="124687" y="163630"/>
                </a:lnTo>
                <a:cubicBezTo>
                  <a:pt x="128218" y="164330"/>
                  <a:pt x="131790" y="165006"/>
                  <a:pt x="135401" y="165659"/>
                </a:cubicBezTo>
                <a:lnTo>
                  <a:pt x="140031" y="166469"/>
                </a:lnTo>
                <a:cubicBezTo>
                  <a:pt x="143186" y="167011"/>
                  <a:pt x="146377" y="167527"/>
                  <a:pt x="149555" y="168034"/>
                </a:cubicBezTo>
                <a:cubicBezTo>
                  <a:pt x="151102" y="168275"/>
                  <a:pt x="152650" y="168524"/>
                  <a:pt x="154209" y="168755"/>
                </a:cubicBezTo>
                <a:cubicBezTo>
                  <a:pt x="158266" y="169348"/>
                  <a:pt x="162368" y="169923"/>
                  <a:pt x="166519" y="170481"/>
                </a:cubicBezTo>
                <a:cubicBezTo>
                  <a:pt x="167151" y="170570"/>
                  <a:pt x="167780" y="170668"/>
                  <a:pt x="168423" y="170748"/>
                </a:cubicBezTo>
                <a:cubicBezTo>
                  <a:pt x="173185" y="171341"/>
                  <a:pt x="178006" y="171916"/>
                  <a:pt x="182888" y="172474"/>
                </a:cubicBezTo>
                <a:lnTo>
                  <a:pt x="187363" y="172945"/>
                </a:lnTo>
                <a:cubicBezTo>
                  <a:pt x="190935" y="173319"/>
                  <a:pt x="194411" y="173666"/>
                  <a:pt x="197970" y="173995"/>
                </a:cubicBezTo>
                <a:lnTo>
                  <a:pt x="203065" y="174458"/>
                </a:lnTo>
                <a:cubicBezTo>
                  <a:pt x="206804" y="174778"/>
                  <a:pt x="210565" y="175072"/>
                  <a:pt x="214351" y="175348"/>
                </a:cubicBezTo>
                <a:cubicBezTo>
                  <a:pt x="215672" y="175445"/>
                  <a:pt x="216981" y="175552"/>
                  <a:pt x="218303" y="175641"/>
                </a:cubicBezTo>
                <a:cubicBezTo>
                  <a:pt x="223359" y="175997"/>
                  <a:pt x="228433" y="176312"/>
                  <a:pt x="233529" y="176584"/>
                </a:cubicBezTo>
                <a:cubicBezTo>
                  <a:pt x="234660" y="176647"/>
                  <a:pt x="235779" y="176682"/>
                  <a:pt x="236910" y="176736"/>
                </a:cubicBezTo>
                <a:cubicBezTo>
                  <a:pt x="240957" y="176944"/>
                  <a:pt x="245017" y="177122"/>
                  <a:pt x="249089" y="177269"/>
                </a:cubicBezTo>
                <a:lnTo>
                  <a:pt x="254147" y="177439"/>
                </a:lnTo>
                <a:cubicBezTo>
                  <a:pt x="257861" y="177563"/>
                  <a:pt x="261587" y="177652"/>
                  <a:pt x="265326" y="177732"/>
                </a:cubicBezTo>
                <a:lnTo>
                  <a:pt x="270088" y="177830"/>
                </a:lnTo>
                <a:cubicBezTo>
                  <a:pt x="275278" y="177910"/>
                  <a:pt x="280480" y="177964"/>
                  <a:pt x="285670" y="177964"/>
                </a:cubicBezTo>
                <a:cubicBezTo>
                  <a:pt x="290860" y="177964"/>
                  <a:pt x="296063" y="177910"/>
                  <a:pt x="301253" y="177830"/>
                </a:cubicBezTo>
                <a:lnTo>
                  <a:pt x="306015" y="177732"/>
                </a:lnTo>
                <a:cubicBezTo>
                  <a:pt x="309752" y="177652"/>
                  <a:pt x="313479" y="177563"/>
                  <a:pt x="317193" y="177439"/>
                </a:cubicBezTo>
                <a:lnTo>
                  <a:pt x="322252" y="177269"/>
                </a:lnTo>
                <a:cubicBezTo>
                  <a:pt x="326324" y="177122"/>
                  <a:pt x="330383" y="176944"/>
                  <a:pt x="334430" y="176736"/>
                </a:cubicBezTo>
                <a:cubicBezTo>
                  <a:pt x="335562" y="176682"/>
                  <a:pt x="336680" y="176647"/>
                  <a:pt x="337812" y="176584"/>
                </a:cubicBezTo>
                <a:cubicBezTo>
                  <a:pt x="342907" y="176312"/>
                  <a:pt x="347978" y="175997"/>
                  <a:pt x="353025" y="175641"/>
                </a:cubicBezTo>
                <a:cubicBezTo>
                  <a:pt x="354371" y="175552"/>
                  <a:pt x="355681" y="175445"/>
                  <a:pt x="357001" y="175348"/>
                </a:cubicBezTo>
                <a:cubicBezTo>
                  <a:pt x="360786" y="175063"/>
                  <a:pt x="364548" y="174769"/>
                  <a:pt x="368275" y="174458"/>
                </a:cubicBezTo>
                <a:lnTo>
                  <a:pt x="373370" y="173995"/>
                </a:lnTo>
                <a:cubicBezTo>
                  <a:pt x="376942" y="173666"/>
                  <a:pt x="380513" y="173319"/>
                  <a:pt x="383976" y="172945"/>
                </a:cubicBezTo>
                <a:lnTo>
                  <a:pt x="388454" y="172474"/>
                </a:lnTo>
                <a:cubicBezTo>
                  <a:pt x="393326" y="171934"/>
                  <a:pt x="398147" y="171359"/>
                  <a:pt x="402917" y="170748"/>
                </a:cubicBezTo>
                <a:cubicBezTo>
                  <a:pt x="403559" y="170668"/>
                  <a:pt x="404191" y="170570"/>
                  <a:pt x="404821" y="170481"/>
                </a:cubicBezTo>
                <a:cubicBezTo>
                  <a:pt x="408972" y="169941"/>
                  <a:pt x="413075" y="169366"/>
                  <a:pt x="417130" y="168755"/>
                </a:cubicBezTo>
                <a:cubicBezTo>
                  <a:pt x="418690" y="168524"/>
                  <a:pt x="420238" y="168275"/>
                  <a:pt x="421785" y="168034"/>
                </a:cubicBezTo>
                <a:cubicBezTo>
                  <a:pt x="424999" y="167527"/>
                  <a:pt x="428190" y="167011"/>
                  <a:pt x="431309" y="166469"/>
                </a:cubicBezTo>
                <a:lnTo>
                  <a:pt x="435939" y="165659"/>
                </a:lnTo>
                <a:cubicBezTo>
                  <a:pt x="439574" y="165006"/>
                  <a:pt x="443147" y="164330"/>
                  <a:pt x="446654" y="163630"/>
                </a:cubicBezTo>
                <a:lnTo>
                  <a:pt x="449296" y="163114"/>
                </a:lnTo>
                <a:cubicBezTo>
                  <a:pt x="453613" y="162236"/>
                  <a:pt x="457852" y="161317"/>
                  <a:pt x="462009" y="160356"/>
                </a:cubicBezTo>
                <a:cubicBezTo>
                  <a:pt x="463201" y="160080"/>
                  <a:pt x="464391" y="159778"/>
                  <a:pt x="465665" y="159466"/>
                </a:cubicBezTo>
                <a:cubicBezTo>
                  <a:pt x="472903" y="157768"/>
                  <a:pt x="480058" y="155877"/>
                  <a:pt x="487117" y="153798"/>
                </a:cubicBezTo>
                <a:lnTo>
                  <a:pt x="490426" y="152829"/>
                </a:lnTo>
                <a:cubicBezTo>
                  <a:pt x="494176" y="151681"/>
                  <a:pt x="497842" y="150507"/>
                  <a:pt x="501390" y="149270"/>
                </a:cubicBezTo>
                <a:cubicBezTo>
                  <a:pt x="502057" y="149047"/>
                  <a:pt x="502676" y="148807"/>
                  <a:pt x="503330" y="148576"/>
                </a:cubicBezTo>
                <a:cubicBezTo>
                  <a:pt x="506223" y="147553"/>
                  <a:pt x="509044" y="146521"/>
                  <a:pt x="511783" y="145453"/>
                </a:cubicBezTo>
                <a:lnTo>
                  <a:pt x="515020" y="144145"/>
                </a:lnTo>
                <a:cubicBezTo>
                  <a:pt x="517330" y="143202"/>
                  <a:pt x="519591" y="142241"/>
                  <a:pt x="521782" y="141263"/>
                </a:cubicBezTo>
                <a:cubicBezTo>
                  <a:pt x="522485" y="140978"/>
                  <a:pt x="523175" y="140711"/>
                  <a:pt x="523794" y="140435"/>
                </a:cubicBezTo>
                <a:close/>
                <a:moveTo>
                  <a:pt x="285706" y="35589"/>
                </a:moveTo>
                <a:cubicBezTo>
                  <a:pt x="428833" y="35589"/>
                  <a:pt x="523794" y="67717"/>
                  <a:pt x="523794" y="88973"/>
                </a:cubicBezTo>
                <a:cubicBezTo>
                  <a:pt x="523794" y="110228"/>
                  <a:pt x="428833" y="142357"/>
                  <a:pt x="285706" y="142357"/>
                </a:cubicBezTo>
                <a:cubicBezTo>
                  <a:pt x="142579" y="142357"/>
                  <a:pt x="47618" y="110228"/>
                  <a:pt x="47618" y="88973"/>
                </a:cubicBezTo>
                <a:cubicBezTo>
                  <a:pt x="47618" y="67717"/>
                  <a:pt x="142579" y="35589"/>
                  <a:pt x="285706" y="35589"/>
                </a:cubicBezTo>
                <a:close/>
                <a:moveTo>
                  <a:pt x="523794" y="480454"/>
                </a:moveTo>
                <a:cubicBezTo>
                  <a:pt x="523794" y="501710"/>
                  <a:pt x="428833" y="533838"/>
                  <a:pt x="285706" y="533838"/>
                </a:cubicBezTo>
                <a:cubicBezTo>
                  <a:pt x="142579" y="533838"/>
                  <a:pt x="47618" y="501710"/>
                  <a:pt x="47618" y="480454"/>
                </a:cubicBezTo>
                <a:lnTo>
                  <a:pt x="47618" y="407354"/>
                </a:lnTo>
                <a:cubicBezTo>
                  <a:pt x="48237" y="407629"/>
                  <a:pt x="48927" y="407896"/>
                  <a:pt x="49558" y="408181"/>
                </a:cubicBezTo>
                <a:cubicBezTo>
                  <a:pt x="51748" y="409160"/>
                  <a:pt x="54010" y="410121"/>
                  <a:pt x="56320" y="411064"/>
                </a:cubicBezTo>
                <a:lnTo>
                  <a:pt x="59558" y="412372"/>
                </a:lnTo>
                <a:cubicBezTo>
                  <a:pt x="62296" y="413440"/>
                  <a:pt x="65117" y="414472"/>
                  <a:pt x="68010" y="415495"/>
                </a:cubicBezTo>
                <a:cubicBezTo>
                  <a:pt x="68665" y="415726"/>
                  <a:pt x="69283" y="415967"/>
                  <a:pt x="69950" y="416189"/>
                </a:cubicBezTo>
                <a:cubicBezTo>
                  <a:pt x="73522" y="417417"/>
                  <a:pt x="77165" y="418591"/>
                  <a:pt x="80914" y="419748"/>
                </a:cubicBezTo>
                <a:cubicBezTo>
                  <a:pt x="81998" y="420077"/>
                  <a:pt x="83117" y="420388"/>
                  <a:pt x="84223" y="420709"/>
                </a:cubicBezTo>
                <a:cubicBezTo>
                  <a:pt x="87001" y="421527"/>
                  <a:pt x="89827" y="422325"/>
                  <a:pt x="92700" y="423102"/>
                </a:cubicBezTo>
                <a:cubicBezTo>
                  <a:pt x="96995" y="424262"/>
                  <a:pt x="101321" y="425357"/>
                  <a:pt x="105676" y="426385"/>
                </a:cubicBezTo>
                <a:cubicBezTo>
                  <a:pt x="106866" y="426679"/>
                  <a:pt x="108056" y="426981"/>
                  <a:pt x="109330" y="427275"/>
                </a:cubicBezTo>
                <a:cubicBezTo>
                  <a:pt x="113488" y="428235"/>
                  <a:pt x="117727" y="429155"/>
                  <a:pt x="122044" y="430033"/>
                </a:cubicBezTo>
                <a:lnTo>
                  <a:pt x="124687" y="430549"/>
                </a:lnTo>
                <a:cubicBezTo>
                  <a:pt x="128218" y="431255"/>
                  <a:pt x="131790" y="431931"/>
                  <a:pt x="135401" y="432578"/>
                </a:cubicBezTo>
                <a:lnTo>
                  <a:pt x="140031" y="433387"/>
                </a:lnTo>
                <a:cubicBezTo>
                  <a:pt x="143186" y="433930"/>
                  <a:pt x="146377" y="434446"/>
                  <a:pt x="149555" y="434953"/>
                </a:cubicBezTo>
                <a:cubicBezTo>
                  <a:pt x="151102" y="435194"/>
                  <a:pt x="152650" y="435443"/>
                  <a:pt x="154209" y="435674"/>
                </a:cubicBezTo>
                <a:cubicBezTo>
                  <a:pt x="158266" y="436267"/>
                  <a:pt x="162368" y="436842"/>
                  <a:pt x="166519" y="437400"/>
                </a:cubicBezTo>
                <a:cubicBezTo>
                  <a:pt x="167151" y="437489"/>
                  <a:pt x="167780" y="437587"/>
                  <a:pt x="168423" y="437667"/>
                </a:cubicBezTo>
                <a:cubicBezTo>
                  <a:pt x="173185" y="438260"/>
                  <a:pt x="178006" y="438835"/>
                  <a:pt x="182888" y="439393"/>
                </a:cubicBezTo>
                <a:lnTo>
                  <a:pt x="187363" y="439865"/>
                </a:lnTo>
                <a:cubicBezTo>
                  <a:pt x="190935" y="440238"/>
                  <a:pt x="194411" y="440585"/>
                  <a:pt x="197970" y="440915"/>
                </a:cubicBezTo>
                <a:lnTo>
                  <a:pt x="203065" y="441377"/>
                </a:lnTo>
                <a:cubicBezTo>
                  <a:pt x="206804" y="441697"/>
                  <a:pt x="210565" y="441991"/>
                  <a:pt x="214351" y="442267"/>
                </a:cubicBezTo>
                <a:cubicBezTo>
                  <a:pt x="215672" y="442365"/>
                  <a:pt x="216981" y="442471"/>
                  <a:pt x="218303" y="442560"/>
                </a:cubicBezTo>
                <a:cubicBezTo>
                  <a:pt x="223359" y="442916"/>
                  <a:pt x="228433" y="443230"/>
                  <a:pt x="233529" y="443504"/>
                </a:cubicBezTo>
                <a:cubicBezTo>
                  <a:pt x="234660" y="443566"/>
                  <a:pt x="235779" y="443601"/>
                  <a:pt x="236910" y="443655"/>
                </a:cubicBezTo>
                <a:cubicBezTo>
                  <a:pt x="240957" y="443857"/>
                  <a:pt x="245017" y="444035"/>
                  <a:pt x="249089" y="444189"/>
                </a:cubicBezTo>
                <a:lnTo>
                  <a:pt x="254147" y="444358"/>
                </a:lnTo>
                <a:cubicBezTo>
                  <a:pt x="257861" y="444482"/>
                  <a:pt x="261587" y="444571"/>
                  <a:pt x="265326" y="444651"/>
                </a:cubicBezTo>
                <a:lnTo>
                  <a:pt x="270088" y="444749"/>
                </a:lnTo>
                <a:cubicBezTo>
                  <a:pt x="275278" y="444829"/>
                  <a:pt x="280480" y="444883"/>
                  <a:pt x="285670" y="444883"/>
                </a:cubicBezTo>
                <a:cubicBezTo>
                  <a:pt x="290860" y="444883"/>
                  <a:pt x="296063" y="444829"/>
                  <a:pt x="301253" y="444749"/>
                </a:cubicBezTo>
                <a:lnTo>
                  <a:pt x="306015" y="444651"/>
                </a:lnTo>
                <a:cubicBezTo>
                  <a:pt x="309752" y="444571"/>
                  <a:pt x="313479" y="444482"/>
                  <a:pt x="317193" y="444358"/>
                </a:cubicBezTo>
                <a:lnTo>
                  <a:pt x="322252" y="444189"/>
                </a:lnTo>
                <a:cubicBezTo>
                  <a:pt x="326324" y="444040"/>
                  <a:pt x="330383" y="443862"/>
                  <a:pt x="334430" y="443655"/>
                </a:cubicBezTo>
                <a:cubicBezTo>
                  <a:pt x="335562" y="443601"/>
                  <a:pt x="336680" y="443566"/>
                  <a:pt x="337812" y="443504"/>
                </a:cubicBezTo>
                <a:cubicBezTo>
                  <a:pt x="342907" y="443230"/>
                  <a:pt x="347978" y="442916"/>
                  <a:pt x="353025" y="442560"/>
                </a:cubicBezTo>
                <a:cubicBezTo>
                  <a:pt x="354371" y="442471"/>
                  <a:pt x="355681" y="442365"/>
                  <a:pt x="357001" y="442267"/>
                </a:cubicBezTo>
                <a:cubicBezTo>
                  <a:pt x="360786" y="441982"/>
                  <a:pt x="364548" y="441689"/>
                  <a:pt x="368275" y="441377"/>
                </a:cubicBezTo>
                <a:lnTo>
                  <a:pt x="373370" y="440915"/>
                </a:lnTo>
                <a:cubicBezTo>
                  <a:pt x="376942" y="440585"/>
                  <a:pt x="380513" y="440238"/>
                  <a:pt x="383976" y="439865"/>
                </a:cubicBezTo>
                <a:lnTo>
                  <a:pt x="388454" y="439393"/>
                </a:lnTo>
                <a:cubicBezTo>
                  <a:pt x="393326" y="438847"/>
                  <a:pt x="398147" y="438272"/>
                  <a:pt x="402917" y="437667"/>
                </a:cubicBezTo>
                <a:cubicBezTo>
                  <a:pt x="403559" y="437587"/>
                  <a:pt x="404191" y="437489"/>
                  <a:pt x="404821" y="437400"/>
                </a:cubicBezTo>
                <a:cubicBezTo>
                  <a:pt x="408972" y="436860"/>
                  <a:pt x="413075" y="436285"/>
                  <a:pt x="417130" y="435674"/>
                </a:cubicBezTo>
                <a:cubicBezTo>
                  <a:pt x="418690" y="435443"/>
                  <a:pt x="420238" y="435194"/>
                  <a:pt x="421785" y="434953"/>
                </a:cubicBezTo>
                <a:cubicBezTo>
                  <a:pt x="424999" y="434446"/>
                  <a:pt x="428190" y="433930"/>
                  <a:pt x="431309" y="433387"/>
                </a:cubicBezTo>
                <a:lnTo>
                  <a:pt x="435939" y="432578"/>
                </a:lnTo>
                <a:cubicBezTo>
                  <a:pt x="439574" y="431931"/>
                  <a:pt x="443147" y="431255"/>
                  <a:pt x="446654" y="430549"/>
                </a:cubicBezTo>
                <a:lnTo>
                  <a:pt x="449296" y="430033"/>
                </a:lnTo>
                <a:cubicBezTo>
                  <a:pt x="453613" y="429155"/>
                  <a:pt x="457852" y="428235"/>
                  <a:pt x="462009" y="427275"/>
                </a:cubicBezTo>
                <a:cubicBezTo>
                  <a:pt x="463201" y="426999"/>
                  <a:pt x="464391" y="426696"/>
                  <a:pt x="465665" y="426385"/>
                </a:cubicBezTo>
                <a:cubicBezTo>
                  <a:pt x="472903" y="424687"/>
                  <a:pt x="480058" y="422796"/>
                  <a:pt x="487117" y="420718"/>
                </a:cubicBezTo>
                <a:lnTo>
                  <a:pt x="490426" y="419748"/>
                </a:lnTo>
                <a:cubicBezTo>
                  <a:pt x="494176" y="418600"/>
                  <a:pt x="497842" y="417426"/>
                  <a:pt x="501390" y="416189"/>
                </a:cubicBezTo>
                <a:cubicBezTo>
                  <a:pt x="502057" y="415967"/>
                  <a:pt x="502676" y="415726"/>
                  <a:pt x="503330" y="415495"/>
                </a:cubicBezTo>
                <a:cubicBezTo>
                  <a:pt x="506223" y="414472"/>
                  <a:pt x="509044" y="413440"/>
                  <a:pt x="511783" y="412372"/>
                </a:cubicBezTo>
                <a:lnTo>
                  <a:pt x="515020" y="411064"/>
                </a:lnTo>
                <a:cubicBezTo>
                  <a:pt x="517330" y="410121"/>
                  <a:pt x="519591" y="409160"/>
                  <a:pt x="521782" y="408181"/>
                </a:cubicBezTo>
                <a:cubicBezTo>
                  <a:pt x="522413" y="407896"/>
                  <a:pt x="523104" y="407629"/>
                  <a:pt x="523722" y="407354"/>
                </a:cubicBezTo>
                <a:lnTo>
                  <a:pt x="523794" y="480454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6F1CB-1266-4E4F-A222-C46BBD7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427" y="1572185"/>
            <a:ext cx="549229" cy="158185"/>
          </a:xfrm>
          <a:custGeom xmlns:a="http://schemas.openxmlformats.org/drawingml/2006/main">
            <a:pathLst>
              <a:path w="549229" h="158185" fill="none">
                <a:moveTo>
                  <a:pt x="0" y="0"/>
                </a:moveTo>
                <a:lnTo>
                  <a:pt x="549229" y="0"/>
                </a:lnTo>
                <a:lnTo>
                  <a:pt x="549229" y="158185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B2722-416B-4DCF-8B19-53E1160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241" y="1730370"/>
            <a:ext cx="76828" cy="76828"/>
          </a:xfrm>
          <a:custGeom xmlns:a="http://schemas.openxmlformats.org/drawingml/2006/main">
            <a:pathLst>
              <a:path w="76828" h="76828">
                <a:moveTo>
                  <a:pt x="76828" y="0"/>
                </a:moveTo>
                <a:lnTo>
                  <a:pt x="38414" y="76828"/>
                </a:lnTo>
                <a:lnTo>
                  <a:pt x="0" y="0"/>
                </a:lnTo>
                <a:lnTo>
                  <a:pt x="76828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00C6C-4297-49ED-8B3E-41051A45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241" y="1730370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76828" y="0"/>
                </a:moveTo>
                <a:lnTo>
                  <a:pt x="38414" y="76828"/>
                </a:lnTo>
                <a:lnTo>
                  <a:pt x="0" y="0"/>
                </a:lnTo>
                <a:lnTo>
                  <a:pt x="7682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212" name="Text Storage">
            <a:extLst xmlns:a="http://schemas.openxmlformats.org/drawingml/2006/main">
              <a:ext uri="{FF2B5EF4-FFF2-40B4-BE49-F238E27FC236}">
                <a16:creationId xmlns:a16="http://schemas.microsoft.com/office/drawing/2014/main" id="{7A33A542-FCBE-4E74-BC5C-2C616C9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591" y="1319300"/>
            <a:ext cx="587130" cy="165875"/>
          </a:xfrm>
          <a:custGeom xmlns:a="http://schemas.openxmlformats.org/drawingml/2006/main">
            <a:pathLst>
              <a:path w="587130" h="165875">
                <a:moveTo>
                  <a:pt x="77604" y="0"/>
                </a:moveTo>
                <a:lnTo>
                  <a:pt x="78601" y="40978"/>
                </a:lnTo>
                <a:lnTo>
                  <a:pt x="74884" y="40978"/>
                </a:lnTo>
                <a:cubicBezTo>
                  <a:pt x="73071" y="30763"/>
                  <a:pt x="68780" y="22483"/>
                  <a:pt x="62010" y="16137"/>
                </a:cubicBezTo>
                <a:cubicBezTo>
                  <a:pt x="55120" y="9912"/>
                  <a:pt x="47686" y="6799"/>
                  <a:pt x="39708" y="6799"/>
                </a:cubicBezTo>
                <a:cubicBezTo>
                  <a:pt x="33483" y="6799"/>
                  <a:pt x="28618" y="8431"/>
                  <a:pt x="25112" y="11695"/>
                </a:cubicBezTo>
                <a:cubicBezTo>
                  <a:pt x="21486" y="15080"/>
                  <a:pt x="19673" y="18887"/>
                  <a:pt x="19673" y="23118"/>
                </a:cubicBezTo>
                <a:cubicBezTo>
                  <a:pt x="19673" y="25898"/>
                  <a:pt x="20308" y="28316"/>
                  <a:pt x="21577" y="30371"/>
                </a:cubicBezTo>
                <a:cubicBezTo>
                  <a:pt x="23269" y="33211"/>
                  <a:pt x="26079" y="36022"/>
                  <a:pt x="30008" y="38802"/>
                </a:cubicBezTo>
                <a:cubicBezTo>
                  <a:pt x="32788" y="40796"/>
                  <a:pt x="39346" y="44332"/>
                  <a:pt x="49681" y="49409"/>
                </a:cubicBezTo>
                <a:cubicBezTo>
                  <a:pt x="64065" y="56541"/>
                  <a:pt x="73766" y="63219"/>
                  <a:pt x="78782" y="69444"/>
                </a:cubicBezTo>
                <a:cubicBezTo>
                  <a:pt x="83738" y="75791"/>
                  <a:pt x="86216" y="82983"/>
                  <a:pt x="86216" y="91021"/>
                </a:cubicBezTo>
                <a:cubicBezTo>
                  <a:pt x="86216" y="101356"/>
                  <a:pt x="82227" y="110180"/>
                  <a:pt x="74249" y="117494"/>
                </a:cubicBezTo>
                <a:cubicBezTo>
                  <a:pt x="66151" y="124928"/>
                  <a:pt x="55967" y="128645"/>
                  <a:pt x="43697" y="128645"/>
                </a:cubicBezTo>
                <a:cubicBezTo>
                  <a:pt x="39769" y="128705"/>
                  <a:pt x="36112" y="128312"/>
                  <a:pt x="32728" y="127466"/>
                </a:cubicBezTo>
                <a:cubicBezTo>
                  <a:pt x="29222" y="126680"/>
                  <a:pt x="24901" y="125200"/>
                  <a:pt x="19764" y="123024"/>
                </a:cubicBezTo>
                <a:cubicBezTo>
                  <a:pt x="16862" y="121875"/>
                  <a:pt x="14475" y="121271"/>
                  <a:pt x="12602" y="121211"/>
                </a:cubicBezTo>
                <a:cubicBezTo>
                  <a:pt x="10970" y="121271"/>
                  <a:pt x="9308" y="121875"/>
                  <a:pt x="7615" y="123024"/>
                </a:cubicBezTo>
                <a:cubicBezTo>
                  <a:pt x="5863" y="124293"/>
                  <a:pt x="4442" y="126136"/>
                  <a:pt x="3354" y="128554"/>
                </a:cubicBezTo>
                <a:lnTo>
                  <a:pt x="0" y="128554"/>
                </a:lnTo>
                <a:lnTo>
                  <a:pt x="0" y="82137"/>
                </a:lnTo>
                <a:lnTo>
                  <a:pt x="3354" y="82137"/>
                </a:lnTo>
                <a:cubicBezTo>
                  <a:pt x="5953" y="95252"/>
                  <a:pt x="11091" y="105194"/>
                  <a:pt x="18766" y="111963"/>
                </a:cubicBezTo>
                <a:cubicBezTo>
                  <a:pt x="26261" y="118853"/>
                  <a:pt x="34420" y="122298"/>
                  <a:pt x="43244" y="122298"/>
                </a:cubicBezTo>
                <a:cubicBezTo>
                  <a:pt x="49953" y="122359"/>
                  <a:pt x="55362" y="120515"/>
                  <a:pt x="59472" y="116768"/>
                </a:cubicBezTo>
                <a:cubicBezTo>
                  <a:pt x="63461" y="113081"/>
                  <a:pt x="65455" y="108790"/>
                  <a:pt x="65455" y="103895"/>
                </a:cubicBezTo>
                <a:cubicBezTo>
                  <a:pt x="65455" y="100994"/>
                  <a:pt x="64700" y="98183"/>
                  <a:pt x="63189" y="95463"/>
                </a:cubicBezTo>
                <a:cubicBezTo>
                  <a:pt x="61618" y="92744"/>
                  <a:pt x="59260" y="90145"/>
                  <a:pt x="56118" y="87667"/>
                </a:cubicBezTo>
                <a:cubicBezTo>
                  <a:pt x="52914" y="85249"/>
                  <a:pt x="47354" y="82076"/>
                  <a:pt x="39436" y="78148"/>
                </a:cubicBezTo>
                <a:cubicBezTo>
                  <a:pt x="28255" y="72708"/>
                  <a:pt x="20217" y="68024"/>
                  <a:pt x="15321" y="64096"/>
                </a:cubicBezTo>
                <a:cubicBezTo>
                  <a:pt x="10426" y="60288"/>
                  <a:pt x="6679" y="55967"/>
                  <a:pt x="4080" y="51131"/>
                </a:cubicBezTo>
                <a:cubicBezTo>
                  <a:pt x="1420" y="46357"/>
                  <a:pt x="91" y="41099"/>
                  <a:pt x="91" y="35357"/>
                </a:cubicBezTo>
                <a:cubicBezTo>
                  <a:pt x="91" y="25566"/>
                  <a:pt x="3687" y="17225"/>
                  <a:pt x="10879" y="10335"/>
                </a:cubicBezTo>
                <a:cubicBezTo>
                  <a:pt x="18011" y="3445"/>
                  <a:pt x="27077" y="0"/>
                  <a:pt x="38077" y="0"/>
                </a:cubicBezTo>
                <a:cubicBezTo>
                  <a:pt x="42066" y="0"/>
                  <a:pt x="45934" y="484"/>
                  <a:pt x="49681" y="1451"/>
                </a:cubicBezTo>
                <a:cubicBezTo>
                  <a:pt x="52461" y="2236"/>
                  <a:pt x="55936" y="3566"/>
                  <a:pt x="60107" y="5440"/>
                </a:cubicBezTo>
                <a:cubicBezTo>
                  <a:pt x="64156" y="7434"/>
                  <a:pt x="66997" y="8431"/>
                  <a:pt x="68629" y="8431"/>
                </a:cubicBezTo>
                <a:cubicBezTo>
                  <a:pt x="70140" y="8492"/>
                  <a:pt x="71379" y="8008"/>
                  <a:pt x="72346" y="6981"/>
                </a:cubicBezTo>
                <a:cubicBezTo>
                  <a:pt x="73192" y="6074"/>
                  <a:pt x="74038" y="3747"/>
                  <a:pt x="74884" y="0"/>
                </a:cubicBezTo>
                <a:lnTo>
                  <a:pt x="77604" y="0"/>
                </a:lnTo>
                <a:close/>
                <a:moveTo>
                  <a:pt x="132717" y="9972"/>
                </a:moveTo>
                <a:lnTo>
                  <a:pt x="132717" y="40978"/>
                </a:lnTo>
                <a:lnTo>
                  <a:pt x="152843" y="40978"/>
                </a:lnTo>
                <a:lnTo>
                  <a:pt x="152843" y="49953"/>
                </a:lnTo>
                <a:lnTo>
                  <a:pt x="132717" y="49953"/>
                </a:lnTo>
                <a:lnTo>
                  <a:pt x="132717" y="102263"/>
                </a:lnTo>
                <a:cubicBezTo>
                  <a:pt x="132717" y="107219"/>
                  <a:pt x="132959" y="110362"/>
                  <a:pt x="133442" y="111691"/>
                </a:cubicBezTo>
                <a:cubicBezTo>
                  <a:pt x="133805" y="113202"/>
                  <a:pt x="134591" y="114351"/>
                  <a:pt x="135799" y="115136"/>
                </a:cubicBezTo>
                <a:cubicBezTo>
                  <a:pt x="136887" y="116043"/>
                  <a:pt x="137945" y="116496"/>
                  <a:pt x="138972" y="116496"/>
                </a:cubicBezTo>
                <a:cubicBezTo>
                  <a:pt x="142841" y="116496"/>
                  <a:pt x="146558" y="113505"/>
                  <a:pt x="150124" y="107521"/>
                </a:cubicBezTo>
                <a:lnTo>
                  <a:pt x="152843" y="109516"/>
                </a:lnTo>
                <a:cubicBezTo>
                  <a:pt x="147887" y="121120"/>
                  <a:pt x="139940" y="126922"/>
                  <a:pt x="129000" y="126922"/>
                </a:cubicBezTo>
                <a:cubicBezTo>
                  <a:pt x="123621" y="126922"/>
                  <a:pt x="119088" y="125411"/>
                  <a:pt x="115401" y="122389"/>
                </a:cubicBezTo>
                <a:cubicBezTo>
                  <a:pt x="111594" y="119488"/>
                  <a:pt x="109206" y="116164"/>
                  <a:pt x="108239" y="112417"/>
                </a:cubicBezTo>
                <a:cubicBezTo>
                  <a:pt x="107574" y="110362"/>
                  <a:pt x="107272" y="104801"/>
                  <a:pt x="107333" y="95735"/>
                </a:cubicBezTo>
                <a:lnTo>
                  <a:pt x="107333" y="49953"/>
                </a:lnTo>
                <a:lnTo>
                  <a:pt x="96272" y="49953"/>
                </a:lnTo>
                <a:lnTo>
                  <a:pt x="96272" y="46780"/>
                </a:lnTo>
                <a:cubicBezTo>
                  <a:pt x="103888" y="41461"/>
                  <a:pt x="110385" y="35810"/>
                  <a:pt x="115764" y="29827"/>
                </a:cubicBezTo>
                <a:cubicBezTo>
                  <a:pt x="121083" y="23964"/>
                  <a:pt x="125736" y="17346"/>
                  <a:pt x="129725" y="9972"/>
                </a:cubicBezTo>
                <a:lnTo>
                  <a:pt x="132717" y="9972"/>
                </a:lnTo>
                <a:close/>
                <a:moveTo>
                  <a:pt x="203087" y="38439"/>
                </a:moveTo>
                <a:cubicBezTo>
                  <a:pt x="210400" y="38439"/>
                  <a:pt x="217260" y="40343"/>
                  <a:pt x="223667" y="44151"/>
                </a:cubicBezTo>
                <a:cubicBezTo>
                  <a:pt x="229952" y="48019"/>
                  <a:pt x="234787" y="53428"/>
                  <a:pt x="238172" y="60379"/>
                </a:cubicBezTo>
                <a:cubicBezTo>
                  <a:pt x="241436" y="67390"/>
                  <a:pt x="243068" y="75065"/>
                  <a:pt x="243068" y="83406"/>
                </a:cubicBezTo>
                <a:cubicBezTo>
                  <a:pt x="243007" y="95494"/>
                  <a:pt x="239955" y="105557"/>
                  <a:pt x="233911" y="113595"/>
                </a:cubicBezTo>
                <a:cubicBezTo>
                  <a:pt x="226477" y="123386"/>
                  <a:pt x="216293" y="128282"/>
                  <a:pt x="203359" y="128282"/>
                </a:cubicBezTo>
                <a:cubicBezTo>
                  <a:pt x="190546" y="128342"/>
                  <a:pt x="180725" y="123870"/>
                  <a:pt x="173895" y="114864"/>
                </a:cubicBezTo>
                <a:cubicBezTo>
                  <a:pt x="167005" y="105919"/>
                  <a:pt x="163560" y="95554"/>
                  <a:pt x="163560" y="83769"/>
                </a:cubicBezTo>
                <a:cubicBezTo>
                  <a:pt x="163560" y="71620"/>
                  <a:pt x="167096" y="61013"/>
                  <a:pt x="174167" y="51947"/>
                </a:cubicBezTo>
                <a:cubicBezTo>
                  <a:pt x="181118" y="43002"/>
                  <a:pt x="190758" y="38500"/>
                  <a:pt x="203087" y="38439"/>
                </a:cubicBezTo>
                <a:moveTo>
                  <a:pt x="203450" y="44876"/>
                </a:moveTo>
                <a:cubicBezTo>
                  <a:pt x="200367" y="44936"/>
                  <a:pt x="197738" y="46085"/>
                  <a:pt x="195562" y="48321"/>
                </a:cubicBezTo>
                <a:cubicBezTo>
                  <a:pt x="193266" y="50739"/>
                  <a:pt x="191815" y="55332"/>
                  <a:pt x="191211" y="62101"/>
                </a:cubicBezTo>
                <a:cubicBezTo>
                  <a:pt x="190486" y="68991"/>
                  <a:pt x="190123" y="78541"/>
                  <a:pt x="190123" y="90749"/>
                </a:cubicBezTo>
                <a:cubicBezTo>
                  <a:pt x="190123" y="97216"/>
                  <a:pt x="190546" y="103260"/>
                  <a:pt x="191392" y="108881"/>
                </a:cubicBezTo>
                <a:cubicBezTo>
                  <a:pt x="191997" y="113172"/>
                  <a:pt x="193417" y="116436"/>
                  <a:pt x="195653" y="118672"/>
                </a:cubicBezTo>
                <a:cubicBezTo>
                  <a:pt x="197769" y="120969"/>
                  <a:pt x="200247" y="122087"/>
                  <a:pt x="203087" y="122026"/>
                </a:cubicBezTo>
                <a:cubicBezTo>
                  <a:pt x="205807" y="122087"/>
                  <a:pt x="208073" y="121331"/>
                  <a:pt x="209887" y="119760"/>
                </a:cubicBezTo>
                <a:cubicBezTo>
                  <a:pt x="212183" y="117765"/>
                  <a:pt x="213755" y="114895"/>
                  <a:pt x="214601" y="111147"/>
                </a:cubicBezTo>
                <a:cubicBezTo>
                  <a:pt x="215749" y="105466"/>
                  <a:pt x="216354" y="93862"/>
                  <a:pt x="216414" y="76335"/>
                </a:cubicBezTo>
                <a:cubicBezTo>
                  <a:pt x="216414" y="66120"/>
                  <a:pt x="215840" y="59049"/>
                  <a:pt x="214691" y="55120"/>
                </a:cubicBezTo>
                <a:cubicBezTo>
                  <a:pt x="213483" y="51313"/>
                  <a:pt x="211790" y="48533"/>
                  <a:pt x="209615" y="46780"/>
                </a:cubicBezTo>
                <a:cubicBezTo>
                  <a:pt x="208043" y="45511"/>
                  <a:pt x="205988" y="44876"/>
                  <a:pt x="203450" y="44876"/>
                </a:cubicBezTo>
                <a:close/>
                <a:moveTo>
                  <a:pt x="287916" y="40978"/>
                </a:moveTo>
                <a:lnTo>
                  <a:pt x="287916" y="60197"/>
                </a:lnTo>
                <a:cubicBezTo>
                  <a:pt x="293476" y="51434"/>
                  <a:pt x="298402" y="45601"/>
                  <a:pt x="302693" y="42700"/>
                </a:cubicBezTo>
                <a:cubicBezTo>
                  <a:pt x="306924" y="39920"/>
                  <a:pt x="311003" y="38500"/>
                  <a:pt x="314932" y="38439"/>
                </a:cubicBezTo>
                <a:cubicBezTo>
                  <a:pt x="318256" y="38439"/>
                  <a:pt x="320976" y="39467"/>
                  <a:pt x="323091" y="41522"/>
                </a:cubicBezTo>
                <a:cubicBezTo>
                  <a:pt x="325086" y="43637"/>
                  <a:pt x="326083" y="46599"/>
                  <a:pt x="326083" y="50406"/>
                </a:cubicBezTo>
                <a:cubicBezTo>
                  <a:pt x="326023" y="54516"/>
                  <a:pt x="325056" y="57659"/>
                  <a:pt x="323182" y="59835"/>
                </a:cubicBezTo>
                <a:cubicBezTo>
                  <a:pt x="321187" y="62131"/>
                  <a:pt x="318800" y="63249"/>
                  <a:pt x="316020" y="63189"/>
                </a:cubicBezTo>
                <a:cubicBezTo>
                  <a:pt x="312817" y="63249"/>
                  <a:pt x="310036" y="62222"/>
                  <a:pt x="307679" y="60107"/>
                </a:cubicBezTo>
                <a:cubicBezTo>
                  <a:pt x="305322" y="58112"/>
                  <a:pt x="303932" y="56964"/>
                  <a:pt x="303509" y="56662"/>
                </a:cubicBezTo>
                <a:cubicBezTo>
                  <a:pt x="302844" y="56299"/>
                  <a:pt x="302149" y="56118"/>
                  <a:pt x="301424" y="56118"/>
                </a:cubicBezTo>
                <a:cubicBezTo>
                  <a:pt x="299611" y="56118"/>
                  <a:pt x="297949" y="56782"/>
                  <a:pt x="296438" y="58112"/>
                </a:cubicBezTo>
                <a:cubicBezTo>
                  <a:pt x="293960" y="60228"/>
                  <a:pt x="292086" y="63159"/>
                  <a:pt x="290817" y="66906"/>
                </a:cubicBezTo>
                <a:cubicBezTo>
                  <a:pt x="288883" y="72829"/>
                  <a:pt x="287916" y="79296"/>
                  <a:pt x="287916" y="86307"/>
                </a:cubicBezTo>
                <a:lnTo>
                  <a:pt x="287916" y="105799"/>
                </a:lnTo>
                <a:lnTo>
                  <a:pt x="288006" y="110875"/>
                </a:lnTo>
                <a:cubicBezTo>
                  <a:pt x="287946" y="114320"/>
                  <a:pt x="288157" y="116526"/>
                  <a:pt x="288641" y="117494"/>
                </a:cubicBezTo>
                <a:cubicBezTo>
                  <a:pt x="289366" y="119125"/>
                  <a:pt x="290454" y="120304"/>
                  <a:pt x="291905" y="121029"/>
                </a:cubicBezTo>
                <a:cubicBezTo>
                  <a:pt x="293234" y="121875"/>
                  <a:pt x="295622" y="122359"/>
                  <a:pt x="299067" y="122480"/>
                </a:cubicBezTo>
                <a:lnTo>
                  <a:pt x="299067" y="125743"/>
                </a:lnTo>
                <a:lnTo>
                  <a:pt x="253284" y="125743"/>
                </a:lnTo>
                <a:lnTo>
                  <a:pt x="253284" y="122480"/>
                </a:lnTo>
                <a:cubicBezTo>
                  <a:pt x="256911" y="122238"/>
                  <a:pt x="259419" y="121211"/>
                  <a:pt x="260809" y="119397"/>
                </a:cubicBezTo>
                <a:cubicBezTo>
                  <a:pt x="262078" y="117705"/>
                  <a:pt x="262713" y="113172"/>
                  <a:pt x="262713" y="105799"/>
                </a:cubicBezTo>
                <a:lnTo>
                  <a:pt x="262713" y="58928"/>
                </a:lnTo>
                <a:cubicBezTo>
                  <a:pt x="262652" y="54153"/>
                  <a:pt x="262410" y="51071"/>
                  <a:pt x="261987" y="49681"/>
                </a:cubicBezTo>
                <a:cubicBezTo>
                  <a:pt x="261323" y="48049"/>
                  <a:pt x="260446" y="46810"/>
                  <a:pt x="259358" y="45964"/>
                </a:cubicBezTo>
                <a:cubicBezTo>
                  <a:pt x="258150" y="45178"/>
                  <a:pt x="256125" y="44634"/>
                  <a:pt x="253284" y="44332"/>
                </a:cubicBezTo>
                <a:lnTo>
                  <a:pt x="253284" y="40978"/>
                </a:lnTo>
                <a:lnTo>
                  <a:pt x="287916" y="40978"/>
                </a:lnTo>
                <a:close/>
                <a:moveTo>
                  <a:pt x="376349" y="113233"/>
                </a:moveTo>
                <a:cubicBezTo>
                  <a:pt x="366013" y="122419"/>
                  <a:pt x="356736" y="126982"/>
                  <a:pt x="348516" y="126922"/>
                </a:cubicBezTo>
                <a:cubicBezTo>
                  <a:pt x="343621" y="126922"/>
                  <a:pt x="339602" y="125320"/>
                  <a:pt x="336459" y="122117"/>
                </a:cubicBezTo>
                <a:cubicBezTo>
                  <a:pt x="333255" y="119035"/>
                  <a:pt x="331654" y="115076"/>
                  <a:pt x="331654" y="110241"/>
                </a:cubicBezTo>
                <a:cubicBezTo>
                  <a:pt x="331654" y="103834"/>
                  <a:pt x="334434" y="98002"/>
                  <a:pt x="339994" y="92744"/>
                </a:cubicBezTo>
                <a:cubicBezTo>
                  <a:pt x="345494" y="87667"/>
                  <a:pt x="357612" y="80807"/>
                  <a:pt x="376349" y="72164"/>
                </a:cubicBezTo>
                <a:lnTo>
                  <a:pt x="376349" y="63642"/>
                </a:lnTo>
                <a:cubicBezTo>
                  <a:pt x="376288" y="57296"/>
                  <a:pt x="375956" y="53247"/>
                  <a:pt x="375351" y="51494"/>
                </a:cubicBezTo>
                <a:cubicBezTo>
                  <a:pt x="374566" y="49862"/>
                  <a:pt x="373236" y="48412"/>
                  <a:pt x="371362" y="47142"/>
                </a:cubicBezTo>
                <a:cubicBezTo>
                  <a:pt x="369428" y="45994"/>
                  <a:pt x="367252" y="45390"/>
                  <a:pt x="364835" y="45329"/>
                </a:cubicBezTo>
                <a:cubicBezTo>
                  <a:pt x="360906" y="45390"/>
                  <a:pt x="357673" y="46266"/>
                  <a:pt x="355134" y="47958"/>
                </a:cubicBezTo>
                <a:cubicBezTo>
                  <a:pt x="353563" y="49046"/>
                  <a:pt x="352777" y="50316"/>
                  <a:pt x="352777" y="51766"/>
                </a:cubicBezTo>
                <a:cubicBezTo>
                  <a:pt x="352717" y="53035"/>
                  <a:pt x="353563" y="54607"/>
                  <a:pt x="355316" y="56480"/>
                </a:cubicBezTo>
                <a:cubicBezTo>
                  <a:pt x="357552" y="59140"/>
                  <a:pt x="358700" y="61648"/>
                  <a:pt x="358761" y="64005"/>
                </a:cubicBezTo>
                <a:cubicBezTo>
                  <a:pt x="358761" y="67027"/>
                  <a:pt x="357673" y="69535"/>
                  <a:pt x="355497" y="71530"/>
                </a:cubicBezTo>
                <a:cubicBezTo>
                  <a:pt x="353200" y="73645"/>
                  <a:pt x="350299" y="74703"/>
                  <a:pt x="346794" y="74703"/>
                </a:cubicBezTo>
                <a:cubicBezTo>
                  <a:pt x="342986" y="74703"/>
                  <a:pt x="339813" y="73554"/>
                  <a:pt x="337275" y="71258"/>
                </a:cubicBezTo>
                <a:cubicBezTo>
                  <a:pt x="334615" y="69021"/>
                  <a:pt x="333316" y="66332"/>
                  <a:pt x="333376" y="63189"/>
                </a:cubicBezTo>
                <a:cubicBezTo>
                  <a:pt x="333376" y="58837"/>
                  <a:pt x="335099" y="54667"/>
                  <a:pt x="338544" y="50678"/>
                </a:cubicBezTo>
                <a:cubicBezTo>
                  <a:pt x="341989" y="46810"/>
                  <a:pt x="346794" y="43788"/>
                  <a:pt x="352959" y="41612"/>
                </a:cubicBezTo>
                <a:cubicBezTo>
                  <a:pt x="359123" y="39557"/>
                  <a:pt x="365530" y="38500"/>
                  <a:pt x="372178" y="38439"/>
                </a:cubicBezTo>
                <a:cubicBezTo>
                  <a:pt x="380217" y="38500"/>
                  <a:pt x="386593" y="40192"/>
                  <a:pt x="391307" y="43516"/>
                </a:cubicBezTo>
                <a:cubicBezTo>
                  <a:pt x="395901" y="46961"/>
                  <a:pt x="398922" y="50678"/>
                  <a:pt x="400373" y="54667"/>
                </a:cubicBezTo>
                <a:cubicBezTo>
                  <a:pt x="401159" y="57206"/>
                  <a:pt x="401582" y="63038"/>
                  <a:pt x="401642" y="72164"/>
                </a:cubicBezTo>
                <a:lnTo>
                  <a:pt x="401642" y="105073"/>
                </a:lnTo>
                <a:cubicBezTo>
                  <a:pt x="401642" y="109002"/>
                  <a:pt x="401793" y="111419"/>
                  <a:pt x="402096" y="112326"/>
                </a:cubicBezTo>
                <a:cubicBezTo>
                  <a:pt x="402337" y="113414"/>
                  <a:pt x="402791" y="114169"/>
                  <a:pt x="403455" y="114592"/>
                </a:cubicBezTo>
                <a:cubicBezTo>
                  <a:pt x="403999" y="115076"/>
                  <a:pt x="404694" y="115318"/>
                  <a:pt x="405541" y="115318"/>
                </a:cubicBezTo>
                <a:cubicBezTo>
                  <a:pt x="407052" y="115378"/>
                  <a:pt x="408653" y="114260"/>
                  <a:pt x="410345" y="111963"/>
                </a:cubicBezTo>
                <a:lnTo>
                  <a:pt x="413065" y="114139"/>
                </a:lnTo>
                <a:cubicBezTo>
                  <a:pt x="409983" y="118612"/>
                  <a:pt x="406870" y="121845"/>
                  <a:pt x="403727" y="123840"/>
                </a:cubicBezTo>
                <a:cubicBezTo>
                  <a:pt x="400403" y="125955"/>
                  <a:pt x="396716" y="126982"/>
                  <a:pt x="392667" y="126922"/>
                </a:cubicBezTo>
                <a:cubicBezTo>
                  <a:pt x="387832" y="126922"/>
                  <a:pt x="384054" y="125774"/>
                  <a:pt x="381335" y="123477"/>
                </a:cubicBezTo>
                <a:cubicBezTo>
                  <a:pt x="378615" y="121301"/>
                  <a:pt x="376953" y="117886"/>
                  <a:pt x="376349" y="113233"/>
                </a:cubicBezTo>
                <a:moveTo>
                  <a:pt x="376349" y="106614"/>
                </a:moveTo>
                <a:lnTo>
                  <a:pt x="376349" y="78238"/>
                </a:lnTo>
                <a:cubicBezTo>
                  <a:pt x="368975" y="82530"/>
                  <a:pt x="363535" y="87123"/>
                  <a:pt x="360030" y="92018"/>
                </a:cubicBezTo>
                <a:cubicBezTo>
                  <a:pt x="357673" y="95282"/>
                  <a:pt x="356494" y="98576"/>
                  <a:pt x="356494" y="101900"/>
                </a:cubicBezTo>
                <a:cubicBezTo>
                  <a:pt x="356494" y="104741"/>
                  <a:pt x="357492" y="107189"/>
                  <a:pt x="359486" y="109244"/>
                </a:cubicBezTo>
                <a:cubicBezTo>
                  <a:pt x="360997" y="110875"/>
                  <a:pt x="363112" y="111691"/>
                  <a:pt x="365832" y="111691"/>
                </a:cubicBezTo>
                <a:cubicBezTo>
                  <a:pt x="368794" y="111691"/>
                  <a:pt x="372299" y="109999"/>
                  <a:pt x="376349" y="106614"/>
                </a:cubicBezTo>
                <a:close/>
                <a:moveTo>
                  <a:pt x="473688" y="41975"/>
                </a:moveTo>
                <a:lnTo>
                  <a:pt x="502245" y="41975"/>
                </a:lnTo>
                <a:lnTo>
                  <a:pt x="502245" y="51947"/>
                </a:lnTo>
                <a:lnTo>
                  <a:pt x="486018" y="51947"/>
                </a:lnTo>
                <a:cubicBezTo>
                  <a:pt x="488919" y="54969"/>
                  <a:pt x="490974" y="57659"/>
                  <a:pt x="492182" y="60016"/>
                </a:cubicBezTo>
                <a:cubicBezTo>
                  <a:pt x="493633" y="63340"/>
                  <a:pt x="494358" y="66755"/>
                  <a:pt x="494358" y="70260"/>
                </a:cubicBezTo>
                <a:cubicBezTo>
                  <a:pt x="494358" y="76365"/>
                  <a:pt x="492696" y="81593"/>
                  <a:pt x="489372" y="85944"/>
                </a:cubicBezTo>
                <a:cubicBezTo>
                  <a:pt x="485927" y="90477"/>
                  <a:pt x="481364" y="93953"/>
                  <a:pt x="475682" y="96370"/>
                </a:cubicBezTo>
                <a:cubicBezTo>
                  <a:pt x="469820" y="98909"/>
                  <a:pt x="464683" y="100178"/>
                  <a:pt x="460270" y="100178"/>
                </a:cubicBezTo>
                <a:cubicBezTo>
                  <a:pt x="459908" y="100178"/>
                  <a:pt x="456282" y="100027"/>
                  <a:pt x="449391" y="99724"/>
                </a:cubicBezTo>
                <a:cubicBezTo>
                  <a:pt x="446672" y="99785"/>
                  <a:pt x="444405" y="100661"/>
                  <a:pt x="442592" y="102354"/>
                </a:cubicBezTo>
                <a:cubicBezTo>
                  <a:pt x="440658" y="104227"/>
                  <a:pt x="439721" y="106373"/>
                  <a:pt x="439782" y="108790"/>
                </a:cubicBezTo>
                <a:cubicBezTo>
                  <a:pt x="439721" y="111027"/>
                  <a:pt x="440567" y="112809"/>
                  <a:pt x="442320" y="114139"/>
                </a:cubicBezTo>
                <a:cubicBezTo>
                  <a:pt x="443952" y="115529"/>
                  <a:pt x="446641" y="116224"/>
                  <a:pt x="450389" y="116224"/>
                </a:cubicBezTo>
                <a:lnTo>
                  <a:pt x="466073" y="116043"/>
                </a:lnTo>
                <a:cubicBezTo>
                  <a:pt x="478704" y="116043"/>
                  <a:pt x="487438" y="117433"/>
                  <a:pt x="492273" y="120213"/>
                </a:cubicBezTo>
                <a:cubicBezTo>
                  <a:pt x="499042" y="124142"/>
                  <a:pt x="502457" y="130095"/>
                  <a:pt x="502517" y="138073"/>
                </a:cubicBezTo>
                <a:cubicBezTo>
                  <a:pt x="502517" y="143271"/>
                  <a:pt x="500946" y="147925"/>
                  <a:pt x="497803" y="152034"/>
                </a:cubicBezTo>
                <a:cubicBezTo>
                  <a:pt x="494600" y="156326"/>
                  <a:pt x="490460" y="159438"/>
                  <a:pt x="485383" y="161372"/>
                </a:cubicBezTo>
                <a:cubicBezTo>
                  <a:pt x="477586" y="164394"/>
                  <a:pt x="468611" y="165875"/>
                  <a:pt x="458457" y="165815"/>
                </a:cubicBezTo>
                <a:cubicBezTo>
                  <a:pt x="450782" y="165875"/>
                  <a:pt x="443831" y="165120"/>
                  <a:pt x="437606" y="163548"/>
                </a:cubicBezTo>
                <a:cubicBezTo>
                  <a:pt x="431320" y="162098"/>
                  <a:pt x="426817" y="160043"/>
                  <a:pt x="424098" y="157383"/>
                </a:cubicBezTo>
                <a:cubicBezTo>
                  <a:pt x="421378" y="154784"/>
                  <a:pt x="420018" y="152034"/>
                  <a:pt x="420018" y="149133"/>
                </a:cubicBezTo>
                <a:cubicBezTo>
                  <a:pt x="420018" y="146414"/>
                  <a:pt x="421076" y="143905"/>
                  <a:pt x="423191" y="141609"/>
                </a:cubicBezTo>
                <a:cubicBezTo>
                  <a:pt x="425186" y="139493"/>
                  <a:pt x="429054" y="137650"/>
                  <a:pt x="434795" y="136079"/>
                </a:cubicBezTo>
                <a:cubicBezTo>
                  <a:pt x="426878" y="132210"/>
                  <a:pt x="422949" y="126831"/>
                  <a:pt x="423010" y="119941"/>
                </a:cubicBezTo>
                <a:cubicBezTo>
                  <a:pt x="423010" y="115771"/>
                  <a:pt x="424611" y="111722"/>
                  <a:pt x="427815" y="107793"/>
                </a:cubicBezTo>
                <a:cubicBezTo>
                  <a:pt x="430958" y="103925"/>
                  <a:pt x="436034" y="100510"/>
                  <a:pt x="443045" y="97549"/>
                </a:cubicBezTo>
                <a:cubicBezTo>
                  <a:pt x="434947" y="94587"/>
                  <a:pt x="429084" y="90689"/>
                  <a:pt x="425458" y="85854"/>
                </a:cubicBezTo>
                <a:cubicBezTo>
                  <a:pt x="421831" y="81079"/>
                  <a:pt x="420018" y="75488"/>
                  <a:pt x="420018" y="69082"/>
                </a:cubicBezTo>
                <a:cubicBezTo>
                  <a:pt x="419958" y="60862"/>
                  <a:pt x="423342" y="53670"/>
                  <a:pt x="430172" y="47505"/>
                </a:cubicBezTo>
                <a:cubicBezTo>
                  <a:pt x="436941" y="41461"/>
                  <a:pt x="445644" y="38439"/>
                  <a:pt x="456282" y="38439"/>
                </a:cubicBezTo>
                <a:cubicBezTo>
                  <a:pt x="461902" y="38439"/>
                  <a:pt x="467705" y="39618"/>
                  <a:pt x="473688" y="41975"/>
                </a:cubicBezTo>
                <a:moveTo>
                  <a:pt x="458004" y="44060"/>
                </a:moveTo>
                <a:cubicBezTo>
                  <a:pt x="454438" y="44060"/>
                  <a:pt x="451477" y="45813"/>
                  <a:pt x="449119" y="49318"/>
                </a:cubicBezTo>
                <a:cubicBezTo>
                  <a:pt x="446641" y="52884"/>
                  <a:pt x="445433" y="60228"/>
                  <a:pt x="445493" y="71348"/>
                </a:cubicBezTo>
                <a:cubicBezTo>
                  <a:pt x="445433" y="80354"/>
                  <a:pt x="446641" y="86519"/>
                  <a:pt x="449119" y="89843"/>
                </a:cubicBezTo>
                <a:cubicBezTo>
                  <a:pt x="451477" y="93227"/>
                  <a:pt x="454287" y="94920"/>
                  <a:pt x="457551" y="94920"/>
                </a:cubicBezTo>
                <a:cubicBezTo>
                  <a:pt x="461117" y="94980"/>
                  <a:pt x="464139" y="93318"/>
                  <a:pt x="466617" y="89933"/>
                </a:cubicBezTo>
                <a:cubicBezTo>
                  <a:pt x="469034" y="86609"/>
                  <a:pt x="470243" y="80142"/>
                  <a:pt x="470243" y="70532"/>
                </a:cubicBezTo>
                <a:cubicBezTo>
                  <a:pt x="470243" y="59774"/>
                  <a:pt x="468883" y="52401"/>
                  <a:pt x="466163" y="48412"/>
                </a:cubicBezTo>
                <a:cubicBezTo>
                  <a:pt x="464229" y="45511"/>
                  <a:pt x="461509" y="44060"/>
                  <a:pt x="458004" y="44060"/>
                </a:cubicBezTo>
                <a:moveTo>
                  <a:pt x="452655" y="138254"/>
                </a:moveTo>
                <a:cubicBezTo>
                  <a:pt x="446490" y="138315"/>
                  <a:pt x="442411" y="138829"/>
                  <a:pt x="440416" y="139796"/>
                </a:cubicBezTo>
                <a:cubicBezTo>
                  <a:pt x="436971" y="141730"/>
                  <a:pt x="435249" y="144268"/>
                  <a:pt x="435249" y="147411"/>
                </a:cubicBezTo>
                <a:cubicBezTo>
                  <a:pt x="435249" y="150554"/>
                  <a:pt x="437032" y="153334"/>
                  <a:pt x="440598" y="155751"/>
                </a:cubicBezTo>
                <a:cubicBezTo>
                  <a:pt x="444103" y="158290"/>
                  <a:pt x="450812" y="159559"/>
                  <a:pt x="460724" y="159559"/>
                </a:cubicBezTo>
                <a:cubicBezTo>
                  <a:pt x="469125" y="159620"/>
                  <a:pt x="475743" y="158501"/>
                  <a:pt x="480578" y="156205"/>
                </a:cubicBezTo>
                <a:cubicBezTo>
                  <a:pt x="485353" y="154029"/>
                  <a:pt x="487740" y="150886"/>
                  <a:pt x="487740" y="146776"/>
                </a:cubicBezTo>
                <a:cubicBezTo>
                  <a:pt x="487740" y="145265"/>
                  <a:pt x="487287" y="143996"/>
                  <a:pt x="486380" y="142969"/>
                </a:cubicBezTo>
                <a:cubicBezTo>
                  <a:pt x="484748" y="141155"/>
                  <a:pt x="482301" y="139916"/>
                  <a:pt x="479037" y="139252"/>
                </a:cubicBezTo>
                <a:cubicBezTo>
                  <a:pt x="475652" y="138647"/>
                  <a:pt x="466858" y="138315"/>
                  <a:pt x="452655" y="138254"/>
                </a:cubicBezTo>
                <a:close/>
                <a:moveTo>
                  <a:pt x="587130" y="80324"/>
                </a:moveTo>
                <a:lnTo>
                  <a:pt x="540622" y="80324"/>
                </a:lnTo>
                <a:cubicBezTo>
                  <a:pt x="541166" y="91565"/>
                  <a:pt x="544157" y="100450"/>
                  <a:pt x="549597" y="106977"/>
                </a:cubicBezTo>
                <a:cubicBezTo>
                  <a:pt x="553707" y="111994"/>
                  <a:pt x="558723" y="114502"/>
                  <a:pt x="564646" y="114502"/>
                </a:cubicBezTo>
                <a:cubicBezTo>
                  <a:pt x="568212" y="114562"/>
                  <a:pt x="571506" y="113535"/>
                  <a:pt x="574528" y="111419"/>
                </a:cubicBezTo>
                <a:cubicBezTo>
                  <a:pt x="577490" y="109425"/>
                  <a:pt x="580663" y="105799"/>
                  <a:pt x="584047" y="100540"/>
                </a:cubicBezTo>
                <a:lnTo>
                  <a:pt x="587130" y="102535"/>
                </a:lnTo>
                <a:cubicBezTo>
                  <a:pt x="582476" y="111903"/>
                  <a:pt x="577399" y="118521"/>
                  <a:pt x="571899" y="122389"/>
                </a:cubicBezTo>
                <a:cubicBezTo>
                  <a:pt x="566339" y="126318"/>
                  <a:pt x="559902" y="128282"/>
                  <a:pt x="552589" y="128282"/>
                </a:cubicBezTo>
                <a:cubicBezTo>
                  <a:pt x="539957" y="128342"/>
                  <a:pt x="530438" y="123507"/>
                  <a:pt x="524031" y="113777"/>
                </a:cubicBezTo>
                <a:cubicBezTo>
                  <a:pt x="518833" y="105980"/>
                  <a:pt x="516235" y="96310"/>
                  <a:pt x="516235" y="84766"/>
                </a:cubicBezTo>
                <a:cubicBezTo>
                  <a:pt x="516174" y="70683"/>
                  <a:pt x="520012" y="59412"/>
                  <a:pt x="527748" y="50950"/>
                </a:cubicBezTo>
                <a:cubicBezTo>
                  <a:pt x="535364" y="42610"/>
                  <a:pt x="544308" y="38439"/>
                  <a:pt x="554583" y="38439"/>
                </a:cubicBezTo>
                <a:cubicBezTo>
                  <a:pt x="563165" y="38500"/>
                  <a:pt x="570630" y="42005"/>
                  <a:pt x="576976" y="48956"/>
                </a:cubicBezTo>
                <a:cubicBezTo>
                  <a:pt x="583201" y="56027"/>
                  <a:pt x="586586" y="66483"/>
                  <a:pt x="587130" y="80324"/>
                </a:cubicBezTo>
                <a:moveTo>
                  <a:pt x="564828" y="74249"/>
                </a:moveTo>
                <a:cubicBezTo>
                  <a:pt x="564767" y="64579"/>
                  <a:pt x="564253" y="57901"/>
                  <a:pt x="563286" y="54214"/>
                </a:cubicBezTo>
                <a:cubicBezTo>
                  <a:pt x="562198" y="50648"/>
                  <a:pt x="560536" y="47898"/>
                  <a:pt x="558300" y="45964"/>
                </a:cubicBezTo>
                <a:cubicBezTo>
                  <a:pt x="556970" y="44876"/>
                  <a:pt x="555278" y="44332"/>
                  <a:pt x="553223" y="44332"/>
                </a:cubicBezTo>
                <a:cubicBezTo>
                  <a:pt x="550020" y="44332"/>
                  <a:pt x="547451" y="45873"/>
                  <a:pt x="545517" y="48956"/>
                </a:cubicBezTo>
                <a:cubicBezTo>
                  <a:pt x="541951" y="54395"/>
                  <a:pt x="540168" y="61769"/>
                  <a:pt x="540168" y="71076"/>
                </a:cubicBezTo>
                <a:lnTo>
                  <a:pt x="540168" y="74249"/>
                </a:lnTo>
                <a:lnTo>
                  <a:pt x="564828" y="7424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2724F-E45D-4C14-A1C4-4012A49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046" y="1073088"/>
            <a:ext cx="722296" cy="10"/>
          </a:xfrm>
          <a:custGeom xmlns:a="http://schemas.openxmlformats.org/drawingml/2006/main">
            <a:pathLst>
              <a:path w="722296" h="1" fill="none">
                <a:moveTo>
                  <a:pt x="0" y="0"/>
                </a:moveTo>
                <a:lnTo>
                  <a:pt x="7222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609" cap="flat">
            <a:solidFill>
              <a:srgbClr val="868686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7B644-154B-4EE1-B942-033989E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42" y="1034674"/>
            <a:ext cx="76828" cy="76828"/>
          </a:xfrm>
          <a:custGeom xmlns:a="http://schemas.openxmlformats.org/drawingml/2006/main">
            <a:pathLst>
              <a:path w="76828" h="76828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686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360D6-C98E-4D7D-9274-A560AB1F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342" y="1034674"/>
            <a:ext cx="76828" cy="76828"/>
          </a:xfrm>
          <a:custGeom xmlns:a="http://schemas.openxmlformats.org/drawingml/2006/main">
            <a:pathLst>
              <a:path w="76828" h="76828" fill="none">
                <a:moveTo>
                  <a:pt x="0" y="0"/>
                </a:moveTo>
                <a:lnTo>
                  <a:pt x="76828" y="38414"/>
                </a:lnTo>
                <a:lnTo>
                  <a:pt x="0" y="768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02" cap="rnd">
            <a:solidFill>
              <a:srgbClr val="868686"/>
            </a:solidFill>
            <a:miter/>
          </a:ln>
        </p:spPr>
      </p:sp>
      <p:sp>
        <p:nvSpPr>
          <p:cNvPr id="216" name="Text Discard">
            <a:extLst xmlns:a="http://schemas.openxmlformats.org/drawingml/2006/main">
              <a:ext uri="{FF2B5EF4-FFF2-40B4-BE49-F238E27FC236}">
                <a16:creationId xmlns:a16="http://schemas.microsoft.com/office/drawing/2014/main" id="{88399E4F-9E2A-4915-870C-AFE0DC3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227" y="798959"/>
            <a:ext cx="602520" cy="128433"/>
          </a:xfrm>
          <a:custGeom xmlns:a="http://schemas.openxmlformats.org/drawingml/2006/main">
            <a:pathLst>
              <a:path w="602520" h="128433">
                <a:moveTo>
                  <a:pt x="0" y="125834"/>
                </a:moveTo>
                <a:lnTo>
                  <a:pt x="0" y="122480"/>
                </a:lnTo>
                <a:lnTo>
                  <a:pt x="4080" y="122480"/>
                </a:lnTo>
                <a:cubicBezTo>
                  <a:pt x="7585" y="122540"/>
                  <a:pt x="10335" y="121966"/>
                  <a:pt x="12330" y="120757"/>
                </a:cubicBezTo>
                <a:cubicBezTo>
                  <a:pt x="14203" y="119669"/>
                  <a:pt x="15593" y="118158"/>
                  <a:pt x="16500" y="116224"/>
                </a:cubicBezTo>
                <a:cubicBezTo>
                  <a:pt x="17044" y="114955"/>
                  <a:pt x="17316" y="111147"/>
                  <a:pt x="17316" y="104801"/>
                </a:cubicBezTo>
                <a:lnTo>
                  <a:pt x="17316" y="23934"/>
                </a:lnTo>
                <a:cubicBezTo>
                  <a:pt x="17255" y="17709"/>
                  <a:pt x="16923" y="13780"/>
                  <a:pt x="16319" y="12148"/>
                </a:cubicBezTo>
                <a:cubicBezTo>
                  <a:pt x="15654" y="10637"/>
                  <a:pt x="14324" y="9247"/>
                  <a:pt x="12330" y="7978"/>
                </a:cubicBezTo>
                <a:cubicBezTo>
                  <a:pt x="10214" y="6830"/>
                  <a:pt x="7464" y="6255"/>
                  <a:pt x="4080" y="6255"/>
                </a:cubicBezTo>
                <a:lnTo>
                  <a:pt x="0" y="6255"/>
                </a:lnTo>
                <a:lnTo>
                  <a:pt x="0" y="2901"/>
                </a:lnTo>
                <a:lnTo>
                  <a:pt x="55030" y="2901"/>
                </a:lnTo>
                <a:cubicBezTo>
                  <a:pt x="69656" y="2901"/>
                  <a:pt x="81472" y="4896"/>
                  <a:pt x="90477" y="8885"/>
                </a:cubicBezTo>
                <a:cubicBezTo>
                  <a:pt x="101356" y="13841"/>
                  <a:pt x="109667" y="21244"/>
                  <a:pt x="115408" y="31096"/>
                </a:cubicBezTo>
                <a:cubicBezTo>
                  <a:pt x="121029" y="41008"/>
                  <a:pt x="123840" y="52219"/>
                  <a:pt x="123840" y="64730"/>
                </a:cubicBezTo>
                <a:cubicBezTo>
                  <a:pt x="123840" y="73373"/>
                  <a:pt x="122450" y="81321"/>
                  <a:pt x="119669" y="88573"/>
                </a:cubicBezTo>
                <a:cubicBezTo>
                  <a:pt x="116829" y="95947"/>
                  <a:pt x="113233" y="101961"/>
                  <a:pt x="108881" y="106614"/>
                </a:cubicBezTo>
                <a:cubicBezTo>
                  <a:pt x="104408" y="111450"/>
                  <a:pt x="99332" y="115257"/>
                  <a:pt x="93650" y="118037"/>
                </a:cubicBezTo>
                <a:cubicBezTo>
                  <a:pt x="87848" y="120999"/>
                  <a:pt x="80777" y="123235"/>
                  <a:pt x="72436" y="124746"/>
                </a:cubicBezTo>
                <a:cubicBezTo>
                  <a:pt x="68689" y="125471"/>
                  <a:pt x="62887" y="125834"/>
                  <a:pt x="55030" y="125834"/>
                </a:cubicBezTo>
                <a:lnTo>
                  <a:pt x="0" y="125834"/>
                </a:lnTo>
                <a:moveTo>
                  <a:pt x="46870" y="9882"/>
                </a:moveTo>
                <a:lnTo>
                  <a:pt x="46870" y="105799"/>
                </a:lnTo>
                <a:cubicBezTo>
                  <a:pt x="46870" y="110875"/>
                  <a:pt x="47112" y="113988"/>
                  <a:pt x="47596" y="115136"/>
                </a:cubicBezTo>
                <a:cubicBezTo>
                  <a:pt x="48019" y="116345"/>
                  <a:pt x="48835" y="117222"/>
                  <a:pt x="50044" y="117766"/>
                </a:cubicBezTo>
                <a:cubicBezTo>
                  <a:pt x="51675" y="118672"/>
                  <a:pt x="54033" y="119125"/>
                  <a:pt x="57115" y="119125"/>
                </a:cubicBezTo>
                <a:cubicBezTo>
                  <a:pt x="67148" y="119125"/>
                  <a:pt x="74854" y="115680"/>
                  <a:pt x="80233" y="108790"/>
                </a:cubicBezTo>
                <a:cubicBezTo>
                  <a:pt x="87486" y="99483"/>
                  <a:pt x="91112" y="85038"/>
                  <a:pt x="91112" y="65456"/>
                </a:cubicBezTo>
                <a:cubicBezTo>
                  <a:pt x="91112" y="49681"/>
                  <a:pt x="88634" y="37079"/>
                  <a:pt x="83678" y="27651"/>
                </a:cubicBezTo>
                <a:cubicBezTo>
                  <a:pt x="79749" y="20338"/>
                  <a:pt x="74703" y="15321"/>
                  <a:pt x="68538" y="12602"/>
                </a:cubicBezTo>
                <a:cubicBezTo>
                  <a:pt x="64126" y="10728"/>
                  <a:pt x="56903" y="9821"/>
                  <a:pt x="46870" y="9882"/>
                </a:cubicBezTo>
                <a:close/>
                <a:moveTo>
                  <a:pt x="158656" y="0"/>
                </a:moveTo>
                <a:cubicBezTo>
                  <a:pt x="162524" y="0"/>
                  <a:pt x="165848" y="1360"/>
                  <a:pt x="168628" y="4080"/>
                </a:cubicBezTo>
                <a:cubicBezTo>
                  <a:pt x="171348" y="6920"/>
                  <a:pt x="172708" y="10244"/>
                  <a:pt x="172708" y="14052"/>
                </a:cubicBezTo>
                <a:cubicBezTo>
                  <a:pt x="172708" y="17981"/>
                  <a:pt x="171348" y="21275"/>
                  <a:pt x="168628" y="23934"/>
                </a:cubicBezTo>
                <a:cubicBezTo>
                  <a:pt x="165788" y="26654"/>
                  <a:pt x="162463" y="28014"/>
                  <a:pt x="158656" y="28014"/>
                </a:cubicBezTo>
                <a:cubicBezTo>
                  <a:pt x="154727" y="28014"/>
                  <a:pt x="151433" y="26654"/>
                  <a:pt x="148774" y="23934"/>
                </a:cubicBezTo>
                <a:cubicBezTo>
                  <a:pt x="146054" y="21275"/>
                  <a:pt x="144694" y="17981"/>
                  <a:pt x="144694" y="14052"/>
                </a:cubicBezTo>
                <a:cubicBezTo>
                  <a:pt x="144694" y="10244"/>
                  <a:pt x="146054" y="6920"/>
                  <a:pt x="148774" y="4080"/>
                </a:cubicBezTo>
                <a:cubicBezTo>
                  <a:pt x="151433" y="1360"/>
                  <a:pt x="154727" y="0"/>
                  <a:pt x="158656" y="0"/>
                </a:cubicBezTo>
                <a:moveTo>
                  <a:pt x="171348" y="41068"/>
                </a:moveTo>
                <a:lnTo>
                  <a:pt x="171348" y="108246"/>
                </a:lnTo>
                <a:cubicBezTo>
                  <a:pt x="171348" y="114230"/>
                  <a:pt x="172043" y="118037"/>
                  <a:pt x="173433" y="119669"/>
                </a:cubicBezTo>
                <a:cubicBezTo>
                  <a:pt x="174763" y="121422"/>
                  <a:pt x="177483" y="122389"/>
                  <a:pt x="181592" y="122570"/>
                </a:cubicBezTo>
                <a:lnTo>
                  <a:pt x="181592" y="125834"/>
                </a:lnTo>
                <a:lnTo>
                  <a:pt x="135810" y="125834"/>
                </a:lnTo>
                <a:lnTo>
                  <a:pt x="135810" y="122570"/>
                </a:lnTo>
                <a:cubicBezTo>
                  <a:pt x="139497" y="122510"/>
                  <a:pt x="142277" y="121422"/>
                  <a:pt x="144150" y="119307"/>
                </a:cubicBezTo>
                <a:cubicBezTo>
                  <a:pt x="145299" y="117977"/>
                  <a:pt x="145903" y="114290"/>
                  <a:pt x="145964" y="108246"/>
                </a:cubicBezTo>
                <a:lnTo>
                  <a:pt x="145964" y="58747"/>
                </a:lnTo>
                <a:cubicBezTo>
                  <a:pt x="145903" y="52824"/>
                  <a:pt x="145208" y="48986"/>
                  <a:pt x="143878" y="47233"/>
                </a:cubicBezTo>
                <a:cubicBezTo>
                  <a:pt x="142488" y="45662"/>
                  <a:pt x="139799" y="44725"/>
                  <a:pt x="135810" y="44423"/>
                </a:cubicBezTo>
                <a:lnTo>
                  <a:pt x="135810" y="41068"/>
                </a:lnTo>
                <a:lnTo>
                  <a:pt x="171348" y="41068"/>
                </a:lnTo>
                <a:close/>
                <a:moveTo>
                  <a:pt x="243056" y="38711"/>
                </a:moveTo>
                <a:lnTo>
                  <a:pt x="244416" y="67631"/>
                </a:lnTo>
                <a:lnTo>
                  <a:pt x="241333" y="67631"/>
                </a:lnTo>
                <a:cubicBezTo>
                  <a:pt x="237586" y="59109"/>
                  <a:pt x="233778" y="53247"/>
                  <a:pt x="229910" y="50044"/>
                </a:cubicBezTo>
                <a:cubicBezTo>
                  <a:pt x="225861" y="46901"/>
                  <a:pt x="221902" y="45329"/>
                  <a:pt x="218034" y="45329"/>
                </a:cubicBezTo>
                <a:cubicBezTo>
                  <a:pt x="215496" y="45329"/>
                  <a:pt x="213380" y="46145"/>
                  <a:pt x="211688" y="47777"/>
                </a:cubicBezTo>
                <a:cubicBezTo>
                  <a:pt x="209935" y="49530"/>
                  <a:pt x="209059" y="51464"/>
                  <a:pt x="209059" y="53579"/>
                </a:cubicBezTo>
                <a:cubicBezTo>
                  <a:pt x="209059" y="55211"/>
                  <a:pt x="209663" y="56782"/>
                  <a:pt x="210872" y="58293"/>
                </a:cubicBezTo>
                <a:cubicBezTo>
                  <a:pt x="212746" y="60771"/>
                  <a:pt x="218155" y="65002"/>
                  <a:pt x="227100" y="70986"/>
                </a:cubicBezTo>
                <a:cubicBezTo>
                  <a:pt x="235984" y="77090"/>
                  <a:pt x="241847" y="82197"/>
                  <a:pt x="244688" y="86307"/>
                </a:cubicBezTo>
                <a:cubicBezTo>
                  <a:pt x="247468" y="90598"/>
                  <a:pt x="248858" y="95312"/>
                  <a:pt x="248858" y="100450"/>
                </a:cubicBezTo>
                <a:cubicBezTo>
                  <a:pt x="248858" y="105164"/>
                  <a:pt x="247679" y="109788"/>
                  <a:pt x="245322" y="114320"/>
                </a:cubicBezTo>
                <a:cubicBezTo>
                  <a:pt x="242905" y="118853"/>
                  <a:pt x="239581" y="122329"/>
                  <a:pt x="235350" y="124746"/>
                </a:cubicBezTo>
                <a:cubicBezTo>
                  <a:pt x="230998" y="127224"/>
                  <a:pt x="226254" y="128433"/>
                  <a:pt x="221116" y="128373"/>
                </a:cubicBezTo>
                <a:cubicBezTo>
                  <a:pt x="217007" y="128373"/>
                  <a:pt x="211597" y="127103"/>
                  <a:pt x="204889" y="124565"/>
                </a:cubicBezTo>
                <a:cubicBezTo>
                  <a:pt x="203015" y="123961"/>
                  <a:pt x="201776" y="123628"/>
                  <a:pt x="201172" y="123568"/>
                </a:cubicBezTo>
                <a:cubicBezTo>
                  <a:pt x="199177" y="123628"/>
                  <a:pt x="197515" y="125139"/>
                  <a:pt x="196185" y="128101"/>
                </a:cubicBezTo>
                <a:lnTo>
                  <a:pt x="193194" y="128101"/>
                </a:lnTo>
                <a:lnTo>
                  <a:pt x="191743" y="97639"/>
                </a:lnTo>
                <a:lnTo>
                  <a:pt x="194825" y="97639"/>
                </a:lnTo>
                <a:cubicBezTo>
                  <a:pt x="197485" y="105617"/>
                  <a:pt x="201232" y="111601"/>
                  <a:pt x="206067" y="115590"/>
                </a:cubicBezTo>
                <a:cubicBezTo>
                  <a:pt x="210721" y="119579"/>
                  <a:pt x="215193" y="121573"/>
                  <a:pt x="219485" y="121573"/>
                </a:cubicBezTo>
                <a:cubicBezTo>
                  <a:pt x="222325" y="121573"/>
                  <a:pt x="224713" y="120667"/>
                  <a:pt x="226647" y="118853"/>
                </a:cubicBezTo>
                <a:cubicBezTo>
                  <a:pt x="228460" y="117161"/>
                  <a:pt x="229366" y="115016"/>
                  <a:pt x="229366" y="112417"/>
                </a:cubicBezTo>
                <a:cubicBezTo>
                  <a:pt x="229366" y="109516"/>
                  <a:pt x="228460" y="107007"/>
                  <a:pt x="226647" y="104892"/>
                </a:cubicBezTo>
                <a:cubicBezTo>
                  <a:pt x="224773" y="102837"/>
                  <a:pt x="220724" y="99634"/>
                  <a:pt x="214498" y="95282"/>
                </a:cubicBezTo>
                <a:cubicBezTo>
                  <a:pt x="205251" y="88876"/>
                  <a:pt x="199268" y="83980"/>
                  <a:pt x="196548" y="80595"/>
                </a:cubicBezTo>
                <a:cubicBezTo>
                  <a:pt x="192559" y="75639"/>
                  <a:pt x="190564" y="70170"/>
                  <a:pt x="190564" y="64186"/>
                </a:cubicBezTo>
                <a:cubicBezTo>
                  <a:pt x="190564" y="57719"/>
                  <a:pt x="192831" y="51796"/>
                  <a:pt x="197364" y="46417"/>
                </a:cubicBezTo>
                <a:cubicBezTo>
                  <a:pt x="201776" y="41159"/>
                  <a:pt x="208273" y="38530"/>
                  <a:pt x="216855" y="38530"/>
                </a:cubicBezTo>
                <a:cubicBezTo>
                  <a:pt x="221449" y="38530"/>
                  <a:pt x="225891" y="39648"/>
                  <a:pt x="230182" y="41884"/>
                </a:cubicBezTo>
                <a:cubicBezTo>
                  <a:pt x="231814" y="42791"/>
                  <a:pt x="233144" y="43244"/>
                  <a:pt x="234171" y="43244"/>
                </a:cubicBezTo>
                <a:cubicBezTo>
                  <a:pt x="235259" y="43244"/>
                  <a:pt x="236136" y="43002"/>
                  <a:pt x="236800" y="42519"/>
                </a:cubicBezTo>
                <a:cubicBezTo>
                  <a:pt x="237405" y="42096"/>
                  <a:pt x="238462" y="40827"/>
                  <a:pt x="239973" y="38711"/>
                </a:cubicBezTo>
                <a:lnTo>
                  <a:pt x="243056" y="38711"/>
                </a:lnTo>
                <a:close/>
                <a:moveTo>
                  <a:pt x="329166" y="103985"/>
                </a:moveTo>
                <a:lnTo>
                  <a:pt x="331976" y="106161"/>
                </a:lnTo>
                <a:cubicBezTo>
                  <a:pt x="327927" y="113716"/>
                  <a:pt x="322971" y="119276"/>
                  <a:pt x="317108" y="122842"/>
                </a:cubicBezTo>
                <a:cubicBezTo>
                  <a:pt x="311125" y="126590"/>
                  <a:pt x="304779" y="128433"/>
                  <a:pt x="298070" y="128373"/>
                </a:cubicBezTo>
                <a:cubicBezTo>
                  <a:pt x="286707" y="128373"/>
                  <a:pt x="277672" y="124112"/>
                  <a:pt x="270963" y="115590"/>
                </a:cubicBezTo>
                <a:cubicBezTo>
                  <a:pt x="264133" y="107068"/>
                  <a:pt x="260749" y="96823"/>
                  <a:pt x="260809" y="84856"/>
                </a:cubicBezTo>
                <a:cubicBezTo>
                  <a:pt x="260809" y="73373"/>
                  <a:pt x="263892" y="63219"/>
                  <a:pt x="270056" y="54395"/>
                </a:cubicBezTo>
                <a:cubicBezTo>
                  <a:pt x="277490" y="43818"/>
                  <a:pt x="287735" y="38530"/>
                  <a:pt x="300790" y="38530"/>
                </a:cubicBezTo>
                <a:cubicBezTo>
                  <a:pt x="309553" y="38530"/>
                  <a:pt x="316534" y="40736"/>
                  <a:pt x="321732" y="45148"/>
                </a:cubicBezTo>
                <a:cubicBezTo>
                  <a:pt x="326869" y="49620"/>
                  <a:pt x="329438" y="54546"/>
                  <a:pt x="329438" y="59925"/>
                </a:cubicBezTo>
                <a:cubicBezTo>
                  <a:pt x="329438" y="63370"/>
                  <a:pt x="328410" y="66120"/>
                  <a:pt x="326355" y="68175"/>
                </a:cubicBezTo>
                <a:cubicBezTo>
                  <a:pt x="324179" y="70291"/>
                  <a:pt x="321429" y="71318"/>
                  <a:pt x="318105" y="71258"/>
                </a:cubicBezTo>
                <a:cubicBezTo>
                  <a:pt x="314479" y="71258"/>
                  <a:pt x="311548" y="70079"/>
                  <a:pt x="309311" y="67722"/>
                </a:cubicBezTo>
                <a:cubicBezTo>
                  <a:pt x="306954" y="65425"/>
                  <a:pt x="305504" y="61225"/>
                  <a:pt x="304960" y="55120"/>
                </a:cubicBezTo>
                <a:cubicBezTo>
                  <a:pt x="304537" y="51373"/>
                  <a:pt x="303660" y="48714"/>
                  <a:pt x="302331" y="47142"/>
                </a:cubicBezTo>
                <a:cubicBezTo>
                  <a:pt x="300941" y="45631"/>
                  <a:pt x="299309" y="44876"/>
                  <a:pt x="297435" y="44876"/>
                </a:cubicBezTo>
                <a:cubicBezTo>
                  <a:pt x="294534" y="44876"/>
                  <a:pt x="292056" y="46417"/>
                  <a:pt x="290001" y="49500"/>
                </a:cubicBezTo>
                <a:cubicBezTo>
                  <a:pt x="286798" y="54153"/>
                  <a:pt x="285226" y="61285"/>
                  <a:pt x="285287" y="70895"/>
                </a:cubicBezTo>
                <a:cubicBezTo>
                  <a:pt x="285287" y="78873"/>
                  <a:pt x="286556" y="86488"/>
                  <a:pt x="289095" y="93741"/>
                </a:cubicBezTo>
                <a:cubicBezTo>
                  <a:pt x="291573" y="101115"/>
                  <a:pt x="295048" y="106554"/>
                  <a:pt x="299520" y="110060"/>
                </a:cubicBezTo>
                <a:cubicBezTo>
                  <a:pt x="302844" y="112719"/>
                  <a:pt x="306773" y="114018"/>
                  <a:pt x="311306" y="113958"/>
                </a:cubicBezTo>
                <a:cubicBezTo>
                  <a:pt x="314267" y="113958"/>
                  <a:pt x="317078" y="113263"/>
                  <a:pt x="319737" y="111873"/>
                </a:cubicBezTo>
                <a:cubicBezTo>
                  <a:pt x="322336" y="110543"/>
                  <a:pt x="325479" y="107914"/>
                  <a:pt x="329166" y="103985"/>
                </a:cubicBezTo>
                <a:close/>
                <a:moveTo>
                  <a:pt x="389914" y="113323"/>
                </a:moveTo>
                <a:cubicBezTo>
                  <a:pt x="379579" y="122510"/>
                  <a:pt x="370301" y="127073"/>
                  <a:pt x="362081" y="127013"/>
                </a:cubicBezTo>
                <a:cubicBezTo>
                  <a:pt x="357186" y="127013"/>
                  <a:pt x="353167" y="125411"/>
                  <a:pt x="350024" y="122208"/>
                </a:cubicBezTo>
                <a:cubicBezTo>
                  <a:pt x="346821" y="119125"/>
                  <a:pt x="345219" y="115167"/>
                  <a:pt x="345219" y="110331"/>
                </a:cubicBezTo>
                <a:cubicBezTo>
                  <a:pt x="345219" y="103925"/>
                  <a:pt x="347999" y="98093"/>
                  <a:pt x="353560" y="92834"/>
                </a:cubicBezTo>
                <a:cubicBezTo>
                  <a:pt x="359059" y="87758"/>
                  <a:pt x="371178" y="80898"/>
                  <a:pt x="389914" y="72255"/>
                </a:cubicBezTo>
                <a:lnTo>
                  <a:pt x="389914" y="63733"/>
                </a:lnTo>
                <a:cubicBezTo>
                  <a:pt x="389853" y="57387"/>
                  <a:pt x="389521" y="53337"/>
                  <a:pt x="388916" y="51585"/>
                </a:cubicBezTo>
                <a:cubicBezTo>
                  <a:pt x="388131" y="49953"/>
                  <a:pt x="386801" y="48502"/>
                  <a:pt x="384927" y="47233"/>
                </a:cubicBezTo>
                <a:cubicBezTo>
                  <a:pt x="382993" y="46085"/>
                  <a:pt x="380818" y="45480"/>
                  <a:pt x="378400" y="45420"/>
                </a:cubicBezTo>
                <a:cubicBezTo>
                  <a:pt x="374471" y="45480"/>
                  <a:pt x="371238" y="46357"/>
                  <a:pt x="368700" y="48049"/>
                </a:cubicBezTo>
                <a:cubicBezTo>
                  <a:pt x="367128" y="49137"/>
                  <a:pt x="366342" y="50406"/>
                  <a:pt x="366342" y="51857"/>
                </a:cubicBezTo>
                <a:cubicBezTo>
                  <a:pt x="366282" y="53126"/>
                  <a:pt x="367128" y="54697"/>
                  <a:pt x="368881" y="56571"/>
                </a:cubicBezTo>
                <a:cubicBezTo>
                  <a:pt x="371117" y="59230"/>
                  <a:pt x="372265" y="61738"/>
                  <a:pt x="372326" y="64096"/>
                </a:cubicBezTo>
                <a:cubicBezTo>
                  <a:pt x="372326" y="67118"/>
                  <a:pt x="371238" y="69626"/>
                  <a:pt x="369062" y="71620"/>
                </a:cubicBezTo>
                <a:cubicBezTo>
                  <a:pt x="366765" y="73736"/>
                  <a:pt x="363864" y="74793"/>
                  <a:pt x="360359" y="74793"/>
                </a:cubicBezTo>
                <a:cubicBezTo>
                  <a:pt x="356551" y="74793"/>
                  <a:pt x="353378" y="73645"/>
                  <a:pt x="350840" y="71348"/>
                </a:cubicBezTo>
                <a:cubicBezTo>
                  <a:pt x="348180" y="69112"/>
                  <a:pt x="346881" y="66423"/>
                  <a:pt x="346941" y="63280"/>
                </a:cubicBezTo>
                <a:cubicBezTo>
                  <a:pt x="346941" y="58928"/>
                  <a:pt x="348664" y="54758"/>
                  <a:pt x="352109" y="50769"/>
                </a:cubicBezTo>
                <a:cubicBezTo>
                  <a:pt x="355554" y="46901"/>
                  <a:pt x="360359" y="43879"/>
                  <a:pt x="366524" y="41703"/>
                </a:cubicBezTo>
                <a:cubicBezTo>
                  <a:pt x="372688" y="39648"/>
                  <a:pt x="379095" y="38590"/>
                  <a:pt x="385743" y="38530"/>
                </a:cubicBezTo>
                <a:cubicBezTo>
                  <a:pt x="393782" y="38590"/>
                  <a:pt x="400158" y="40283"/>
                  <a:pt x="404872" y="43607"/>
                </a:cubicBezTo>
                <a:cubicBezTo>
                  <a:pt x="409466" y="47052"/>
                  <a:pt x="412488" y="50769"/>
                  <a:pt x="413938" y="54758"/>
                </a:cubicBezTo>
                <a:cubicBezTo>
                  <a:pt x="414724" y="57296"/>
                  <a:pt x="415147" y="63129"/>
                  <a:pt x="415207" y="72255"/>
                </a:cubicBezTo>
                <a:lnTo>
                  <a:pt x="415207" y="105164"/>
                </a:lnTo>
                <a:cubicBezTo>
                  <a:pt x="415207" y="109092"/>
                  <a:pt x="415358" y="111510"/>
                  <a:pt x="415661" y="112417"/>
                </a:cubicBezTo>
                <a:cubicBezTo>
                  <a:pt x="415902" y="113505"/>
                  <a:pt x="416356" y="114260"/>
                  <a:pt x="417021" y="114683"/>
                </a:cubicBezTo>
                <a:cubicBezTo>
                  <a:pt x="417564" y="115167"/>
                  <a:pt x="418260" y="115408"/>
                  <a:pt x="419106" y="115408"/>
                </a:cubicBezTo>
                <a:cubicBezTo>
                  <a:pt x="420617" y="115469"/>
                  <a:pt x="422218" y="114351"/>
                  <a:pt x="423911" y="112054"/>
                </a:cubicBezTo>
                <a:lnTo>
                  <a:pt x="426630" y="114230"/>
                </a:lnTo>
                <a:cubicBezTo>
                  <a:pt x="423548" y="118702"/>
                  <a:pt x="420435" y="121936"/>
                  <a:pt x="417293" y="123930"/>
                </a:cubicBezTo>
                <a:cubicBezTo>
                  <a:pt x="413968" y="126046"/>
                  <a:pt x="410282" y="127073"/>
                  <a:pt x="406232" y="127013"/>
                </a:cubicBezTo>
                <a:cubicBezTo>
                  <a:pt x="401397" y="127013"/>
                  <a:pt x="397620" y="125864"/>
                  <a:pt x="394900" y="123568"/>
                </a:cubicBezTo>
                <a:cubicBezTo>
                  <a:pt x="392180" y="121392"/>
                  <a:pt x="390518" y="117977"/>
                  <a:pt x="389914" y="113323"/>
                </a:cubicBezTo>
                <a:moveTo>
                  <a:pt x="389914" y="106705"/>
                </a:moveTo>
                <a:lnTo>
                  <a:pt x="389914" y="78329"/>
                </a:lnTo>
                <a:cubicBezTo>
                  <a:pt x="382540" y="82620"/>
                  <a:pt x="377101" y="87214"/>
                  <a:pt x="373595" y="92109"/>
                </a:cubicBezTo>
                <a:cubicBezTo>
                  <a:pt x="371238" y="95373"/>
                  <a:pt x="370059" y="98667"/>
                  <a:pt x="370059" y="101991"/>
                </a:cubicBezTo>
                <a:cubicBezTo>
                  <a:pt x="370059" y="104832"/>
                  <a:pt x="371057" y="107279"/>
                  <a:pt x="373051" y="109334"/>
                </a:cubicBezTo>
                <a:cubicBezTo>
                  <a:pt x="374562" y="110966"/>
                  <a:pt x="376677" y="111782"/>
                  <a:pt x="379397" y="111782"/>
                </a:cubicBezTo>
                <a:cubicBezTo>
                  <a:pt x="382359" y="111782"/>
                  <a:pt x="385864" y="110090"/>
                  <a:pt x="389914" y="106705"/>
                </a:cubicBezTo>
                <a:close/>
                <a:moveTo>
                  <a:pt x="467942" y="41068"/>
                </a:moveTo>
                <a:lnTo>
                  <a:pt x="467942" y="60288"/>
                </a:lnTo>
                <a:cubicBezTo>
                  <a:pt x="473502" y="51524"/>
                  <a:pt x="478428" y="45692"/>
                  <a:pt x="482719" y="42791"/>
                </a:cubicBezTo>
                <a:cubicBezTo>
                  <a:pt x="486950" y="40011"/>
                  <a:pt x="491030" y="38590"/>
                  <a:pt x="494958" y="38530"/>
                </a:cubicBezTo>
                <a:cubicBezTo>
                  <a:pt x="498282" y="38530"/>
                  <a:pt x="501002" y="39557"/>
                  <a:pt x="503117" y="41612"/>
                </a:cubicBezTo>
                <a:cubicBezTo>
                  <a:pt x="505112" y="43728"/>
                  <a:pt x="506109" y="46689"/>
                  <a:pt x="506109" y="50497"/>
                </a:cubicBezTo>
                <a:cubicBezTo>
                  <a:pt x="506049" y="54607"/>
                  <a:pt x="505082" y="57750"/>
                  <a:pt x="503208" y="59925"/>
                </a:cubicBezTo>
                <a:cubicBezTo>
                  <a:pt x="501214" y="62222"/>
                  <a:pt x="498826" y="63340"/>
                  <a:pt x="496046" y="63280"/>
                </a:cubicBezTo>
                <a:cubicBezTo>
                  <a:pt x="492843" y="63340"/>
                  <a:pt x="490063" y="62313"/>
                  <a:pt x="487706" y="60197"/>
                </a:cubicBezTo>
                <a:cubicBezTo>
                  <a:pt x="485348" y="58203"/>
                  <a:pt x="483958" y="57054"/>
                  <a:pt x="483535" y="56752"/>
                </a:cubicBezTo>
                <a:cubicBezTo>
                  <a:pt x="482870" y="56390"/>
                  <a:pt x="482175" y="56208"/>
                  <a:pt x="481450" y="56208"/>
                </a:cubicBezTo>
                <a:cubicBezTo>
                  <a:pt x="479637" y="56208"/>
                  <a:pt x="477975" y="56873"/>
                  <a:pt x="476464" y="58203"/>
                </a:cubicBezTo>
                <a:cubicBezTo>
                  <a:pt x="473986" y="60318"/>
                  <a:pt x="472112" y="63249"/>
                  <a:pt x="470843" y="66997"/>
                </a:cubicBezTo>
                <a:cubicBezTo>
                  <a:pt x="468909" y="72920"/>
                  <a:pt x="467942" y="79387"/>
                  <a:pt x="467942" y="86398"/>
                </a:cubicBezTo>
                <a:lnTo>
                  <a:pt x="467942" y="105889"/>
                </a:lnTo>
                <a:lnTo>
                  <a:pt x="468033" y="110966"/>
                </a:lnTo>
                <a:cubicBezTo>
                  <a:pt x="467972" y="114411"/>
                  <a:pt x="468184" y="116617"/>
                  <a:pt x="468667" y="117584"/>
                </a:cubicBezTo>
                <a:cubicBezTo>
                  <a:pt x="469392" y="119216"/>
                  <a:pt x="470480" y="120395"/>
                  <a:pt x="471931" y="121120"/>
                </a:cubicBezTo>
                <a:cubicBezTo>
                  <a:pt x="473261" y="121966"/>
                  <a:pt x="475648" y="122450"/>
                  <a:pt x="479093" y="122570"/>
                </a:cubicBezTo>
                <a:lnTo>
                  <a:pt x="479093" y="125834"/>
                </a:lnTo>
                <a:lnTo>
                  <a:pt x="433310" y="125834"/>
                </a:lnTo>
                <a:lnTo>
                  <a:pt x="433310" y="122570"/>
                </a:lnTo>
                <a:cubicBezTo>
                  <a:pt x="436937" y="122329"/>
                  <a:pt x="439445" y="121301"/>
                  <a:pt x="440835" y="119488"/>
                </a:cubicBezTo>
                <a:cubicBezTo>
                  <a:pt x="442104" y="117796"/>
                  <a:pt x="442739" y="113263"/>
                  <a:pt x="442739" y="105889"/>
                </a:cubicBezTo>
                <a:lnTo>
                  <a:pt x="442739" y="59019"/>
                </a:lnTo>
                <a:cubicBezTo>
                  <a:pt x="442678" y="54244"/>
                  <a:pt x="442437" y="51162"/>
                  <a:pt x="442014" y="49772"/>
                </a:cubicBezTo>
                <a:cubicBezTo>
                  <a:pt x="441349" y="48140"/>
                  <a:pt x="440472" y="46901"/>
                  <a:pt x="439384" y="46055"/>
                </a:cubicBezTo>
                <a:cubicBezTo>
                  <a:pt x="438176" y="45269"/>
                  <a:pt x="436151" y="44725"/>
                  <a:pt x="433310" y="44423"/>
                </a:cubicBezTo>
                <a:lnTo>
                  <a:pt x="433310" y="41068"/>
                </a:lnTo>
                <a:lnTo>
                  <a:pt x="467942" y="41068"/>
                </a:lnTo>
                <a:close/>
                <a:moveTo>
                  <a:pt x="592094" y="2901"/>
                </a:moveTo>
                <a:lnTo>
                  <a:pt x="592094" y="100450"/>
                </a:lnTo>
                <a:cubicBezTo>
                  <a:pt x="592094" y="107098"/>
                  <a:pt x="592276" y="110996"/>
                  <a:pt x="592638" y="112145"/>
                </a:cubicBezTo>
                <a:cubicBezTo>
                  <a:pt x="593061" y="114139"/>
                  <a:pt x="593998" y="115620"/>
                  <a:pt x="595449" y="116587"/>
                </a:cubicBezTo>
                <a:cubicBezTo>
                  <a:pt x="596778" y="117614"/>
                  <a:pt x="599135" y="118219"/>
                  <a:pt x="602520" y="118400"/>
                </a:cubicBezTo>
                <a:lnTo>
                  <a:pt x="602520" y="121392"/>
                </a:lnTo>
                <a:lnTo>
                  <a:pt x="566710" y="128373"/>
                </a:lnTo>
                <a:lnTo>
                  <a:pt x="566710" y="114955"/>
                </a:lnTo>
                <a:cubicBezTo>
                  <a:pt x="562419" y="120153"/>
                  <a:pt x="558611" y="123689"/>
                  <a:pt x="555287" y="125562"/>
                </a:cubicBezTo>
                <a:cubicBezTo>
                  <a:pt x="551902" y="127496"/>
                  <a:pt x="548095" y="128433"/>
                  <a:pt x="543864" y="128373"/>
                </a:cubicBezTo>
                <a:cubicBezTo>
                  <a:pt x="532985" y="128433"/>
                  <a:pt x="524433" y="123598"/>
                  <a:pt x="518207" y="113867"/>
                </a:cubicBezTo>
                <a:cubicBezTo>
                  <a:pt x="513131" y="106010"/>
                  <a:pt x="510592" y="96370"/>
                  <a:pt x="510592" y="84947"/>
                </a:cubicBezTo>
                <a:cubicBezTo>
                  <a:pt x="510532" y="75821"/>
                  <a:pt x="512103" y="67631"/>
                  <a:pt x="515306" y="60379"/>
                </a:cubicBezTo>
                <a:cubicBezTo>
                  <a:pt x="518389" y="53247"/>
                  <a:pt x="522710" y="47807"/>
                  <a:pt x="528271" y="44060"/>
                </a:cubicBezTo>
                <a:cubicBezTo>
                  <a:pt x="533710" y="40373"/>
                  <a:pt x="539573" y="38530"/>
                  <a:pt x="545858" y="38530"/>
                </a:cubicBezTo>
                <a:cubicBezTo>
                  <a:pt x="549847" y="38590"/>
                  <a:pt x="553443" y="39376"/>
                  <a:pt x="556647" y="40887"/>
                </a:cubicBezTo>
                <a:cubicBezTo>
                  <a:pt x="559790" y="42519"/>
                  <a:pt x="563144" y="45269"/>
                  <a:pt x="566710" y="49137"/>
                </a:cubicBezTo>
                <a:lnTo>
                  <a:pt x="566710" y="23571"/>
                </a:lnTo>
                <a:cubicBezTo>
                  <a:pt x="566710" y="17165"/>
                  <a:pt x="566438" y="13266"/>
                  <a:pt x="565894" y="11876"/>
                </a:cubicBezTo>
                <a:cubicBezTo>
                  <a:pt x="565169" y="10184"/>
                  <a:pt x="564081" y="8885"/>
                  <a:pt x="562630" y="7978"/>
                </a:cubicBezTo>
                <a:cubicBezTo>
                  <a:pt x="561180" y="7192"/>
                  <a:pt x="558460" y="6769"/>
                  <a:pt x="554471" y="6709"/>
                </a:cubicBezTo>
                <a:lnTo>
                  <a:pt x="554471" y="2901"/>
                </a:lnTo>
                <a:lnTo>
                  <a:pt x="592094" y="2901"/>
                </a:lnTo>
                <a:moveTo>
                  <a:pt x="566710" y="60379"/>
                </a:moveTo>
                <a:cubicBezTo>
                  <a:pt x="562177" y="51796"/>
                  <a:pt x="556707" y="47505"/>
                  <a:pt x="550301" y="47505"/>
                </a:cubicBezTo>
                <a:cubicBezTo>
                  <a:pt x="548004" y="47566"/>
                  <a:pt x="546161" y="48170"/>
                  <a:pt x="544770" y="49318"/>
                </a:cubicBezTo>
                <a:cubicBezTo>
                  <a:pt x="542474" y="51252"/>
                  <a:pt x="540661" y="54546"/>
                  <a:pt x="539331" y="59200"/>
                </a:cubicBezTo>
                <a:cubicBezTo>
                  <a:pt x="537880" y="63975"/>
                  <a:pt x="537155" y="71197"/>
                  <a:pt x="537155" y="80867"/>
                </a:cubicBezTo>
                <a:cubicBezTo>
                  <a:pt x="537155" y="91565"/>
                  <a:pt x="537941" y="99483"/>
                  <a:pt x="539512" y="104620"/>
                </a:cubicBezTo>
                <a:cubicBezTo>
                  <a:pt x="541023" y="109818"/>
                  <a:pt x="543169" y="113535"/>
                  <a:pt x="545949" y="115771"/>
                </a:cubicBezTo>
                <a:cubicBezTo>
                  <a:pt x="547279" y="116980"/>
                  <a:pt x="549182" y="117554"/>
                  <a:pt x="551660" y="117494"/>
                </a:cubicBezTo>
                <a:cubicBezTo>
                  <a:pt x="556979" y="117494"/>
                  <a:pt x="561996" y="113323"/>
                  <a:pt x="566710" y="104983"/>
                </a:cubicBezTo>
                <a:lnTo>
                  <a:pt x="566710" y="60379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Sample">
            <a:extLst xmlns:a="http://schemas.openxmlformats.org/drawingml/2006/main">
              <a:ext uri="{FF2B5EF4-FFF2-40B4-BE49-F238E27FC236}">
                <a16:creationId xmlns:a16="http://schemas.microsoft.com/office/drawing/2014/main" id="{0585B8FF-D17B-4082-886D-8B0D9A79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99" y="1381725"/>
            <a:ext cx="466473" cy="136926"/>
          </a:xfrm>
          <a:custGeom xmlns:a="http://schemas.openxmlformats.org/drawingml/2006/main">
            <a:pathLst>
              <a:path w="466473" h="136926">
                <a:moveTo>
                  <a:pt x="64224" y="0"/>
                </a:moveTo>
                <a:lnTo>
                  <a:pt x="65049" y="33913"/>
                </a:lnTo>
                <a:lnTo>
                  <a:pt x="61973" y="33913"/>
                </a:lnTo>
                <a:cubicBezTo>
                  <a:pt x="60472" y="25459"/>
                  <a:pt x="56921" y="18607"/>
                  <a:pt x="51319" y="13355"/>
                </a:cubicBezTo>
                <a:cubicBezTo>
                  <a:pt x="45617" y="8203"/>
                  <a:pt x="39465" y="5627"/>
                  <a:pt x="32862" y="5627"/>
                </a:cubicBezTo>
                <a:cubicBezTo>
                  <a:pt x="27710" y="5627"/>
                  <a:pt x="23684" y="6978"/>
                  <a:pt x="20783" y="9679"/>
                </a:cubicBezTo>
                <a:cubicBezTo>
                  <a:pt x="17782" y="12480"/>
                  <a:pt x="16281" y="15631"/>
                  <a:pt x="16281" y="19132"/>
                </a:cubicBezTo>
                <a:cubicBezTo>
                  <a:pt x="16281" y="21433"/>
                  <a:pt x="16806" y="23434"/>
                  <a:pt x="17857" y="25134"/>
                </a:cubicBezTo>
                <a:cubicBezTo>
                  <a:pt x="19257" y="27485"/>
                  <a:pt x="21583" y="29811"/>
                  <a:pt x="24834" y="32112"/>
                </a:cubicBezTo>
                <a:cubicBezTo>
                  <a:pt x="27135" y="33763"/>
                  <a:pt x="32562" y="36689"/>
                  <a:pt x="41115" y="40890"/>
                </a:cubicBezTo>
                <a:cubicBezTo>
                  <a:pt x="53020" y="46792"/>
                  <a:pt x="61048" y="52319"/>
                  <a:pt x="65199" y="57471"/>
                </a:cubicBezTo>
                <a:cubicBezTo>
                  <a:pt x="69301" y="62723"/>
                  <a:pt x="71351" y="68675"/>
                  <a:pt x="71351" y="75328"/>
                </a:cubicBezTo>
                <a:cubicBezTo>
                  <a:pt x="71351" y="83881"/>
                  <a:pt x="68050" y="91184"/>
                  <a:pt x="61448" y="97236"/>
                </a:cubicBezTo>
                <a:cubicBezTo>
                  <a:pt x="54745" y="103388"/>
                  <a:pt x="46317" y="106464"/>
                  <a:pt x="36163" y="106464"/>
                </a:cubicBezTo>
                <a:cubicBezTo>
                  <a:pt x="32912" y="106514"/>
                  <a:pt x="29886" y="106189"/>
                  <a:pt x="27085" y="105489"/>
                </a:cubicBezTo>
                <a:cubicBezTo>
                  <a:pt x="24184" y="104839"/>
                  <a:pt x="20608" y="103613"/>
                  <a:pt x="16356" y="101813"/>
                </a:cubicBezTo>
                <a:cubicBezTo>
                  <a:pt x="13955" y="100862"/>
                  <a:pt x="11979" y="100362"/>
                  <a:pt x="10429" y="100312"/>
                </a:cubicBezTo>
                <a:cubicBezTo>
                  <a:pt x="9078" y="100362"/>
                  <a:pt x="7703" y="100862"/>
                  <a:pt x="6302" y="101813"/>
                </a:cubicBezTo>
                <a:cubicBezTo>
                  <a:pt x="4852" y="102863"/>
                  <a:pt x="3676" y="104389"/>
                  <a:pt x="2776" y="106389"/>
                </a:cubicBezTo>
                <a:lnTo>
                  <a:pt x="0" y="106389"/>
                </a:lnTo>
                <a:lnTo>
                  <a:pt x="0" y="67975"/>
                </a:lnTo>
                <a:lnTo>
                  <a:pt x="2776" y="67975"/>
                </a:lnTo>
                <a:cubicBezTo>
                  <a:pt x="4927" y="78829"/>
                  <a:pt x="9178" y="87057"/>
                  <a:pt x="15531" y="92659"/>
                </a:cubicBezTo>
                <a:cubicBezTo>
                  <a:pt x="21733" y="98361"/>
                  <a:pt x="28486" y="101212"/>
                  <a:pt x="35788" y="101212"/>
                </a:cubicBezTo>
                <a:cubicBezTo>
                  <a:pt x="41340" y="101263"/>
                  <a:pt x="45817" y="99737"/>
                  <a:pt x="49218" y="96636"/>
                </a:cubicBezTo>
                <a:cubicBezTo>
                  <a:pt x="52519" y="93585"/>
                  <a:pt x="54170" y="90033"/>
                  <a:pt x="54170" y="85982"/>
                </a:cubicBezTo>
                <a:cubicBezTo>
                  <a:pt x="54170" y="83581"/>
                  <a:pt x="53545" y="81255"/>
                  <a:pt x="52294" y="79004"/>
                </a:cubicBezTo>
                <a:cubicBezTo>
                  <a:pt x="50994" y="76753"/>
                  <a:pt x="49043" y="74603"/>
                  <a:pt x="46442" y="72552"/>
                </a:cubicBezTo>
                <a:cubicBezTo>
                  <a:pt x="43791" y="70551"/>
                  <a:pt x="39190" y="67925"/>
                  <a:pt x="32637" y="64674"/>
                </a:cubicBezTo>
                <a:cubicBezTo>
                  <a:pt x="23384" y="60172"/>
                  <a:pt x="16731" y="56296"/>
                  <a:pt x="12680" y="53045"/>
                </a:cubicBezTo>
                <a:cubicBezTo>
                  <a:pt x="8628" y="49893"/>
                  <a:pt x="5527" y="46317"/>
                  <a:pt x="3376" y="42316"/>
                </a:cubicBezTo>
                <a:cubicBezTo>
                  <a:pt x="1175" y="38364"/>
                  <a:pt x="75" y="34013"/>
                  <a:pt x="75" y="29261"/>
                </a:cubicBezTo>
                <a:cubicBezTo>
                  <a:pt x="75" y="21158"/>
                  <a:pt x="3051" y="14255"/>
                  <a:pt x="9003" y="8553"/>
                </a:cubicBezTo>
                <a:cubicBezTo>
                  <a:pt x="14906" y="2851"/>
                  <a:pt x="22408" y="0"/>
                  <a:pt x="31512" y="0"/>
                </a:cubicBezTo>
                <a:cubicBezTo>
                  <a:pt x="34813" y="0"/>
                  <a:pt x="38014" y="400"/>
                  <a:pt x="41115" y="1200"/>
                </a:cubicBezTo>
                <a:cubicBezTo>
                  <a:pt x="43416" y="1851"/>
                  <a:pt x="46292" y="2951"/>
                  <a:pt x="49743" y="4502"/>
                </a:cubicBezTo>
                <a:cubicBezTo>
                  <a:pt x="53095" y="6152"/>
                  <a:pt x="55446" y="6978"/>
                  <a:pt x="56796" y="6978"/>
                </a:cubicBezTo>
                <a:cubicBezTo>
                  <a:pt x="58047" y="7028"/>
                  <a:pt x="59072" y="6627"/>
                  <a:pt x="59872" y="5777"/>
                </a:cubicBezTo>
                <a:cubicBezTo>
                  <a:pt x="60572" y="5027"/>
                  <a:pt x="61273" y="3101"/>
                  <a:pt x="61973" y="0"/>
                </a:cubicBezTo>
                <a:lnTo>
                  <a:pt x="64224" y="0"/>
                </a:lnTo>
                <a:close/>
                <a:moveTo>
                  <a:pt x="119169" y="93710"/>
                </a:moveTo>
                <a:cubicBezTo>
                  <a:pt x="110616" y="101313"/>
                  <a:pt x="102938" y="105089"/>
                  <a:pt x="96136" y="105039"/>
                </a:cubicBezTo>
                <a:cubicBezTo>
                  <a:pt x="92084" y="105039"/>
                  <a:pt x="88758" y="103713"/>
                  <a:pt x="86157" y="101062"/>
                </a:cubicBezTo>
                <a:cubicBezTo>
                  <a:pt x="83506" y="98511"/>
                  <a:pt x="82181" y="95235"/>
                  <a:pt x="82181" y="91234"/>
                </a:cubicBezTo>
                <a:cubicBezTo>
                  <a:pt x="82181" y="85932"/>
                  <a:pt x="84481" y="81105"/>
                  <a:pt x="89083" y="76753"/>
                </a:cubicBezTo>
                <a:cubicBezTo>
                  <a:pt x="93635" y="72552"/>
                  <a:pt x="103664" y="66875"/>
                  <a:pt x="119169" y="59722"/>
                </a:cubicBezTo>
                <a:lnTo>
                  <a:pt x="119169" y="52670"/>
                </a:lnTo>
                <a:cubicBezTo>
                  <a:pt x="119119" y="47418"/>
                  <a:pt x="118844" y="44066"/>
                  <a:pt x="118344" y="42616"/>
                </a:cubicBezTo>
                <a:cubicBezTo>
                  <a:pt x="117694" y="41265"/>
                  <a:pt x="116593" y="40065"/>
                  <a:pt x="115043" y="39014"/>
                </a:cubicBezTo>
                <a:cubicBezTo>
                  <a:pt x="113442" y="38064"/>
                  <a:pt x="111641" y="37564"/>
                  <a:pt x="109641" y="37514"/>
                </a:cubicBezTo>
                <a:cubicBezTo>
                  <a:pt x="106390" y="37564"/>
                  <a:pt x="103714" y="38289"/>
                  <a:pt x="101613" y="39690"/>
                </a:cubicBezTo>
                <a:cubicBezTo>
                  <a:pt x="100312" y="40590"/>
                  <a:pt x="99662" y="41640"/>
                  <a:pt x="99662" y="42841"/>
                </a:cubicBezTo>
                <a:cubicBezTo>
                  <a:pt x="99612" y="43891"/>
                  <a:pt x="100312" y="45192"/>
                  <a:pt x="101763" y="46742"/>
                </a:cubicBezTo>
                <a:cubicBezTo>
                  <a:pt x="103614" y="48943"/>
                  <a:pt x="104564" y="51019"/>
                  <a:pt x="104614" y="52970"/>
                </a:cubicBezTo>
                <a:cubicBezTo>
                  <a:pt x="104614" y="55471"/>
                  <a:pt x="103714" y="57546"/>
                  <a:pt x="101913" y="59197"/>
                </a:cubicBezTo>
                <a:cubicBezTo>
                  <a:pt x="100012" y="60948"/>
                  <a:pt x="97611" y="61823"/>
                  <a:pt x="94710" y="61823"/>
                </a:cubicBezTo>
                <a:cubicBezTo>
                  <a:pt x="91559" y="61823"/>
                  <a:pt x="88933" y="60873"/>
                  <a:pt x="86832" y="58972"/>
                </a:cubicBezTo>
                <a:cubicBezTo>
                  <a:pt x="84631" y="57121"/>
                  <a:pt x="83556" y="54895"/>
                  <a:pt x="83606" y="52294"/>
                </a:cubicBezTo>
                <a:cubicBezTo>
                  <a:pt x="83606" y="48693"/>
                  <a:pt x="85032" y="45242"/>
                  <a:pt x="87883" y="41941"/>
                </a:cubicBezTo>
                <a:cubicBezTo>
                  <a:pt x="90734" y="38739"/>
                  <a:pt x="94710" y="36238"/>
                  <a:pt x="99812" y="34438"/>
                </a:cubicBezTo>
                <a:cubicBezTo>
                  <a:pt x="104914" y="32737"/>
                  <a:pt x="110216" y="31862"/>
                  <a:pt x="115718" y="31812"/>
                </a:cubicBezTo>
                <a:cubicBezTo>
                  <a:pt x="122370" y="31862"/>
                  <a:pt x="127647" y="33262"/>
                  <a:pt x="131549" y="36013"/>
                </a:cubicBezTo>
                <a:cubicBezTo>
                  <a:pt x="135350" y="38864"/>
                  <a:pt x="137851" y="41941"/>
                  <a:pt x="139052" y="45242"/>
                </a:cubicBezTo>
                <a:cubicBezTo>
                  <a:pt x="139702" y="47343"/>
                  <a:pt x="140052" y="52169"/>
                  <a:pt x="140102" y="59722"/>
                </a:cubicBezTo>
                <a:lnTo>
                  <a:pt x="140102" y="86957"/>
                </a:lnTo>
                <a:cubicBezTo>
                  <a:pt x="140102" y="90208"/>
                  <a:pt x="140227" y="92209"/>
                  <a:pt x="140477" y="92959"/>
                </a:cubicBezTo>
                <a:cubicBezTo>
                  <a:pt x="140677" y="93860"/>
                  <a:pt x="141052" y="94485"/>
                  <a:pt x="141603" y="94835"/>
                </a:cubicBezTo>
                <a:cubicBezTo>
                  <a:pt x="142053" y="95235"/>
                  <a:pt x="142628" y="95435"/>
                  <a:pt x="143328" y="95435"/>
                </a:cubicBezTo>
                <a:cubicBezTo>
                  <a:pt x="144579" y="95485"/>
                  <a:pt x="145904" y="94560"/>
                  <a:pt x="147305" y="92659"/>
                </a:cubicBezTo>
                <a:lnTo>
                  <a:pt x="149556" y="94460"/>
                </a:lnTo>
                <a:cubicBezTo>
                  <a:pt x="147005" y="98161"/>
                  <a:pt x="144429" y="100837"/>
                  <a:pt x="141828" y="102488"/>
                </a:cubicBezTo>
                <a:cubicBezTo>
                  <a:pt x="139077" y="104239"/>
                  <a:pt x="136026" y="105089"/>
                  <a:pt x="132674" y="105039"/>
                </a:cubicBezTo>
                <a:cubicBezTo>
                  <a:pt x="128673" y="105039"/>
                  <a:pt x="125547" y="104089"/>
                  <a:pt x="123296" y="102188"/>
                </a:cubicBezTo>
                <a:cubicBezTo>
                  <a:pt x="121045" y="100387"/>
                  <a:pt x="119669" y="97561"/>
                  <a:pt x="119169" y="93710"/>
                </a:cubicBezTo>
                <a:moveTo>
                  <a:pt x="119169" y="88233"/>
                </a:moveTo>
                <a:lnTo>
                  <a:pt x="119169" y="64749"/>
                </a:lnTo>
                <a:cubicBezTo>
                  <a:pt x="113067" y="68300"/>
                  <a:pt x="108565" y="72102"/>
                  <a:pt x="105664" y="76153"/>
                </a:cubicBezTo>
                <a:cubicBezTo>
                  <a:pt x="103714" y="78854"/>
                  <a:pt x="102738" y="81580"/>
                  <a:pt x="102738" y="84331"/>
                </a:cubicBezTo>
                <a:cubicBezTo>
                  <a:pt x="102738" y="86682"/>
                  <a:pt x="103564" y="88708"/>
                  <a:pt x="105214" y="90408"/>
                </a:cubicBezTo>
                <a:cubicBezTo>
                  <a:pt x="106465" y="91759"/>
                  <a:pt x="108215" y="92434"/>
                  <a:pt x="110466" y="92434"/>
                </a:cubicBezTo>
                <a:cubicBezTo>
                  <a:pt x="112917" y="92434"/>
                  <a:pt x="115818" y="91034"/>
                  <a:pt x="119169" y="88233"/>
                </a:cubicBezTo>
                <a:close/>
                <a:moveTo>
                  <a:pt x="186394" y="33913"/>
                </a:moveTo>
                <a:lnTo>
                  <a:pt x="186394" y="43141"/>
                </a:lnTo>
                <a:cubicBezTo>
                  <a:pt x="190195" y="38989"/>
                  <a:pt x="193771" y="36038"/>
                  <a:pt x="197123" y="34288"/>
                </a:cubicBezTo>
                <a:cubicBezTo>
                  <a:pt x="200324" y="32637"/>
                  <a:pt x="203900" y="31812"/>
                  <a:pt x="207852" y="31812"/>
                </a:cubicBezTo>
                <a:cubicBezTo>
                  <a:pt x="212303" y="31812"/>
                  <a:pt x="216080" y="32862"/>
                  <a:pt x="219181" y="34963"/>
                </a:cubicBezTo>
                <a:cubicBezTo>
                  <a:pt x="222232" y="37114"/>
                  <a:pt x="224583" y="40315"/>
                  <a:pt x="226233" y="44567"/>
                </a:cubicBezTo>
                <a:cubicBezTo>
                  <a:pt x="230185" y="40115"/>
                  <a:pt x="234036" y="36864"/>
                  <a:pt x="237788" y="34813"/>
                </a:cubicBezTo>
                <a:cubicBezTo>
                  <a:pt x="241439" y="32812"/>
                  <a:pt x="245265" y="31812"/>
                  <a:pt x="249267" y="31812"/>
                </a:cubicBezTo>
                <a:cubicBezTo>
                  <a:pt x="254069" y="31862"/>
                  <a:pt x="257945" y="32962"/>
                  <a:pt x="260896" y="35113"/>
                </a:cubicBezTo>
                <a:cubicBezTo>
                  <a:pt x="263747" y="37414"/>
                  <a:pt x="265748" y="40240"/>
                  <a:pt x="266898" y="43591"/>
                </a:cubicBezTo>
                <a:cubicBezTo>
                  <a:pt x="267999" y="47042"/>
                  <a:pt x="268549" y="52519"/>
                  <a:pt x="268549" y="60022"/>
                </a:cubicBezTo>
                <a:lnTo>
                  <a:pt x="268549" y="88758"/>
                </a:lnTo>
                <a:cubicBezTo>
                  <a:pt x="268549" y="94210"/>
                  <a:pt x="269049" y="97561"/>
                  <a:pt x="270050" y="98812"/>
                </a:cubicBezTo>
                <a:cubicBezTo>
                  <a:pt x="271000" y="100162"/>
                  <a:pt x="273026" y="101012"/>
                  <a:pt x="276127" y="101363"/>
                </a:cubicBezTo>
                <a:lnTo>
                  <a:pt x="276127" y="104064"/>
                </a:lnTo>
                <a:lnTo>
                  <a:pt x="239888" y="104064"/>
                </a:lnTo>
                <a:lnTo>
                  <a:pt x="239888" y="101363"/>
                </a:lnTo>
                <a:cubicBezTo>
                  <a:pt x="242739" y="101162"/>
                  <a:pt x="244840" y="100062"/>
                  <a:pt x="246191" y="98061"/>
                </a:cubicBezTo>
                <a:cubicBezTo>
                  <a:pt x="247091" y="96761"/>
                  <a:pt x="247541" y="93660"/>
                  <a:pt x="247541" y="88758"/>
                </a:cubicBezTo>
                <a:lnTo>
                  <a:pt x="247541" y="58597"/>
                </a:lnTo>
                <a:cubicBezTo>
                  <a:pt x="247541" y="52394"/>
                  <a:pt x="247291" y="48418"/>
                  <a:pt x="246791" y="46667"/>
                </a:cubicBezTo>
                <a:cubicBezTo>
                  <a:pt x="246241" y="44967"/>
                  <a:pt x="245466" y="43691"/>
                  <a:pt x="244465" y="42841"/>
                </a:cubicBezTo>
                <a:cubicBezTo>
                  <a:pt x="243315" y="42041"/>
                  <a:pt x="242039" y="41640"/>
                  <a:pt x="240639" y="41640"/>
                </a:cubicBezTo>
                <a:cubicBezTo>
                  <a:pt x="238438" y="41640"/>
                  <a:pt x="236262" y="42416"/>
                  <a:pt x="234111" y="43966"/>
                </a:cubicBezTo>
                <a:cubicBezTo>
                  <a:pt x="231910" y="45567"/>
                  <a:pt x="229685" y="47943"/>
                  <a:pt x="227434" y="51094"/>
                </a:cubicBezTo>
                <a:lnTo>
                  <a:pt x="227434" y="88758"/>
                </a:lnTo>
                <a:cubicBezTo>
                  <a:pt x="227434" y="93860"/>
                  <a:pt x="227859" y="97036"/>
                  <a:pt x="228709" y="98286"/>
                </a:cubicBezTo>
                <a:cubicBezTo>
                  <a:pt x="229810" y="100187"/>
                  <a:pt x="232011" y="101212"/>
                  <a:pt x="235312" y="101363"/>
                </a:cubicBezTo>
                <a:lnTo>
                  <a:pt x="235312" y="104064"/>
                </a:lnTo>
                <a:lnTo>
                  <a:pt x="198998" y="104064"/>
                </a:lnTo>
                <a:lnTo>
                  <a:pt x="198998" y="101363"/>
                </a:lnTo>
                <a:cubicBezTo>
                  <a:pt x="200949" y="101313"/>
                  <a:pt x="202500" y="100812"/>
                  <a:pt x="203650" y="99862"/>
                </a:cubicBezTo>
                <a:cubicBezTo>
                  <a:pt x="204750" y="99062"/>
                  <a:pt x="205501" y="98011"/>
                  <a:pt x="205901" y="96711"/>
                </a:cubicBezTo>
                <a:cubicBezTo>
                  <a:pt x="206251" y="95560"/>
                  <a:pt x="206426" y="92909"/>
                  <a:pt x="206426" y="88758"/>
                </a:cubicBezTo>
                <a:lnTo>
                  <a:pt x="206426" y="58597"/>
                </a:lnTo>
                <a:cubicBezTo>
                  <a:pt x="206426" y="52244"/>
                  <a:pt x="206176" y="48268"/>
                  <a:pt x="205676" y="46667"/>
                </a:cubicBezTo>
                <a:cubicBezTo>
                  <a:pt x="205126" y="45117"/>
                  <a:pt x="204300" y="43866"/>
                  <a:pt x="203200" y="42916"/>
                </a:cubicBezTo>
                <a:cubicBezTo>
                  <a:pt x="201999" y="42016"/>
                  <a:pt x="200724" y="41565"/>
                  <a:pt x="199373" y="41565"/>
                </a:cubicBezTo>
                <a:cubicBezTo>
                  <a:pt x="197323" y="41565"/>
                  <a:pt x="195497" y="42091"/>
                  <a:pt x="193896" y="43141"/>
                </a:cubicBezTo>
                <a:cubicBezTo>
                  <a:pt x="191496" y="44742"/>
                  <a:pt x="188995" y="47393"/>
                  <a:pt x="186394" y="51094"/>
                </a:cubicBezTo>
                <a:lnTo>
                  <a:pt x="186394" y="88758"/>
                </a:lnTo>
                <a:cubicBezTo>
                  <a:pt x="186394" y="93710"/>
                  <a:pt x="186894" y="96961"/>
                  <a:pt x="187894" y="98511"/>
                </a:cubicBezTo>
                <a:cubicBezTo>
                  <a:pt x="188845" y="100112"/>
                  <a:pt x="190870" y="101062"/>
                  <a:pt x="193971" y="101363"/>
                </a:cubicBezTo>
                <a:lnTo>
                  <a:pt x="193971" y="104064"/>
                </a:lnTo>
                <a:lnTo>
                  <a:pt x="157808" y="104064"/>
                </a:lnTo>
                <a:lnTo>
                  <a:pt x="157808" y="101363"/>
                </a:lnTo>
                <a:cubicBezTo>
                  <a:pt x="160709" y="101062"/>
                  <a:pt x="162810" y="100112"/>
                  <a:pt x="164110" y="98511"/>
                </a:cubicBezTo>
                <a:cubicBezTo>
                  <a:pt x="164911" y="97411"/>
                  <a:pt x="165336" y="94160"/>
                  <a:pt x="165386" y="88758"/>
                </a:cubicBezTo>
                <a:lnTo>
                  <a:pt x="165386" y="49143"/>
                </a:lnTo>
                <a:cubicBezTo>
                  <a:pt x="165386" y="43841"/>
                  <a:pt x="164911" y="40540"/>
                  <a:pt x="163960" y="39240"/>
                </a:cubicBezTo>
                <a:cubicBezTo>
                  <a:pt x="162910" y="37989"/>
                  <a:pt x="160859" y="37139"/>
                  <a:pt x="157808" y="36689"/>
                </a:cubicBezTo>
                <a:lnTo>
                  <a:pt x="157808" y="33913"/>
                </a:lnTo>
                <a:lnTo>
                  <a:pt x="186394" y="33913"/>
                </a:lnTo>
                <a:close/>
                <a:moveTo>
                  <a:pt x="306089" y="96936"/>
                </a:moveTo>
                <a:lnTo>
                  <a:pt x="306089" y="123046"/>
                </a:lnTo>
                <a:cubicBezTo>
                  <a:pt x="306089" y="126697"/>
                  <a:pt x="306389" y="129148"/>
                  <a:pt x="306989" y="130398"/>
                </a:cubicBezTo>
                <a:cubicBezTo>
                  <a:pt x="307489" y="131699"/>
                  <a:pt x="308365" y="132649"/>
                  <a:pt x="309615" y="133249"/>
                </a:cubicBezTo>
                <a:cubicBezTo>
                  <a:pt x="310765" y="133850"/>
                  <a:pt x="313116" y="134150"/>
                  <a:pt x="316668" y="134150"/>
                </a:cubicBezTo>
                <a:lnTo>
                  <a:pt x="316668" y="136926"/>
                </a:lnTo>
                <a:lnTo>
                  <a:pt x="276678" y="136926"/>
                </a:lnTo>
                <a:lnTo>
                  <a:pt x="276678" y="134150"/>
                </a:lnTo>
                <a:cubicBezTo>
                  <a:pt x="279729" y="134100"/>
                  <a:pt x="282030" y="133224"/>
                  <a:pt x="283580" y="131524"/>
                </a:cubicBezTo>
                <a:cubicBezTo>
                  <a:pt x="284531" y="130423"/>
                  <a:pt x="285031" y="127447"/>
                  <a:pt x="285081" y="122595"/>
                </a:cubicBezTo>
                <a:lnTo>
                  <a:pt x="285081" y="48543"/>
                </a:lnTo>
                <a:cubicBezTo>
                  <a:pt x="285031" y="43641"/>
                  <a:pt x="284456" y="40465"/>
                  <a:pt x="283355" y="39014"/>
                </a:cubicBezTo>
                <a:cubicBezTo>
                  <a:pt x="282205" y="37714"/>
                  <a:pt x="279979" y="36939"/>
                  <a:pt x="276678" y="36689"/>
                </a:cubicBezTo>
                <a:lnTo>
                  <a:pt x="276678" y="33913"/>
                </a:lnTo>
                <a:lnTo>
                  <a:pt x="306089" y="33913"/>
                </a:lnTo>
                <a:lnTo>
                  <a:pt x="306089" y="43141"/>
                </a:lnTo>
                <a:cubicBezTo>
                  <a:pt x="308540" y="39540"/>
                  <a:pt x="311041" y="36939"/>
                  <a:pt x="313591" y="35338"/>
                </a:cubicBezTo>
                <a:cubicBezTo>
                  <a:pt x="317243" y="33037"/>
                  <a:pt x="321219" y="31862"/>
                  <a:pt x="325521" y="31812"/>
                </a:cubicBezTo>
                <a:cubicBezTo>
                  <a:pt x="330623" y="31862"/>
                  <a:pt x="335325" y="33487"/>
                  <a:pt x="339626" y="36689"/>
                </a:cubicBezTo>
                <a:cubicBezTo>
                  <a:pt x="343828" y="39940"/>
                  <a:pt x="347029" y="44416"/>
                  <a:pt x="349230" y="50119"/>
                </a:cubicBezTo>
                <a:cubicBezTo>
                  <a:pt x="351380" y="55921"/>
                  <a:pt x="352481" y="62098"/>
                  <a:pt x="352531" y="68650"/>
                </a:cubicBezTo>
                <a:cubicBezTo>
                  <a:pt x="352531" y="75803"/>
                  <a:pt x="351405" y="82280"/>
                  <a:pt x="349155" y="88083"/>
                </a:cubicBezTo>
                <a:cubicBezTo>
                  <a:pt x="346804" y="94035"/>
                  <a:pt x="343503" y="98511"/>
                  <a:pt x="339251" y="101513"/>
                </a:cubicBezTo>
                <a:cubicBezTo>
                  <a:pt x="334899" y="104614"/>
                  <a:pt x="330073" y="106164"/>
                  <a:pt x="324771" y="106164"/>
                </a:cubicBezTo>
                <a:cubicBezTo>
                  <a:pt x="320919" y="106214"/>
                  <a:pt x="317318" y="105364"/>
                  <a:pt x="313967" y="103613"/>
                </a:cubicBezTo>
                <a:cubicBezTo>
                  <a:pt x="311466" y="102363"/>
                  <a:pt x="308840" y="100137"/>
                  <a:pt x="306089" y="96936"/>
                </a:cubicBezTo>
                <a:moveTo>
                  <a:pt x="306089" y="89358"/>
                </a:moveTo>
                <a:cubicBezTo>
                  <a:pt x="310340" y="95460"/>
                  <a:pt x="314942" y="98511"/>
                  <a:pt x="319894" y="98511"/>
                </a:cubicBezTo>
                <a:cubicBezTo>
                  <a:pt x="322595" y="98511"/>
                  <a:pt x="324821" y="97086"/>
                  <a:pt x="326571" y="94235"/>
                </a:cubicBezTo>
                <a:cubicBezTo>
                  <a:pt x="329172" y="90033"/>
                  <a:pt x="330473" y="82030"/>
                  <a:pt x="330473" y="70226"/>
                </a:cubicBezTo>
                <a:cubicBezTo>
                  <a:pt x="330473" y="58172"/>
                  <a:pt x="329047" y="49893"/>
                  <a:pt x="326196" y="45392"/>
                </a:cubicBezTo>
                <a:cubicBezTo>
                  <a:pt x="324295" y="42491"/>
                  <a:pt x="321744" y="41015"/>
                  <a:pt x="318543" y="40965"/>
                </a:cubicBezTo>
                <a:cubicBezTo>
                  <a:pt x="313441" y="41015"/>
                  <a:pt x="309290" y="44667"/>
                  <a:pt x="306089" y="51919"/>
                </a:cubicBezTo>
                <a:lnTo>
                  <a:pt x="306089" y="89358"/>
                </a:lnTo>
                <a:close/>
                <a:moveTo>
                  <a:pt x="389619" y="2326"/>
                </a:moveTo>
                <a:lnTo>
                  <a:pt x="389619" y="89508"/>
                </a:lnTo>
                <a:cubicBezTo>
                  <a:pt x="389619" y="94460"/>
                  <a:pt x="390194" y="97611"/>
                  <a:pt x="391345" y="98962"/>
                </a:cubicBezTo>
                <a:cubicBezTo>
                  <a:pt x="392445" y="100412"/>
                  <a:pt x="394696" y="101212"/>
                  <a:pt x="398097" y="101363"/>
                </a:cubicBezTo>
                <a:lnTo>
                  <a:pt x="398097" y="104064"/>
                </a:lnTo>
                <a:lnTo>
                  <a:pt x="360208" y="104064"/>
                </a:lnTo>
                <a:lnTo>
                  <a:pt x="360208" y="101363"/>
                </a:lnTo>
                <a:cubicBezTo>
                  <a:pt x="363259" y="101313"/>
                  <a:pt x="365560" y="100412"/>
                  <a:pt x="367111" y="98662"/>
                </a:cubicBezTo>
                <a:cubicBezTo>
                  <a:pt x="368061" y="97561"/>
                  <a:pt x="368561" y="94510"/>
                  <a:pt x="368611" y="89508"/>
                </a:cubicBezTo>
                <a:lnTo>
                  <a:pt x="368611" y="16881"/>
                </a:lnTo>
                <a:cubicBezTo>
                  <a:pt x="368561" y="12029"/>
                  <a:pt x="367986" y="8878"/>
                  <a:pt x="366885" y="7428"/>
                </a:cubicBezTo>
                <a:cubicBezTo>
                  <a:pt x="365735" y="6127"/>
                  <a:pt x="363509" y="5352"/>
                  <a:pt x="360208" y="5102"/>
                </a:cubicBezTo>
                <a:lnTo>
                  <a:pt x="360208" y="2326"/>
                </a:lnTo>
                <a:lnTo>
                  <a:pt x="389619" y="2326"/>
                </a:lnTo>
                <a:close/>
                <a:moveTo>
                  <a:pt x="466473" y="66475"/>
                </a:moveTo>
                <a:lnTo>
                  <a:pt x="427983" y="66475"/>
                </a:lnTo>
                <a:cubicBezTo>
                  <a:pt x="428433" y="75778"/>
                  <a:pt x="430909" y="83131"/>
                  <a:pt x="435411" y="88533"/>
                </a:cubicBezTo>
                <a:cubicBezTo>
                  <a:pt x="438812" y="92684"/>
                  <a:pt x="442964" y="94760"/>
                  <a:pt x="447866" y="94760"/>
                </a:cubicBezTo>
                <a:cubicBezTo>
                  <a:pt x="450817" y="94810"/>
                  <a:pt x="453543" y="93960"/>
                  <a:pt x="456044" y="92209"/>
                </a:cubicBezTo>
                <a:cubicBezTo>
                  <a:pt x="458495" y="90559"/>
                  <a:pt x="461121" y="87557"/>
                  <a:pt x="463922" y="83206"/>
                </a:cubicBezTo>
                <a:lnTo>
                  <a:pt x="466473" y="84856"/>
                </a:lnTo>
                <a:cubicBezTo>
                  <a:pt x="462621" y="92609"/>
                  <a:pt x="458420" y="98086"/>
                  <a:pt x="453868" y="101288"/>
                </a:cubicBezTo>
                <a:cubicBezTo>
                  <a:pt x="449266" y="104539"/>
                  <a:pt x="443939" y="106164"/>
                  <a:pt x="437887" y="106164"/>
                </a:cubicBezTo>
                <a:cubicBezTo>
                  <a:pt x="427433" y="106214"/>
                  <a:pt x="419555" y="102213"/>
                  <a:pt x="414253" y="94160"/>
                </a:cubicBezTo>
                <a:cubicBezTo>
                  <a:pt x="409952" y="87707"/>
                  <a:pt x="407801" y="79705"/>
                  <a:pt x="407801" y="70151"/>
                </a:cubicBezTo>
                <a:cubicBezTo>
                  <a:pt x="407751" y="58497"/>
                  <a:pt x="410927" y="49168"/>
                  <a:pt x="417329" y="42166"/>
                </a:cubicBezTo>
                <a:cubicBezTo>
                  <a:pt x="423632" y="35263"/>
                  <a:pt x="431034" y="31812"/>
                  <a:pt x="439538" y="31812"/>
                </a:cubicBezTo>
                <a:cubicBezTo>
                  <a:pt x="446640" y="31862"/>
                  <a:pt x="452817" y="34763"/>
                  <a:pt x="458069" y="40515"/>
                </a:cubicBezTo>
                <a:cubicBezTo>
                  <a:pt x="463221" y="46367"/>
                  <a:pt x="466022" y="55020"/>
                  <a:pt x="466473" y="66475"/>
                </a:cubicBezTo>
                <a:moveTo>
                  <a:pt x="448016" y="61448"/>
                </a:moveTo>
                <a:cubicBezTo>
                  <a:pt x="447966" y="53445"/>
                  <a:pt x="447540" y="47918"/>
                  <a:pt x="446740" y="44867"/>
                </a:cubicBezTo>
                <a:cubicBezTo>
                  <a:pt x="445840" y="41916"/>
                  <a:pt x="444464" y="39640"/>
                  <a:pt x="442614" y="38039"/>
                </a:cubicBezTo>
                <a:cubicBezTo>
                  <a:pt x="441513" y="37139"/>
                  <a:pt x="440113" y="36689"/>
                  <a:pt x="438412" y="36689"/>
                </a:cubicBezTo>
                <a:cubicBezTo>
                  <a:pt x="435761" y="36689"/>
                  <a:pt x="433635" y="37964"/>
                  <a:pt x="432035" y="40515"/>
                </a:cubicBezTo>
                <a:cubicBezTo>
                  <a:pt x="429084" y="45017"/>
                  <a:pt x="427608" y="51119"/>
                  <a:pt x="427608" y="58822"/>
                </a:cubicBezTo>
                <a:lnTo>
                  <a:pt x="427608" y="61448"/>
                </a:lnTo>
                <a:lnTo>
                  <a:pt x="448016" y="61448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Result">
            <a:extLst xmlns:a="http://schemas.openxmlformats.org/drawingml/2006/main">
              <a:ext uri="{FF2B5EF4-FFF2-40B4-BE49-F238E27FC236}">
                <a16:creationId xmlns:a16="http://schemas.microsoft.com/office/drawing/2014/main" id="{55D29951-F3BA-48F4-A328-564F003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308" y="1556915"/>
            <a:ext cx="411753" cy="103888"/>
          </a:xfrm>
          <a:custGeom xmlns:a="http://schemas.openxmlformats.org/drawingml/2006/main">
            <a:pathLst>
              <a:path w="411753" h="103888">
                <a:moveTo>
                  <a:pt x="37964" y="55371"/>
                </a:moveTo>
                <a:lnTo>
                  <a:pt x="37964" y="83881"/>
                </a:lnTo>
                <a:cubicBezTo>
                  <a:pt x="37964" y="89383"/>
                  <a:pt x="38314" y="92834"/>
                  <a:pt x="39014" y="94235"/>
                </a:cubicBezTo>
                <a:cubicBezTo>
                  <a:pt x="39615" y="95735"/>
                  <a:pt x="40790" y="96886"/>
                  <a:pt x="42541" y="97686"/>
                </a:cubicBezTo>
                <a:cubicBezTo>
                  <a:pt x="44241" y="98537"/>
                  <a:pt x="47418" y="98962"/>
                  <a:pt x="52069" y="98962"/>
                </a:cubicBezTo>
                <a:lnTo>
                  <a:pt x="52069" y="101738"/>
                </a:lnTo>
                <a:lnTo>
                  <a:pt x="0" y="101738"/>
                </a:lnTo>
                <a:lnTo>
                  <a:pt x="0" y="98962"/>
                </a:lnTo>
                <a:cubicBezTo>
                  <a:pt x="4652" y="98962"/>
                  <a:pt x="7853" y="98511"/>
                  <a:pt x="9604" y="97611"/>
                </a:cubicBezTo>
                <a:cubicBezTo>
                  <a:pt x="11254" y="96811"/>
                  <a:pt x="12430" y="95685"/>
                  <a:pt x="13130" y="94235"/>
                </a:cubicBezTo>
                <a:cubicBezTo>
                  <a:pt x="13780" y="92834"/>
                  <a:pt x="14105" y="89383"/>
                  <a:pt x="14105" y="83881"/>
                </a:cubicBezTo>
                <a:lnTo>
                  <a:pt x="14105" y="17857"/>
                </a:lnTo>
                <a:cubicBezTo>
                  <a:pt x="14105" y="12405"/>
                  <a:pt x="13780" y="8928"/>
                  <a:pt x="13130" y="7428"/>
                </a:cubicBezTo>
                <a:cubicBezTo>
                  <a:pt x="12430" y="6027"/>
                  <a:pt x="11229" y="4902"/>
                  <a:pt x="9529" y="4052"/>
                </a:cubicBezTo>
                <a:cubicBezTo>
                  <a:pt x="7778" y="3251"/>
                  <a:pt x="4602" y="2826"/>
                  <a:pt x="0" y="2776"/>
                </a:cubicBezTo>
                <a:lnTo>
                  <a:pt x="0" y="0"/>
                </a:lnTo>
                <a:lnTo>
                  <a:pt x="47268" y="0"/>
                </a:lnTo>
                <a:cubicBezTo>
                  <a:pt x="59572" y="0"/>
                  <a:pt x="68575" y="850"/>
                  <a:pt x="74278" y="2551"/>
                </a:cubicBezTo>
                <a:cubicBezTo>
                  <a:pt x="79980" y="4302"/>
                  <a:pt x="84631" y="7428"/>
                  <a:pt x="88233" y="11929"/>
                </a:cubicBezTo>
                <a:cubicBezTo>
                  <a:pt x="91834" y="16531"/>
                  <a:pt x="93635" y="21908"/>
                  <a:pt x="93635" y="28060"/>
                </a:cubicBezTo>
                <a:cubicBezTo>
                  <a:pt x="93635" y="35613"/>
                  <a:pt x="90934" y="41815"/>
                  <a:pt x="85532" y="46667"/>
                </a:cubicBezTo>
                <a:cubicBezTo>
                  <a:pt x="82080" y="49768"/>
                  <a:pt x="77254" y="52094"/>
                  <a:pt x="71051" y="53645"/>
                </a:cubicBezTo>
                <a:lnTo>
                  <a:pt x="95510" y="88083"/>
                </a:lnTo>
                <a:cubicBezTo>
                  <a:pt x="98712" y="92534"/>
                  <a:pt x="100987" y="95310"/>
                  <a:pt x="102338" y="96411"/>
                </a:cubicBezTo>
                <a:cubicBezTo>
                  <a:pt x="104339" y="98011"/>
                  <a:pt x="106715" y="98862"/>
                  <a:pt x="109466" y="98962"/>
                </a:cubicBezTo>
                <a:lnTo>
                  <a:pt x="109466" y="101738"/>
                </a:lnTo>
                <a:lnTo>
                  <a:pt x="77429" y="101738"/>
                </a:lnTo>
                <a:lnTo>
                  <a:pt x="44642" y="55371"/>
                </a:lnTo>
                <a:lnTo>
                  <a:pt x="37964" y="55371"/>
                </a:lnTo>
                <a:moveTo>
                  <a:pt x="37964" y="5477"/>
                </a:moveTo>
                <a:lnTo>
                  <a:pt x="37964" y="50044"/>
                </a:lnTo>
                <a:lnTo>
                  <a:pt x="42241" y="50044"/>
                </a:lnTo>
                <a:cubicBezTo>
                  <a:pt x="49193" y="50044"/>
                  <a:pt x="54395" y="49393"/>
                  <a:pt x="57846" y="48093"/>
                </a:cubicBezTo>
                <a:cubicBezTo>
                  <a:pt x="61248" y="46892"/>
                  <a:pt x="63974" y="44592"/>
                  <a:pt x="66024" y="41190"/>
                </a:cubicBezTo>
                <a:cubicBezTo>
                  <a:pt x="67975" y="37889"/>
                  <a:pt x="68951" y="33562"/>
                  <a:pt x="68951" y="28210"/>
                </a:cubicBezTo>
                <a:cubicBezTo>
                  <a:pt x="68951" y="20508"/>
                  <a:pt x="67150" y="14780"/>
                  <a:pt x="63549" y="11029"/>
                </a:cubicBezTo>
                <a:cubicBezTo>
                  <a:pt x="59847" y="7378"/>
                  <a:pt x="53995" y="5527"/>
                  <a:pt x="45992" y="5477"/>
                </a:cubicBezTo>
                <a:lnTo>
                  <a:pt x="37964" y="5477"/>
                </a:lnTo>
                <a:close/>
                <a:moveTo>
                  <a:pt x="170663" y="64149"/>
                </a:moveTo>
                <a:lnTo>
                  <a:pt x="132174" y="64149"/>
                </a:lnTo>
                <a:cubicBezTo>
                  <a:pt x="132624" y="73452"/>
                  <a:pt x="135100" y="80805"/>
                  <a:pt x="139602" y="86207"/>
                </a:cubicBezTo>
                <a:cubicBezTo>
                  <a:pt x="143003" y="90358"/>
                  <a:pt x="147155" y="92434"/>
                  <a:pt x="152056" y="92434"/>
                </a:cubicBezTo>
                <a:cubicBezTo>
                  <a:pt x="155008" y="92484"/>
                  <a:pt x="157734" y="91634"/>
                  <a:pt x="160234" y="89883"/>
                </a:cubicBezTo>
                <a:cubicBezTo>
                  <a:pt x="162685" y="88233"/>
                  <a:pt x="165311" y="85232"/>
                  <a:pt x="168112" y="80880"/>
                </a:cubicBezTo>
                <a:lnTo>
                  <a:pt x="170663" y="82531"/>
                </a:lnTo>
                <a:cubicBezTo>
                  <a:pt x="166812" y="90283"/>
                  <a:pt x="162610" y="95760"/>
                  <a:pt x="158059" y="98962"/>
                </a:cubicBezTo>
                <a:cubicBezTo>
                  <a:pt x="153457" y="102213"/>
                  <a:pt x="148130" y="103838"/>
                  <a:pt x="142078" y="103838"/>
                </a:cubicBezTo>
                <a:cubicBezTo>
                  <a:pt x="131624" y="103888"/>
                  <a:pt x="123746" y="99887"/>
                  <a:pt x="118444" y="91834"/>
                </a:cubicBezTo>
                <a:cubicBezTo>
                  <a:pt x="114142" y="85382"/>
                  <a:pt x="111992" y="77379"/>
                  <a:pt x="111992" y="67825"/>
                </a:cubicBezTo>
                <a:cubicBezTo>
                  <a:pt x="111942" y="56171"/>
                  <a:pt x="115118" y="46842"/>
                  <a:pt x="121520" y="39840"/>
                </a:cubicBezTo>
                <a:cubicBezTo>
                  <a:pt x="127822" y="32937"/>
                  <a:pt x="135225" y="29486"/>
                  <a:pt x="143728" y="29486"/>
                </a:cubicBezTo>
                <a:cubicBezTo>
                  <a:pt x="150831" y="29536"/>
                  <a:pt x="157008" y="32437"/>
                  <a:pt x="162260" y="38189"/>
                </a:cubicBezTo>
                <a:cubicBezTo>
                  <a:pt x="167412" y="44041"/>
                  <a:pt x="170213" y="52695"/>
                  <a:pt x="170663" y="64149"/>
                </a:cubicBezTo>
                <a:moveTo>
                  <a:pt x="152207" y="59122"/>
                </a:moveTo>
                <a:cubicBezTo>
                  <a:pt x="152157" y="51119"/>
                  <a:pt x="151731" y="45592"/>
                  <a:pt x="150931" y="42541"/>
                </a:cubicBezTo>
                <a:cubicBezTo>
                  <a:pt x="150031" y="39590"/>
                  <a:pt x="148655" y="37314"/>
                  <a:pt x="146805" y="35713"/>
                </a:cubicBezTo>
                <a:cubicBezTo>
                  <a:pt x="145704" y="34813"/>
                  <a:pt x="144304" y="34363"/>
                  <a:pt x="142603" y="34363"/>
                </a:cubicBezTo>
                <a:cubicBezTo>
                  <a:pt x="139952" y="34363"/>
                  <a:pt x="137826" y="35638"/>
                  <a:pt x="136226" y="38189"/>
                </a:cubicBezTo>
                <a:cubicBezTo>
                  <a:pt x="133275" y="42691"/>
                  <a:pt x="131799" y="48793"/>
                  <a:pt x="131799" y="56496"/>
                </a:cubicBezTo>
                <a:lnTo>
                  <a:pt x="131799" y="59122"/>
                </a:lnTo>
                <a:lnTo>
                  <a:pt x="152207" y="59122"/>
                </a:lnTo>
                <a:close/>
                <a:moveTo>
                  <a:pt x="225934" y="29636"/>
                </a:moveTo>
                <a:lnTo>
                  <a:pt x="227059" y="53570"/>
                </a:lnTo>
                <a:lnTo>
                  <a:pt x="224508" y="53570"/>
                </a:lnTo>
                <a:cubicBezTo>
                  <a:pt x="221407" y="46517"/>
                  <a:pt x="218256" y="41665"/>
                  <a:pt x="215055" y="39014"/>
                </a:cubicBezTo>
                <a:cubicBezTo>
                  <a:pt x="211703" y="36413"/>
                  <a:pt x="208427" y="35113"/>
                  <a:pt x="205226" y="35113"/>
                </a:cubicBezTo>
                <a:cubicBezTo>
                  <a:pt x="203125" y="35113"/>
                  <a:pt x="201375" y="35788"/>
                  <a:pt x="199974" y="37139"/>
                </a:cubicBezTo>
                <a:cubicBezTo>
                  <a:pt x="198524" y="38589"/>
                  <a:pt x="197798" y="40190"/>
                  <a:pt x="197798" y="41941"/>
                </a:cubicBezTo>
                <a:cubicBezTo>
                  <a:pt x="197798" y="43291"/>
                  <a:pt x="198298" y="44592"/>
                  <a:pt x="199299" y="45842"/>
                </a:cubicBezTo>
                <a:cubicBezTo>
                  <a:pt x="200849" y="47893"/>
                  <a:pt x="205326" y="51394"/>
                  <a:pt x="212729" y="56346"/>
                </a:cubicBezTo>
                <a:cubicBezTo>
                  <a:pt x="220082" y="61398"/>
                  <a:pt x="224933" y="65624"/>
                  <a:pt x="227284" y="69026"/>
                </a:cubicBezTo>
                <a:cubicBezTo>
                  <a:pt x="229585" y="72577"/>
                  <a:pt x="230735" y="76478"/>
                  <a:pt x="230735" y="80730"/>
                </a:cubicBezTo>
                <a:cubicBezTo>
                  <a:pt x="230735" y="84631"/>
                  <a:pt x="229760" y="88458"/>
                  <a:pt x="227809" y="92209"/>
                </a:cubicBezTo>
                <a:cubicBezTo>
                  <a:pt x="225809" y="95961"/>
                  <a:pt x="223058" y="98837"/>
                  <a:pt x="219556" y="100837"/>
                </a:cubicBezTo>
                <a:cubicBezTo>
                  <a:pt x="215955" y="102888"/>
                  <a:pt x="212029" y="103888"/>
                  <a:pt x="207777" y="103838"/>
                </a:cubicBezTo>
                <a:cubicBezTo>
                  <a:pt x="204376" y="103838"/>
                  <a:pt x="199899" y="102788"/>
                  <a:pt x="194347" y="100687"/>
                </a:cubicBezTo>
                <a:cubicBezTo>
                  <a:pt x="192796" y="100187"/>
                  <a:pt x="191771" y="99912"/>
                  <a:pt x="191271" y="99862"/>
                </a:cubicBezTo>
                <a:cubicBezTo>
                  <a:pt x="189620" y="99912"/>
                  <a:pt x="188245" y="101162"/>
                  <a:pt x="187144" y="103613"/>
                </a:cubicBezTo>
                <a:lnTo>
                  <a:pt x="184668" y="103613"/>
                </a:lnTo>
                <a:lnTo>
                  <a:pt x="183468" y="78404"/>
                </a:lnTo>
                <a:lnTo>
                  <a:pt x="186019" y="78404"/>
                </a:lnTo>
                <a:cubicBezTo>
                  <a:pt x="188220" y="85006"/>
                  <a:pt x="191321" y="89958"/>
                  <a:pt x="195322" y="93260"/>
                </a:cubicBezTo>
                <a:cubicBezTo>
                  <a:pt x="199174" y="96561"/>
                  <a:pt x="202875" y="98211"/>
                  <a:pt x="206426" y="98211"/>
                </a:cubicBezTo>
                <a:cubicBezTo>
                  <a:pt x="208777" y="98211"/>
                  <a:pt x="210753" y="97461"/>
                  <a:pt x="212354" y="95961"/>
                </a:cubicBezTo>
                <a:cubicBezTo>
                  <a:pt x="213854" y="94560"/>
                  <a:pt x="214604" y="92784"/>
                  <a:pt x="214604" y="90634"/>
                </a:cubicBezTo>
                <a:cubicBezTo>
                  <a:pt x="214604" y="88233"/>
                  <a:pt x="213854" y="86157"/>
                  <a:pt x="212354" y="84406"/>
                </a:cubicBezTo>
                <a:cubicBezTo>
                  <a:pt x="210803" y="82706"/>
                  <a:pt x="207452" y="80055"/>
                  <a:pt x="202300" y="76453"/>
                </a:cubicBezTo>
                <a:cubicBezTo>
                  <a:pt x="194647" y="71151"/>
                  <a:pt x="189695" y="67100"/>
                  <a:pt x="187444" y="64299"/>
                </a:cubicBezTo>
                <a:cubicBezTo>
                  <a:pt x="184143" y="60197"/>
                  <a:pt x="182493" y="55671"/>
                  <a:pt x="182493" y="50719"/>
                </a:cubicBezTo>
                <a:cubicBezTo>
                  <a:pt x="182493" y="45367"/>
                  <a:pt x="184368" y="40465"/>
                  <a:pt x="188120" y="36013"/>
                </a:cubicBezTo>
                <a:cubicBezTo>
                  <a:pt x="191771" y="31662"/>
                  <a:pt x="197148" y="29486"/>
                  <a:pt x="204251" y="29486"/>
                </a:cubicBezTo>
                <a:cubicBezTo>
                  <a:pt x="208052" y="29486"/>
                  <a:pt x="211728" y="30411"/>
                  <a:pt x="215280" y="32262"/>
                </a:cubicBezTo>
                <a:cubicBezTo>
                  <a:pt x="216630" y="33012"/>
                  <a:pt x="217731" y="33387"/>
                  <a:pt x="218581" y="33387"/>
                </a:cubicBezTo>
                <a:cubicBezTo>
                  <a:pt x="219481" y="33387"/>
                  <a:pt x="220207" y="33187"/>
                  <a:pt x="220757" y="32787"/>
                </a:cubicBezTo>
                <a:cubicBezTo>
                  <a:pt x="221257" y="32437"/>
                  <a:pt x="222132" y="31387"/>
                  <a:pt x="223383" y="29636"/>
                </a:cubicBezTo>
                <a:lnTo>
                  <a:pt x="225934" y="29636"/>
                </a:lnTo>
                <a:close/>
                <a:moveTo>
                  <a:pt x="306964" y="31587"/>
                </a:moveTo>
                <a:lnTo>
                  <a:pt x="306964" y="86507"/>
                </a:lnTo>
                <a:cubicBezTo>
                  <a:pt x="306964" y="91909"/>
                  <a:pt x="307464" y="95235"/>
                  <a:pt x="308465" y="96486"/>
                </a:cubicBezTo>
                <a:cubicBezTo>
                  <a:pt x="309415" y="97836"/>
                  <a:pt x="311441" y="98687"/>
                  <a:pt x="314542" y="99037"/>
                </a:cubicBezTo>
                <a:lnTo>
                  <a:pt x="314542" y="101738"/>
                </a:lnTo>
                <a:lnTo>
                  <a:pt x="285956" y="101738"/>
                </a:lnTo>
                <a:lnTo>
                  <a:pt x="285956" y="92359"/>
                </a:lnTo>
                <a:cubicBezTo>
                  <a:pt x="282555" y="96361"/>
                  <a:pt x="279204" y="99262"/>
                  <a:pt x="275903" y="101062"/>
                </a:cubicBezTo>
                <a:cubicBezTo>
                  <a:pt x="272501" y="102963"/>
                  <a:pt x="268750" y="103888"/>
                  <a:pt x="264648" y="103838"/>
                </a:cubicBezTo>
                <a:cubicBezTo>
                  <a:pt x="260647" y="103888"/>
                  <a:pt x="257146" y="102663"/>
                  <a:pt x="254145" y="100162"/>
                </a:cubicBezTo>
                <a:cubicBezTo>
                  <a:pt x="251043" y="97761"/>
                  <a:pt x="248968" y="94935"/>
                  <a:pt x="247917" y="91684"/>
                </a:cubicBezTo>
                <a:cubicBezTo>
                  <a:pt x="246867" y="88483"/>
                  <a:pt x="246342" y="82806"/>
                  <a:pt x="246342" y="74653"/>
                </a:cubicBezTo>
                <a:lnTo>
                  <a:pt x="246342" y="46817"/>
                </a:lnTo>
                <a:cubicBezTo>
                  <a:pt x="246342" y="41515"/>
                  <a:pt x="245867" y="38214"/>
                  <a:pt x="244916" y="36914"/>
                </a:cubicBezTo>
                <a:cubicBezTo>
                  <a:pt x="243866" y="35663"/>
                  <a:pt x="241815" y="34813"/>
                  <a:pt x="238764" y="34363"/>
                </a:cubicBezTo>
                <a:lnTo>
                  <a:pt x="238764" y="31587"/>
                </a:lnTo>
                <a:lnTo>
                  <a:pt x="267349" y="31587"/>
                </a:lnTo>
                <a:lnTo>
                  <a:pt x="267349" y="79529"/>
                </a:lnTo>
                <a:cubicBezTo>
                  <a:pt x="267299" y="84581"/>
                  <a:pt x="267550" y="87808"/>
                  <a:pt x="268100" y="89208"/>
                </a:cubicBezTo>
                <a:cubicBezTo>
                  <a:pt x="268550" y="90659"/>
                  <a:pt x="269300" y="91759"/>
                  <a:pt x="270351" y="92509"/>
                </a:cubicBezTo>
                <a:cubicBezTo>
                  <a:pt x="271301" y="93260"/>
                  <a:pt x="272476" y="93635"/>
                  <a:pt x="273877" y="93635"/>
                </a:cubicBezTo>
                <a:cubicBezTo>
                  <a:pt x="275678" y="93685"/>
                  <a:pt x="277303" y="93210"/>
                  <a:pt x="278754" y="92209"/>
                </a:cubicBezTo>
                <a:cubicBezTo>
                  <a:pt x="280754" y="90959"/>
                  <a:pt x="283155" y="88333"/>
                  <a:pt x="285956" y="84331"/>
                </a:cubicBezTo>
                <a:lnTo>
                  <a:pt x="285956" y="46817"/>
                </a:lnTo>
                <a:cubicBezTo>
                  <a:pt x="285956" y="41515"/>
                  <a:pt x="285481" y="38214"/>
                  <a:pt x="284531" y="36914"/>
                </a:cubicBezTo>
                <a:cubicBezTo>
                  <a:pt x="283480" y="35663"/>
                  <a:pt x="281430" y="34813"/>
                  <a:pt x="278379" y="34363"/>
                </a:cubicBezTo>
                <a:lnTo>
                  <a:pt x="278379" y="31587"/>
                </a:lnTo>
                <a:lnTo>
                  <a:pt x="306964" y="31587"/>
                </a:lnTo>
                <a:close/>
                <a:moveTo>
                  <a:pt x="349905" y="0"/>
                </a:moveTo>
                <a:lnTo>
                  <a:pt x="349905" y="87182"/>
                </a:lnTo>
                <a:cubicBezTo>
                  <a:pt x="349905" y="92134"/>
                  <a:pt x="350480" y="95285"/>
                  <a:pt x="351631" y="96636"/>
                </a:cubicBezTo>
                <a:cubicBezTo>
                  <a:pt x="352731" y="98086"/>
                  <a:pt x="354982" y="98887"/>
                  <a:pt x="358383" y="99037"/>
                </a:cubicBezTo>
                <a:lnTo>
                  <a:pt x="358383" y="101738"/>
                </a:lnTo>
                <a:lnTo>
                  <a:pt x="320494" y="101738"/>
                </a:lnTo>
                <a:lnTo>
                  <a:pt x="320494" y="99037"/>
                </a:lnTo>
                <a:cubicBezTo>
                  <a:pt x="323545" y="98987"/>
                  <a:pt x="325846" y="98086"/>
                  <a:pt x="327397" y="96336"/>
                </a:cubicBezTo>
                <a:cubicBezTo>
                  <a:pt x="328347" y="95235"/>
                  <a:pt x="328847" y="92184"/>
                  <a:pt x="328897" y="87182"/>
                </a:cubicBezTo>
                <a:lnTo>
                  <a:pt x="328897" y="14555"/>
                </a:lnTo>
                <a:cubicBezTo>
                  <a:pt x="328847" y="9704"/>
                  <a:pt x="328272" y="6552"/>
                  <a:pt x="327172" y="5102"/>
                </a:cubicBezTo>
                <a:cubicBezTo>
                  <a:pt x="326021" y="3801"/>
                  <a:pt x="323796" y="3026"/>
                  <a:pt x="320494" y="2776"/>
                </a:cubicBezTo>
                <a:lnTo>
                  <a:pt x="320494" y="0"/>
                </a:lnTo>
                <a:lnTo>
                  <a:pt x="349905" y="0"/>
                </a:lnTo>
                <a:close/>
                <a:moveTo>
                  <a:pt x="395097" y="5927"/>
                </a:moveTo>
                <a:lnTo>
                  <a:pt x="395097" y="31587"/>
                </a:lnTo>
                <a:lnTo>
                  <a:pt x="411753" y="31587"/>
                </a:lnTo>
                <a:lnTo>
                  <a:pt x="411753" y="39014"/>
                </a:lnTo>
                <a:lnTo>
                  <a:pt x="395097" y="39014"/>
                </a:lnTo>
                <a:lnTo>
                  <a:pt x="395097" y="82305"/>
                </a:lnTo>
                <a:cubicBezTo>
                  <a:pt x="395097" y="86407"/>
                  <a:pt x="395297" y="89008"/>
                  <a:pt x="395697" y="90108"/>
                </a:cubicBezTo>
                <a:cubicBezTo>
                  <a:pt x="395997" y="91359"/>
                  <a:pt x="396648" y="92309"/>
                  <a:pt x="397648" y="92959"/>
                </a:cubicBezTo>
                <a:cubicBezTo>
                  <a:pt x="398548" y="93710"/>
                  <a:pt x="399424" y="94085"/>
                  <a:pt x="400274" y="94085"/>
                </a:cubicBezTo>
                <a:cubicBezTo>
                  <a:pt x="403475" y="94085"/>
                  <a:pt x="406551" y="91609"/>
                  <a:pt x="409502" y="86657"/>
                </a:cubicBezTo>
                <a:lnTo>
                  <a:pt x="411753" y="88308"/>
                </a:lnTo>
                <a:cubicBezTo>
                  <a:pt x="407652" y="97911"/>
                  <a:pt x="401074" y="102713"/>
                  <a:pt x="392021" y="102713"/>
                </a:cubicBezTo>
                <a:cubicBezTo>
                  <a:pt x="387569" y="102713"/>
                  <a:pt x="383818" y="101463"/>
                  <a:pt x="380767" y="98962"/>
                </a:cubicBezTo>
                <a:cubicBezTo>
                  <a:pt x="377616" y="96561"/>
                  <a:pt x="375640" y="93810"/>
                  <a:pt x="374840" y="90709"/>
                </a:cubicBezTo>
                <a:cubicBezTo>
                  <a:pt x="374289" y="89008"/>
                  <a:pt x="374039" y="84406"/>
                  <a:pt x="374089" y="76903"/>
                </a:cubicBezTo>
                <a:lnTo>
                  <a:pt x="374089" y="39014"/>
                </a:lnTo>
                <a:lnTo>
                  <a:pt x="364936" y="39014"/>
                </a:lnTo>
                <a:lnTo>
                  <a:pt x="364936" y="36388"/>
                </a:lnTo>
                <a:cubicBezTo>
                  <a:pt x="371238" y="31987"/>
                  <a:pt x="376615" y="27310"/>
                  <a:pt x="381067" y="22358"/>
                </a:cubicBezTo>
                <a:cubicBezTo>
                  <a:pt x="385469" y="17506"/>
                  <a:pt x="389320" y="12029"/>
                  <a:pt x="392621" y="5927"/>
                </a:cubicBezTo>
                <a:lnTo>
                  <a:pt x="395097" y="5927"/>
                </a:ln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···">
            <a:extLst xmlns:a="http://schemas.openxmlformats.org/drawingml/2006/main">
              <a:ext uri="{FF2B5EF4-FFF2-40B4-BE49-F238E27FC236}">
                <a16:creationId xmlns:a16="http://schemas.microsoft.com/office/drawing/2014/main" id="{AA36F4F7-63D2-4D86-82E6-457DFBE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396" y="712941"/>
            <a:ext cx="151982" cy="23843"/>
          </a:xfrm>
          <a:custGeom xmlns:a="http://schemas.openxmlformats.org/drawingml/2006/main">
            <a:pathLst>
              <a:path w="151982" h="23843">
                <a:moveTo>
                  <a:pt x="11967" y="0"/>
                </a:moveTo>
                <a:cubicBezTo>
                  <a:pt x="15291" y="60"/>
                  <a:pt x="18132" y="1209"/>
                  <a:pt x="20489" y="3445"/>
                </a:cubicBezTo>
                <a:cubicBezTo>
                  <a:pt x="22725" y="5802"/>
                  <a:pt x="23873" y="8613"/>
                  <a:pt x="23934" y="11876"/>
                </a:cubicBezTo>
                <a:cubicBezTo>
                  <a:pt x="23934" y="15261"/>
                  <a:pt x="22755" y="18071"/>
                  <a:pt x="20398" y="20308"/>
                </a:cubicBezTo>
                <a:cubicBezTo>
                  <a:pt x="18041" y="22665"/>
                  <a:pt x="15231" y="23843"/>
                  <a:pt x="11967" y="23843"/>
                </a:cubicBezTo>
                <a:cubicBezTo>
                  <a:pt x="8582" y="23843"/>
                  <a:pt x="5772" y="22665"/>
                  <a:pt x="3536" y="20308"/>
                </a:cubicBezTo>
                <a:cubicBezTo>
                  <a:pt x="1179" y="18071"/>
                  <a:pt x="0" y="15261"/>
                  <a:pt x="0" y="11876"/>
                </a:cubicBezTo>
                <a:cubicBezTo>
                  <a:pt x="0" y="8613"/>
                  <a:pt x="1179" y="5802"/>
                  <a:pt x="3536" y="3445"/>
                </a:cubicBezTo>
                <a:cubicBezTo>
                  <a:pt x="5772" y="1209"/>
                  <a:pt x="8582" y="60"/>
                  <a:pt x="11967" y="0"/>
                </a:cubicBezTo>
                <a:close/>
                <a:moveTo>
                  <a:pt x="75991" y="0"/>
                </a:moveTo>
                <a:cubicBezTo>
                  <a:pt x="79315" y="60"/>
                  <a:pt x="82156" y="1209"/>
                  <a:pt x="84513" y="3445"/>
                </a:cubicBezTo>
                <a:cubicBezTo>
                  <a:pt x="86749" y="5802"/>
                  <a:pt x="87897" y="8613"/>
                  <a:pt x="87958" y="11876"/>
                </a:cubicBezTo>
                <a:cubicBezTo>
                  <a:pt x="87958" y="15261"/>
                  <a:pt x="86779" y="18071"/>
                  <a:pt x="84422" y="20308"/>
                </a:cubicBezTo>
                <a:cubicBezTo>
                  <a:pt x="82065" y="22665"/>
                  <a:pt x="79255" y="23843"/>
                  <a:pt x="75991" y="23843"/>
                </a:cubicBezTo>
                <a:cubicBezTo>
                  <a:pt x="72606" y="23843"/>
                  <a:pt x="69796" y="22665"/>
                  <a:pt x="67560" y="20308"/>
                </a:cubicBezTo>
                <a:cubicBezTo>
                  <a:pt x="65203" y="18071"/>
                  <a:pt x="64024" y="15261"/>
                  <a:pt x="64024" y="11876"/>
                </a:cubicBezTo>
                <a:cubicBezTo>
                  <a:pt x="64024" y="8613"/>
                  <a:pt x="65203" y="5802"/>
                  <a:pt x="67560" y="3445"/>
                </a:cubicBezTo>
                <a:cubicBezTo>
                  <a:pt x="69796" y="1209"/>
                  <a:pt x="72606" y="60"/>
                  <a:pt x="75991" y="0"/>
                </a:cubicBezTo>
                <a:close/>
                <a:moveTo>
                  <a:pt x="140015" y="0"/>
                </a:moveTo>
                <a:cubicBezTo>
                  <a:pt x="143339" y="60"/>
                  <a:pt x="146179" y="1209"/>
                  <a:pt x="148537" y="3445"/>
                </a:cubicBezTo>
                <a:cubicBezTo>
                  <a:pt x="150773" y="5802"/>
                  <a:pt x="151921" y="8613"/>
                  <a:pt x="151982" y="11876"/>
                </a:cubicBezTo>
                <a:cubicBezTo>
                  <a:pt x="151982" y="15261"/>
                  <a:pt x="150803" y="18071"/>
                  <a:pt x="148446" y="20308"/>
                </a:cubicBezTo>
                <a:cubicBezTo>
                  <a:pt x="146089" y="22665"/>
                  <a:pt x="143278" y="23843"/>
                  <a:pt x="140015" y="23843"/>
                </a:cubicBezTo>
                <a:cubicBezTo>
                  <a:pt x="136630" y="23843"/>
                  <a:pt x="133820" y="22665"/>
                  <a:pt x="131583" y="20308"/>
                </a:cubicBezTo>
                <a:cubicBezTo>
                  <a:pt x="129226" y="18071"/>
                  <a:pt x="128048" y="15261"/>
                  <a:pt x="128048" y="11876"/>
                </a:cubicBezTo>
                <a:cubicBezTo>
                  <a:pt x="128048" y="8613"/>
                  <a:pt x="129226" y="5802"/>
                  <a:pt x="131583" y="3445"/>
                </a:cubicBezTo>
                <a:cubicBezTo>
                  <a:pt x="133820" y="1209"/>
                  <a:pt x="136630" y="60"/>
                  <a:pt x="140015" y="0"/>
                </a:cubicBezTo>
                <a:close/>
              </a:path>
            </a:pathLst>
          </a:custGeom>
          <a:solidFill xmlns:a="http://schemas.openxmlformats.org/drawingml/2006/main">
            <a:srgbClr val="191919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37298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2026-09-05T08:52:50.4830000Z</dcterms:created>
  <dcterms:modified xsi:type="dcterms:W3CDTF">2026-09-05T08:52:50.4830000Z</dcterms:modified>
</coreProperties>
</file>