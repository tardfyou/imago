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a0fd842f94197" /><Relationship Type="http://schemas.openxmlformats.org/officeDocument/2006/relationships/extended-properties" Target="/docProps/app.xml" Id="Rfd94f746ad154498" /><Relationship Type="http://schemas.openxmlformats.org/officeDocument/2006/relationships/officeDocument" Target="/ppt/presentation.xml" Id="R50f9d785f24e45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c718c63a81402b"/>
  </p:sldMasterIdLst>
  <p:notesMasterIdLst>
    <p:notesMasterId xmlns:r="http://schemas.openxmlformats.org/officeDocument/2006/relationships" r:id="Rd452740439f24154"/>
  </p:notesMasterIdLst>
  <p:sldIdLst>
    <p:sldId xmlns:r="http://schemas.openxmlformats.org/officeDocument/2006/relationships" id="256" r:id="R48d26a0c7a374940"/>
  </p:sldIdLst>
  <p:sldSz cx="14687550" cy="6400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fa30b487243e9" /><Relationship Type="http://schemas.openxmlformats.org/officeDocument/2006/relationships/slideMaster" Target="/ppt/slideMasters/slideMaster1.xml" Id="Re8c718c63a81402b" /><Relationship Type="http://schemas.openxmlformats.org/officeDocument/2006/relationships/notesMaster" Target="/ppt/notesMasters/notesMaster1.xml" Id="Rd452740439f24154" /><Relationship Type="http://schemas.openxmlformats.org/officeDocument/2006/relationships/presProps" Target="/ppt/presProps.xml" Id="R47e13462784d452e" /><Relationship Type="http://schemas.openxmlformats.org/officeDocument/2006/relationships/tableStyles" Target="/ppt/tableStyles.xml" Id="R81121bdd2bb14699" /><Relationship Type="http://schemas.openxmlformats.org/officeDocument/2006/relationships/slide" Target="/ppt/slides/slide1.xml" Id="R48d26a0c7a37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a495070b62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0c34dce9d64768" /><Relationship Type="http://schemas.openxmlformats.org/officeDocument/2006/relationships/notesMaster" Target="/ppt/notesMasters/notesMaster1.xml" Id="R9c6bef94c83f478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素材ID：SE-053</ns1:t>
            </ns1:r>
          </ns1:p>
          <ns1:p>
            <ns1:r>
              <ns1:t>论文：SeeAction: Towards Reverse Engineering How-What-Where of HCI Actions from Screencasts for UI Automation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借鉴点：三种帧序列进入立体CNN特征金字塔，共同表征后分为命令、组件分类和位置序列生成；源输入与输出语义用三种颜色贯穿。</ns1:t>
            </ns1:r>
          </ns1:p>
          <ns1:p>
            <ns1:r>
              <ns1:t>论文URL：https://arxiv.org/pdf/2503.12873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编辑与保真说明：301原生形状负责全部文字、3D CNN层、节点、分类器、LSTM、特征向量与输出概率格；仅三组原始输入帧案例保持图片。字体以Arial替代，极细连接与小型LSTM内部弧度为近似。</ns1:t>
            </ns1:r>
          </ns1:p>
          <ns1:p>
            <ns1:r>
              <ns1:t>复刻方式：native-manual-reconstruction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63385e663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3a7529d844d01" /><Relationship Type="http://schemas.openxmlformats.org/officeDocument/2006/relationships/slideLayout" Target="/ppt/slideLayouts/slideLayout1.xml" Id="R86fbd12a7501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bd12a7501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b3a3894f04833" /><Relationship Type="http://schemas.openxmlformats.org/officeDocument/2006/relationships/image" Target="/ppt/media/image.png" Id="R049393ced4314097" /><Relationship Type="http://schemas.openxmlformats.org/officeDocument/2006/relationships/image" Target="/ppt/media/image2.png" Id="Rc332d3ee69f14fc5" /><Relationship Type="http://schemas.openxmlformats.org/officeDocument/2006/relationships/image" Target="/ppt/media/image3.png" Id="R534e601ec81047c6" /><Relationship Type="http://schemas.openxmlformats.org/officeDocument/2006/relationships/notesSlide" Target="/ppt/notesSlides/notesSlide1.xml" Id="Rc821d4bba88f43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393ced4314097"/>
          <a:stretch xmlns:a="http://schemas.openxmlformats.org/drawingml/2006/main"/>
        </p:blipFill>
        <p:spPr>
          <a:xfrm xmlns:a="http://schemas.openxmlformats.org/drawingml/2006/main">
            <a:off x="47625" y="0"/>
            <a:ext cx="2228850" cy="1790700"/>
          </a:xfrm>
          <a:prstGeom xmlns:a="http://schemas.openxmlformats.org/drawingml/2006/main" prst="rect">
            <a:avLst/>
          </a:prstGeom>
        </p:spPr>
      </p:pic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2d3ee69f14fc5"/>
          <a:stretch xmlns:a="http://schemas.openxmlformats.org/drawingml/2006/main"/>
        </p:blipFill>
        <p:spPr>
          <a:xfrm xmlns:a="http://schemas.openxmlformats.org/drawingml/2006/main">
            <a:off x="47625" y="2057400"/>
            <a:ext cx="2228850" cy="1657350"/>
          </a:xfrm>
          <a:prstGeom xmlns:a="http://schemas.openxmlformats.org/drawingml/2006/main" prst="rect">
            <a:avLst/>
          </a:prstGeom>
        </p:spPr>
      </p:pic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e601ec81047c6"/>
          <a:stretch xmlns:a="http://schemas.openxmlformats.org/drawingml/2006/main"/>
        </p:blipFill>
        <p:spPr>
          <a:xfrm xmlns:a="http://schemas.openxmlformats.org/drawingml/2006/main">
            <a:off x="47625" y="3971925"/>
            <a:ext cx="2228850" cy="1704975"/>
          </a:xfrm>
          <a:prstGeom xmlns:a="http://schemas.openxmlformats.org/drawingml/2006/main" prst="rect">
            <a:avLst/>
          </a:prstGeom>
        </p:spPr>
      </p:pic>
      <p:sp>
        <p:nvSpPr>
          <p:cNvPr id="4" name="SE-053-1">
            <a:extLst xmlns:a="http://schemas.openxmlformats.org/drawingml/2006/main">
              <a:ext uri="{FF2B5EF4-FFF2-40B4-BE49-F238E27FC236}">
                <a16:creationId xmlns:a16="http://schemas.microsoft.com/office/drawing/2014/main" id="{7DB73B41-1D34-4FB2-B09E-A45CD2D0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7811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Cropped change region</a:t>
            </a:r>
          </a:p>
        </p:txBody>
      </p:sp>
      <p:sp>
        <p:nvSpPr>
          <p:cNvPr id="5" name="SE-053-2">
            <a:extLst xmlns:a="http://schemas.openxmlformats.org/drawingml/2006/main">
              <a:ext uri="{FF2B5EF4-FFF2-40B4-BE49-F238E27FC236}">
                <a16:creationId xmlns:a16="http://schemas.microsoft.com/office/drawing/2014/main" id="{FEEA41F5-EB4F-4285-9C34-FE241C4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147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frame</a:t>
            </a:r>
          </a:p>
        </p:txBody>
      </p:sp>
      <p:sp>
        <p:nvSpPr>
          <p:cNvPr id="6" name="SE-053-3">
            <a:extLst xmlns:a="http://schemas.openxmlformats.org/drawingml/2006/main">
              <a:ext uri="{FF2B5EF4-FFF2-40B4-BE49-F238E27FC236}">
                <a16:creationId xmlns:a16="http://schemas.microsoft.com/office/drawing/2014/main" id="{AEDE09B5-AC33-4A19-85E4-7DEB745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15000"/>
            <a:ext cx="198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Similarity map</a:t>
            </a:r>
          </a:p>
        </p:txBody>
      </p:sp>
      <p:sp>
        <p:nvSpPr>
          <p:cNvPr id="7" name="SE-053-path-4">
            <a:extLst xmlns:a="http://schemas.openxmlformats.org/drawingml/2006/main">
              <a:ext uri="{FF2B5EF4-FFF2-40B4-BE49-F238E27FC236}">
                <a16:creationId xmlns:a16="http://schemas.microsoft.com/office/drawing/2014/main" id="{D92C28F1-03DE-47A0-9844-419CB64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8" name="SE-053-path-5">
            <a:extLst xmlns:a="http://schemas.openxmlformats.org/drawingml/2006/main">
              <a:ext uri="{FF2B5EF4-FFF2-40B4-BE49-F238E27FC236}">
                <a16:creationId xmlns:a16="http://schemas.microsoft.com/office/drawing/2014/main" id="{8D991046-2964-4A09-95B2-0DC372B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9" name="SE-053-6">
            <a:extLst xmlns:a="http://schemas.openxmlformats.org/drawingml/2006/main">
              <a:ext uri="{FF2B5EF4-FFF2-40B4-BE49-F238E27FC236}">
                <a16:creationId xmlns:a16="http://schemas.microsoft.com/office/drawing/2014/main" id="{F9377EE3-F095-4D8E-994D-B6EA45D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025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10" name="SE-053-path-7">
            <a:extLst xmlns:a="http://schemas.openxmlformats.org/drawingml/2006/main">
              <a:ext uri="{FF2B5EF4-FFF2-40B4-BE49-F238E27FC236}">
                <a16:creationId xmlns:a16="http://schemas.microsoft.com/office/drawing/2014/main" id="{5EE1E0C9-DDE0-42F1-AEDF-1EA3ED7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0025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11" name="SE-053-path-8">
            <a:extLst xmlns:a="http://schemas.openxmlformats.org/drawingml/2006/main">
              <a:ext uri="{FF2B5EF4-FFF2-40B4-BE49-F238E27FC236}">
                <a16:creationId xmlns:a16="http://schemas.microsoft.com/office/drawing/2014/main" id="{7DCA5C8C-6AB4-40E1-86D2-9AA53CF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025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12" name="SE-053-9">
            <a:extLst xmlns:a="http://schemas.openxmlformats.org/drawingml/2006/main">
              <a:ext uri="{FF2B5EF4-FFF2-40B4-BE49-F238E27FC236}">
                <a16:creationId xmlns:a16="http://schemas.microsoft.com/office/drawing/2014/main" id="{7D848560-417C-4E04-8490-E2F40E7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81025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13" name="SE-053-path-10">
            <a:extLst xmlns:a="http://schemas.openxmlformats.org/drawingml/2006/main">
              <a:ext uri="{FF2B5EF4-FFF2-40B4-BE49-F238E27FC236}">
                <a16:creationId xmlns:a16="http://schemas.microsoft.com/office/drawing/2014/main" id="{357E0576-EDDE-4FC6-BE68-08FD01E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025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14" name="SE-053-path-11">
            <a:extLst xmlns:a="http://schemas.openxmlformats.org/drawingml/2006/main">
              <a:ext uri="{FF2B5EF4-FFF2-40B4-BE49-F238E27FC236}">
                <a16:creationId xmlns:a16="http://schemas.microsoft.com/office/drawing/2014/main" id="{A1A635FF-B942-43D3-909D-9E241B77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15" name="SE-053-12">
            <a:extLst xmlns:a="http://schemas.openxmlformats.org/drawingml/2006/main">
              <a:ext uri="{FF2B5EF4-FFF2-40B4-BE49-F238E27FC236}">
                <a16:creationId xmlns:a16="http://schemas.microsoft.com/office/drawing/2014/main" id="{97036A22-1934-46AD-BB15-F01D812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1025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16" name="SE-053-path-13">
            <a:extLst xmlns:a="http://schemas.openxmlformats.org/drawingml/2006/main">
              <a:ext uri="{FF2B5EF4-FFF2-40B4-BE49-F238E27FC236}">
                <a16:creationId xmlns:a16="http://schemas.microsoft.com/office/drawing/2014/main" id="{44A27B0B-B8DA-479D-9A36-A2D3402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52450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17" name="SE-053-path-14">
            <a:extLst xmlns:a="http://schemas.openxmlformats.org/drawingml/2006/main">
              <a:ext uri="{FF2B5EF4-FFF2-40B4-BE49-F238E27FC236}">
                <a16:creationId xmlns:a16="http://schemas.microsoft.com/office/drawing/2014/main" id="{9ABB95F8-207D-4BC0-A950-C212AC6D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2450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18" name="SE-053-15">
            <a:extLst xmlns:a="http://schemas.openxmlformats.org/drawingml/2006/main">
              <a:ext uri="{FF2B5EF4-FFF2-40B4-BE49-F238E27FC236}">
                <a16:creationId xmlns:a16="http://schemas.microsoft.com/office/drawing/2014/main" id="{2090ED0C-6276-481D-A9A2-CCD81D82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7143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19" name="SE-053-path-16">
            <a:extLst xmlns:a="http://schemas.openxmlformats.org/drawingml/2006/main">
              <a:ext uri="{FF2B5EF4-FFF2-40B4-BE49-F238E27FC236}">
                <a16:creationId xmlns:a16="http://schemas.microsoft.com/office/drawing/2014/main" id="{13279C60-05C6-4E42-9D2B-3126C37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2450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20" name="SE-053-path-17">
            <a:extLst xmlns:a="http://schemas.openxmlformats.org/drawingml/2006/main">
              <a:ext uri="{FF2B5EF4-FFF2-40B4-BE49-F238E27FC236}">
                <a16:creationId xmlns:a16="http://schemas.microsoft.com/office/drawing/2014/main" id="{AE8E9167-2130-48FC-A2EB-6074ECF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2450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21" name="SE-053-18">
            <a:extLst xmlns:a="http://schemas.openxmlformats.org/drawingml/2006/main">
              <a:ext uri="{FF2B5EF4-FFF2-40B4-BE49-F238E27FC236}">
                <a16:creationId xmlns:a16="http://schemas.microsoft.com/office/drawing/2014/main" id="{602296C7-730C-4822-9DF9-D2F489EE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143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22" name="SE-053-path-19">
            <a:extLst xmlns:a="http://schemas.openxmlformats.org/drawingml/2006/main">
              <a:ext uri="{FF2B5EF4-FFF2-40B4-BE49-F238E27FC236}">
                <a16:creationId xmlns:a16="http://schemas.microsoft.com/office/drawing/2014/main" id="{39C70325-ECC4-428D-994B-FEA5EE07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2450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23" name="SE-053-path-20">
            <a:extLst xmlns:a="http://schemas.openxmlformats.org/drawingml/2006/main">
              <a:ext uri="{FF2B5EF4-FFF2-40B4-BE49-F238E27FC236}">
                <a16:creationId xmlns:a16="http://schemas.microsoft.com/office/drawing/2014/main" id="{05E1780D-2556-4B81-A21A-751E953D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2450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24" name="SE-053-21">
            <a:extLst xmlns:a="http://schemas.openxmlformats.org/drawingml/2006/main">
              <a:ext uri="{FF2B5EF4-FFF2-40B4-BE49-F238E27FC236}">
                <a16:creationId xmlns:a16="http://schemas.microsoft.com/office/drawing/2014/main" id="{10DBE265-FB08-47AC-9786-14A4AF1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143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25" name="SE-053-path-22">
            <a:extLst xmlns:a="http://schemas.openxmlformats.org/drawingml/2006/main">
              <a:ext uri="{FF2B5EF4-FFF2-40B4-BE49-F238E27FC236}">
                <a16:creationId xmlns:a16="http://schemas.microsoft.com/office/drawing/2014/main" id="{BF75B084-536B-4792-9E62-3094E3BB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828675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26" name="SE-053-path-23">
            <a:extLst xmlns:a="http://schemas.openxmlformats.org/drawingml/2006/main">
              <a:ext uri="{FF2B5EF4-FFF2-40B4-BE49-F238E27FC236}">
                <a16:creationId xmlns:a16="http://schemas.microsoft.com/office/drawing/2014/main" id="{61035AF7-4903-430A-9970-9FA0F28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828675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27" name="SE-053-24">
            <a:extLst xmlns:a="http://schemas.openxmlformats.org/drawingml/2006/main">
              <a:ext uri="{FF2B5EF4-FFF2-40B4-BE49-F238E27FC236}">
                <a16:creationId xmlns:a16="http://schemas.microsoft.com/office/drawing/2014/main" id="{ED3CEDA9-9D84-415F-A654-D5C0377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8953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28" name="SE-053-path-25">
            <a:extLst xmlns:a="http://schemas.openxmlformats.org/drawingml/2006/main">
              <a:ext uri="{FF2B5EF4-FFF2-40B4-BE49-F238E27FC236}">
                <a16:creationId xmlns:a16="http://schemas.microsoft.com/office/drawing/2014/main" id="{ACCC0A22-8396-47AE-8EB9-1D049021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828675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29" name="SE-053-path-26">
            <a:extLst xmlns:a="http://schemas.openxmlformats.org/drawingml/2006/main">
              <a:ext uri="{FF2B5EF4-FFF2-40B4-BE49-F238E27FC236}">
                <a16:creationId xmlns:a16="http://schemas.microsoft.com/office/drawing/2014/main" id="{D5ED8148-FF24-4A8C-A39D-EEA98E8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828675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30" name="SE-053-27">
            <a:extLst xmlns:a="http://schemas.openxmlformats.org/drawingml/2006/main">
              <a:ext uri="{FF2B5EF4-FFF2-40B4-BE49-F238E27FC236}">
                <a16:creationId xmlns:a16="http://schemas.microsoft.com/office/drawing/2014/main" id="{9895DBDF-D8D2-4782-B82B-D89693F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8953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31" name="SE-053-path-28">
            <a:extLst xmlns:a="http://schemas.openxmlformats.org/drawingml/2006/main">
              <a:ext uri="{FF2B5EF4-FFF2-40B4-BE49-F238E27FC236}">
                <a16:creationId xmlns:a16="http://schemas.microsoft.com/office/drawing/2014/main" id="{E0E85F06-C713-4DD7-94F2-0CC96E8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85825"/>
            <a:ext cx="314325" cy="28575"/>
          </a:xfrm>
          <a:custGeom xmlns:a="http://schemas.openxmlformats.org/drawingml/2006/main">
            <a:pathLst>
              <a:path w="314325" h="28575">
                <a:moveTo>
                  <a:pt x="0" y="28575"/>
                </a:moveTo>
                <a:lnTo>
                  <a:pt x="38100" y="0"/>
                </a:lnTo>
                <a:lnTo>
                  <a:pt x="314325" y="0"/>
                </a:lnTo>
                <a:lnTo>
                  <a:pt x="276225" y="28575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32" name="SE-053-path-29">
            <a:extLst xmlns:a="http://schemas.openxmlformats.org/drawingml/2006/main">
              <a:ext uri="{FF2B5EF4-FFF2-40B4-BE49-F238E27FC236}">
                <a16:creationId xmlns:a16="http://schemas.microsoft.com/office/drawing/2014/main" id="{0DD4C572-2027-4E78-937D-C6DABC78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85825"/>
            <a:ext cx="38100" cy="123825"/>
          </a:xfrm>
          <a:custGeom xmlns:a="http://schemas.openxmlformats.org/drawingml/2006/main">
            <a:pathLst>
              <a:path w="38100" h="123825">
                <a:moveTo>
                  <a:pt x="0" y="28575"/>
                </a:moveTo>
                <a:lnTo>
                  <a:pt x="38100" y="0"/>
                </a:lnTo>
                <a:lnTo>
                  <a:pt x="38100" y="952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33" name="SE-053-30">
            <a:extLst xmlns:a="http://schemas.openxmlformats.org/drawingml/2006/main">
              <a:ext uri="{FF2B5EF4-FFF2-40B4-BE49-F238E27FC236}">
                <a16:creationId xmlns:a16="http://schemas.microsoft.com/office/drawing/2014/main" id="{850DB346-5B32-4DD7-934D-4C9C913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914400"/>
            <a:ext cx="276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34" name="SE-053-path-31">
            <a:extLst xmlns:a="http://schemas.openxmlformats.org/drawingml/2006/main">
              <a:ext uri="{FF2B5EF4-FFF2-40B4-BE49-F238E27FC236}">
                <a16:creationId xmlns:a16="http://schemas.microsoft.com/office/drawing/2014/main" id="{0D4B2724-A4EE-4A38-BBB9-73AEF1CC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23925"/>
            <a:ext cx="438150" cy="19050"/>
          </a:xfrm>
          <a:custGeom xmlns:a="http://schemas.openxmlformats.org/drawingml/2006/main">
            <a:pathLst>
              <a:path w="438150" h="19050">
                <a:moveTo>
                  <a:pt x="0" y="19050"/>
                </a:moveTo>
                <a:lnTo>
                  <a:pt x="19050" y="0"/>
                </a:lnTo>
                <a:lnTo>
                  <a:pt x="438150" y="0"/>
                </a:lnTo>
                <a:lnTo>
                  <a:pt x="419100" y="19050"/>
                </a:lnTo>
                <a:close/>
              </a:path>
            </a:pathLst>
          </a:custGeom>
          <a:solidFill xmlns:a="http://schemas.openxmlformats.org/drawingml/2006/main">
            <a:srgbClr val="E5B4B0"/>
          </a:solidFill>
          <a:ln xmlns:a="http://schemas.openxmlformats.org/drawingml/2006/main" w="0">
            <a:noFill/>
          </a:ln>
        </p:spPr>
      </p:sp>
      <p:sp>
        <p:nvSpPr>
          <p:cNvPr id="35" name="SE-053-path-32">
            <a:extLst xmlns:a="http://schemas.openxmlformats.org/drawingml/2006/main">
              <a:ext uri="{FF2B5EF4-FFF2-40B4-BE49-F238E27FC236}">
                <a16:creationId xmlns:a16="http://schemas.microsoft.com/office/drawing/2014/main" id="{B92E35D2-C48C-4D42-A025-DA35E895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923925"/>
            <a:ext cx="19050" cy="66675"/>
          </a:xfrm>
          <a:custGeom xmlns:a="http://schemas.openxmlformats.org/drawingml/2006/main">
            <a:pathLst>
              <a:path w="19050" h="66675">
                <a:moveTo>
                  <a:pt x="0" y="19050"/>
                </a:moveTo>
                <a:lnTo>
                  <a:pt x="19050" y="0"/>
                </a:lnTo>
                <a:lnTo>
                  <a:pt x="19050" y="4762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7E6E5"/>
          </a:solidFill>
          <a:ln xmlns:a="http://schemas.openxmlformats.org/drawingml/2006/main" w="0">
            <a:noFill/>
          </a:ln>
        </p:spPr>
      </p:sp>
      <p:sp>
        <p:nvSpPr>
          <p:cNvPr id="36" name="SE-053-33">
            <a:extLst xmlns:a="http://schemas.openxmlformats.org/drawingml/2006/main">
              <a:ext uri="{FF2B5EF4-FFF2-40B4-BE49-F238E27FC236}">
                <a16:creationId xmlns:a16="http://schemas.microsoft.com/office/drawing/2014/main" id="{878E44D9-1743-453A-A70F-4DE092BE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4297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37" name="SE-053-path-34">
            <a:extLst xmlns:a="http://schemas.openxmlformats.org/drawingml/2006/main">
              <a:ext uri="{FF2B5EF4-FFF2-40B4-BE49-F238E27FC236}">
                <a16:creationId xmlns:a16="http://schemas.microsoft.com/office/drawing/2014/main" id="{5ACF4F25-E743-45CF-AA29-C4FAFC0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38" name="SE-053-path-35">
            <a:extLst xmlns:a="http://schemas.openxmlformats.org/drawingml/2006/main">
              <a:ext uri="{FF2B5EF4-FFF2-40B4-BE49-F238E27FC236}">
                <a16:creationId xmlns:a16="http://schemas.microsoft.com/office/drawing/2014/main" id="{B302A823-25C9-4036-8237-A2910DCF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39" name="SE-053-36">
            <a:extLst xmlns:a="http://schemas.openxmlformats.org/drawingml/2006/main">
              <a:ext uri="{FF2B5EF4-FFF2-40B4-BE49-F238E27FC236}">
                <a16:creationId xmlns:a16="http://schemas.microsoft.com/office/drawing/2014/main" id="{DCE443A5-9219-4987-841E-959D4045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9080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40" name="SE-053-path-37">
            <a:extLst xmlns:a="http://schemas.openxmlformats.org/drawingml/2006/main">
              <a:ext uri="{FF2B5EF4-FFF2-40B4-BE49-F238E27FC236}">
                <a16:creationId xmlns:a16="http://schemas.microsoft.com/office/drawing/2014/main" id="{2921EF70-40F2-41E1-ACFF-56529D24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0980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41" name="SE-053-path-38">
            <a:extLst xmlns:a="http://schemas.openxmlformats.org/drawingml/2006/main">
              <a:ext uri="{FF2B5EF4-FFF2-40B4-BE49-F238E27FC236}">
                <a16:creationId xmlns:a16="http://schemas.microsoft.com/office/drawing/2014/main" id="{10CAF476-5973-4610-8278-4FE3A4C5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42" name="SE-053-39">
            <a:extLst xmlns:a="http://schemas.openxmlformats.org/drawingml/2006/main">
              <a:ext uri="{FF2B5EF4-FFF2-40B4-BE49-F238E27FC236}">
                <a16:creationId xmlns:a16="http://schemas.microsoft.com/office/drawing/2014/main" id="{A74CEF9D-B35E-4F5B-BCDC-C0F551B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9080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43" name="SE-053-path-40">
            <a:extLst xmlns:a="http://schemas.openxmlformats.org/drawingml/2006/main">
              <a:ext uri="{FF2B5EF4-FFF2-40B4-BE49-F238E27FC236}">
                <a16:creationId xmlns:a16="http://schemas.microsoft.com/office/drawing/2014/main" id="{8D604D5B-D054-4DF6-9564-9F9EFAE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0980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44" name="SE-053-path-41">
            <a:extLst xmlns:a="http://schemas.openxmlformats.org/drawingml/2006/main">
              <a:ext uri="{FF2B5EF4-FFF2-40B4-BE49-F238E27FC236}">
                <a16:creationId xmlns:a16="http://schemas.microsoft.com/office/drawing/2014/main" id="{681B53A2-8C7B-4197-AA15-F11B118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45" name="SE-053-42">
            <a:extLst xmlns:a="http://schemas.openxmlformats.org/drawingml/2006/main">
              <a:ext uri="{FF2B5EF4-FFF2-40B4-BE49-F238E27FC236}">
                <a16:creationId xmlns:a16="http://schemas.microsoft.com/office/drawing/2014/main" id="{8A813057-DECA-4918-A213-0C375C9B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9080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46" name="SE-053-path-43">
            <a:extLst xmlns:a="http://schemas.openxmlformats.org/drawingml/2006/main">
              <a:ext uri="{FF2B5EF4-FFF2-40B4-BE49-F238E27FC236}">
                <a16:creationId xmlns:a16="http://schemas.microsoft.com/office/drawing/2014/main" id="{3FA632FB-CA8D-4837-B0D3-88FB893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6222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47" name="SE-053-path-44">
            <a:extLst xmlns:a="http://schemas.openxmlformats.org/drawingml/2006/main">
              <a:ext uri="{FF2B5EF4-FFF2-40B4-BE49-F238E27FC236}">
                <a16:creationId xmlns:a16="http://schemas.microsoft.com/office/drawing/2014/main" id="{075D132C-4180-446D-801C-EC53A5C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6222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48" name="SE-053-45">
            <a:extLst xmlns:a="http://schemas.openxmlformats.org/drawingml/2006/main">
              <a:ext uri="{FF2B5EF4-FFF2-40B4-BE49-F238E27FC236}">
                <a16:creationId xmlns:a16="http://schemas.microsoft.com/office/drawing/2014/main" id="{8331B846-9105-4E05-B3F5-927D2A1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49" name="SE-053-path-46">
            <a:extLst xmlns:a="http://schemas.openxmlformats.org/drawingml/2006/main">
              <a:ext uri="{FF2B5EF4-FFF2-40B4-BE49-F238E27FC236}">
                <a16:creationId xmlns:a16="http://schemas.microsoft.com/office/drawing/2014/main" id="{806758A3-EC6B-4FD6-BC88-95920C4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6222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50" name="SE-053-path-47">
            <a:extLst xmlns:a="http://schemas.openxmlformats.org/drawingml/2006/main">
              <a:ext uri="{FF2B5EF4-FFF2-40B4-BE49-F238E27FC236}">
                <a16:creationId xmlns:a16="http://schemas.microsoft.com/office/drawing/2014/main" id="{CA474AB7-D9DE-408E-B2DF-E5C1759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6222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51" name="SE-053-48">
            <a:extLst xmlns:a="http://schemas.openxmlformats.org/drawingml/2006/main">
              <a:ext uri="{FF2B5EF4-FFF2-40B4-BE49-F238E27FC236}">
                <a16:creationId xmlns:a16="http://schemas.microsoft.com/office/drawing/2014/main" id="{B349FB28-C4BC-4A21-B2FE-C28BF7F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52" name="SE-053-path-49">
            <a:extLst xmlns:a="http://schemas.openxmlformats.org/drawingml/2006/main">
              <a:ext uri="{FF2B5EF4-FFF2-40B4-BE49-F238E27FC236}">
                <a16:creationId xmlns:a16="http://schemas.microsoft.com/office/drawing/2014/main" id="{B2AC99FC-9C6C-48C0-9073-DFC45BB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6222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53" name="SE-053-path-50">
            <a:extLst xmlns:a="http://schemas.openxmlformats.org/drawingml/2006/main">
              <a:ext uri="{FF2B5EF4-FFF2-40B4-BE49-F238E27FC236}">
                <a16:creationId xmlns:a16="http://schemas.microsoft.com/office/drawing/2014/main" id="{FA5F30FC-FAE9-44CF-ABC6-E988370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6222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54" name="SE-053-51">
            <a:extLst xmlns:a="http://schemas.openxmlformats.org/drawingml/2006/main">
              <a:ext uri="{FF2B5EF4-FFF2-40B4-BE49-F238E27FC236}">
                <a16:creationId xmlns:a16="http://schemas.microsoft.com/office/drawing/2014/main" id="{B382E12F-2FE6-490D-831B-1CA01EAF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55" name="SE-053-path-52">
            <a:extLst xmlns:a="http://schemas.openxmlformats.org/drawingml/2006/main">
              <a:ext uri="{FF2B5EF4-FFF2-40B4-BE49-F238E27FC236}">
                <a16:creationId xmlns:a16="http://schemas.microsoft.com/office/drawing/2014/main" id="{AEC72AA5-8302-495B-86BA-A8E97BC7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38450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56" name="SE-053-path-53">
            <a:extLst xmlns:a="http://schemas.openxmlformats.org/drawingml/2006/main">
              <a:ext uri="{FF2B5EF4-FFF2-40B4-BE49-F238E27FC236}">
                <a16:creationId xmlns:a16="http://schemas.microsoft.com/office/drawing/2014/main" id="{A9677126-3DEC-4DE6-8178-18DB1F2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8450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57" name="SE-053-54">
            <a:extLst xmlns:a="http://schemas.openxmlformats.org/drawingml/2006/main">
              <a:ext uri="{FF2B5EF4-FFF2-40B4-BE49-F238E27FC236}">
                <a16:creationId xmlns:a16="http://schemas.microsoft.com/office/drawing/2014/main" id="{85D60CAC-20D3-4E01-BB37-02C97AA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05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58" name="SE-053-path-55">
            <a:extLst xmlns:a="http://schemas.openxmlformats.org/drawingml/2006/main">
              <a:ext uri="{FF2B5EF4-FFF2-40B4-BE49-F238E27FC236}">
                <a16:creationId xmlns:a16="http://schemas.microsoft.com/office/drawing/2014/main" id="{FAE2D669-F7AF-4496-861C-044CFEA0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838450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59" name="SE-053-path-56">
            <a:extLst xmlns:a="http://schemas.openxmlformats.org/drawingml/2006/main">
              <a:ext uri="{FF2B5EF4-FFF2-40B4-BE49-F238E27FC236}">
                <a16:creationId xmlns:a16="http://schemas.microsoft.com/office/drawing/2014/main" id="{7D4EB8E6-84EC-4592-9898-66AD586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38450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60" name="SE-053-57">
            <a:extLst xmlns:a="http://schemas.openxmlformats.org/drawingml/2006/main">
              <a:ext uri="{FF2B5EF4-FFF2-40B4-BE49-F238E27FC236}">
                <a16:creationId xmlns:a16="http://schemas.microsoft.com/office/drawing/2014/main" id="{8E329BE2-EA4D-4EE9-B408-776D74EC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05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61" name="SE-053-path-58">
            <a:extLst xmlns:a="http://schemas.openxmlformats.org/drawingml/2006/main">
              <a:ext uri="{FF2B5EF4-FFF2-40B4-BE49-F238E27FC236}">
                <a16:creationId xmlns:a16="http://schemas.microsoft.com/office/drawing/2014/main" id="{CC9CDF2B-65F4-4843-914B-2B878B1A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314325" cy="28575"/>
          </a:xfrm>
          <a:custGeom xmlns:a="http://schemas.openxmlformats.org/drawingml/2006/main">
            <a:pathLst>
              <a:path w="314325" h="28575">
                <a:moveTo>
                  <a:pt x="0" y="28575"/>
                </a:moveTo>
                <a:lnTo>
                  <a:pt x="38100" y="0"/>
                </a:lnTo>
                <a:lnTo>
                  <a:pt x="314325" y="0"/>
                </a:lnTo>
                <a:lnTo>
                  <a:pt x="276225" y="28575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62" name="SE-053-path-59">
            <a:extLst xmlns:a="http://schemas.openxmlformats.org/drawingml/2006/main">
              <a:ext uri="{FF2B5EF4-FFF2-40B4-BE49-F238E27FC236}">
                <a16:creationId xmlns:a16="http://schemas.microsoft.com/office/drawing/2014/main" id="{0412821C-4116-4252-B5D9-E8FD02A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95600"/>
            <a:ext cx="38100" cy="123825"/>
          </a:xfrm>
          <a:custGeom xmlns:a="http://schemas.openxmlformats.org/drawingml/2006/main">
            <a:pathLst>
              <a:path w="38100" h="123825">
                <a:moveTo>
                  <a:pt x="0" y="28575"/>
                </a:moveTo>
                <a:lnTo>
                  <a:pt x="38100" y="0"/>
                </a:lnTo>
                <a:lnTo>
                  <a:pt x="38100" y="952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63" name="SE-053-60">
            <a:extLst xmlns:a="http://schemas.openxmlformats.org/drawingml/2006/main">
              <a:ext uri="{FF2B5EF4-FFF2-40B4-BE49-F238E27FC236}">
                <a16:creationId xmlns:a16="http://schemas.microsoft.com/office/drawing/2014/main" id="{4A6C8F17-9C3A-48D0-8627-42A8B7F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24175"/>
            <a:ext cx="276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64" name="SE-053-path-61">
            <a:extLst xmlns:a="http://schemas.openxmlformats.org/drawingml/2006/main">
              <a:ext uri="{FF2B5EF4-FFF2-40B4-BE49-F238E27FC236}">
                <a16:creationId xmlns:a16="http://schemas.microsoft.com/office/drawing/2014/main" id="{3D0539AB-6AC6-4219-AA50-125D7B2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438150" cy="19050"/>
          </a:xfrm>
          <a:custGeom xmlns:a="http://schemas.openxmlformats.org/drawingml/2006/main">
            <a:pathLst>
              <a:path w="438150" h="19050">
                <a:moveTo>
                  <a:pt x="0" y="19050"/>
                </a:moveTo>
                <a:lnTo>
                  <a:pt x="19050" y="0"/>
                </a:lnTo>
                <a:lnTo>
                  <a:pt x="438150" y="0"/>
                </a:lnTo>
                <a:lnTo>
                  <a:pt x="419100" y="19050"/>
                </a:lnTo>
                <a:close/>
              </a:path>
            </a:pathLst>
          </a:custGeom>
          <a:solidFill xmlns:a="http://schemas.openxmlformats.org/drawingml/2006/main">
            <a:srgbClr val="AEDCE6"/>
          </a:solidFill>
          <a:ln xmlns:a="http://schemas.openxmlformats.org/drawingml/2006/main" w="0">
            <a:noFill/>
          </a:ln>
        </p:spPr>
      </p:sp>
      <p:sp>
        <p:nvSpPr>
          <p:cNvPr id="65" name="SE-053-path-62">
            <a:extLst xmlns:a="http://schemas.openxmlformats.org/drawingml/2006/main">
              <a:ext uri="{FF2B5EF4-FFF2-40B4-BE49-F238E27FC236}">
                <a16:creationId xmlns:a16="http://schemas.microsoft.com/office/drawing/2014/main" id="{C9435933-F98E-4A74-BC95-7554D6D1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33700"/>
            <a:ext cx="19050" cy="66675"/>
          </a:xfrm>
          <a:custGeom xmlns:a="http://schemas.openxmlformats.org/drawingml/2006/main">
            <a:pathLst>
              <a:path w="19050" h="66675">
                <a:moveTo>
                  <a:pt x="0" y="19050"/>
                </a:moveTo>
                <a:lnTo>
                  <a:pt x="19050" y="0"/>
                </a:lnTo>
                <a:lnTo>
                  <a:pt x="19050" y="4762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6F8"/>
          </a:solidFill>
          <a:ln xmlns:a="http://schemas.openxmlformats.org/drawingml/2006/main" w="0">
            <a:noFill/>
          </a:ln>
        </p:spPr>
      </p:sp>
      <p:sp>
        <p:nvSpPr>
          <p:cNvPr id="66" name="SE-053-63">
            <a:extLst xmlns:a="http://schemas.openxmlformats.org/drawingml/2006/main">
              <a:ext uri="{FF2B5EF4-FFF2-40B4-BE49-F238E27FC236}">
                <a16:creationId xmlns:a16="http://schemas.microsoft.com/office/drawing/2014/main" id="{0676D505-0A16-4AAD-A073-2614B0B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67" name="SE-053-path-64">
            <a:extLst xmlns:a="http://schemas.openxmlformats.org/drawingml/2006/main">
              <a:ext uri="{FF2B5EF4-FFF2-40B4-BE49-F238E27FC236}">
                <a16:creationId xmlns:a16="http://schemas.microsoft.com/office/drawing/2014/main" id="{4DF10B49-E0C5-4A9F-932A-3D874D8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7195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68" name="SE-053-path-65">
            <a:extLst xmlns:a="http://schemas.openxmlformats.org/drawingml/2006/main">
              <a:ext uri="{FF2B5EF4-FFF2-40B4-BE49-F238E27FC236}">
                <a16:creationId xmlns:a16="http://schemas.microsoft.com/office/drawing/2014/main" id="{5061F2FF-2E4C-441A-8122-AABA861B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69" name="SE-053-66">
            <a:extLst xmlns:a="http://schemas.openxmlformats.org/drawingml/2006/main">
              <a:ext uri="{FF2B5EF4-FFF2-40B4-BE49-F238E27FC236}">
                <a16:creationId xmlns:a16="http://schemas.microsoft.com/office/drawing/2014/main" id="{BD8B32B9-AD51-451D-A052-6B24FEB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5295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70" name="SE-053-path-67">
            <a:extLst xmlns:a="http://schemas.openxmlformats.org/drawingml/2006/main">
              <a:ext uri="{FF2B5EF4-FFF2-40B4-BE49-F238E27FC236}">
                <a16:creationId xmlns:a16="http://schemas.microsoft.com/office/drawing/2014/main" id="{D0E00408-E1F0-4E8A-A935-27CD378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7195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71" name="SE-053-path-68">
            <a:extLst xmlns:a="http://schemas.openxmlformats.org/drawingml/2006/main">
              <a:ext uri="{FF2B5EF4-FFF2-40B4-BE49-F238E27FC236}">
                <a16:creationId xmlns:a16="http://schemas.microsoft.com/office/drawing/2014/main" id="{0FA910C5-6849-4719-9D67-F7DF0B53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7195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72" name="SE-053-69">
            <a:extLst xmlns:a="http://schemas.openxmlformats.org/drawingml/2006/main">
              <a:ext uri="{FF2B5EF4-FFF2-40B4-BE49-F238E27FC236}">
                <a16:creationId xmlns:a16="http://schemas.microsoft.com/office/drawing/2014/main" id="{87F74354-5F77-44E0-9CA0-85DC5BA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55295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73" name="SE-053-path-70">
            <a:extLst xmlns:a="http://schemas.openxmlformats.org/drawingml/2006/main">
              <a:ext uri="{FF2B5EF4-FFF2-40B4-BE49-F238E27FC236}">
                <a16:creationId xmlns:a16="http://schemas.microsoft.com/office/drawing/2014/main" id="{262C09AE-7C3A-4EBF-8925-FB6C4C6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533400" cy="381000"/>
          </a:xfrm>
          <a:custGeom xmlns:a="http://schemas.openxmlformats.org/drawingml/2006/main">
            <a:pathLst>
              <a:path w="533400" h="381000">
                <a:moveTo>
                  <a:pt x="0" y="381000"/>
                </a:moveTo>
                <a:lnTo>
                  <a:pt x="361950" y="0"/>
                </a:lnTo>
                <a:lnTo>
                  <a:pt x="533400" y="0"/>
                </a:lnTo>
                <a:lnTo>
                  <a:pt x="171450" y="381000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74" name="SE-053-path-71">
            <a:extLst xmlns:a="http://schemas.openxmlformats.org/drawingml/2006/main">
              <a:ext uri="{FF2B5EF4-FFF2-40B4-BE49-F238E27FC236}">
                <a16:creationId xmlns:a16="http://schemas.microsoft.com/office/drawing/2014/main" id="{93608E7C-EB65-40C4-A4DA-F08A0F1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361950" cy="1352550"/>
          </a:xfrm>
          <a:custGeom xmlns:a="http://schemas.openxmlformats.org/drawingml/2006/main">
            <a:pathLst>
              <a:path w="361950" h="1352550">
                <a:moveTo>
                  <a:pt x="0" y="381000"/>
                </a:moveTo>
                <a:lnTo>
                  <a:pt x="361950" y="0"/>
                </a:lnTo>
                <a:lnTo>
                  <a:pt x="361950" y="971550"/>
                </a:lnTo>
                <a:lnTo>
                  <a:pt x="0" y="1352550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75" name="SE-053-72">
            <a:extLst xmlns:a="http://schemas.openxmlformats.org/drawingml/2006/main">
              <a:ext uri="{FF2B5EF4-FFF2-40B4-BE49-F238E27FC236}">
                <a16:creationId xmlns:a16="http://schemas.microsoft.com/office/drawing/2014/main" id="{0A4E9FB2-0B8B-415B-A234-06E69A5A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171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76" name="SE-053-path-73">
            <a:extLst xmlns:a="http://schemas.openxmlformats.org/drawingml/2006/main">
              <a:ext uri="{FF2B5EF4-FFF2-40B4-BE49-F238E27FC236}">
                <a16:creationId xmlns:a16="http://schemas.microsoft.com/office/drawing/2014/main" id="{B7238F87-253E-44B4-A587-B112DE4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2437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77" name="SE-053-path-74">
            <a:extLst xmlns:a="http://schemas.openxmlformats.org/drawingml/2006/main">
              <a:ext uri="{FF2B5EF4-FFF2-40B4-BE49-F238E27FC236}">
                <a16:creationId xmlns:a16="http://schemas.microsoft.com/office/drawing/2014/main" id="{7D1CE1CA-E009-4222-85DE-59CF0E1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78" name="SE-053-75">
            <a:extLst xmlns:a="http://schemas.openxmlformats.org/drawingml/2006/main">
              <a:ext uri="{FF2B5EF4-FFF2-40B4-BE49-F238E27FC236}">
                <a16:creationId xmlns:a16="http://schemas.microsoft.com/office/drawing/2014/main" id="{EEC75A07-F0BE-4565-8395-25F4D00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8630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79" name="SE-053-path-76">
            <a:extLst xmlns:a="http://schemas.openxmlformats.org/drawingml/2006/main">
              <a:ext uri="{FF2B5EF4-FFF2-40B4-BE49-F238E27FC236}">
                <a16:creationId xmlns:a16="http://schemas.microsoft.com/office/drawing/2014/main" id="{A926E962-BECA-4B27-A3F3-7AE0B0EE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2437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80" name="SE-053-path-77">
            <a:extLst xmlns:a="http://schemas.openxmlformats.org/drawingml/2006/main">
              <a:ext uri="{FF2B5EF4-FFF2-40B4-BE49-F238E27FC236}">
                <a16:creationId xmlns:a16="http://schemas.microsoft.com/office/drawing/2014/main" id="{5F284EEB-3AB0-4A09-84D0-09E67BF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52437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81" name="SE-053-78">
            <a:extLst xmlns:a="http://schemas.openxmlformats.org/drawingml/2006/main">
              <a:ext uri="{FF2B5EF4-FFF2-40B4-BE49-F238E27FC236}">
                <a16:creationId xmlns:a16="http://schemas.microsoft.com/office/drawing/2014/main" id="{2E44E8E8-5C3E-4A06-9A51-90544266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82" name="SE-053-path-79">
            <a:extLst xmlns:a="http://schemas.openxmlformats.org/drawingml/2006/main">
              <a:ext uri="{FF2B5EF4-FFF2-40B4-BE49-F238E27FC236}">
                <a16:creationId xmlns:a16="http://schemas.microsoft.com/office/drawing/2014/main" id="{7AF4D03D-1ED1-4548-8AD0-243E449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24375"/>
            <a:ext cx="438150" cy="161925"/>
          </a:xfrm>
          <a:custGeom xmlns:a="http://schemas.openxmlformats.org/drawingml/2006/main">
            <a:pathLst>
              <a:path w="438150" h="161925">
                <a:moveTo>
                  <a:pt x="0" y="161925"/>
                </a:moveTo>
                <a:lnTo>
                  <a:pt x="171450" y="0"/>
                </a:lnTo>
                <a:lnTo>
                  <a:pt x="438150" y="0"/>
                </a:lnTo>
                <a:lnTo>
                  <a:pt x="266700" y="16192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83" name="SE-053-path-80">
            <a:extLst xmlns:a="http://schemas.openxmlformats.org/drawingml/2006/main">
              <a:ext uri="{FF2B5EF4-FFF2-40B4-BE49-F238E27FC236}">
                <a16:creationId xmlns:a16="http://schemas.microsoft.com/office/drawing/2014/main" id="{3BAF0C59-4980-46D0-8BDC-242C0509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24375"/>
            <a:ext cx="171450" cy="771525"/>
          </a:xfrm>
          <a:custGeom xmlns:a="http://schemas.openxmlformats.org/drawingml/2006/main">
            <a:pathLst>
              <a:path w="171450" h="771525">
                <a:moveTo>
                  <a:pt x="0" y="161925"/>
                </a:moveTo>
                <a:lnTo>
                  <a:pt x="171450" y="0"/>
                </a:lnTo>
                <a:lnTo>
                  <a:pt x="171450" y="609600"/>
                </a:lnTo>
                <a:lnTo>
                  <a:pt x="0" y="77152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84" name="SE-053-81">
            <a:extLst xmlns:a="http://schemas.openxmlformats.org/drawingml/2006/main">
              <a:ext uri="{FF2B5EF4-FFF2-40B4-BE49-F238E27FC236}">
                <a16:creationId xmlns:a16="http://schemas.microsoft.com/office/drawing/2014/main" id="{6CF1F766-5A10-420F-8AEC-A5758F4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6300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85" name="SE-053-path-82">
            <a:extLst xmlns:a="http://schemas.openxmlformats.org/drawingml/2006/main">
              <a:ext uri="{FF2B5EF4-FFF2-40B4-BE49-F238E27FC236}">
                <a16:creationId xmlns:a16="http://schemas.microsoft.com/office/drawing/2014/main" id="{A523CF6C-E5A8-4272-8917-0406454F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00600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86" name="SE-053-path-83">
            <a:extLst xmlns:a="http://schemas.openxmlformats.org/drawingml/2006/main">
              <a:ext uri="{FF2B5EF4-FFF2-40B4-BE49-F238E27FC236}">
                <a16:creationId xmlns:a16="http://schemas.microsoft.com/office/drawing/2014/main" id="{B22C611A-57F1-4882-9A39-270AB4F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87" name="SE-053-84">
            <a:extLst xmlns:a="http://schemas.openxmlformats.org/drawingml/2006/main">
              <a:ext uri="{FF2B5EF4-FFF2-40B4-BE49-F238E27FC236}">
                <a16:creationId xmlns:a16="http://schemas.microsoft.com/office/drawing/2014/main" id="{93ADAF7E-EC17-42E2-8FC2-8ADD8C8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67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88" name="SE-053-path-85">
            <a:extLst xmlns:a="http://schemas.openxmlformats.org/drawingml/2006/main">
              <a:ext uri="{FF2B5EF4-FFF2-40B4-BE49-F238E27FC236}">
                <a16:creationId xmlns:a16="http://schemas.microsoft.com/office/drawing/2014/main" id="{87D2F94C-229A-4B38-AC7C-D0AADD6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800600"/>
            <a:ext cx="428625" cy="66675"/>
          </a:xfrm>
          <a:custGeom xmlns:a="http://schemas.openxmlformats.org/drawingml/2006/main">
            <a:pathLst>
              <a:path w="428625" h="66675">
                <a:moveTo>
                  <a:pt x="0" y="66675"/>
                </a:moveTo>
                <a:lnTo>
                  <a:pt x="66675" y="0"/>
                </a:lnTo>
                <a:lnTo>
                  <a:pt x="428625" y="0"/>
                </a:lnTo>
                <a:lnTo>
                  <a:pt x="361950" y="66675"/>
                </a:lnTo>
                <a:close/>
              </a:path>
            </a:pathLst>
          </a:custGeom>
          <a:solidFill xmlns:a="http://schemas.openxmlformats.org/drawingml/2006/main">
            <a:srgbClr val="FFE69A"/>
          </a:solidFill>
          <a:ln xmlns:a="http://schemas.openxmlformats.org/drawingml/2006/main" w="0">
            <a:noFill/>
          </a:ln>
        </p:spPr>
      </p:sp>
      <p:sp>
        <p:nvSpPr>
          <p:cNvPr id="89" name="SE-053-path-86">
            <a:extLst xmlns:a="http://schemas.openxmlformats.org/drawingml/2006/main">
              <a:ext uri="{FF2B5EF4-FFF2-40B4-BE49-F238E27FC236}">
                <a16:creationId xmlns:a16="http://schemas.microsoft.com/office/drawing/2014/main" id="{CDB2CDC1-532D-462E-B2F3-DE486C9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800600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66675"/>
                </a:moveTo>
                <a:lnTo>
                  <a:pt x="66675" y="0"/>
                </a:lnTo>
                <a:lnTo>
                  <a:pt x="66675" y="190500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0">
            <a:noFill/>
          </a:ln>
        </p:spPr>
      </p:sp>
      <p:sp>
        <p:nvSpPr>
          <p:cNvPr id="90" name="SE-053-87">
            <a:extLst xmlns:a="http://schemas.openxmlformats.org/drawingml/2006/main">
              <a:ext uri="{FF2B5EF4-FFF2-40B4-BE49-F238E27FC236}">
                <a16:creationId xmlns:a16="http://schemas.microsoft.com/office/drawing/2014/main" id="{73AD94E9-7865-4E37-BE4E-9E0B89C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867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5715">
            <a:solidFill>
              <a:srgbClr val="FFE69A"/>
            </a:solidFill>
          </a:ln>
        </p:spPr>
      </p:sp>
      <p:sp>
        <p:nvSpPr>
          <p:cNvPr id="91" name="SE-053-path-88">
            <a:extLst xmlns:a="http://schemas.openxmlformats.org/drawingml/2006/main">
              <a:ext uri="{FF2B5EF4-FFF2-40B4-BE49-F238E27FC236}">
                <a16:creationId xmlns:a16="http://schemas.microsoft.com/office/drawing/2014/main" id="{16F7340B-78D0-47AF-8F8B-8E836293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57750"/>
            <a:ext cx="314325" cy="28575"/>
          </a:xfrm>
          <a:custGeom xmlns:a="http://schemas.openxmlformats.org/drawingml/2006/main">
            <a:pathLst>
              <a:path w="314325" h="28575">
                <a:moveTo>
                  <a:pt x="0" y="28575"/>
                </a:moveTo>
                <a:lnTo>
                  <a:pt x="38100" y="0"/>
                </a:lnTo>
                <a:lnTo>
                  <a:pt x="314325" y="0"/>
                </a:lnTo>
                <a:lnTo>
                  <a:pt x="276225" y="28575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92" name="SE-053-path-89">
            <a:extLst xmlns:a="http://schemas.openxmlformats.org/drawingml/2006/main">
              <a:ext uri="{FF2B5EF4-FFF2-40B4-BE49-F238E27FC236}">
                <a16:creationId xmlns:a16="http://schemas.microsoft.com/office/drawing/2014/main" id="{5649E9F0-2DC2-4F0C-8B9A-5FE6DBE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57750"/>
            <a:ext cx="38100" cy="123825"/>
          </a:xfrm>
          <a:custGeom xmlns:a="http://schemas.openxmlformats.org/drawingml/2006/main">
            <a:pathLst>
              <a:path w="38100" h="123825">
                <a:moveTo>
                  <a:pt x="0" y="28575"/>
                </a:moveTo>
                <a:lnTo>
                  <a:pt x="38100" y="0"/>
                </a:lnTo>
                <a:lnTo>
                  <a:pt x="38100" y="952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93" name="SE-053-90">
            <a:extLst xmlns:a="http://schemas.openxmlformats.org/drawingml/2006/main">
              <a:ext uri="{FF2B5EF4-FFF2-40B4-BE49-F238E27FC236}">
                <a16:creationId xmlns:a16="http://schemas.microsoft.com/office/drawing/2014/main" id="{F6A7815F-1D63-4A9D-B502-D404EBAD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86325"/>
            <a:ext cx="276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94" name="SE-053-path-91">
            <a:extLst xmlns:a="http://schemas.openxmlformats.org/drawingml/2006/main">
              <a:ext uri="{FF2B5EF4-FFF2-40B4-BE49-F238E27FC236}">
                <a16:creationId xmlns:a16="http://schemas.microsoft.com/office/drawing/2014/main" id="{8FF9C1D1-F21B-4772-9273-52BE7C28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95850"/>
            <a:ext cx="438150" cy="19050"/>
          </a:xfrm>
          <a:custGeom xmlns:a="http://schemas.openxmlformats.org/drawingml/2006/main">
            <a:pathLst>
              <a:path w="438150" h="19050">
                <a:moveTo>
                  <a:pt x="0" y="19050"/>
                </a:moveTo>
                <a:lnTo>
                  <a:pt x="19050" y="0"/>
                </a:lnTo>
                <a:lnTo>
                  <a:pt x="438150" y="0"/>
                </a:lnTo>
                <a:lnTo>
                  <a:pt x="419100" y="19050"/>
                </a:lnTo>
                <a:close/>
              </a:path>
            </a:pathLst>
          </a:custGeom>
          <a:solidFill xmlns:a="http://schemas.openxmlformats.org/drawingml/2006/main">
            <a:srgbClr val="D2E0B8"/>
          </a:solidFill>
          <a:ln xmlns:a="http://schemas.openxmlformats.org/drawingml/2006/main" w="0">
            <a:noFill/>
          </a:ln>
        </p:spPr>
      </p:sp>
      <p:sp>
        <p:nvSpPr>
          <p:cNvPr id="95" name="SE-053-path-92">
            <a:extLst xmlns:a="http://schemas.openxmlformats.org/drawingml/2006/main">
              <a:ext uri="{FF2B5EF4-FFF2-40B4-BE49-F238E27FC236}">
                <a16:creationId xmlns:a16="http://schemas.microsoft.com/office/drawing/2014/main" id="{AC719B94-F0D5-47AC-BFF5-B82EFE5F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95850"/>
            <a:ext cx="19050" cy="66675"/>
          </a:xfrm>
          <a:custGeom xmlns:a="http://schemas.openxmlformats.org/drawingml/2006/main">
            <a:pathLst>
              <a:path w="19050" h="66675">
                <a:moveTo>
                  <a:pt x="0" y="19050"/>
                </a:moveTo>
                <a:lnTo>
                  <a:pt x="19050" y="0"/>
                </a:lnTo>
                <a:lnTo>
                  <a:pt x="19050" y="4762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3F7ED"/>
          </a:solidFill>
          <a:ln xmlns:a="http://schemas.openxmlformats.org/drawingml/2006/main" w="0">
            <a:noFill/>
          </a:ln>
        </p:spPr>
      </p:sp>
      <p:sp>
        <p:nvSpPr>
          <p:cNvPr id="96" name="SE-053-93">
            <a:extLst xmlns:a="http://schemas.openxmlformats.org/drawingml/2006/main">
              <a:ext uri="{FF2B5EF4-FFF2-40B4-BE49-F238E27FC236}">
                <a16:creationId xmlns:a16="http://schemas.microsoft.com/office/drawing/2014/main" id="{04A8B87D-016C-4E6F-94B4-1D92A92E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149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97" name="SE-053-94">
            <a:extLst xmlns:a="http://schemas.openxmlformats.org/drawingml/2006/main">
              <a:ext uri="{FF2B5EF4-FFF2-40B4-BE49-F238E27FC236}">
                <a16:creationId xmlns:a16="http://schemas.microsoft.com/office/drawing/2014/main" id="{2868C387-9B6D-4260-BD48-929AA46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6725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AD8"/>
          </a:solidFill>
          <a:ln xmlns:a="http://schemas.openxmlformats.org/drawingml/2006/main" w="5715">
            <a:solidFill>
              <a:srgbClr val="E5B4B0"/>
            </a:solidFill>
          </a:ln>
        </p:spPr>
      </p:sp>
      <p:sp>
        <p:nvSpPr>
          <p:cNvPr id="98" name="SE-053-95">
            <a:extLst xmlns:a="http://schemas.openxmlformats.org/drawingml/2006/main">
              <a:ext uri="{FF2B5EF4-FFF2-40B4-BE49-F238E27FC236}">
                <a16:creationId xmlns:a16="http://schemas.microsoft.com/office/drawing/2014/main" id="{4C511310-C234-419F-9525-239FD22E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765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3"/>
          </a:solidFill>
          <a:ln xmlns:a="http://schemas.openxmlformats.org/drawingml/2006/main" w="5715">
            <a:solidFill>
              <a:srgbClr val="AEDCE6"/>
            </a:solidFill>
          </a:ln>
        </p:spPr>
      </p:sp>
      <p:sp>
        <p:nvSpPr>
          <p:cNvPr id="99" name="SE-053-96">
            <a:extLst xmlns:a="http://schemas.openxmlformats.org/drawingml/2006/main">
              <a:ext uri="{FF2B5EF4-FFF2-40B4-BE49-F238E27FC236}">
                <a16:creationId xmlns:a16="http://schemas.microsoft.com/office/drawing/2014/main" id="{AE93280D-5D70-453B-904C-B580D7D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386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DF"/>
          </a:solidFill>
          <a:ln xmlns:a="http://schemas.openxmlformats.org/drawingml/2006/main" w="5715">
            <a:solidFill>
              <a:srgbClr val="D2E0B8"/>
            </a:solidFill>
          </a:ln>
        </p:spPr>
      </p:sp>
      <p:sp>
        <p:nvSpPr>
          <p:cNvPr id="100" name="SE-053-97">
            <a:extLst xmlns:a="http://schemas.openxmlformats.org/drawingml/2006/main">
              <a:ext uri="{FF2B5EF4-FFF2-40B4-BE49-F238E27FC236}">
                <a16:creationId xmlns:a16="http://schemas.microsoft.com/office/drawing/2014/main" id="{2A959066-F0FC-4F8C-94CB-AD08517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811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extractor (3D CNN)</a:t>
            </a:r>
          </a:p>
        </p:txBody>
      </p:sp>
      <p:sp>
        <p:nvSpPr>
          <p:cNvPr id="101" name="SE-053-98">
            <a:extLst xmlns:a="http://schemas.openxmlformats.org/drawingml/2006/main">
              <a:ext uri="{FF2B5EF4-FFF2-40B4-BE49-F238E27FC236}">
                <a16:creationId xmlns:a16="http://schemas.microsoft.com/office/drawing/2014/main" id="{A5E72FA6-0D26-48B6-A59F-2B87BF55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extractor (3D CNN)</a:t>
            </a:r>
          </a:p>
        </p:txBody>
      </p:sp>
      <p:sp>
        <p:nvSpPr>
          <p:cNvPr id="102" name="SE-053-99">
            <a:extLst xmlns:a="http://schemas.openxmlformats.org/drawingml/2006/main">
              <a:ext uri="{FF2B5EF4-FFF2-40B4-BE49-F238E27FC236}">
                <a16:creationId xmlns:a16="http://schemas.microsoft.com/office/drawing/2014/main" id="{C77C2DB0-FF4E-49F7-AFB6-0F2EEFD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245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extractor (3D CNN)</a:t>
            </a:r>
          </a:p>
        </p:txBody>
      </p:sp>
      <p:sp>
        <p:nvSpPr>
          <p:cNvPr id="103" name="SE-053-path-100">
            <a:extLst xmlns:a="http://schemas.openxmlformats.org/drawingml/2006/main">
              <a:ext uri="{FF2B5EF4-FFF2-40B4-BE49-F238E27FC236}">
                <a16:creationId xmlns:a16="http://schemas.microsoft.com/office/drawing/2014/main" id="{38188402-73DD-4B06-9A0D-AE3B38F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42950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04" name="SE-053-path-101">
            <a:extLst xmlns:a="http://schemas.openxmlformats.org/drawingml/2006/main">
              <a:ext uri="{FF2B5EF4-FFF2-40B4-BE49-F238E27FC236}">
                <a16:creationId xmlns:a16="http://schemas.microsoft.com/office/drawing/2014/main" id="{59EDF79B-CFA7-466A-AB42-1265C13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43200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05" name="SE-053-path-102">
            <a:extLst xmlns:a="http://schemas.openxmlformats.org/drawingml/2006/main">
              <a:ext uri="{FF2B5EF4-FFF2-40B4-BE49-F238E27FC236}">
                <a16:creationId xmlns:a16="http://schemas.microsoft.com/office/drawing/2014/main" id="{C73F30AE-D8E8-4A2D-A8BF-B9452EA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14875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106" name="SE-053-path-103">
            <a:extLst xmlns:a="http://schemas.openxmlformats.org/drawingml/2006/main">
              <a:ext uri="{FF2B5EF4-FFF2-40B4-BE49-F238E27FC236}">
                <a16:creationId xmlns:a16="http://schemas.microsoft.com/office/drawing/2014/main" id="{298645A3-2653-4148-AF40-7BDE738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33450"/>
            <a:ext cx="714375" cy="2009775"/>
          </a:xfrm>
          <a:custGeom xmlns:a="http://schemas.openxmlformats.org/drawingml/2006/main">
            <a:pathLst>
              <a:path w="714375" h="2009775">
                <a:moveTo>
                  <a:pt x="0" y="0"/>
                </a:moveTo>
                <a:lnTo>
                  <a:pt x="714375" y="0"/>
                </a:lnTo>
                <a:lnTo>
                  <a:pt x="714375" y="20097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86E68"/>
            </a:solidFill>
          </a:ln>
        </p:spPr>
      </p:sp>
      <p:sp>
        <p:nvSpPr>
          <p:cNvPr id="107" name="SE-053-path-104">
            <a:extLst xmlns:a="http://schemas.openxmlformats.org/drawingml/2006/main">
              <a:ext uri="{FF2B5EF4-FFF2-40B4-BE49-F238E27FC236}">
                <a16:creationId xmlns:a16="http://schemas.microsoft.com/office/drawing/2014/main" id="{7255FDDF-555E-4BA0-B0EC-78AEB82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43225"/>
            <a:ext cx="714375" cy="1962150"/>
          </a:xfrm>
          <a:custGeom xmlns:a="http://schemas.openxmlformats.org/drawingml/2006/main">
            <a:pathLst>
              <a:path w="714375" h="1962150">
                <a:moveTo>
                  <a:pt x="0" y="1962150"/>
                </a:moveTo>
                <a:lnTo>
                  <a:pt x="714375" y="1962150"/>
                </a:ln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B777"/>
            </a:solidFill>
          </a:ln>
        </p:spPr>
      </p:sp>
      <p:sp>
        <p:nvSpPr>
          <p:cNvPr id="108" name="SE-053-path-105">
            <a:extLst xmlns:a="http://schemas.openxmlformats.org/drawingml/2006/main">
              <a:ext uri="{FF2B5EF4-FFF2-40B4-BE49-F238E27FC236}">
                <a16:creationId xmlns:a16="http://schemas.microsoft.com/office/drawing/2014/main" id="{DA628FB1-16C4-41DE-A1DD-2A666310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43225"/>
            <a:ext cx="1257300" cy="95"/>
          </a:xfrm>
          <a:custGeom xmlns:a="http://schemas.openxmlformats.org/drawingml/2006/main">
            <a:pathLst>
              <a:path w="1257300" h="95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4A9EA8"/>
            </a:solidFill>
          </a:ln>
        </p:spPr>
      </p:sp>
      <p:sp>
        <p:nvSpPr>
          <p:cNvPr id="109" name="SE-053-path-106">
            <a:extLst xmlns:a="http://schemas.openxmlformats.org/drawingml/2006/main">
              <a:ext uri="{FF2B5EF4-FFF2-40B4-BE49-F238E27FC236}">
                <a16:creationId xmlns:a16="http://schemas.microsoft.com/office/drawing/2014/main" id="{0043ED3E-5D49-4922-8530-D005AB5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110" y="2912436"/>
            <a:ext cx="59140" cy="61578"/>
          </a:xfrm>
          <a:custGeom xmlns:a="http://schemas.openxmlformats.org/drawingml/2006/main">
            <a:pathLst>
              <a:path w="59140" h="61578">
                <a:moveTo>
                  <a:pt x="0" y="61578"/>
                </a:moveTo>
                <a:lnTo>
                  <a:pt x="59140" y="307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A9EA8"/>
          </a:solidFill>
          <a:ln xmlns:a="http://schemas.openxmlformats.org/drawingml/2006/main" w="11430">
            <a:solidFill>
              <a:srgbClr val="4A9EA8"/>
            </a:solidFill>
          </a:ln>
        </p:spPr>
      </p:sp>
      <p:sp>
        <p:nvSpPr>
          <p:cNvPr id="110" name="SE-053-107">
            <a:extLst xmlns:a="http://schemas.openxmlformats.org/drawingml/2006/main">
              <a:ext uri="{FF2B5EF4-FFF2-40B4-BE49-F238E27FC236}">
                <a16:creationId xmlns:a16="http://schemas.microsoft.com/office/drawing/2014/main" id="{411AF686-F079-4B35-9570-06112891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3845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8A4"/>
          </a:solidFill>
          <a:ln xmlns:a="http://schemas.openxmlformats.org/drawingml/2006/main" w="0">
            <a:noFill/>
          </a:ln>
        </p:spPr>
      </p:sp>
      <p:sp>
        <p:nvSpPr>
          <p:cNvPr id="111" name="SE-053-path-108">
            <a:extLst xmlns:a="http://schemas.openxmlformats.org/drawingml/2006/main">
              <a:ext uri="{FF2B5EF4-FFF2-40B4-BE49-F238E27FC236}">
                <a16:creationId xmlns:a16="http://schemas.microsoft.com/office/drawing/2014/main" id="{DFCCF48F-61F1-4619-80D2-D41AA1E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088" y="2876550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12" name="SE-053-path-109">
            <a:extLst xmlns:a="http://schemas.openxmlformats.org/drawingml/2006/main">
              <a:ext uri="{FF2B5EF4-FFF2-40B4-BE49-F238E27FC236}">
                <a16:creationId xmlns:a16="http://schemas.microsoft.com/office/drawing/2014/main" id="{4220D80D-8383-40AD-BA01-D9B1D43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38463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13" name="SE-053-110">
            <a:extLst xmlns:a="http://schemas.openxmlformats.org/drawingml/2006/main">
              <a:ext uri="{FF2B5EF4-FFF2-40B4-BE49-F238E27FC236}">
                <a16:creationId xmlns:a16="http://schemas.microsoft.com/office/drawing/2014/main" id="{B4C33B69-800B-4BF2-B99A-52A36A7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956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Concatenate</a:t>
            </a:r>
          </a:p>
        </p:txBody>
      </p:sp>
      <p:sp>
        <p:nvSpPr>
          <p:cNvPr id="114" name="SE-053-111">
            <a:extLst xmlns:a="http://schemas.openxmlformats.org/drawingml/2006/main">
              <a:ext uri="{FF2B5EF4-FFF2-40B4-BE49-F238E27FC236}">
                <a16:creationId xmlns:a16="http://schemas.microsoft.com/office/drawing/2014/main" id="{620A7F92-A89D-4CDD-82E9-BAF4320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11430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15" name="SE-053-112">
            <a:extLst xmlns:a="http://schemas.openxmlformats.org/drawingml/2006/main">
              <a:ext uri="{FF2B5EF4-FFF2-40B4-BE49-F238E27FC236}">
                <a16:creationId xmlns:a16="http://schemas.microsoft.com/office/drawing/2014/main" id="{3D388779-C114-4E67-B2E9-F161875A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918D"/>
          </a:solidFill>
          <a:ln xmlns:a="http://schemas.openxmlformats.org/drawingml/2006/main" w="0">
            <a:noFill/>
          </a:ln>
        </p:spPr>
      </p:sp>
      <p:sp>
        <p:nvSpPr>
          <p:cNvPr id="116" name="SE-053-113">
            <a:extLst xmlns:a="http://schemas.openxmlformats.org/drawingml/2006/main">
              <a:ext uri="{FF2B5EF4-FFF2-40B4-BE49-F238E27FC236}">
                <a16:creationId xmlns:a16="http://schemas.microsoft.com/office/drawing/2014/main" id="{B98A258C-45BF-48A6-B14F-FB596AC2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076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CEE0"/>
          </a:solidFill>
          <a:ln xmlns:a="http://schemas.openxmlformats.org/drawingml/2006/main" w="0">
            <a:noFill/>
          </a:ln>
        </p:spPr>
      </p:sp>
      <p:sp>
        <p:nvSpPr>
          <p:cNvPr id="117" name="SE-053-114">
            <a:extLst xmlns:a="http://schemas.openxmlformats.org/drawingml/2006/main">
              <a:ext uri="{FF2B5EF4-FFF2-40B4-BE49-F238E27FC236}">
                <a16:creationId xmlns:a16="http://schemas.microsoft.com/office/drawing/2014/main" id="{FE777AE2-7A33-4912-8B2A-813E9F41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98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AB6C"/>
          </a:solidFill>
          <a:ln xmlns:a="http://schemas.openxmlformats.org/drawingml/2006/main" w="0">
            <a:noFill/>
          </a:ln>
        </p:spPr>
      </p:sp>
      <p:sp>
        <p:nvSpPr>
          <p:cNvPr id="118" name="SE-053-115">
            <a:extLst xmlns:a="http://schemas.openxmlformats.org/drawingml/2006/main">
              <a:ext uri="{FF2B5EF4-FFF2-40B4-BE49-F238E27FC236}">
                <a16:creationId xmlns:a16="http://schemas.microsoft.com/office/drawing/2014/main" id="{B257EDD3-D642-4108-B47B-072DD422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88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B778"/>
          </a:solidFill>
          <a:ln xmlns:a="http://schemas.openxmlformats.org/drawingml/2006/main" w="0">
            <a:noFill/>
          </a:ln>
        </p:spPr>
      </p:sp>
      <p:sp>
        <p:nvSpPr>
          <p:cNvPr id="119" name="SE-053-116">
            <a:extLst xmlns:a="http://schemas.openxmlformats.org/drawingml/2006/main">
              <a:ext uri="{FF2B5EF4-FFF2-40B4-BE49-F238E27FC236}">
                <a16:creationId xmlns:a16="http://schemas.microsoft.com/office/drawing/2014/main" id="{4D3B592B-B7B8-474A-94DD-FE557DA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79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391"/>
          </a:solidFill>
          <a:ln xmlns:a="http://schemas.openxmlformats.org/drawingml/2006/main" w="0">
            <a:noFill/>
          </a:ln>
        </p:spPr>
      </p:sp>
      <p:sp>
        <p:nvSpPr>
          <p:cNvPr id="120" name="SE-053-117">
            <a:extLst xmlns:a="http://schemas.openxmlformats.org/drawingml/2006/main">
              <a:ext uri="{FF2B5EF4-FFF2-40B4-BE49-F238E27FC236}">
                <a16:creationId xmlns:a16="http://schemas.microsoft.com/office/drawing/2014/main" id="{6CC126BC-2CF6-46C5-9F3F-A4EA1DA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70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AA"/>
          </a:solidFill>
          <a:ln xmlns:a="http://schemas.openxmlformats.org/drawingml/2006/main" w="0">
            <a:noFill/>
          </a:ln>
        </p:spPr>
      </p:sp>
      <p:sp>
        <p:nvSpPr>
          <p:cNvPr id="121" name="SE-053-118">
            <a:extLst xmlns:a="http://schemas.openxmlformats.org/drawingml/2006/main">
              <a:ext uri="{FF2B5EF4-FFF2-40B4-BE49-F238E27FC236}">
                <a16:creationId xmlns:a16="http://schemas.microsoft.com/office/drawing/2014/main" id="{CD325E81-186F-4A25-B8E4-4C439A20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260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C46E"/>
          </a:solidFill>
          <a:ln xmlns:a="http://schemas.openxmlformats.org/drawingml/2006/main" w="0">
            <a:noFill/>
          </a:ln>
        </p:spPr>
      </p:sp>
      <p:sp>
        <p:nvSpPr>
          <p:cNvPr id="122" name="SE-053-119">
            <a:extLst xmlns:a="http://schemas.openxmlformats.org/drawingml/2006/main">
              <a:ext uri="{FF2B5EF4-FFF2-40B4-BE49-F238E27FC236}">
                <a16:creationId xmlns:a16="http://schemas.microsoft.com/office/drawing/2014/main" id="{BB889515-A239-4311-9C6D-8FF4E79B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512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A52"/>
          </a:solidFill>
          <a:ln xmlns:a="http://schemas.openxmlformats.org/drawingml/2006/main" w="0">
            <a:noFill/>
          </a:ln>
        </p:spPr>
      </p:sp>
      <p:sp>
        <p:nvSpPr>
          <p:cNvPr id="123" name="SE-053-120">
            <a:extLst xmlns:a="http://schemas.openxmlformats.org/drawingml/2006/main">
              <a:ext uri="{FF2B5EF4-FFF2-40B4-BE49-F238E27FC236}">
                <a16:creationId xmlns:a16="http://schemas.microsoft.com/office/drawing/2014/main" id="{C05B7876-F178-4B4E-BAF8-6FB90C3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4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C16B"/>
          </a:solidFill>
          <a:ln xmlns:a="http://schemas.openxmlformats.org/drawingml/2006/main" w="0">
            <a:noFill/>
          </a:ln>
        </p:spPr>
      </p:sp>
      <p:sp>
        <p:nvSpPr>
          <p:cNvPr id="124" name="SE-053-121">
            <a:extLst xmlns:a="http://schemas.openxmlformats.org/drawingml/2006/main">
              <a:ext uri="{FF2B5EF4-FFF2-40B4-BE49-F238E27FC236}">
                <a16:creationId xmlns:a16="http://schemas.microsoft.com/office/drawing/2014/main" id="{5802B201-E538-4288-B5CB-02DF7C7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5325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FC1"/>
          </a:solidFill>
          <a:ln xmlns:a="http://schemas.openxmlformats.org/drawingml/2006/main" w="0">
            <a:noFill/>
          </a:ln>
        </p:spPr>
      </p:sp>
      <p:sp>
        <p:nvSpPr>
          <p:cNvPr id="125" name="SE-053-122">
            <a:extLst xmlns:a="http://schemas.openxmlformats.org/drawingml/2006/main">
              <a:ext uri="{FF2B5EF4-FFF2-40B4-BE49-F238E27FC236}">
                <a16:creationId xmlns:a16="http://schemas.microsoft.com/office/drawing/2014/main" id="{1147851F-DD9B-47CC-837C-7F033611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623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F41"/>
          </a:solidFill>
          <a:ln xmlns:a="http://schemas.openxmlformats.org/drawingml/2006/main" w="0">
            <a:noFill/>
          </a:ln>
        </p:spPr>
      </p:sp>
      <p:sp>
        <p:nvSpPr>
          <p:cNvPr id="126" name="SE-053-123">
            <a:extLst xmlns:a="http://schemas.openxmlformats.org/drawingml/2006/main">
              <a:ext uri="{FF2B5EF4-FFF2-40B4-BE49-F238E27FC236}">
                <a16:creationId xmlns:a16="http://schemas.microsoft.com/office/drawing/2014/main" id="{A6461386-8C97-44DA-BE82-BCE47E8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37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A963"/>
          </a:solidFill>
          <a:ln xmlns:a="http://schemas.openxmlformats.org/drawingml/2006/main" w="0">
            <a:noFill/>
          </a:ln>
        </p:spPr>
      </p:sp>
      <p:sp>
        <p:nvSpPr>
          <p:cNvPr id="127" name="SE-053-124">
            <a:extLst xmlns:a="http://schemas.openxmlformats.org/drawingml/2006/main">
              <a:ext uri="{FF2B5EF4-FFF2-40B4-BE49-F238E27FC236}">
                <a16:creationId xmlns:a16="http://schemas.microsoft.com/office/drawing/2014/main" id="{1EF33CEA-1716-4A1C-ACDD-B24244B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04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AA65"/>
          </a:solidFill>
          <a:ln xmlns:a="http://schemas.openxmlformats.org/drawingml/2006/main" w="0">
            <a:noFill/>
          </a:ln>
        </p:spPr>
      </p:sp>
      <p:sp>
        <p:nvSpPr>
          <p:cNvPr id="128" name="SE-053-125">
            <a:extLst xmlns:a="http://schemas.openxmlformats.org/drawingml/2006/main">
              <a:ext uri="{FF2B5EF4-FFF2-40B4-BE49-F238E27FC236}">
                <a16:creationId xmlns:a16="http://schemas.microsoft.com/office/drawing/2014/main" id="{56DB8C1F-5E2F-470B-828D-99580869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94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DCDB"/>
          </a:solidFill>
          <a:ln xmlns:a="http://schemas.openxmlformats.org/drawingml/2006/main" w="0">
            <a:noFill/>
          </a:ln>
        </p:spPr>
      </p:sp>
      <p:sp>
        <p:nvSpPr>
          <p:cNvPr id="129" name="SE-053-126">
            <a:extLst xmlns:a="http://schemas.openxmlformats.org/drawingml/2006/main">
              <a:ext uri="{FF2B5EF4-FFF2-40B4-BE49-F238E27FC236}">
                <a16:creationId xmlns:a16="http://schemas.microsoft.com/office/drawing/2014/main" id="{5391AB6C-1EFD-40BD-A04C-6E22B8E1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81425"/>
            <a:ext cx="876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30" name="SE-053-path-127">
            <a:extLst xmlns:a="http://schemas.openxmlformats.org/drawingml/2006/main">
              <a:ext uri="{FF2B5EF4-FFF2-40B4-BE49-F238E27FC236}">
                <a16:creationId xmlns:a16="http://schemas.microsoft.com/office/drawing/2014/main" id="{BE9C6966-FB3F-4A1D-ADF3-F1CEE4D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43225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1" name="SE-053-128">
            <a:extLst xmlns:a="http://schemas.openxmlformats.org/drawingml/2006/main">
              <a:ext uri="{FF2B5EF4-FFF2-40B4-BE49-F238E27FC236}">
                <a16:creationId xmlns:a16="http://schemas.microsoft.com/office/drawing/2014/main" id="{AACC0700-FB8E-451F-B33A-1B7CEA09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24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2" name="SE-053-path-129">
            <a:extLst xmlns:a="http://schemas.openxmlformats.org/drawingml/2006/main">
              <a:ext uri="{FF2B5EF4-FFF2-40B4-BE49-F238E27FC236}">
                <a16:creationId xmlns:a16="http://schemas.microsoft.com/office/drawing/2014/main" id="{4C123B1F-C32A-4E02-A79D-6030407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33450"/>
            <a:ext cx="95" cy="3981450"/>
          </a:xfrm>
          <a:custGeom xmlns:a="http://schemas.openxmlformats.org/drawingml/2006/main">
            <a:pathLst>
              <a:path w="95" h="3981450">
                <a:moveTo>
                  <a:pt x="0" y="0"/>
                </a:moveTo>
                <a:lnTo>
                  <a:pt x="0" y="398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3" name="SE-053-path-130">
            <a:extLst xmlns:a="http://schemas.openxmlformats.org/drawingml/2006/main">
              <a:ext uri="{FF2B5EF4-FFF2-40B4-BE49-F238E27FC236}">
                <a16:creationId xmlns:a16="http://schemas.microsoft.com/office/drawing/2014/main" id="{76DFF3ED-B20B-44B9-B0EB-8CDB065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33450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4" name="SE-053-path-131">
            <a:extLst xmlns:a="http://schemas.openxmlformats.org/drawingml/2006/main">
              <a:ext uri="{FF2B5EF4-FFF2-40B4-BE49-F238E27FC236}">
                <a16:creationId xmlns:a16="http://schemas.microsoft.com/office/drawing/2014/main" id="{15A234A9-8600-4656-886E-F6CFA573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33" y="907059"/>
            <a:ext cx="50692" cy="52781"/>
          </a:xfrm>
          <a:custGeom xmlns:a="http://schemas.openxmlformats.org/drawingml/2006/main"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5" name="SE-053-path-132">
            <a:extLst xmlns:a="http://schemas.openxmlformats.org/drawingml/2006/main">
              <a:ext uri="{FF2B5EF4-FFF2-40B4-BE49-F238E27FC236}">
                <a16:creationId xmlns:a16="http://schemas.microsoft.com/office/drawing/2014/main" id="{980D967A-D97F-4170-B2AD-B53D4E5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6" name="SE-053-path-133">
            <a:extLst xmlns:a="http://schemas.openxmlformats.org/drawingml/2006/main">
              <a:ext uri="{FF2B5EF4-FFF2-40B4-BE49-F238E27FC236}">
                <a16:creationId xmlns:a16="http://schemas.microsoft.com/office/drawing/2014/main" id="{9D213B23-0984-4871-9F34-CCB3923F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33" y="2916834"/>
            <a:ext cx="50692" cy="52781"/>
          </a:xfrm>
          <a:custGeom xmlns:a="http://schemas.openxmlformats.org/drawingml/2006/main"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7" name="SE-053-path-134">
            <a:extLst xmlns:a="http://schemas.openxmlformats.org/drawingml/2006/main">
              <a:ext uri="{FF2B5EF4-FFF2-40B4-BE49-F238E27FC236}">
                <a16:creationId xmlns:a16="http://schemas.microsoft.com/office/drawing/2014/main" id="{57865813-BE46-4954-8022-8E0E0AB0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14900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8" name="SE-053-path-135">
            <a:extLst xmlns:a="http://schemas.openxmlformats.org/drawingml/2006/main">
              <a:ext uri="{FF2B5EF4-FFF2-40B4-BE49-F238E27FC236}">
                <a16:creationId xmlns:a16="http://schemas.microsoft.com/office/drawing/2014/main" id="{63729130-02DD-496E-A124-EBF2E67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33" y="4888509"/>
            <a:ext cx="50692" cy="52781"/>
          </a:xfrm>
          <a:custGeom xmlns:a="http://schemas.openxmlformats.org/drawingml/2006/main"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9" name="SE-053-path-136">
            <a:extLst xmlns:a="http://schemas.openxmlformats.org/drawingml/2006/main">
              <a:ext uri="{FF2B5EF4-FFF2-40B4-BE49-F238E27FC236}">
                <a16:creationId xmlns:a16="http://schemas.microsoft.com/office/drawing/2014/main" id="{D178FC18-3321-455D-822C-A999C23A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0" name="SE-053-path-137">
            <a:extLst xmlns:a="http://schemas.openxmlformats.org/drawingml/2006/main">
              <a:ext uri="{FF2B5EF4-FFF2-40B4-BE49-F238E27FC236}">
                <a16:creationId xmlns:a16="http://schemas.microsoft.com/office/drawing/2014/main" id="{A6DF3350-801F-425F-BF21-51E9E435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381000"/>
          </a:xfrm>
          <a:custGeom xmlns:a="http://schemas.openxmlformats.org/drawingml/2006/main">
            <a:pathLst>
              <a:path w="800100" h="381000">
                <a:moveTo>
                  <a:pt x="0" y="0"/>
                </a:moveTo>
                <a:lnTo>
                  <a:pt x="8001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1" name="SE-053-path-138">
            <a:extLst xmlns:a="http://schemas.openxmlformats.org/drawingml/2006/main">
              <a:ext uri="{FF2B5EF4-FFF2-40B4-BE49-F238E27FC236}">
                <a16:creationId xmlns:a16="http://schemas.microsoft.com/office/drawing/2014/main" id="{DDCFF7E7-A6E3-4F25-B7F8-017E5C0A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752475"/>
          </a:xfrm>
          <a:custGeom xmlns:a="http://schemas.openxmlformats.org/drawingml/2006/main">
            <a:pathLst>
              <a:path w="800100" h="752475">
                <a:moveTo>
                  <a:pt x="0" y="0"/>
                </a:moveTo>
                <a:lnTo>
                  <a:pt x="80010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2" name="SE-053-path-139">
            <a:extLst xmlns:a="http://schemas.openxmlformats.org/drawingml/2006/main">
              <a:ext uri="{FF2B5EF4-FFF2-40B4-BE49-F238E27FC236}">
                <a16:creationId xmlns:a16="http://schemas.microsoft.com/office/drawing/2014/main" id="{05A17E8A-4CB1-4AD4-8997-093C93A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1123950"/>
          </a:xfrm>
          <a:custGeom xmlns:a="http://schemas.openxmlformats.org/drawingml/2006/main">
            <a:pathLst>
              <a:path w="800100" h="1123950">
                <a:moveTo>
                  <a:pt x="0" y="0"/>
                </a:moveTo>
                <a:lnTo>
                  <a:pt x="80010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3" name="SE-053-path-140">
            <a:extLst xmlns:a="http://schemas.openxmlformats.org/drawingml/2006/main">
              <a:ext uri="{FF2B5EF4-FFF2-40B4-BE49-F238E27FC236}">
                <a16:creationId xmlns:a16="http://schemas.microsoft.com/office/drawing/2014/main" id="{EA3ED703-EE97-4903-B7BF-42594FF4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381000"/>
          </a:xfrm>
          <a:custGeom xmlns:a="http://schemas.openxmlformats.org/drawingml/2006/main">
            <a:pathLst>
              <a:path w="800100" h="381000">
                <a:moveTo>
                  <a:pt x="0" y="38100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4" name="SE-053-path-141">
            <a:extLst xmlns:a="http://schemas.openxmlformats.org/drawingml/2006/main">
              <a:ext uri="{FF2B5EF4-FFF2-40B4-BE49-F238E27FC236}">
                <a16:creationId xmlns:a16="http://schemas.microsoft.com/office/drawing/2014/main" id="{33980FF1-F763-4625-A3AD-77BB368A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2475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5" name="SE-053-path-142">
            <a:extLst xmlns:a="http://schemas.openxmlformats.org/drawingml/2006/main">
              <a:ext uri="{FF2B5EF4-FFF2-40B4-BE49-F238E27FC236}">
                <a16:creationId xmlns:a16="http://schemas.microsoft.com/office/drawing/2014/main" id="{8D9D2484-26F0-4E2A-BEA8-93AF7D77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247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0"/>
                </a:moveTo>
                <a:lnTo>
                  <a:pt x="80010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6" name="SE-053-path-143">
            <a:extLst xmlns:a="http://schemas.openxmlformats.org/drawingml/2006/main">
              <a:ext uri="{FF2B5EF4-FFF2-40B4-BE49-F238E27FC236}">
                <a16:creationId xmlns:a16="http://schemas.microsoft.com/office/drawing/2014/main" id="{10B3B5ED-31F1-4216-A3B5-09F4DC7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2475"/>
            <a:ext cx="800100" cy="742950"/>
          </a:xfrm>
          <a:custGeom xmlns:a="http://schemas.openxmlformats.org/drawingml/2006/main">
            <a:pathLst>
              <a:path w="800100" h="742950">
                <a:moveTo>
                  <a:pt x="0" y="0"/>
                </a:moveTo>
                <a:lnTo>
                  <a:pt x="80010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7" name="SE-053-path-144">
            <a:extLst xmlns:a="http://schemas.openxmlformats.org/drawingml/2006/main">
              <a:ext uri="{FF2B5EF4-FFF2-40B4-BE49-F238E27FC236}">
                <a16:creationId xmlns:a16="http://schemas.microsoft.com/office/drawing/2014/main" id="{BE722864-3363-4769-AEFC-CAF272BD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752475"/>
          </a:xfrm>
          <a:custGeom xmlns:a="http://schemas.openxmlformats.org/drawingml/2006/main">
            <a:pathLst>
              <a:path w="800100" h="752475">
                <a:moveTo>
                  <a:pt x="0" y="752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8" name="SE-053-path-145">
            <a:extLst xmlns:a="http://schemas.openxmlformats.org/drawingml/2006/main">
              <a:ext uri="{FF2B5EF4-FFF2-40B4-BE49-F238E27FC236}">
                <a16:creationId xmlns:a16="http://schemas.microsoft.com/office/drawing/2014/main" id="{33B428E7-2D7B-4F04-A8C1-FBF5B46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247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371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49" name="SE-053-path-146">
            <a:extLst xmlns:a="http://schemas.openxmlformats.org/drawingml/2006/main">
              <a:ext uri="{FF2B5EF4-FFF2-40B4-BE49-F238E27FC236}">
                <a16:creationId xmlns:a16="http://schemas.microsoft.com/office/drawing/2014/main" id="{F25E0500-B10E-43BD-B981-2746D36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23950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0" name="SE-053-path-147">
            <a:extLst xmlns:a="http://schemas.openxmlformats.org/drawingml/2006/main">
              <a:ext uri="{FF2B5EF4-FFF2-40B4-BE49-F238E27FC236}">
                <a16:creationId xmlns:a16="http://schemas.microsoft.com/office/drawing/2014/main" id="{9531EFC0-FE01-4B8D-80B3-37DC976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23950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0"/>
                </a:moveTo>
                <a:lnTo>
                  <a:pt x="80010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1" name="SE-053-path-148">
            <a:extLst xmlns:a="http://schemas.openxmlformats.org/drawingml/2006/main">
              <a:ext uri="{FF2B5EF4-FFF2-40B4-BE49-F238E27FC236}">
                <a16:creationId xmlns:a16="http://schemas.microsoft.com/office/drawing/2014/main" id="{4D91A137-60F6-493D-99E4-45477A7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"/>
            <a:ext cx="800100" cy="1123950"/>
          </a:xfrm>
          <a:custGeom xmlns:a="http://schemas.openxmlformats.org/drawingml/2006/main">
            <a:pathLst>
              <a:path w="800100" h="1123950">
                <a:moveTo>
                  <a:pt x="0" y="112395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2" name="SE-053-path-149">
            <a:extLst xmlns:a="http://schemas.openxmlformats.org/drawingml/2006/main">
              <a:ext uri="{FF2B5EF4-FFF2-40B4-BE49-F238E27FC236}">
                <a16:creationId xmlns:a16="http://schemas.microsoft.com/office/drawing/2014/main" id="{134DF01F-D2E9-48C9-99FC-11CD366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52475"/>
            <a:ext cx="800100" cy="742950"/>
          </a:xfrm>
          <a:custGeom xmlns:a="http://schemas.openxmlformats.org/drawingml/2006/main">
            <a:pathLst>
              <a:path w="800100" h="742950">
                <a:moveTo>
                  <a:pt x="0" y="74295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3" name="SE-053-path-150">
            <a:extLst xmlns:a="http://schemas.openxmlformats.org/drawingml/2006/main">
              <a:ext uri="{FF2B5EF4-FFF2-40B4-BE49-F238E27FC236}">
                <a16:creationId xmlns:a16="http://schemas.microsoft.com/office/drawing/2014/main" id="{B3D0FB31-1E7B-4161-9F81-D4FA795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23950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371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4" name="SE-053-path-151">
            <a:extLst xmlns:a="http://schemas.openxmlformats.org/drawingml/2006/main">
              <a:ext uri="{FF2B5EF4-FFF2-40B4-BE49-F238E27FC236}">
                <a16:creationId xmlns:a16="http://schemas.microsoft.com/office/drawing/2014/main" id="{ED50510F-00B0-49B7-9EDA-9E3DD55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95425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5" name="SE-053-path-152">
            <a:extLst xmlns:a="http://schemas.openxmlformats.org/drawingml/2006/main">
              <a:ext uri="{FF2B5EF4-FFF2-40B4-BE49-F238E27FC236}">
                <a16:creationId xmlns:a16="http://schemas.microsoft.com/office/drawing/2014/main" id="{BDBA2A83-87F2-45A7-9876-9B62FBF3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0"/>
                </a:moveTo>
                <a:lnTo>
                  <a:pt x="8096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6" name="SE-053-path-153">
            <a:extLst xmlns:a="http://schemas.openxmlformats.org/drawingml/2006/main">
              <a:ext uri="{FF2B5EF4-FFF2-40B4-BE49-F238E27FC236}">
                <a16:creationId xmlns:a16="http://schemas.microsoft.com/office/drawing/2014/main" id="{A42AFD94-E81C-4B78-9281-E821DCB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0"/>
                </a:moveTo>
                <a:lnTo>
                  <a:pt x="809625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7" name="SE-053-path-154">
            <a:extLst xmlns:a="http://schemas.openxmlformats.org/drawingml/2006/main">
              <a:ext uri="{FF2B5EF4-FFF2-40B4-BE49-F238E27FC236}">
                <a16:creationId xmlns:a16="http://schemas.microsoft.com/office/drawing/2014/main" id="{E2FC3624-A3C3-4F51-95A7-A7BD9C57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"/>
            <a:ext cx="809625" cy="942975"/>
          </a:xfrm>
          <a:custGeom xmlns:a="http://schemas.openxmlformats.org/drawingml/2006/main">
            <a:pathLst>
              <a:path w="809625" h="942975">
                <a:moveTo>
                  <a:pt x="0" y="0"/>
                </a:moveTo>
                <a:lnTo>
                  <a:pt x="809625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8" name="SE-053-path-155">
            <a:extLst xmlns:a="http://schemas.openxmlformats.org/drawingml/2006/main">
              <a:ext uri="{FF2B5EF4-FFF2-40B4-BE49-F238E27FC236}">
                <a16:creationId xmlns:a16="http://schemas.microsoft.com/office/drawing/2014/main" id="{866A8049-5C52-4ADC-A2BA-7B057CF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19050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59" name="SE-053-path-156">
            <a:extLst xmlns:a="http://schemas.openxmlformats.org/drawingml/2006/main">
              <a:ext uri="{FF2B5EF4-FFF2-40B4-BE49-F238E27FC236}">
                <a16:creationId xmlns:a16="http://schemas.microsoft.com/office/drawing/2014/main" id="{00BB731E-C834-4CE5-874F-7C392AE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52475"/>
            <a:ext cx="809625" cy="180975"/>
          </a:xfrm>
          <a:custGeom xmlns:a="http://schemas.openxmlformats.org/drawingml/2006/main">
            <a:pathLst>
              <a:path w="809625" h="180975">
                <a:moveTo>
                  <a:pt x="0" y="0"/>
                </a:moveTo>
                <a:lnTo>
                  <a:pt x="809625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0" name="SE-053-path-157">
            <a:extLst xmlns:a="http://schemas.openxmlformats.org/drawingml/2006/main">
              <a:ext uri="{FF2B5EF4-FFF2-40B4-BE49-F238E27FC236}">
                <a16:creationId xmlns:a16="http://schemas.microsoft.com/office/drawing/2014/main" id="{1C199408-52EF-45BF-A56F-DB0E0BE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52475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0"/>
                </a:moveTo>
                <a:lnTo>
                  <a:pt x="809625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1" name="SE-053-path-158">
            <a:extLst xmlns:a="http://schemas.openxmlformats.org/drawingml/2006/main">
              <a:ext uri="{FF2B5EF4-FFF2-40B4-BE49-F238E27FC236}">
                <a16:creationId xmlns:a16="http://schemas.microsoft.com/office/drawing/2014/main" id="{00BA5255-EC58-4C73-A8A1-8F56F8F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561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2" name="SE-053-path-159">
            <a:extLst xmlns:a="http://schemas.openxmlformats.org/drawingml/2006/main">
              <a:ext uri="{FF2B5EF4-FFF2-40B4-BE49-F238E27FC236}">
                <a16:creationId xmlns:a16="http://schemas.microsoft.com/office/drawing/2014/main" id="{8FDDDF74-C2A1-44A0-8505-03C4F21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19050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3" name="SE-053-path-160">
            <a:extLst xmlns:a="http://schemas.openxmlformats.org/drawingml/2006/main">
              <a:ext uri="{FF2B5EF4-FFF2-40B4-BE49-F238E27FC236}">
                <a16:creationId xmlns:a16="http://schemas.microsoft.com/office/drawing/2014/main" id="{1897AD0E-476F-4A81-96E3-3163452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23950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0"/>
                </a:moveTo>
                <a:lnTo>
                  <a:pt x="8096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4" name="SE-053-path-161">
            <a:extLst xmlns:a="http://schemas.openxmlformats.org/drawingml/2006/main">
              <a:ext uri="{FF2B5EF4-FFF2-40B4-BE49-F238E27FC236}">
                <a16:creationId xmlns:a16="http://schemas.microsoft.com/office/drawing/2014/main" id="{8BA86D32-F54C-488E-8309-45887EB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"/>
            <a:ext cx="809625" cy="933450"/>
          </a:xfrm>
          <a:custGeom xmlns:a="http://schemas.openxmlformats.org/drawingml/2006/main">
            <a:pathLst>
              <a:path w="809625" h="933450">
                <a:moveTo>
                  <a:pt x="0" y="93345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5" name="SE-053-path-162">
            <a:extLst xmlns:a="http://schemas.openxmlformats.org/drawingml/2006/main">
              <a:ext uri="{FF2B5EF4-FFF2-40B4-BE49-F238E27FC236}">
                <a16:creationId xmlns:a16="http://schemas.microsoft.com/office/drawing/2014/main" id="{384A31E7-810B-45F8-B4AD-5110F6EC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561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6" name="SE-053-path-163">
            <a:extLst xmlns:a="http://schemas.openxmlformats.org/drawingml/2006/main">
              <a:ext uri="{FF2B5EF4-FFF2-40B4-BE49-F238E27FC236}">
                <a16:creationId xmlns:a16="http://schemas.microsoft.com/office/drawing/2014/main" id="{7D932F0C-573D-436C-A993-8B850BD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14450"/>
            <a:ext cx="809625" cy="180975"/>
          </a:xfrm>
          <a:custGeom xmlns:a="http://schemas.openxmlformats.org/drawingml/2006/main">
            <a:pathLst>
              <a:path w="809625" h="180975">
                <a:moveTo>
                  <a:pt x="0" y="180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67" name="SE-053-164">
            <a:extLst xmlns:a="http://schemas.openxmlformats.org/drawingml/2006/main">
              <a:ext uri="{FF2B5EF4-FFF2-40B4-BE49-F238E27FC236}">
                <a16:creationId xmlns:a16="http://schemas.microsoft.com/office/drawing/2014/main" id="{ACF5B65B-6265-4163-84EC-A0B3F371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7146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68" name="SE-053-165">
            <a:extLst xmlns:a="http://schemas.openxmlformats.org/drawingml/2006/main">
              <a:ext uri="{FF2B5EF4-FFF2-40B4-BE49-F238E27FC236}">
                <a16:creationId xmlns:a16="http://schemas.microsoft.com/office/drawing/2014/main" id="{D83C3E8E-BD6A-4C65-BEA2-EFDA5BF5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65246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69" name="SE-053-166">
            <a:extLst xmlns:a="http://schemas.openxmlformats.org/drawingml/2006/main">
              <a:ext uri="{FF2B5EF4-FFF2-40B4-BE49-F238E27FC236}">
                <a16:creationId xmlns:a16="http://schemas.microsoft.com/office/drawing/2014/main" id="{E31A4204-D6AE-4D3F-BC29-3DFF6D0B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0239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0" name="SE-053-167">
            <a:extLst xmlns:a="http://schemas.openxmlformats.org/drawingml/2006/main">
              <a:ext uri="{FF2B5EF4-FFF2-40B4-BE49-F238E27FC236}">
                <a16:creationId xmlns:a16="http://schemas.microsoft.com/office/drawing/2014/main" id="{424D57D9-F6E7-4B28-A407-8EE41B6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3954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1" name="SE-053-168">
            <a:extLst xmlns:a="http://schemas.openxmlformats.org/drawingml/2006/main">
              <a:ext uri="{FF2B5EF4-FFF2-40B4-BE49-F238E27FC236}">
                <a16:creationId xmlns:a16="http://schemas.microsoft.com/office/drawing/2014/main" id="{651F2270-BD24-48C0-843E-261A052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7146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2" name="SE-053-169">
            <a:extLst xmlns:a="http://schemas.openxmlformats.org/drawingml/2006/main">
              <a:ext uri="{FF2B5EF4-FFF2-40B4-BE49-F238E27FC236}">
                <a16:creationId xmlns:a16="http://schemas.microsoft.com/office/drawing/2014/main" id="{F06FF0D9-61A1-49CB-A983-10D43DA7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65246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3" name="SE-053-170">
            <a:extLst xmlns:a="http://schemas.openxmlformats.org/drawingml/2006/main">
              <a:ext uri="{FF2B5EF4-FFF2-40B4-BE49-F238E27FC236}">
                <a16:creationId xmlns:a16="http://schemas.microsoft.com/office/drawing/2014/main" id="{04699F3E-F50E-42B3-A02A-CD6DAB7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10239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4" name="SE-053-171">
            <a:extLst xmlns:a="http://schemas.openxmlformats.org/drawingml/2006/main">
              <a:ext uri="{FF2B5EF4-FFF2-40B4-BE49-F238E27FC236}">
                <a16:creationId xmlns:a16="http://schemas.microsoft.com/office/drawing/2014/main" id="{C9FAC1E0-9E5F-4983-B760-9C5C94B1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13954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5" name="SE-053-172">
            <a:extLst xmlns:a="http://schemas.openxmlformats.org/drawingml/2006/main">
              <a:ext uri="{FF2B5EF4-FFF2-40B4-BE49-F238E27FC236}">
                <a16:creationId xmlns:a16="http://schemas.microsoft.com/office/drawing/2014/main" id="{9AA81FBB-A3C1-4B1D-A89F-67C4370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46196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6" name="SE-053-173">
            <a:extLst xmlns:a="http://schemas.openxmlformats.org/drawingml/2006/main">
              <a:ext uri="{FF2B5EF4-FFF2-40B4-BE49-F238E27FC236}">
                <a16:creationId xmlns:a16="http://schemas.microsoft.com/office/drawing/2014/main" id="{5DC72067-FF2E-4616-BDB0-A02E60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8334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7" name="SE-053-174">
            <a:extLst xmlns:a="http://schemas.openxmlformats.org/drawingml/2006/main">
              <a:ext uri="{FF2B5EF4-FFF2-40B4-BE49-F238E27FC236}">
                <a16:creationId xmlns:a16="http://schemas.microsoft.com/office/drawing/2014/main" id="{4C380AE3-C12E-48BA-8C5B-1523896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12144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8D"/>
          </a:solidFill>
          <a:ln xmlns:a="http://schemas.openxmlformats.org/drawingml/2006/main" w="0">
            <a:noFill/>
          </a:ln>
        </p:spPr>
      </p:sp>
      <p:sp>
        <p:nvSpPr>
          <p:cNvPr id="178" name="SE-053-path-175">
            <a:extLst xmlns:a="http://schemas.openxmlformats.org/drawingml/2006/main">
              <a:ext uri="{FF2B5EF4-FFF2-40B4-BE49-F238E27FC236}">
                <a16:creationId xmlns:a16="http://schemas.microsoft.com/office/drawing/2014/main" id="{20F88943-D188-4B84-A6DB-ACCF56EF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79" name="SE-053-path-176">
            <a:extLst xmlns:a="http://schemas.openxmlformats.org/drawingml/2006/main">
              <a:ext uri="{FF2B5EF4-FFF2-40B4-BE49-F238E27FC236}">
                <a16:creationId xmlns:a16="http://schemas.microsoft.com/office/drawing/2014/main" id="{F1FC98A6-A883-44F5-A70B-F45FC5C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381000"/>
          </a:xfrm>
          <a:custGeom xmlns:a="http://schemas.openxmlformats.org/drawingml/2006/main">
            <a:pathLst>
              <a:path w="800100" h="381000">
                <a:moveTo>
                  <a:pt x="0" y="0"/>
                </a:moveTo>
                <a:lnTo>
                  <a:pt x="8001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0" name="SE-053-path-177">
            <a:extLst xmlns:a="http://schemas.openxmlformats.org/drawingml/2006/main">
              <a:ext uri="{FF2B5EF4-FFF2-40B4-BE49-F238E27FC236}">
                <a16:creationId xmlns:a16="http://schemas.microsoft.com/office/drawing/2014/main" id="{210305B6-FE88-46E0-8080-C9FEEA1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752475"/>
          </a:xfrm>
          <a:custGeom xmlns:a="http://schemas.openxmlformats.org/drawingml/2006/main">
            <a:pathLst>
              <a:path w="800100" h="752475">
                <a:moveTo>
                  <a:pt x="0" y="0"/>
                </a:moveTo>
                <a:lnTo>
                  <a:pt x="80010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1" name="SE-053-path-178">
            <a:extLst xmlns:a="http://schemas.openxmlformats.org/drawingml/2006/main">
              <a:ext uri="{FF2B5EF4-FFF2-40B4-BE49-F238E27FC236}">
                <a16:creationId xmlns:a16="http://schemas.microsoft.com/office/drawing/2014/main" id="{9BEC6074-5D7F-4761-80CC-004E067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1123950"/>
          </a:xfrm>
          <a:custGeom xmlns:a="http://schemas.openxmlformats.org/drawingml/2006/main">
            <a:pathLst>
              <a:path w="800100" h="1123950">
                <a:moveTo>
                  <a:pt x="0" y="0"/>
                </a:moveTo>
                <a:lnTo>
                  <a:pt x="80010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2" name="SE-053-path-179">
            <a:extLst xmlns:a="http://schemas.openxmlformats.org/drawingml/2006/main">
              <a:ext uri="{FF2B5EF4-FFF2-40B4-BE49-F238E27FC236}">
                <a16:creationId xmlns:a16="http://schemas.microsoft.com/office/drawing/2014/main" id="{4B1081ED-A425-4EF4-AEDD-58521E7A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381000"/>
          </a:xfrm>
          <a:custGeom xmlns:a="http://schemas.openxmlformats.org/drawingml/2006/main">
            <a:pathLst>
              <a:path w="800100" h="381000">
                <a:moveTo>
                  <a:pt x="0" y="38100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3" name="SE-053-path-180">
            <a:extLst xmlns:a="http://schemas.openxmlformats.org/drawingml/2006/main">
              <a:ext uri="{FF2B5EF4-FFF2-40B4-BE49-F238E27FC236}">
                <a16:creationId xmlns:a16="http://schemas.microsoft.com/office/drawing/2014/main" id="{83C1396F-8135-49F3-BD34-A8F713D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4" name="SE-053-path-181">
            <a:extLst xmlns:a="http://schemas.openxmlformats.org/drawingml/2006/main">
              <a:ext uri="{FF2B5EF4-FFF2-40B4-BE49-F238E27FC236}">
                <a16:creationId xmlns:a16="http://schemas.microsoft.com/office/drawing/2014/main" id="{1E5D3BFD-696E-4D6D-8F55-766336B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0"/>
                </a:moveTo>
                <a:lnTo>
                  <a:pt x="80010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5" name="SE-053-path-182">
            <a:extLst xmlns:a="http://schemas.openxmlformats.org/drawingml/2006/main">
              <a:ext uri="{FF2B5EF4-FFF2-40B4-BE49-F238E27FC236}">
                <a16:creationId xmlns:a16="http://schemas.microsoft.com/office/drawing/2014/main" id="{0730237B-90C8-41E8-8C7E-DCE209E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800100" cy="742950"/>
          </a:xfrm>
          <a:custGeom xmlns:a="http://schemas.openxmlformats.org/drawingml/2006/main">
            <a:pathLst>
              <a:path w="800100" h="742950">
                <a:moveTo>
                  <a:pt x="0" y="0"/>
                </a:moveTo>
                <a:lnTo>
                  <a:pt x="80010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6" name="SE-053-path-183">
            <a:extLst xmlns:a="http://schemas.openxmlformats.org/drawingml/2006/main">
              <a:ext uri="{FF2B5EF4-FFF2-40B4-BE49-F238E27FC236}">
                <a16:creationId xmlns:a16="http://schemas.microsoft.com/office/drawing/2014/main" id="{1D51E093-3B50-472B-B5E0-C5B84B1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752475"/>
          </a:xfrm>
          <a:custGeom xmlns:a="http://schemas.openxmlformats.org/drawingml/2006/main">
            <a:pathLst>
              <a:path w="800100" h="752475">
                <a:moveTo>
                  <a:pt x="0" y="752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7" name="SE-053-path-184">
            <a:extLst xmlns:a="http://schemas.openxmlformats.org/drawingml/2006/main">
              <a:ext uri="{FF2B5EF4-FFF2-40B4-BE49-F238E27FC236}">
                <a16:creationId xmlns:a16="http://schemas.microsoft.com/office/drawing/2014/main" id="{BC380F19-3566-4A60-BD40-0E0BE2A9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371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8" name="SE-053-path-185">
            <a:extLst xmlns:a="http://schemas.openxmlformats.org/drawingml/2006/main">
              <a:ext uri="{FF2B5EF4-FFF2-40B4-BE49-F238E27FC236}">
                <a16:creationId xmlns:a16="http://schemas.microsoft.com/office/drawing/2014/main" id="{FE2226E3-CA1E-4D75-ADB9-D736BB92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89" name="SE-053-path-186">
            <a:extLst xmlns:a="http://schemas.openxmlformats.org/drawingml/2006/main">
              <a:ext uri="{FF2B5EF4-FFF2-40B4-BE49-F238E27FC236}">
                <a16:creationId xmlns:a16="http://schemas.microsoft.com/office/drawing/2014/main" id="{6267638D-1F25-40A9-AB84-7B965113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0"/>
                </a:moveTo>
                <a:lnTo>
                  <a:pt x="80010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0" name="SE-053-path-187">
            <a:extLst xmlns:a="http://schemas.openxmlformats.org/drawingml/2006/main">
              <a:ext uri="{FF2B5EF4-FFF2-40B4-BE49-F238E27FC236}">
                <a16:creationId xmlns:a16="http://schemas.microsoft.com/office/drawing/2014/main" id="{25697ECE-C186-4642-B1E6-318EE867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800100" cy="1123950"/>
          </a:xfrm>
          <a:custGeom xmlns:a="http://schemas.openxmlformats.org/drawingml/2006/main">
            <a:pathLst>
              <a:path w="800100" h="1123950">
                <a:moveTo>
                  <a:pt x="0" y="112395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1" name="SE-053-path-188">
            <a:extLst xmlns:a="http://schemas.openxmlformats.org/drawingml/2006/main">
              <a:ext uri="{FF2B5EF4-FFF2-40B4-BE49-F238E27FC236}">
                <a16:creationId xmlns:a16="http://schemas.microsoft.com/office/drawing/2014/main" id="{032B4652-EE59-47F8-A0CE-97BA120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800100" cy="742950"/>
          </a:xfrm>
          <a:custGeom xmlns:a="http://schemas.openxmlformats.org/drawingml/2006/main">
            <a:pathLst>
              <a:path w="800100" h="742950">
                <a:moveTo>
                  <a:pt x="0" y="74295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2" name="SE-053-path-189">
            <a:extLst xmlns:a="http://schemas.openxmlformats.org/drawingml/2006/main">
              <a:ext uri="{FF2B5EF4-FFF2-40B4-BE49-F238E27FC236}">
                <a16:creationId xmlns:a16="http://schemas.microsoft.com/office/drawing/2014/main" id="{072E197F-6274-4EF3-A8F6-13ECA55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800100" cy="371475"/>
          </a:xfrm>
          <a:custGeom xmlns:a="http://schemas.openxmlformats.org/drawingml/2006/main">
            <a:pathLst>
              <a:path w="800100" h="371475">
                <a:moveTo>
                  <a:pt x="0" y="371475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3" name="SE-053-path-190">
            <a:extLst xmlns:a="http://schemas.openxmlformats.org/drawingml/2006/main">
              <a:ext uri="{FF2B5EF4-FFF2-40B4-BE49-F238E27FC236}">
                <a16:creationId xmlns:a16="http://schemas.microsoft.com/office/drawing/2014/main" id="{9BD21EC6-427D-485D-9C18-9F2915E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05200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4" name="SE-053-path-191">
            <a:extLst xmlns:a="http://schemas.openxmlformats.org/drawingml/2006/main">
              <a:ext uri="{FF2B5EF4-FFF2-40B4-BE49-F238E27FC236}">
                <a16:creationId xmlns:a16="http://schemas.microsoft.com/office/drawing/2014/main" id="{04B67674-B84E-4D18-BE61-B78EB498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0"/>
                </a:moveTo>
                <a:lnTo>
                  <a:pt x="8096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5" name="SE-053-path-192">
            <a:extLst xmlns:a="http://schemas.openxmlformats.org/drawingml/2006/main">
              <a:ext uri="{FF2B5EF4-FFF2-40B4-BE49-F238E27FC236}">
                <a16:creationId xmlns:a16="http://schemas.microsoft.com/office/drawing/2014/main" id="{9DBB7B3C-F598-4060-B75A-A4C4A86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0"/>
                </a:moveTo>
                <a:lnTo>
                  <a:pt x="809625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6" name="SE-053-path-193">
            <a:extLst xmlns:a="http://schemas.openxmlformats.org/drawingml/2006/main">
              <a:ext uri="{FF2B5EF4-FFF2-40B4-BE49-F238E27FC236}">
                <a16:creationId xmlns:a16="http://schemas.microsoft.com/office/drawing/2014/main" id="{67544685-E07B-469A-9C86-D5BF556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809625" cy="942975"/>
          </a:xfrm>
          <a:custGeom xmlns:a="http://schemas.openxmlformats.org/drawingml/2006/main">
            <a:pathLst>
              <a:path w="809625" h="942975">
                <a:moveTo>
                  <a:pt x="0" y="0"/>
                </a:moveTo>
                <a:lnTo>
                  <a:pt x="809625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7" name="SE-053-path-194">
            <a:extLst xmlns:a="http://schemas.openxmlformats.org/drawingml/2006/main">
              <a:ext uri="{FF2B5EF4-FFF2-40B4-BE49-F238E27FC236}">
                <a16:creationId xmlns:a16="http://schemas.microsoft.com/office/drawing/2014/main" id="{257EA9BB-B971-43CB-8C36-A5A851D2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19050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8" name="SE-053-path-195">
            <a:extLst xmlns:a="http://schemas.openxmlformats.org/drawingml/2006/main">
              <a:ext uri="{FF2B5EF4-FFF2-40B4-BE49-F238E27FC236}">
                <a16:creationId xmlns:a16="http://schemas.microsoft.com/office/drawing/2014/main" id="{58C7132D-2729-4245-8023-9025614F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809625" cy="180975"/>
          </a:xfrm>
          <a:custGeom xmlns:a="http://schemas.openxmlformats.org/drawingml/2006/main">
            <a:pathLst>
              <a:path w="809625" h="180975">
                <a:moveTo>
                  <a:pt x="0" y="0"/>
                </a:moveTo>
                <a:lnTo>
                  <a:pt x="809625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199" name="SE-053-path-196">
            <a:extLst xmlns:a="http://schemas.openxmlformats.org/drawingml/2006/main">
              <a:ext uri="{FF2B5EF4-FFF2-40B4-BE49-F238E27FC236}">
                <a16:creationId xmlns:a16="http://schemas.microsoft.com/office/drawing/2014/main" id="{87A76641-6358-458B-899A-4CAF288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0"/>
                </a:moveTo>
                <a:lnTo>
                  <a:pt x="809625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0" name="SE-053-path-197">
            <a:extLst xmlns:a="http://schemas.openxmlformats.org/drawingml/2006/main">
              <a:ext uri="{FF2B5EF4-FFF2-40B4-BE49-F238E27FC236}">
                <a16:creationId xmlns:a16="http://schemas.microsoft.com/office/drawing/2014/main" id="{FFEB1AAA-7175-43D3-827C-16358EC4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561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1" name="SE-053-path-198">
            <a:extLst xmlns:a="http://schemas.openxmlformats.org/drawingml/2006/main">
              <a:ext uri="{FF2B5EF4-FFF2-40B4-BE49-F238E27FC236}">
                <a16:creationId xmlns:a16="http://schemas.microsoft.com/office/drawing/2014/main" id="{7F6B9096-C982-4554-8FA5-896A0FC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43225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19050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2" name="SE-053-path-199">
            <a:extLst xmlns:a="http://schemas.openxmlformats.org/drawingml/2006/main">
              <a:ext uri="{FF2B5EF4-FFF2-40B4-BE49-F238E27FC236}">
                <a16:creationId xmlns:a16="http://schemas.microsoft.com/office/drawing/2014/main" id="{6E25EC2A-43EB-4341-9B7F-DE46874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33725"/>
            <a:ext cx="809625" cy="190500"/>
          </a:xfrm>
          <a:custGeom xmlns:a="http://schemas.openxmlformats.org/drawingml/2006/main">
            <a:pathLst>
              <a:path w="809625" h="190500">
                <a:moveTo>
                  <a:pt x="0" y="0"/>
                </a:moveTo>
                <a:lnTo>
                  <a:pt x="8096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3" name="SE-053-path-200">
            <a:extLst xmlns:a="http://schemas.openxmlformats.org/drawingml/2006/main">
              <a:ext uri="{FF2B5EF4-FFF2-40B4-BE49-F238E27FC236}">
                <a16:creationId xmlns:a16="http://schemas.microsoft.com/office/drawing/2014/main" id="{D39A0124-18AD-4AA6-9712-4CE81C4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809625" cy="933450"/>
          </a:xfrm>
          <a:custGeom xmlns:a="http://schemas.openxmlformats.org/drawingml/2006/main">
            <a:pathLst>
              <a:path w="809625" h="933450">
                <a:moveTo>
                  <a:pt x="0" y="93345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4" name="SE-053-path-201">
            <a:extLst xmlns:a="http://schemas.openxmlformats.org/drawingml/2006/main">
              <a:ext uri="{FF2B5EF4-FFF2-40B4-BE49-F238E27FC236}">
                <a16:creationId xmlns:a16="http://schemas.microsoft.com/office/drawing/2014/main" id="{EDFE8659-7E98-4CDC-AC2B-BE339DEC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43225"/>
            <a:ext cx="809625" cy="561975"/>
          </a:xfrm>
          <a:custGeom xmlns:a="http://schemas.openxmlformats.org/drawingml/2006/main">
            <a:pathLst>
              <a:path w="809625" h="561975">
                <a:moveTo>
                  <a:pt x="0" y="561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5" name="SE-053-path-202">
            <a:extLst xmlns:a="http://schemas.openxmlformats.org/drawingml/2006/main">
              <a:ext uri="{FF2B5EF4-FFF2-40B4-BE49-F238E27FC236}">
                <a16:creationId xmlns:a16="http://schemas.microsoft.com/office/drawing/2014/main" id="{AD05D15A-EA86-431E-A882-F23132D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4225"/>
            <a:ext cx="809625" cy="180975"/>
          </a:xfrm>
          <a:custGeom xmlns:a="http://schemas.openxmlformats.org/drawingml/2006/main">
            <a:pathLst>
              <a:path w="809625" h="180975">
                <a:moveTo>
                  <a:pt x="0" y="1809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2D2"/>
            </a:solidFill>
          </a:ln>
        </p:spPr>
      </p:sp>
      <p:sp>
        <p:nvSpPr>
          <p:cNvPr id="206" name="SE-053-203">
            <a:extLst xmlns:a="http://schemas.openxmlformats.org/drawingml/2006/main">
              <a:ext uri="{FF2B5EF4-FFF2-40B4-BE49-F238E27FC236}">
                <a16:creationId xmlns:a16="http://schemas.microsoft.com/office/drawing/2014/main" id="{C66D251F-0EE1-4729-8207-A29F448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2812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07" name="SE-053-204">
            <a:extLst xmlns:a="http://schemas.openxmlformats.org/drawingml/2006/main">
              <a:ext uri="{FF2B5EF4-FFF2-40B4-BE49-F238E27FC236}">
                <a16:creationId xmlns:a16="http://schemas.microsoft.com/office/drawing/2014/main" id="{DD146D52-0B22-4854-AB22-7AC182D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6622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08" name="SE-053-205">
            <a:extLst xmlns:a="http://schemas.openxmlformats.org/drawingml/2006/main">
              <a:ext uri="{FF2B5EF4-FFF2-40B4-BE49-F238E27FC236}">
                <a16:creationId xmlns:a16="http://schemas.microsoft.com/office/drawing/2014/main" id="{18C46C27-062B-4B85-A861-70A286C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30337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09" name="SE-053-206">
            <a:extLst xmlns:a="http://schemas.openxmlformats.org/drawingml/2006/main">
              <a:ext uri="{FF2B5EF4-FFF2-40B4-BE49-F238E27FC236}">
                <a16:creationId xmlns:a16="http://schemas.microsoft.com/office/drawing/2014/main" id="{0885A462-D073-4026-B7D2-66E25A5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340518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0" name="SE-053-207">
            <a:extLst xmlns:a="http://schemas.openxmlformats.org/drawingml/2006/main">
              <a:ext uri="{FF2B5EF4-FFF2-40B4-BE49-F238E27FC236}">
                <a16:creationId xmlns:a16="http://schemas.microsoft.com/office/drawing/2014/main" id="{7792D230-729B-42EB-918A-CAB0E5F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2812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1" name="SE-053-208">
            <a:extLst xmlns:a="http://schemas.openxmlformats.org/drawingml/2006/main">
              <a:ext uri="{FF2B5EF4-FFF2-40B4-BE49-F238E27FC236}">
                <a16:creationId xmlns:a16="http://schemas.microsoft.com/office/drawing/2014/main" id="{80C8181B-5DE6-4D42-B56A-0C5CF77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6622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2" name="SE-053-209">
            <a:extLst xmlns:a="http://schemas.openxmlformats.org/drawingml/2006/main">
              <a:ext uri="{FF2B5EF4-FFF2-40B4-BE49-F238E27FC236}">
                <a16:creationId xmlns:a16="http://schemas.microsoft.com/office/drawing/2014/main" id="{E16D15ED-F672-4D12-B1E6-F028E7D5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30337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3" name="SE-053-210">
            <a:extLst xmlns:a="http://schemas.openxmlformats.org/drawingml/2006/main">
              <a:ext uri="{FF2B5EF4-FFF2-40B4-BE49-F238E27FC236}">
                <a16:creationId xmlns:a16="http://schemas.microsoft.com/office/drawing/2014/main" id="{E16EE90A-80D1-4EF7-A838-84C0F49F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340518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4" name="SE-053-211">
            <a:extLst xmlns:a="http://schemas.openxmlformats.org/drawingml/2006/main">
              <a:ext uri="{FF2B5EF4-FFF2-40B4-BE49-F238E27FC236}">
                <a16:creationId xmlns:a16="http://schemas.microsoft.com/office/drawing/2014/main" id="{E2B0770B-BDD8-4F8A-B630-ECC6BFA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247173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5" name="SE-053-212">
            <a:extLst xmlns:a="http://schemas.openxmlformats.org/drawingml/2006/main">
              <a:ext uri="{FF2B5EF4-FFF2-40B4-BE49-F238E27FC236}">
                <a16:creationId xmlns:a16="http://schemas.microsoft.com/office/drawing/2014/main" id="{72136C8A-F1DB-4E24-9414-866AAD03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28432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6" name="SE-053-213">
            <a:extLst xmlns:a="http://schemas.openxmlformats.org/drawingml/2006/main">
              <a:ext uri="{FF2B5EF4-FFF2-40B4-BE49-F238E27FC236}">
                <a16:creationId xmlns:a16="http://schemas.microsoft.com/office/drawing/2014/main" id="{10C7AF36-9141-42F9-856E-08F5382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322421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CBDB"/>
          </a:solidFill>
          <a:ln xmlns:a="http://schemas.openxmlformats.org/drawingml/2006/main" w="0">
            <a:noFill/>
          </a:ln>
        </p:spPr>
      </p:sp>
      <p:sp>
        <p:nvSpPr>
          <p:cNvPr id="217" name="SE-053-214">
            <a:extLst xmlns:a="http://schemas.openxmlformats.org/drawingml/2006/main">
              <a:ext uri="{FF2B5EF4-FFF2-40B4-BE49-F238E27FC236}">
                <a16:creationId xmlns:a16="http://schemas.microsoft.com/office/drawing/2014/main" id="{389F3250-B4F3-4537-A703-1A5CB6A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192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 (MLP)</a:t>
            </a:r>
          </a:p>
        </p:txBody>
      </p:sp>
      <p:sp>
        <p:nvSpPr>
          <p:cNvPr id="218" name="SE-053-215">
            <a:extLst xmlns:a="http://schemas.openxmlformats.org/drawingml/2006/main">
              <a:ext uri="{FF2B5EF4-FFF2-40B4-BE49-F238E27FC236}">
                <a16:creationId xmlns:a16="http://schemas.microsoft.com/office/drawing/2014/main" id="{2F52EF67-5659-4D87-BD7E-03EA572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 (MLP)</a:t>
            </a:r>
          </a:p>
        </p:txBody>
      </p:sp>
      <p:sp>
        <p:nvSpPr>
          <p:cNvPr id="219" name="SE-053-path-216">
            <a:extLst xmlns:a="http://schemas.openxmlformats.org/drawingml/2006/main">
              <a:ext uri="{FF2B5EF4-FFF2-40B4-BE49-F238E27FC236}">
                <a16:creationId xmlns:a16="http://schemas.microsoft.com/office/drawing/2014/main" id="{89B5530D-D0C1-4E10-8361-AE41360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742950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0" name="SE-053-path-217">
            <a:extLst xmlns:a="http://schemas.openxmlformats.org/drawingml/2006/main">
              <a:ext uri="{FF2B5EF4-FFF2-40B4-BE49-F238E27FC236}">
                <a16:creationId xmlns:a16="http://schemas.microsoft.com/office/drawing/2014/main" id="{1922EB28-D6FE-4CF7-ABC6-9F048231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2743200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1" name="SE-053-path-218">
            <a:extLst xmlns:a="http://schemas.openxmlformats.org/drawingml/2006/main">
              <a:ext uri="{FF2B5EF4-FFF2-40B4-BE49-F238E27FC236}">
                <a16:creationId xmlns:a16="http://schemas.microsoft.com/office/drawing/2014/main" id="{F25A0E32-37B7-442E-9E94-8F80C23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4714875"/>
            <a:ext cx="304800" cy="400050"/>
          </a:xfrm>
          <a:custGeom xmlns:a="http://schemas.openxmlformats.org/drawingml/2006/main">
            <a:pathLst>
              <a:path w="304800" h="400050">
                <a:moveTo>
                  <a:pt x="0" y="95250"/>
                </a:moveTo>
                <a:lnTo>
                  <a:pt x="219075" y="95250"/>
                </a:lnTo>
                <a:lnTo>
                  <a:pt x="219075" y="0"/>
                </a:lnTo>
                <a:lnTo>
                  <a:pt x="304800" y="200025"/>
                </a:lnTo>
                <a:lnTo>
                  <a:pt x="219075" y="400050"/>
                </a:lnTo>
                <a:lnTo>
                  <a:pt x="21907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22" name="SE-053-219">
            <a:extLst xmlns:a="http://schemas.openxmlformats.org/drawingml/2006/main">
              <a:ext uri="{FF2B5EF4-FFF2-40B4-BE49-F238E27FC236}">
                <a16:creationId xmlns:a16="http://schemas.microsoft.com/office/drawing/2014/main" id="{4459F002-22F8-4740-82B1-F551881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047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23" name="SE-053-220">
            <a:extLst xmlns:a="http://schemas.openxmlformats.org/drawingml/2006/main">
              <a:ext uri="{FF2B5EF4-FFF2-40B4-BE49-F238E27FC236}">
                <a16:creationId xmlns:a16="http://schemas.microsoft.com/office/drawing/2014/main" id="{BA34FBDF-C514-4BC2-A2F5-44FDA6A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1240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24" name="SE-053-221">
            <a:extLst xmlns:a="http://schemas.openxmlformats.org/drawingml/2006/main">
              <a:ext uri="{FF2B5EF4-FFF2-40B4-BE49-F238E27FC236}">
                <a16:creationId xmlns:a16="http://schemas.microsoft.com/office/drawing/2014/main" id="{A38BB684-AD35-421C-8412-188A24E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762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25" name="SE-053-222">
            <a:extLst xmlns:a="http://schemas.openxmlformats.org/drawingml/2006/main">
              <a:ext uri="{FF2B5EF4-FFF2-40B4-BE49-F238E27FC236}">
                <a16:creationId xmlns:a16="http://schemas.microsoft.com/office/drawing/2014/main" id="{5F3A64D3-B4BA-48BE-90CA-C2B9D78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2955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26" name="SE-053-223">
            <a:extLst xmlns:a="http://schemas.openxmlformats.org/drawingml/2006/main">
              <a:ext uri="{FF2B5EF4-FFF2-40B4-BE49-F238E27FC236}">
                <a16:creationId xmlns:a16="http://schemas.microsoft.com/office/drawing/2014/main" id="{CB678FF7-01FA-490E-95B2-0809B32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76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27" name="SE-053-224">
            <a:extLst xmlns:a="http://schemas.openxmlformats.org/drawingml/2006/main">
              <a:ext uri="{FF2B5EF4-FFF2-40B4-BE49-F238E27FC236}">
                <a16:creationId xmlns:a16="http://schemas.microsoft.com/office/drawing/2014/main" id="{73FA60C4-B3DB-4D88-9A6D-926950D1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4669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B4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28" name="SE-053-225">
            <a:extLst xmlns:a="http://schemas.openxmlformats.org/drawingml/2006/main">
              <a:ext uri="{FF2B5EF4-FFF2-40B4-BE49-F238E27FC236}">
                <a16:creationId xmlns:a16="http://schemas.microsoft.com/office/drawing/2014/main" id="{0E0C78C0-0DE6-40E6-836F-D8CE65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191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29" name="SE-053-226">
            <a:extLst xmlns:a="http://schemas.openxmlformats.org/drawingml/2006/main">
              <a:ext uri="{FF2B5EF4-FFF2-40B4-BE49-F238E27FC236}">
                <a16:creationId xmlns:a16="http://schemas.microsoft.com/office/drawing/2014/main" id="{F7BB7775-99E4-44D8-A22B-39CB9FF9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6384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30" name="SE-053-227">
            <a:extLst xmlns:a="http://schemas.openxmlformats.org/drawingml/2006/main">
              <a:ext uri="{FF2B5EF4-FFF2-40B4-BE49-F238E27FC236}">
                <a16:creationId xmlns:a16="http://schemas.microsoft.com/office/drawing/2014/main" id="{4F2CE8ED-7FA4-4A02-82E6-29854FD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7905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31" name="SE-053-228">
            <a:extLst xmlns:a="http://schemas.openxmlformats.org/drawingml/2006/main">
              <a:ext uri="{FF2B5EF4-FFF2-40B4-BE49-F238E27FC236}">
                <a16:creationId xmlns:a16="http://schemas.microsoft.com/office/drawing/2014/main" id="{0F68EDD3-49FB-4183-92F8-4307108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8098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8E8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32" name="SE-053-229">
            <a:extLst xmlns:a="http://schemas.openxmlformats.org/drawingml/2006/main">
              <a:ext uri="{FF2B5EF4-FFF2-40B4-BE49-F238E27FC236}">
                <a16:creationId xmlns:a16="http://schemas.microsoft.com/office/drawing/2014/main" id="{E0974250-51BD-4F91-AAF4-2D853D0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620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D4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33" name="SE-053-230">
            <a:extLst xmlns:a="http://schemas.openxmlformats.org/drawingml/2006/main">
              <a:ext uri="{FF2B5EF4-FFF2-40B4-BE49-F238E27FC236}">
                <a16:creationId xmlns:a16="http://schemas.microsoft.com/office/drawing/2014/main" id="{6A539CC0-51BE-4794-8420-5915E91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9813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8E8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34" name="SE-053-231">
            <a:extLst xmlns:a="http://schemas.openxmlformats.org/drawingml/2006/main">
              <a:ext uri="{FF2B5EF4-FFF2-40B4-BE49-F238E27FC236}">
                <a16:creationId xmlns:a16="http://schemas.microsoft.com/office/drawing/2014/main" id="{486D961D-EEE4-4FDE-8452-8DFA003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1334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35" name="SE-053-232">
            <a:extLst xmlns:a="http://schemas.openxmlformats.org/drawingml/2006/main">
              <a:ext uri="{FF2B5EF4-FFF2-40B4-BE49-F238E27FC236}">
                <a16:creationId xmlns:a16="http://schemas.microsoft.com/office/drawing/2014/main" id="{14D134DD-E866-467F-8E64-CB51233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1527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8E8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36" name="SE-053-233">
            <a:extLst xmlns:a="http://schemas.openxmlformats.org/drawingml/2006/main">
              <a:ext uri="{FF2B5EF4-FFF2-40B4-BE49-F238E27FC236}">
                <a16:creationId xmlns:a16="http://schemas.microsoft.com/office/drawing/2014/main" id="{22081002-BB99-4C45-91AA-040DE921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3049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37" name="SE-053-234">
            <a:extLst xmlns:a="http://schemas.openxmlformats.org/drawingml/2006/main">
              <a:ext uri="{FF2B5EF4-FFF2-40B4-BE49-F238E27FC236}">
                <a16:creationId xmlns:a16="http://schemas.microsoft.com/office/drawing/2014/main" id="{D020C829-4491-4FCB-93C9-17BBC73D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3242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38" name="SE-053-235">
            <a:extLst xmlns:a="http://schemas.openxmlformats.org/drawingml/2006/main">
              <a:ext uri="{FF2B5EF4-FFF2-40B4-BE49-F238E27FC236}">
                <a16:creationId xmlns:a16="http://schemas.microsoft.com/office/drawing/2014/main" id="{E022133F-3C19-4F97-B2EA-E430D1D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4763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39" name="SE-053-236">
            <a:extLst xmlns:a="http://schemas.openxmlformats.org/drawingml/2006/main">
              <a:ext uri="{FF2B5EF4-FFF2-40B4-BE49-F238E27FC236}">
                <a16:creationId xmlns:a16="http://schemas.microsoft.com/office/drawing/2014/main" id="{56836410-A214-4B16-AD04-9261AC1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49567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40" name="SE-053-237">
            <a:extLst xmlns:a="http://schemas.openxmlformats.org/drawingml/2006/main">
              <a:ext uri="{FF2B5EF4-FFF2-40B4-BE49-F238E27FC236}">
                <a16:creationId xmlns:a16="http://schemas.microsoft.com/office/drawing/2014/main" id="{EDBDC99A-D7F0-452A-9094-BA7F379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6478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CD9"/>
          </a:solidFill>
          <a:ln xmlns:a="http://schemas.openxmlformats.org/drawingml/2006/main" w="9525">
            <a:solidFill>
              <a:srgbClr val="985752"/>
            </a:solidFill>
          </a:ln>
        </p:spPr>
      </p:sp>
      <p:sp>
        <p:nvSpPr>
          <p:cNvPr id="241" name="SE-053-238">
            <a:extLst xmlns:a="http://schemas.openxmlformats.org/drawingml/2006/main">
              <a:ext uri="{FF2B5EF4-FFF2-40B4-BE49-F238E27FC236}">
                <a16:creationId xmlns:a16="http://schemas.microsoft.com/office/drawing/2014/main" id="{C46940AF-90E9-452D-ADF6-9B378E9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667125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1F7"/>
          </a:solidFill>
          <a:ln xmlns:a="http://schemas.openxmlformats.org/drawingml/2006/main" w="9525">
            <a:solidFill>
              <a:srgbClr val="248DB9"/>
            </a:solidFill>
          </a:ln>
        </p:spPr>
      </p:sp>
      <p:sp>
        <p:nvSpPr>
          <p:cNvPr id="242" name="SE-053-239">
            <a:extLst xmlns:a="http://schemas.openxmlformats.org/drawingml/2006/main">
              <a:ext uri="{FF2B5EF4-FFF2-40B4-BE49-F238E27FC236}">
                <a16:creationId xmlns:a16="http://schemas.microsoft.com/office/drawing/2014/main" id="{ED64E53A-A281-47EB-B91F-4496FE72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800225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243" name="SE-053-240">
            <a:extLst xmlns:a="http://schemas.openxmlformats.org/drawingml/2006/main">
              <a:ext uri="{FF2B5EF4-FFF2-40B4-BE49-F238E27FC236}">
                <a16:creationId xmlns:a16="http://schemas.microsoft.com/office/drawing/2014/main" id="{0F0360EA-F800-4449-A22C-271AED51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10000"/>
            <a:ext cx="933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</a:t>
            </a:r>
          </a:p>
        </p:txBody>
      </p:sp>
      <p:sp>
        <p:nvSpPr>
          <p:cNvPr id="244" name="SE-053-241">
            <a:extLst xmlns:a="http://schemas.openxmlformats.org/drawingml/2006/main">
              <a:ext uri="{FF2B5EF4-FFF2-40B4-BE49-F238E27FC236}">
                <a16:creationId xmlns:a16="http://schemas.microsoft.com/office/drawing/2014/main" id="{AAFE4809-E4EE-4644-AE8B-969D17CD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790575"/>
            <a:ext cx="1581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151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1515"/>
                </a:solidFill>
                <a:latin typeface="Arial"/>
                <a:ea typeface="Arial"/>
                <a:cs typeface="Arial"/>
              </a:rPr>
              <a:t>[Command]</a:t>
            </a:r>
          </a:p>
        </p:txBody>
      </p:sp>
      <p:sp>
        <p:nvSpPr>
          <p:cNvPr id="245" name="SE-053-242">
            <a:extLst xmlns:a="http://schemas.openxmlformats.org/drawingml/2006/main">
              <a:ext uri="{FF2B5EF4-FFF2-40B4-BE49-F238E27FC236}">
                <a16:creationId xmlns:a16="http://schemas.microsoft.com/office/drawing/2014/main" id="{02CBC79A-D792-4F59-9CBD-964BB9C3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809875"/>
            <a:ext cx="1581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8EE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8EE6"/>
                </a:solidFill>
                <a:latin typeface="Arial"/>
                <a:ea typeface="Arial"/>
                <a:cs typeface="Arial"/>
              </a:rPr>
              <a:t>[Widget]</a:t>
            </a:r>
          </a:p>
        </p:txBody>
      </p:sp>
      <p:sp>
        <p:nvSpPr>
          <p:cNvPr id="246" name="SE-053-243">
            <a:extLst xmlns:a="http://schemas.openxmlformats.org/drawingml/2006/main">
              <a:ext uri="{FF2B5EF4-FFF2-40B4-BE49-F238E27FC236}">
                <a16:creationId xmlns:a16="http://schemas.microsoft.com/office/drawing/2014/main" id="{B89D7ED0-CCE5-4CA5-8479-CC83801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76775"/>
            <a:ext cx="48577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E4"/>
          </a:solidFill>
          <a:ln xmlns:a="http://schemas.openxmlformats.org/drawingml/2006/main" w="6668">
            <a:solidFill>
              <a:srgbClr val="C4D0B4"/>
            </a:solidFill>
          </a:ln>
        </p:spPr>
      </p:sp>
      <p:sp>
        <p:nvSpPr>
          <p:cNvPr id="247" name="SE-053-path-244">
            <a:extLst xmlns:a="http://schemas.openxmlformats.org/drawingml/2006/main">
              <a:ext uri="{FF2B5EF4-FFF2-40B4-BE49-F238E27FC236}">
                <a16:creationId xmlns:a16="http://schemas.microsoft.com/office/drawing/2014/main" id="{A741F98C-28AC-4526-AE02-37A1565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33925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48" name="SE-053-path-245">
            <a:extLst xmlns:a="http://schemas.openxmlformats.org/drawingml/2006/main">
              <a:ext uri="{FF2B5EF4-FFF2-40B4-BE49-F238E27FC236}">
                <a16:creationId xmlns:a16="http://schemas.microsoft.com/office/drawing/2014/main" id="{4F8999BC-9481-4051-B721-35F1A08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33925"/>
            <a:ext cx="447675" cy="314325"/>
          </a:xfrm>
          <a:custGeom xmlns:a="http://schemas.openxmlformats.org/drawingml/2006/main">
            <a:pathLst>
              <a:path w="447675" h="314325">
                <a:moveTo>
                  <a:pt x="0" y="0"/>
                </a:moveTo>
                <a:lnTo>
                  <a:pt x="57150" y="19050"/>
                </a:lnTo>
                <a:lnTo>
                  <a:pt x="95250" y="76200"/>
                </a:lnTo>
                <a:lnTo>
                  <a:pt x="95250" y="228600"/>
                </a:lnTo>
                <a:lnTo>
                  <a:pt x="133350" y="295275"/>
                </a:lnTo>
                <a:lnTo>
                  <a:pt x="219075" y="314325"/>
                </a:lnTo>
                <a:lnTo>
                  <a:pt x="276225" y="285750"/>
                </a:lnTo>
                <a:lnTo>
                  <a:pt x="314325" y="228600"/>
                </a:lnTo>
                <a:lnTo>
                  <a:pt x="314325" y="76200"/>
                </a:lnTo>
                <a:lnTo>
                  <a:pt x="342900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49" name="SE-053-246">
            <a:extLst xmlns:a="http://schemas.openxmlformats.org/drawingml/2006/main">
              <a:ext uri="{FF2B5EF4-FFF2-40B4-BE49-F238E27FC236}">
                <a16:creationId xmlns:a16="http://schemas.microsoft.com/office/drawing/2014/main" id="{17D0A7D1-2D56-4007-8243-BFE1F60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10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9AAC"/>
          </a:solidFill>
          <a:ln xmlns:a="http://schemas.openxmlformats.org/drawingml/2006/main" w="0">
            <a:noFill/>
          </a:ln>
        </p:spPr>
      </p:sp>
      <p:sp>
        <p:nvSpPr>
          <p:cNvPr id="250" name="SE-053-247">
            <a:extLst xmlns:a="http://schemas.openxmlformats.org/drawingml/2006/main">
              <a:ext uri="{FF2B5EF4-FFF2-40B4-BE49-F238E27FC236}">
                <a16:creationId xmlns:a16="http://schemas.microsoft.com/office/drawing/2014/main" id="{D676FF8D-0B5D-4FCB-8587-B7E00866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00600"/>
            <a:ext cx="123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1" name="SE-053-path-248">
            <a:extLst xmlns:a="http://schemas.openxmlformats.org/drawingml/2006/main">
              <a:ext uri="{FF2B5EF4-FFF2-40B4-BE49-F238E27FC236}">
                <a16:creationId xmlns:a16="http://schemas.microsoft.com/office/drawing/2014/main" id="{C47C7B2A-46A4-40AF-A81B-B4DA03A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733925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52" name="SE-053-path-249">
            <a:extLst xmlns:a="http://schemas.openxmlformats.org/drawingml/2006/main">
              <a:ext uri="{FF2B5EF4-FFF2-40B4-BE49-F238E27FC236}">
                <a16:creationId xmlns:a16="http://schemas.microsoft.com/office/drawing/2014/main" id="{6E491C8B-6137-439A-8087-379661C1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830" y="4716331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A69"/>
          </a:solidFill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53" name="SE-053-path-250">
            <a:extLst xmlns:a="http://schemas.openxmlformats.org/drawingml/2006/main">
              <a:ext uri="{FF2B5EF4-FFF2-40B4-BE49-F238E27FC236}">
                <a16:creationId xmlns:a16="http://schemas.microsoft.com/office/drawing/2014/main" id="{CC0CD481-EFB6-4442-A8F7-A2AD71F6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048250"/>
            <a:ext cx="95" cy="219075"/>
          </a:xfrm>
          <a:custGeom xmlns:a="http://schemas.openxmlformats.org/drawingml/2006/main"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54" name="SE-053-251">
            <a:extLst xmlns:a="http://schemas.openxmlformats.org/drawingml/2006/main">
              <a:ext uri="{FF2B5EF4-FFF2-40B4-BE49-F238E27FC236}">
                <a16:creationId xmlns:a16="http://schemas.microsoft.com/office/drawing/2014/main" id="{B7A97256-3AD1-4F75-9CF7-BA778045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76775"/>
            <a:ext cx="48577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E4"/>
          </a:solidFill>
          <a:ln xmlns:a="http://schemas.openxmlformats.org/drawingml/2006/main" w="6668">
            <a:solidFill>
              <a:srgbClr val="C4D0B4"/>
            </a:solidFill>
          </a:ln>
        </p:spPr>
      </p:sp>
      <p:sp>
        <p:nvSpPr>
          <p:cNvPr id="255" name="SE-053-path-252">
            <a:extLst xmlns:a="http://schemas.openxmlformats.org/drawingml/2006/main">
              <a:ext uri="{FF2B5EF4-FFF2-40B4-BE49-F238E27FC236}">
                <a16:creationId xmlns:a16="http://schemas.microsoft.com/office/drawing/2014/main" id="{73A85557-B4CF-42F8-939B-3ABEE052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33925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56" name="SE-053-path-253">
            <a:extLst xmlns:a="http://schemas.openxmlformats.org/drawingml/2006/main">
              <a:ext uri="{FF2B5EF4-FFF2-40B4-BE49-F238E27FC236}">
                <a16:creationId xmlns:a16="http://schemas.microsoft.com/office/drawing/2014/main" id="{30843D98-DE7C-4EB1-A3BF-88D34C9A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33925"/>
            <a:ext cx="447675" cy="314325"/>
          </a:xfrm>
          <a:custGeom xmlns:a="http://schemas.openxmlformats.org/drawingml/2006/main">
            <a:pathLst>
              <a:path w="447675" h="314325">
                <a:moveTo>
                  <a:pt x="0" y="0"/>
                </a:moveTo>
                <a:lnTo>
                  <a:pt x="57150" y="19050"/>
                </a:lnTo>
                <a:lnTo>
                  <a:pt x="95250" y="76200"/>
                </a:lnTo>
                <a:lnTo>
                  <a:pt x="95250" y="228600"/>
                </a:lnTo>
                <a:lnTo>
                  <a:pt x="133350" y="295275"/>
                </a:lnTo>
                <a:lnTo>
                  <a:pt x="219075" y="314325"/>
                </a:lnTo>
                <a:lnTo>
                  <a:pt x="276225" y="285750"/>
                </a:lnTo>
                <a:lnTo>
                  <a:pt x="314325" y="228600"/>
                </a:lnTo>
                <a:lnTo>
                  <a:pt x="314325" y="76200"/>
                </a:lnTo>
                <a:lnTo>
                  <a:pt x="342900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57" name="SE-053-254">
            <a:extLst xmlns:a="http://schemas.openxmlformats.org/drawingml/2006/main">
              <a:ext uri="{FF2B5EF4-FFF2-40B4-BE49-F238E27FC236}">
                <a16:creationId xmlns:a16="http://schemas.microsoft.com/office/drawing/2014/main" id="{056A4B31-76ED-4B14-A9F6-E70F1A9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10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9AAC"/>
          </a:solidFill>
          <a:ln xmlns:a="http://schemas.openxmlformats.org/drawingml/2006/main" w="0">
            <a:noFill/>
          </a:ln>
        </p:spPr>
      </p:sp>
      <p:sp>
        <p:nvSpPr>
          <p:cNvPr id="258" name="SE-053-255">
            <a:extLst xmlns:a="http://schemas.openxmlformats.org/drawingml/2006/main">
              <a:ext uri="{FF2B5EF4-FFF2-40B4-BE49-F238E27FC236}">
                <a16:creationId xmlns:a16="http://schemas.microsoft.com/office/drawing/2014/main" id="{F3E2268F-C330-464B-9E9F-378ED05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800600"/>
            <a:ext cx="123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9" name="SE-053-path-256">
            <a:extLst xmlns:a="http://schemas.openxmlformats.org/drawingml/2006/main">
              <a:ext uri="{FF2B5EF4-FFF2-40B4-BE49-F238E27FC236}">
                <a16:creationId xmlns:a16="http://schemas.microsoft.com/office/drawing/2014/main" id="{2ABEFDCD-0ECE-4D7D-B413-0137B098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733925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0" name="SE-053-path-257">
            <a:extLst xmlns:a="http://schemas.openxmlformats.org/drawingml/2006/main">
              <a:ext uri="{FF2B5EF4-FFF2-40B4-BE49-F238E27FC236}">
                <a16:creationId xmlns:a16="http://schemas.microsoft.com/office/drawing/2014/main" id="{1D2A7ADF-70B3-479B-94C2-88D114A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005" y="4716331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A69"/>
          </a:solidFill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1" name="SE-053-path-258">
            <a:extLst xmlns:a="http://schemas.openxmlformats.org/drawingml/2006/main">
              <a:ext uri="{FF2B5EF4-FFF2-40B4-BE49-F238E27FC236}">
                <a16:creationId xmlns:a16="http://schemas.microsoft.com/office/drawing/2014/main" id="{CA5BD7C5-7977-4A3B-A2EF-6DEA93D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48250"/>
            <a:ext cx="95" cy="219075"/>
          </a:xfrm>
          <a:custGeom xmlns:a="http://schemas.openxmlformats.org/drawingml/2006/main"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2" name="SE-053-259">
            <a:extLst xmlns:a="http://schemas.openxmlformats.org/drawingml/2006/main">
              <a:ext uri="{FF2B5EF4-FFF2-40B4-BE49-F238E27FC236}">
                <a16:creationId xmlns:a16="http://schemas.microsoft.com/office/drawing/2014/main" id="{6D3651E5-ABFC-4BAB-928B-B46B216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76775"/>
            <a:ext cx="48577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E4"/>
          </a:solidFill>
          <a:ln xmlns:a="http://schemas.openxmlformats.org/drawingml/2006/main" w="6668">
            <a:solidFill>
              <a:srgbClr val="C4D0B4"/>
            </a:solidFill>
          </a:ln>
        </p:spPr>
      </p:sp>
      <p:sp>
        <p:nvSpPr>
          <p:cNvPr id="263" name="SE-053-path-260">
            <a:extLst xmlns:a="http://schemas.openxmlformats.org/drawingml/2006/main">
              <a:ext uri="{FF2B5EF4-FFF2-40B4-BE49-F238E27FC236}">
                <a16:creationId xmlns:a16="http://schemas.microsoft.com/office/drawing/2014/main" id="{C5515CD7-90EB-4897-9F4F-9462918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733925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4" name="SE-053-path-261">
            <a:extLst xmlns:a="http://schemas.openxmlformats.org/drawingml/2006/main">
              <a:ext uri="{FF2B5EF4-FFF2-40B4-BE49-F238E27FC236}">
                <a16:creationId xmlns:a16="http://schemas.microsoft.com/office/drawing/2014/main" id="{FD7CCCF0-DDDE-49D7-ABB5-7A331464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733925"/>
            <a:ext cx="447675" cy="314325"/>
          </a:xfrm>
          <a:custGeom xmlns:a="http://schemas.openxmlformats.org/drawingml/2006/main">
            <a:pathLst>
              <a:path w="447675" h="314325">
                <a:moveTo>
                  <a:pt x="0" y="0"/>
                </a:moveTo>
                <a:lnTo>
                  <a:pt x="57150" y="19050"/>
                </a:lnTo>
                <a:lnTo>
                  <a:pt x="95250" y="76200"/>
                </a:lnTo>
                <a:lnTo>
                  <a:pt x="95250" y="228600"/>
                </a:lnTo>
                <a:lnTo>
                  <a:pt x="133350" y="295275"/>
                </a:lnTo>
                <a:lnTo>
                  <a:pt x="219075" y="314325"/>
                </a:lnTo>
                <a:lnTo>
                  <a:pt x="276225" y="285750"/>
                </a:lnTo>
                <a:lnTo>
                  <a:pt x="314325" y="228600"/>
                </a:lnTo>
                <a:lnTo>
                  <a:pt x="314325" y="76200"/>
                </a:lnTo>
                <a:lnTo>
                  <a:pt x="342900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5" name="SE-053-262">
            <a:extLst xmlns:a="http://schemas.openxmlformats.org/drawingml/2006/main">
              <a:ext uri="{FF2B5EF4-FFF2-40B4-BE49-F238E27FC236}">
                <a16:creationId xmlns:a16="http://schemas.microsoft.com/office/drawing/2014/main" id="{8AFB9B05-5BFF-4153-92A9-D92C6D2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10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9AAC"/>
          </a:solidFill>
          <a:ln xmlns:a="http://schemas.openxmlformats.org/drawingml/2006/main" w="0">
            <a:noFill/>
          </a:ln>
        </p:spPr>
      </p:sp>
      <p:sp>
        <p:nvSpPr>
          <p:cNvPr id="266" name="SE-053-263">
            <a:extLst xmlns:a="http://schemas.openxmlformats.org/drawingml/2006/main">
              <a:ext uri="{FF2B5EF4-FFF2-40B4-BE49-F238E27FC236}">
                <a16:creationId xmlns:a16="http://schemas.microsoft.com/office/drawing/2014/main" id="{31F72F91-84AB-412A-9FC5-B75B6837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800600"/>
            <a:ext cx="123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67" name="SE-053-path-264">
            <a:extLst xmlns:a="http://schemas.openxmlformats.org/drawingml/2006/main">
              <a:ext uri="{FF2B5EF4-FFF2-40B4-BE49-F238E27FC236}">
                <a16:creationId xmlns:a16="http://schemas.microsoft.com/office/drawing/2014/main" id="{D9883917-77D2-461F-8947-942CB91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733925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8" name="SE-053-path-265">
            <a:extLst xmlns:a="http://schemas.openxmlformats.org/drawingml/2006/main">
              <a:ext uri="{FF2B5EF4-FFF2-40B4-BE49-F238E27FC236}">
                <a16:creationId xmlns:a16="http://schemas.microsoft.com/office/drawing/2014/main" id="{07758987-E561-417E-871D-94E8A0A4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005" y="4716331"/>
            <a:ext cx="33795" cy="35188"/>
          </a:xfrm>
          <a:custGeom xmlns:a="http://schemas.openxmlformats.org/drawingml/2006/main">
            <a:pathLst>
              <a:path w="33795" h="35188">
                <a:moveTo>
                  <a:pt x="0" y="35188"/>
                </a:moveTo>
                <a:lnTo>
                  <a:pt x="33795" y="175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7A69"/>
          </a:solidFill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69" name="SE-053-path-266">
            <a:extLst xmlns:a="http://schemas.openxmlformats.org/drawingml/2006/main">
              <a:ext uri="{FF2B5EF4-FFF2-40B4-BE49-F238E27FC236}">
                <a16:creationId xmlns:a16="http://schemas.microsoft.com/office/drawing/2014/main" id="{FC13050C-58C7-4C70-8E5E-60A4ACE6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048250"/>
            <a:ext cx="95" cy="219075"/>
          </a:xfrm>
          <a:custGeom xmlns:a="http://schemas.openxmlformats.org/drawingml/2006/main"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17A69"/>
            </a:solidFill>
          </a:ln>
        </p:spPr>
      </p:sp>
      <p:sp>
        <p:nvSpPr>
          <p:cNvPr id="270" name="SE-053-267">
            <a:extLst xmlns:a="http://schemas.openxmlformats.org/drawingml/2006/main">
              <a:ext uri="{FF2B5EF4-FFF2-40B4-BE49-F238E27FC236}">
                <a16:creationId xmlns:a16="http://schemas.microsoft.com/office/drawing/2014/main" id="{125C111B-827D-4AD5-BE87-B8902D76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0"/>
            <a:ext cx="20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71" name="SE-053-268">
            <a:extLst xmlns:a="http://schemas.openxmlformats.org/drawingml/2006/main">
              <a:ext uri="{FF2B5EF4-FFF2-40B4-BE49-F238E27FC236}">
                <a16:creationId xmlns:a16="http://schemas.microsoft.com/office/drawing/2014/main" id="{DDBFCD58-BBFA-4A37-81AB-362AB30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05425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Generator (LSTM)</a:t>
            </a:r>
          </a:p>
        </p:txBody>
      </p:sp>
      <p:sp>
        <p:nvSpPr>
          <p:cNvPr id="272" name="SE-053-269">
            <a:extLst xmlns:a="http://schemas.openxmlformats.org/drawingml/2006/main">
              <a:ext uri="{FF2B5EF4-FFF2-40B4-BE49-F238E27FC236}">
                <a16:creationId xmlns:a16="http://schemas.microsoft.com/office/drawing/2014/main" id="{37C68198-DC2D-4094-975B-785826F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0767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3" name="SE-053-270">
            <a:extLst xmlns:a="http://schemas.openxmlformats.org/drawingml/2006/main">
              <a:ext uri="{FF2B5EF4-FFF2-40B4-BE49-F238E27FC236}">
                <a16:creationId xmlns:a16="http://schemas.microsoft.com/office/drawing/2014/main" id="{AFD07441-7B59-4A85-984C-FE38B94E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2481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4" name="SE-053-271">
            <a:extLst xmlns:a="http://schemas.openxmlformats.org/drawingml/2006/main">
              <a:ext uri="{FF2B5EF4-FFF2-40B4-BE49-F238E27FC236}">
                <a16:creationId xmlns:a16="http://schemas.microsoft.com/office/drawing/2014/main" id="{A01AA85D-28F1-4FCF-9763-D4ABFA8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419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5" name="SE-053-272">
            <a:extLst xmlns:a="http://schemas.openxmlformats.org/drawingml/2006/main">
              <a:ext uri="{FF2B5EF4-FFF2-40B4-BE49-F238E27FC236}">
                <a16:creationId xmlns:a16="http://schemas.microsoft.com/office/drawing/2014/main" id="{D83D9794-4FEA-4908-8A7D-AB2425D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5910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6" name="SE-053-273">
            <a:extLst xmlns:a="http://schemas.openxmlformats.org/drawingml/2006/main">
              <a:ext uri="{FF2B5EF4-FFF2-40B4-BE49-F238E27FC236}">
                <a16:creationId xmlns:a16="http://schemas.microsoft.com/office/drawing/2014/main" id="{CB5BF4B5-14B0-4B29-A362-18819D70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7625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7" name="SE-053-274">
            <a:extLst xmlns:a="http://schemas.openxmlformats.org/drawingml/2006/main">
              <a:ext uri="{FF2B5EF4-FFF2-40B4-BE49-F238E27FC236}">
                <a16:creationId xmlns:a16="http://schemas.microsoft.com/office/drawing/2014/main" id="{D5E3C070-A72C-43CC-AA2A-FD4293C4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933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8" name="SE-053-275">
            <a:extLst xmlns:a="http://schemas.openxmlformats.org/drawingml/2006/main">
              <a:ext uri="{FF2B5EF4-FFF2-40B4-BE49-F238E27FC236}">
                <a16:creationId xmlns:a16="http://schemas.microsoft.com/office/drawing/2014/main" id="{0B2D96E3-CC78-4E14-B631-6CD224FD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1054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79" name="SE-053-276">
            <a:extLst xmlns:a="http://schemas.openxmlformats.org/drawingml/2006/main">
              <a:ext uri="{FF2B5EF4-FFF2-40B4-BE49-F238E27FC236}">
                <a16:creationId xmlns:a16="http://schemas.microsoft.com/office/drawing/2014/main" id="{B9B2B5AB-51A4-4D02-B482-81F85A0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2768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0" name="SE-053-277">
            <a:extLst xmlns:a="http://schemas.openxmlformats.org/drawingml/2006/main">
              <a:ext uri="{FF2B5EF4-FFF2-40B4-BE49-F238E27FC236}">
                <a16:creationId xmlns:a16="http://schemas.microsoft.com/office/drawing/2014/main" id="{A57C74A4-A92D-490C-A7A1-0C3AB152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448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1" name="SE-053-278">
            <a:extLst xmlns:a="http://schemas.openxmlformats.org/drawingml/2006/main">
              <a:ext uri="{FF2B5EF4-FFF2-40B4-BE49-F238E27FC236}">
                <a16:creationId xmlns:a16="http://schemas.microsoft.com/office/drawing/2014/main" id="{4871288C-119F-4BDF-BB57-F34125F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6197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B48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2" name="SE-053-279">
            <a:extLst xmlns:a="http://schemas.openxmlformats.org/drawingml/2006/main">
              <a:ext uri="{FF2B5EF4-FFF2-40B4-BE49-F238E27FC236}">
                <a16:creationId xmlns:a16="http://schemas.microsoft.com/office/drawing/2014/main" id="{E89BD152-79F4-4976-A304-65B074EA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0767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3" name="SE-053-280">
            <a:extLst xmlns:a="http://schemas.openxmlformats.org/drawingml/2006/main">
              <a:ext uri="{FF2B5EF4-FFF2-40B4-BE49-F238E27FC236}">
                <a16:creationId xmlns:a16="http://schemas.microsoft.com/office/drawing/2014/main" id="{AEAFFF8F-E085-475F-90EC-F0A11AF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2481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4" name="SE-053-281">
            <a:extLst xmlns:a="http://schemas.openxmlformats.org/drawingml/2006/main">
              <a:ext uri="{FF2B5EF4-FFF2-40B4-BE49-F238E27FC236}">
                <a16:creationId xmlns:a16="http://schemas.microsoft.com/office/drawing/2014/main" id="{B6D8328F-DB5C-4EB0-B6B0-33C2A067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419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B48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5" name="SE-053-282">
            <a:extLst xmlns:a="http://schemas.openxmlformats.org/drawingml/2006/main">
              <a:ext uri="{FF2B5EF4-FFF2-40B4-BE49-F238E27FC236}">
                <a16:creationId xmlns:a16="http://schemas.microsoft.com/office/drawing/2014/main" id="{82341302-71AE-4B8F-BB19-CFF0B926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5910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6" name="SE-053-283">
            <a:extLst xmlns:a="http://schemas.openxmlformats.org/drawingml/2006/main">
              <a:ext uri="{FF2B5EF4-FFF2-40B4-BE49-F238E27FC236}">
                <a16:creationId xmlns:a16="http://schemas.microsoft.com/office/drawing/2014/main" id="{6F37F1E4-E2C6-4144-8505-73F94EC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7625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7" name="SE-053-284">
            <a:extLst xmlns:a="http://schemas.openxmlformats.org/drawingml/2006/main">
              <a:ext uri="{FF2B5EF4-FFF2-40B4-BE49-F238E27FC236}">
                <a16:creationId xmlns:a16="http://schemas.microsoft.com/office/drawing/2014/main" id="{DC63818C-A14F-4BBD-9C7D-79D72757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933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8" name="SE-053-285">
            <a:extLst xmlns:a="http://schemas.openxmlformats.org/drawingml/2006/main">
              <a:ext uri="{FF2B5EF4-FFF2-40B4-BE49-F238E27FC236}">
                <a16:creationId xmlns:a16="http://schemas.microsoft.com/office/drawing/2014/main" id="{B07849C6-0596-4EAD-A4DD-F79CA20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51054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89" name="SE-053-286">
            <a:extLst xmlns:a="http://schemas.openxmlformats.org/drawingml/2006/main">
              <a:ext uri="{FF2B5EF4-FFF2-40B4-BE49-F238E27FC236}">
                <a16:creationId xmlns:a16="http://schemas.microsoft.com/office/drawing/2014/main" id="{B63A7265-E30F-4CA2-890E-753E75E7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52768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0" name="SE-053-287">
            <a:extLst xmlns:a="http://schemas.openxmlformats.org/drawingml/2006/main">
              <a:ext uri="{FF2B5EF4-FFF2-40B4-BE49-F238E27FC236}">
                <a16:creationId xmlns:a16="http://schemas.microsoft.com/office/drawing/2014/main" id="{93AEECCA-4532-485A-B188-03FB544A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5448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1" name="SE-053-288">
            <a:extLst xmlns:a="http://schemas.openxmlformats.org/drawingml/2006/main">
              <a:ext uri="{FF2B5EF4-FFF2-40B4-BE49-F238E27FC236}">
                <a16:creationId xmlns:a16="http://schemas.microsoft.com/office/drawing/2014/main" id="{BD6033A2-0026-41BA-A736-7C8A00E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56197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2" name="SE-053-289">
            <a:extLst xmlns:a="http://schemas.openxmlformats.org/drawingml/2006/main">
              <a:ext uri="{FF2B5EF4-FFF2-40B4-BE49-F238E27FC236}">
                <a16:creationId xmlns:a16="http://schemas.microsoft.com/office/drawing/2014/main" id="{5D1E8DBB-BB39-414D-BAAA-4289380F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0767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3" name="SE-053-290">
            <a:extLst xmlns:a="http://schemas.openxmlformats.org/drawingml/2006/main">
              <a:ext uri="{FF2B5EF4-FFF2-40B4-BE49-F238E27FC236}">
                <a16:creationId xmlns:a16="http://schemas.microsoft.com/office/drawing/2014/main" id="{E4634935-D3B7-42D4-B0D4-F299261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2481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4" name="SE-053-291">
            <a:extLst xmlns:a="http://schemas.openxmlformats.org/drawingml/2006/main">
              <a:ext uri="{FF2B5EF4-FFF2-40B4-BE49-F238E27FC236}">
                <a16:creationId xmlns:a16="http://schemas.microsoft.com/office/drawing/2014/main" id="{5F76DA83-3D6E-4279-96F7-F06BA356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4196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5" name="SE-053-292">
            <a:extLst xmlns:a="http://schemas.openxmlformats.org/drawingml/2006/main">
              <a:ext uri="{FF2B5EF4-FFF2-40B4-BE49-F238E27FC236}">
                <a16:creationId xmlns:a16="http://schemas.microsoft.com/office/drawing/2014/main" id="{03B46766-3E8D-4014-93B0-D0CDAF5F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5910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6" name="SE-053-293">
            <a:extLst xmlns:a="http://schemas.openxmlformats.org/drawingml/2006/main">
              <a:ext uri="{FF2B5EF4-FFF2-40B4-BE49-F238E27FC236}">
                <a16:creationId xmlns:a16="http://schemas.microsoft.com/office/drawing/2014/main" id="{2C26266F-B194-4D2A-A645-8000718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7625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7" name="SE-053-294">
            <a:extLst xmlns:a="http://schemas.openxmlformats.org/drawingml/2006/main">
              <a:ext uri="{FF2B5EF4-FFF2-40B4-BE49-F238E27FC236}">
                <a16:creationId xmlns:a16="http://schemas.microsoft.com/office/drawing/2014/main" id="{5DE10B2C-3117-4321-99EF-03960AC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9339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8" name="SE-053-295">
            <a:extLst xmlns:a="http://schemas.openxmlformats.org/drawingml/2006/main">
              <a:ext uri="{FF2B5EF4-FFF2-40B4-BE49-F238E27FC236}">
                <a16:creationId xmlns:a16="http://schemas.microsoft.com/office/drawing/2014/main" id="{B0817E3C-5D24-49AC-8128-5CB38A50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1054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B48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299" name="SE-053-296">
            <a:extLst xmlns:a="http://schemas.openxmlformats.org/drawingml/2006/main">
              <a:ext uri="{FF2B5EF4-FFF2-40B4-BE49-F238E27FC236}">
                <a16:creationId xmlns:a16="http://schemas.microsoft.com/office/drawing/2014/main" id="{6C1E2BA0-DB97-4230-8FC7-5446E9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2768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300" name="SE-053-297">
            <a:extLst xmlns:a="http://schemas.openxmlformats.org/drawingml/2006/main">
              <a:ext uri="{FF2B5EF4-FFF2-40B4-BE49-F238E27FC236}">
                <a16:creationId xmlns:a16="http://schemas.microsoft.com/office/drawing/2014/main" id="{28D644D2-8056-45C8-A6EA-D6F860A6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44830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301" name="SE-053-298">
            <a:extLst xmlns:a="http://schemas.openxmlformats.org/drawingml/2006/main">
              <a:ext uri="{FF2B5EF4-FFF2-40B4-BE49-F238E27FC236}">
                <a16:creationId xmlns:a16="http://schemas.microsoft.com/office/drawing/2014/main" id="{8CA30004-7706-43A0-B80B-F030CDB4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619750"/>
            <a:ext cx="247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2"/>
          </a:solidFill>
          <a:ln xmlns:a="http://schemas.openxmlformats.org/drawingml/2006/main" w="9525">
            <a:solidFill>
              <a:srgbClr val="6E8A43"/>
            </a:solidFill>
          </a:ln>
        </p:spPr>
      </p:sp>
      <p:sp>
        <p:nvSpPr>
          <p:cNvPr id="302" name="SE-053-299">
            <a:extLst xmlns:a="http://schemas.openxmlformats.org/drawingml/2006/main">
              <a:ext uri="{FF2B5EF4-FFF2-40B4-BE49-F238E27FC236}">
                <a16:creationId xmlns:a16="http://schemas.microsoft.com/office/drawing/2014/main" id="{9CD2236E-E339-42A9-A7BC-702F50B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6958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03" name="SE-053-300">
            <a:extLst xmlns:a="http://schemas.openxmlformats.org/drawingml/2006/main">
              <a:ext uri="{FF2B5EF4-FFF2-40B4-BE49-F238E27FC236}">
                <a16:creationId xmlns:a16="http://schemas.microsoft.com/office/drawing/2014/main" id="{2B39E557-9F7A-40E6-A5D7-815D187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4762500"/>
            <a:ext cx="981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0B25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B25B"/>
                </a:solidFill>
                <a:latin typeface="Arial"/>
                <a:ea typeface="Arial"/>
                <a:cs typeface="Arial"/>
              </a:rPr>
              <a:t>[Location]</a:t>
            </a:r>
          </a:p>
        </p:txBody>
      </p:sp>
      <p:sp>
        <p:nvSpPr>
          <p:cNvPr id="304" name="SE-053-301">
            <a:extLst xmlns:a="http://schemas.openxmlformats.org/drawingml/2006/main">
              <a:ext uri="{FF2B5EF4-FFF2-40B4-BE49-F238E27FC236}">
                <a16:creationId xmlns:a16="http://schemas.microsoft.com/office/drawing/2014/main" id="{0BD64FD3-816E-4C68-897F-EF1F10B5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753100"/>
            <a:ext cx="1533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Probability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1803761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2026-09-05T15:44:09.4290000Z</dcterms:created>
  <dcterms:modified xsi:type="dcterms:W3CDTF">2026-09-05T15:44:09.4290000Z</dcterms:modified>
</coreProperties>
</file>