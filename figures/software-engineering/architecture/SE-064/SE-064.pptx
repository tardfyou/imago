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35255167dc43d1" /><Relationship Type="http://schemas.openxmlformats.org/officeDocument/2006/relationships/extended-properties" Target="/docProps/app.xml" Id="R0626596846204dad" /><Relationship Type="http://schemas.openxmlformats.org/officeDocument/2006/relationships/officeDocument" Target="/ppt/presentation.xml" Id="R8ff0edb8059e4967" /></Relationships>
</file>

<file path=ppt/presentation.xml><?xml version="1.0" encoding="utf-8"?>
<p:presentation xmlns:p="http://schemas.openxmlformats.org/presentationml/2006/main">
  <p:sldMasterIdLst>
    <p:sldMasterId xmlns:r="http://schemas.openxmlformats.org/officeDocument/2006/relationships" id="2147483648" r:id="Rb59aa7c6b3174ecd"/>
  </p:sldMasterIdLst>
  <p:notesMasterIdLst>
    <p:notesMasterId xmlns:r="http://schemas.openxmlformats.org/officeDocument/2006/relationships" r:id="R9069bb9bb0c349c8"/>
  </p:notesMasterIdLst>
  <p:sldIdLst>
    <p:sldId xmlns:r="http://schemas.openxmlformats.org/officeDocument/2006/relationships" id="256" r:id="R642c82f58dcb44be"/>
  </p:sldIdLst>
  <p:sldSz cx="6315075" cy="40862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18c8f53a904b4d" /><Relationship Type="http://schemas.openxmlformats.org/officeDocument/2006/relationships/slideMaster" Target="/ppt/slideMasters/slideMaster1.xml" Id="Rb59aa7c6b3174ecd" /><Relationship Type="http://schemas.openxmlformats.org/officeDocument/2006/relationships/notesMaster" Target="/ppt/notesMasters/notesMaster1.xml" Id="R9069bb9bb0c349c8" /><Relationship Type="http://schemas.openxmlformats.org/officeDocument/2006/relationships/presProps" Target="/ppt/presProps.xml" Id="R3539557190084a5f" /><Relationship Type="http://schemas.openxmlformats.org/officeDocument/2006/relationships/tableStyles" Target="/ppt/tableStyles.xml" Id="R65139f6c72f24dda" /><Relationship Type="http://schemas.openxmlformats.org/officeDocument/2006/relationships/slide" Target="/ppt/slides/slide1.xml" Id="R642c82f58dcb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a98ed0379444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656e4b214d48f4" /><Relationship Type="http://schemas.openxmlformats.org/officeDocument/2006/relationships/notesMaster" Target="/ppt/notesMasters/notesMaster1.xml" Id="Raa99cb3b91114b24" /></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素材ID：SE-064</ns1:t>
            </ns1:r>
          </ns1:p>
          <ns1:p>
            <ns1:r>
              <ns1:t>论文：Well Begun is Half Done: Location-Aware and Trace-Guided Iterative Automated Vulnerability Repair</ns1:t>
            </ns1:r>
          </ns1:p>
          <ns1:p>
            <ns1:r>
              <ns1:t>会议：ICSE 2026</ns1:t>
            </ns1:r>
          </ns1:p>
          <ns1:p>
            <ns1:r>
              <ns1:t>奖项：ACM SIGSOFT Distinguished Paper Award</ns1:t>
            </ns1:r>
          </ns1:p>
          <ns1:p>
            <ns1:r>
              <ns1:t>图号：Figure 3，PDF第4页</ns1:t>
            </ns1:r>
          </ns1:p>
          <ns1:p>
            <ns1:r>
              <ns1:t>类型：系统架构</ns1:t>
            </ns1:r>
          </ns1:p>
          <ns1:p>
            <ns1:r>
              <ns1:t>借鉴点：中间定位结果与候选补丁连接上方污点评分验证和下方位置感知生成，两条彩色区域的反馈指向不同环节。</ns1:t>
            </ns1:r>
          </ns1:p>
          <ns1:p>
            <ns1:r>
              <ns1:t>论文URL：https://arxiv.org/pdf/2512.20203</ns1:t>
            </ns1:r>
          </ns1:p>
          <ns1:p>
            <ns1:r>
              <ns1:t>官方获奖URL：https://conf.researchr.org/info/icse-2026/awards#acm-sigsoft-distinguished-paper-awards</ns1:t>
            </ns1:r>
          </ns1:p>
          <ns1:p>
            <ns1:r>
              <ns1:t>原始论文与绘图来源：见本页论文链接及仓库 catalog/papers.md。</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7ea9a911a043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79f455c691429f" /><Relationship Type="http://schemas.openxmlformats.org/officeDocument/2006/relationships/slideLayout" Target="/ppt/slideLayouts/slideLayout1.xml" Id="R2827653a64394f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27653a64394f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2fb1b3d42c4f66" /><Relationship Type="http://schemas.openxmlformats.org/officeDocument/2006/relationships/image" Target="/ppt/media/image.png" Id="R332cc8ef46e346a0" /><Relationship Type="http://schemas.openxmlformats.org/officeDocument/2006/relationships/image" Target="/ppt/media/image2.png" Id="R081e3eb7675a495c" /><Relationship Type="http://schemas.openxmlformats.org/officeDocument/2006/relationships/image" Target="/ppt/media/image3.png" Id="Rc645d079293e406a" /><Relationship Type="http://schemas.openxmlformats.org/officeDocument/2006/relationships/image" Target="/ppt/media/image4.png" Id="Rdb59d3eeac194475" /><Relationship Type="http://schemas.openxmlformats.org/officeDocument/2006/relationships/image" Target="/ppt/media/image5.png" Id="R1eaa22ed49f94db3" /><Relationship Type="http://schemas.openxmlformats.org/officeDocument/2006/relationships/image" Target="/ppt/media/image6.png" Id="Rcdf5770c984d4e05" /><Relationship Type="http://schemas.openxmlformats.org/officeDocument/2006/relationships/image" Target="/ppt/media/image7.png" Id="R807f792c0c2a4802" /><Relationship Type="http://schemas.openxmlformats.org/officeDocument/2006/relationships/image" Target="/ppt/media/image8.png" Id="Rcba4b2d57edd4c93" /><Relationship Type="http://schemas.openxmlformats.org/officeDocument/2006/relationships/image" Target="/ppt/media/image9.png" Id="R0249e135d4ea40c4" /><Relationship Type="http://schemas.openxmlformats.org/officeDocument/2006/relationships/image" Target="/ppt/media/image10.png" Id="R20b0f84c29954e1a" /><Relationship Type="http://schemas.openxmlformats.org/officeDocument/2006/relationships/image" Target="/ppt/media/image11.png" Id="R1280609b0d4c4298" /><Relationship Type="http://schemas.openxmlformats.org/officeDocument/2006/relationships/image" Target="/ppt/media/image12.png" Id="Rf8c2980d7c324ff1" /><Relationship Type="http://schemas.openxmlformats.org/officeDocument/2006/relationships/image" Target="/ppt/media/image13.png" Id="R5c7efb3b34b84197" /><Relationship Type="http://schemas.openxmlformats.org/officeDocument/2006/relationships/image" Target="/ppt/media/image14.png" Id="R2807c3f9eca64a55" /><Relationship Type="http://schemas.openxmlformats.org/officeDocument/2006/relationships/image" Target="/ppt/media/image15.png" Id="Ra56e2406c8f1440a" /><Relationship Type="http://schemas.openxmlformats.org/officeDocument/2006/relationships/image" Target="/ppt/media/image16.png" Id="R8ce9d23c656e4a33" /><Relationship Type="http://schemas.openxmlformats.org/officeDocument/2006/relationships/image" Target="/ppt/media/image17.png" Id="R1c3dabbf56b54199" /><Relationship Type="http://schemas.openxmlformats.org/officeDocument/2006/relationships/image" Target="/ppt/media/image18.png" Id="R7ccc78e233a347d8" /><Relationship Type="http://schemas.openxmlformats.org/officeDocument/2006/relationships/image" Target="/ppt/media/image19.png" Id="R83c7d914f6ba4f38" /><Relationship Type="http://schemas.openxmlformats.org/officeDocument/2006/relationships/image" Target="/ppt/media/image20.png" Id="Ree4741f271d144f4" /><Relationship Type="http://schemas.openxmlformats.org/officeDocument/2006/relationships/image" Target="/ppt/media/image21.png" Id="R9000cdcc58094017" /><Relationship Type="http://schemas.openxmlformats.org/officeDocument/2006/relationships/image" Target="/ppt/media/image22.png" Id="R51a6f1de6d4f4237" /><Relationship Type="http://schemas.openxmlformats.org/officeDocument/2006/relationships/image" Target="/ppt/media/image23.png" Id="R1c5e58195dbb4610" /><Relationship Type="http://schemas.openxmlformats.org/officeDocument/2006/relationships/image" Target="/ppt/media/image24.png" Id="Rdbf6cb5c57cd41d0" /><Relationship Type="http://schemas.openxmlformats.org/officeDocument/2006/relationships/notesSlide" Target="/ppt/notesSlides/notesSlide1.xml" Id="Rc0236e52c00b492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 name="Vector element">
            <a:extLst xmlns:a="http://schemas.openxmlformats.org/drawingml/2006/main">
              <a:ext uri="{FF2B5EF4-FFF2-40B4-BE49-F238E27FC236}">
                <a16:creationId xmlns:a16="http://schemas.microsoft.com/office/drawing/2014/main" id="{E816C09A-D71E-4483-A6FF-FDDBFB000E01}"/>
              </a:ext>
            </a:extLst>
          </p:cNvPr>
          <p:cNvSpPr>
            <a:spLocks xmlns:a="http://schemas.openxmlformats.org/drawingml/2006/main" noGrp="1"/>
          </p:cNvSpPr>
          <p:nvPr/>
        </p:nvSpPr>
        <p:spPr>
          <a:xfrm xmlns:a="http://schemas.openxmlformats.org/drawingml/2006/main">
            <a:off x="1136946" y="2466237"/>
            <a:ext cx="3953235" cy="1344009"/>
          </a:xfrm>
          <a:custGeom xmlns:a="http://schemas.openxmlformats.org/drawingml/2006/main">
            <a:pathLst>
              <a:path w="3953235" h="1344009">
                <a:moveTo>
                  <a:pt x="61861" y="1344009"/>
                </a:moveTo>
                <a:cubicBezTo>
                  <a:pt x="28000" y="1344009"/>
                  <a:pt x="0" y="1316660"/>
                  <a:pt x="0" y="1282799"/>
                </a:cubicBezTo>
                <a:lnTo>
                  <a:pt x="0" y="61210"/>
                </a:lnTo>
                <a:cubicBezTo>
                  <a:pt x="0" y="27349"/>
                  <a:pt x="28000" y="0"/>
                  <a:pt x="61861" y="0"/>
                </a:cubicBezTo>
                <a:lnTo>
                  <a:pt x="3892026" y="0"/>
                </a:lnTo>
                <a:cubicBezTo>
                  <a:pt x="3925886" y="0"/>
                  <a:pt x="3953235" y="27349"/>
                  <a:pt x="3953235" y="61210"/>
                </a:cubicBezTo>
                <a:lnTo>
                  <a:pt x="3953235" y="1282799"/>
                </a:lnTo>
                <a:cubicBezTo>
                  <a:pt x="3953235" y="1316660"/>
                  <a:pt x="3925886" y="1344009"/>
                  <a:pt x="3892026" y="1344009"/>
                </a:cubicBezTo>
                <a:lnTo>
                  <a:pt x="61861" y="1344009"/>
                </a:lnTo>
                <a:close/>
              </a:path>
            </a:pathLst>
          </a:custGeom>
          <a:solidFill xmlns:a="http://schemas.openxmlformats.org/drawingml/2006/main">
            <a:srgbClr val="FCFDDD"/>
          </a:solidFill>
          <a:ln xmlns:a="http://schemas.openxmlformats.org/drawingml/2006/main" w="0" cap="flat">
            <a:noFill/>
            <a:miter/>
          </a:ln>
        </p:spPr>
      </p:sp>
      <p:sp>
        <p:nvSpPr>
          <p:cNvPr id="2" name="Vector element">
            <a:extLst xmlns:a="http://schemas.openxmlformats.org/drawingml/2006/main">
              <a:ext uri="{FF2B5EF4-FFF2-40B4-BE49-F238E27FC236}">
                <a16:creationId xmlns:a16="http://schemas.microsoft.com/office/drawing/2014/main" id="{100D0CE5-8BC5-49CF-9490-9838681B0F6A}"/>
              </a:ext>
            </a:extLst>
          </p:cNvPr>
          <p:cNvSpPr>
            <a:spLocks xmlns:a="http://schemas.openxmlformats.org/drawingml/2006/main" noGrp="1"/>
          </p:cNvSpPr>
          <p:nvPr/>
        </p:nvSpPr>
        <p:spPr>
          <a:xfrm xmlns:a="http://schemas.openxmlformats.org/drawingml/2006/main">
            <a:off x="1136946" y="2466237"/>
            <a:ext cx="3953235" cy="1344009"/>
          </a:xfrm>
          <a:custGeom xmlns:a="http://schemas.openxmlformats.org/drawingml/2006/main">
            <a:pathLst>
              <a:path w="3953235" h="1344009" fill="none">
                <a:moveTo>
                  <a:pt x="61861" y="1344009"/>
                </a:moveTo>
                <a:lnTo>
                  <a:pt x="3892026" y="1344009"/>
                </a:lnTo>
                <a:cubicBezTo>
                  <a:pt x="3925886" y="1344009"/>
                  <a:pt x="3953235" y="1316660"/>
                  <a:pt x="3953235" y="1282799"/>
                </a:cubicBezTo>
                <a:lnTo>
                  <a:pt x="3953235" y="61210"/>
                </a:lnTo>
                <a:cubicBezTo>
                  <a:pt x="3953235" y="27349"/>
                  <a:pt x="3925886" y="0"/>
                  <a:pt x="3892026" y="0"/>
                </a:cubicBezTo>
                <a:lnTo>
                  <a:pt x="61861" y="0"/>
                </a:lnTo>
                <a:cubicBezTo>
                  <a:pt x="28000" y="0"/>
                  <a:pt x="0" y="27349"/>
                  <a:pt x="0" y="61210"/>
                </a:cubicBezTo>
                <a:lnTo>
                  <a:pt x="0" y="1282799"/>
                </a:lnTo>
                <a:cubicBezTo>
                  <a:pt x="0" y="1316660"/>
                  <a:pt x="28000" y="1344009"/>
                  <a:pt x="61861" y="1344009"/>
                </a:cubicBezTo>
                <a:close/>
              </a:path>
            </a:pathLst>
          </a:custGeom>
          <a:noFill xmlns:a="http://schemas.openxmlformats.org/drawingml/2006/main"/>
          <a:ln xmlns:a="http://schemas.openxmlformats.org/drawingml/2006/main" w="8140" cap="rnd">
            <a:solidFill>
              <a:srgbClr val="000000"/>
            </a:solidFill>
            <a:round/>
          </a:ln>
        </p:spPr>
      </p:sp>
      <p:sp>
        <p:nvSpPr>
          <p:cNvPr id="3" name="Vector element">
            <a:extLst xmlns:a="http://schemas.openxmlformats.org/drawingml/2006/main">
              <a:ext uri="{FF2B5EF4-FFF2-40B4-BE49-F238E27FC236}">
                <a16:creationId xmlns:a16="http://schemas.microsoft.com/office/drawing/2014/main" id="{7A47943E-8EA3-4CAF-9E3C-5B4E61BB764E}"/>
              </a:ext>
            </a:extLst>
          </p:cNvPr>
          <p:cNvSpPr>
            <a:spLocks xmlns:a="http://schemas.openxmlformats.org/drawingml/2006/main" noGrp="1"/>
          </p:cNvSpPr>
          <p:nvPr/>
        </p:nvSpPr>
        <p:spPr>
          <a:xfrm xmlns:a="http://schemas.openxmlformats.org/drawingml/2006/main">
            <a:off x="2006254" y="3718431"/>
            <a:ext cx="2215270" cy="184280"/>
          </a:xfrm>
          <a:custGeom xmlns:a="http://schemas.openxmlformats.org/drawingml/2006/main">
            <a:pathLst>
              <a:path w="2215270" h="184280">
                <a:moveTo>
                  <a:pt x="61210" y="184280"/>
                </a:moveTo>
                <a:cubicBezTo>
                  <a:pt x="27349" y="184280"/>
                  <a:pt x="0" y="156931"/>
                  <a:pt x="0" y="123071"/>
                </a:cubicBezTo>
                <a:lnTo>
                  <a:pt x="0" y="61210"/>
                </a:lnTo>
                <a:cubicBezTo>
                  <a:pt x="0" y="27349"/>
                  <a:pt x="27349" y="0"/>
                  <a:pt x="61210" y="0"/>
                </a:cubicBezTo>
                <a:lnTo>
                  <a:pt x="2153410" y="0"/>
                </a:lnTo>
                <a:cubicBezTo>
                  <a:pt x="2187921" y="0"/>
                  <a:pt x="2215270" y="27349"/>
                  <a:pt x="2215270" y="61210"/>
                </a:cubicBezTo>
                <a:lnTo>
                  <a:pt x="2215270" y="123071"/>
                </a:lnTo>
                <a:cubicBezTo>
                  <a:pt x="2215270" y="156931"/>
                  <a:pt x="2187921" y="184280"/>
                  <a:pt x="2153410" y="184280"/>
                </a:cubicBezTo>
                <a:lnTo>
                  <a:pt x="61210" y="184280"/>
                </a:lnTo>
                <a:close/>
              </a:path>
            </a:pathLst>
          </a:custGeom>
          <a:solidFill xmlns:a="http://schemas.openxmlformats.org/drawingml/2006/main">
            <a:srgbClr val="FEE599"/>
          </a:solidFill>
          <a:ln xmlns:a="http://schemas.openxmlformats.org/drawingml/2006/main" w="0" cap="flat">
            <a:noFill/>
            <a:miter/>
          </a:ln>
        </p:spPr>
      </p:sp>
      <p:sp>
        <p:nvSpPr>
          <p:cNvPr id="4" name="Vector element">
            <a:extLst xmlns:a="http://schemas.openxmlformats.org/drawingml/2006/main">
              <a:ext uri="{FF2B5EF4-FFF2-40B4-BE49-F238E27FC236}">
                <a16:creationId xmlns:a16="http://schemas.microsoft.com/office/drawing/2014/main" id="{7A25D044-15CB-4EE7-B634-C699B12C853A}"/>
              </a:ext>
            </a:extLst>
          </p:cNvPr>
          <p:cNvSpPr>
            <a:spLocks xmlns:a="http://schemas.openxmlformats.org/drawingml/2006/main" noGrp="1"/>
          </p:cNvSpPr>
          <p:nvPr/>
        </p:nvSpPr>
        <p:spPr>
          <a:xfrm xmlns:a="http://schemas.openxmlformats.org/drawingml/2006/main">
            <a:off x="2006254" y="3718431"/>
            <a:ext cx="2215270" cy="184280"/>
          </a:xfrm>
          <a:custGeom xmlns:a="http://schemas.openxmlformats.org/drawingml/2006/main">
            <a:pathLst>
              <a:path w="2215270" h="184280" fill="none">
                <a:moveTo>
                  <a:pt x="61210" y="184280"/>
                </a:moveTo>
                <a:lnTo>
                  <a:pt x="2153410" y="184280"/>
                </a:lnTo>
                <a:cubicBezTo>
                  <a:pt x="2187921" y="184280"/>
                  <a:pt x="2215270" y="156931"/>
                  <a:pt x="2215270" y="123071"/>
                </a:cubicBezTo>
                <a:lnTo>
                  <a:pt x="2215270" y="61210"/>
                </a:lnTo>
                <a:cubicBezTo>
                  <a:pt x="2215270" y="27349"/>
                  <a:pt x="2187921" y="0"/>
                  <a:pt x="2153410" y="0"/>
                </a:cubicBezTo>
                <a:lnTo>
                  <a:pt x="61210" y="0"/>
                </a:lnTo>
                <a:cubicBezTo>
                  <a:pt x="27349" y="0"/>
                  <a:pt x="0" y="27349"/>
                  <a:pt x="0" y="61210"/>
                </a:cubicBezTo>
                <a:lnTo>
                  <a:pt x="0" y="123071"/>
                </a:lnTo>
                <a:cubicBezTo>
                  <a:pt x="0" y="156931"/>
                  <a:pt x="27349" y="184280"/>
                  <a:pt x="61210" y="184280"/>
                </a:cubicBezTo>
                <a:close/>
              </a:path>
            </a:pathLst>
          </a:custGeom>
          <a:noFill xmlns:a="http://schemas.openxmlformats.org/drawingml/2006/main"/>
          <a:ln xmlns:a="http://schemas.openxmlformats.org/drawingml/2006/main" w="8140" cap="rnd">
            <a:solidFill>
              <a:srgbClr val="000000"/>
            </a:solidFill>
            <a:round/>
          </a:ln>
        </p:spPr>
      </p:sp>
      <p:sp>
        <p:nvSpPr>
          <p:cNvPr id="5" name="Text Location-AwarePatchGeneration">
            <a:extLst xmlns:a="http://schemas.openxmlformats.org/drawingml/2006/main">
              <a:ext uri="{FF2B5EF4-FFF2-40B4-BE49-F238E27FC236}">
                <a16:creationId xmlns:a16="http://schemas.microsoft.com/office/drawing/2014/main" id="{9606F12B-7F21-4F65-9F62-B430D1B7AD11}"/>
              </a:ext>
            </a:extLst>
          </p:cNvPr>
          <p:cNvSpPr>
            <a:spLocks xmlns:a="http://schemas.openxmlformats.org/drawingml/2006/main" noGrp="1"/>
          </p:cNvSpPr>
          <p:nvPr/>
        </p:nvSpPr>
        <p:spPr>
          <a:xfrm xmlns:a="http://schemas.openxmlformats.org/drawingml/2006/main">
            <a:off x="2068449" y="3743762"/>
            <a:ext cx="2091680" cy="106087"/>
          </a:xfrm>
          <a:custGeom xmlns:a="http://schemas.openxmlformats.org/drawingml/2006/main">
            <a:pathLst>
              <a:path w="2091680" h="106087">
                <a:moveTo>
                  <a:pt x="0" y="1333"/>
                </a:moveTo>
                <a:lnTo>
                  <a:pt x="14817" y="1333"/>
                </a:lnTo>
                <a:lnTo>
                  <a:pt x="14817" y="91418"/>
                </a:lnTo>
                <a:lnTo>
                  <a:pt x="61415" y="91418"/>
                </a:lnTo>
                <a:lnTo>
                  <a:pt x="61415" y="104901"/>
                </a:lnTo>
                <a:lnTo>
                  <a:pt x="0" y="104901"/>
                </a:lnTo>
                <a:lnTo>
                  <a:pt x="0" y="1333"/>
                </a:lnTo>
                <a:close/>
                <a:moveTo>
                  <a:pt x="105118" y="36597"/>
                </a:moveTo>
                <a:cubicBezTo>
                  <a:pt x="115490" y="36597"/>
                  <a:pt x="124108" y="39943"/>
                  <a:pt x="130973" y="46635"/>
                </a:cubicBezTo>
                <a:cubicBezTo>
                  <a:pt x="137838" y="53327"/>
                  <a:pt x="141271" y="61736"/>
                  <a:pt x="141271" y="71860"/>
                </a:cubicBezTo>
                <a:cubicBezTo>
                  <a:pt x="141271" y="81689"/>
                  <a:pt x="137789" y="89850"/>
                  <a:pt x="130825" y="96345"/>
                </a:cubicBezTo>
                <a:cubicBezTo>
                  <a:pt x="123861" y="102840"/>
                  <a:pt x="115095" y="106087"/>
                  <a:pt x="104526" y="106087"/>
                </a:cubicBezTo>
                <a:cubicBezTo>
                  <a:pt x="94302" y="106087"/>
                  <a:pt x="85758" y="102790"/>
                  <a:pt x="78893" y="96197"/>
                </a:cubicBezTo>
                <a:cubicBezTo>
                  <a:pt x="72028" y="89603"/>
                  <a:pt x="68595" y="81368"/>
                  <a:pt x="68595" y="71490"/>
                </a:cubicBezTo>
                <a:cubicBezTo>
                  <a:pt x="68595" y="61514"/>
                  <a:pt x="72065" y="53204"/>
                  <a:pt x="79004" y="46561"/>
                </a:cubicBezTo>
                <a:cubicBezTo>
                  <a:pt x="85943" y="39918"/>
                  <a:pt x="94648" y="36597"/>
                  <a:pt x="105118" y="36597"/>
                </a:cubicBezTo>
                <a:moveTo>
                  <a:pt x="104378" y="48747"/>
                </a:moveTo>
                <a:cubicBezTo>
                  <a:pt x="97908" y="48747"/>
                  <a:pt x="92598" y="50870"/>
                  <a:pt x="88450" y="55118"/>
                </a:cubicBezTo>
                <a:cubicBezTo>
                  <a:pt x="84301" y="59365"/>
                  <a:pt x="82227" y="64773"/>
                  <a:pt x="82227" y="71342"/>
                </a:cubicBezTo>
                <a:cubicBezTo>
                  <a:pt x="82227" y="77861"/>
                  <a:pt x="84350" y="83183"/>
                  <a:pt x="88598" y="87307"/>
                </a:cubicBezTo>
                <a:cubicBezTo>
                  <a:pt x="92845" y="91431"/>
                  <a:pt x="98303" y="93493"/>
                  <a:pt x="104970" y="93493"/>
                </a:cubicBezTo>
                <a:cubicBezTo>
                  <a:pt x="111588" y="93493"/>
                  <a:pt x="117009" y="91406"/>
                  <a:pt x="121231" y="87233"/>
                </a:cubicBezTo>
                <a:cubicBezTo>
                  <a:pt x="125454" y="83059"/>
                  <a:pt x="127566" y="77713"/>
                  <a:pt x="127566" y="71194"/>
                </a:cubicBezTo>
                <a:cubicBezTo>
                  <a:pt x="127566" y="64724"/>
                  <a:pt x="125368" y="59365"/>
                  <a:pt x="120972" y="55118"/>
                </a:cubicBezTo>
                <a:cubicBezTo>
                  <a:pt x="116577" y="50870"/>
                  <a:pt x="111045" y="48747"/>
                  <a:pt x="104378" y="48747"/>
                </a:cubicBezTo>
                <a:close/>
                <a:moveTo>
                  <a:pt x="207420" y="88900"/>
                </a:moveTo>
                <a:lnTo>
                  <a:pt x="207420" y="102292"/>
                </a:lnTo>
                <a:cubicBezTo>
                  <a:pt x="200654" y="104822"/>
                  <a:pt x="194036" y="106087"/>
                  <a:pt x="187566" y="106087"/>
                </a:cubicBezTo>
                <a:cubicBezTo>
                  <a:pt x="176898" y="106087"/>
                  <a:pt x="168391" y="102920"/>
                  <a:pt x="162044" y="96586"/>
                </a:cubicBezTo>
                <a:cubicBezTo>
                  <a:pt x="155698" y="90250"/>
                  <a:pt x="152525" y="81761"/>
                  <a:pt x="152525" y="71120"/>
                </a:cubicBezTo>
                <a:cubicBezTo>
                  <a:pt x="152525" y="60381"/>
                  <a:pt x="155611" y="51720"/>
                  <a:pt x="161785" y="45137"/>
                </a:cubicBezTo>
                <a:cubicBezTo>
                  <a:pt x="167959" y="38555"/>
                  <a:pt x="176083" y="35263"/>
                  <a:pt x="186158" y="35263"/>
                </a:cubicBezTo>
                <a:cubicBezTo>
                  <a:pt x="189665" y="35263"/>
                  <a:pt x="192813" y="35597"/>
                  <a:pt x="195604" y="36264"/>
                </a:cubicBezTo>
                <a:cubicBezTo>
                  <a:pt x="198394" y="36930"/>
                  <a:pt x="201839" y="38177"/>
                  <a:pt x="205939" y="40005"/>
                </a:cubicBezTo>
                <a:lnTo>
                  <a:pt x="205939" y="54377"/>
                </a:lnTo>
                <a:cubicBezTo>
                  <a:pt x="199123" y="50031"/>
                  <a:pt x="192801" y="47858"/>
                  <a:pt x="186973" y="47858"/>
                </a:cubicBezTo>
                <a:cubicBezTo>
                  <a:pt x="180898" y="47858"/>
                  <a:pt x="175910" y="50001"/>
                  <a:pt x="172009" y="54287"/>
                </a:cubicBezTo>
                <a:cubicBezTo>
                  <a:pt x="168107" y="58573"/>
                  <a:pt x="166156" y="64035"/>
                  <a:pt x="166156" y="70675"/>
                </a:cubicBezTo>
                <a:cubicBezTo>
                  <a:pt x="166156" y="77662"/>
                  <a:pt x="168267" y="83212"/>
                  <a:pt x="172490" y="87325"/>
                </a:cubicBezTo>
                <a:cubicBezTo>
                  <a:pt x="176713" y="91437"/>
                  <a:pt x="182405" y="93493"/>
                  <a:pt x="189566" y="93493"/>
                </a:cubicBezTo>
                <a:cubicBezTo>
                  <a:pt x="194752" y="93493"/>
                  <a:pt x="200703" y="91962"/>
                  <a:pt x="207420" y="88900"/>
                </a:cubicBezTo>
                <a:close/>
                <a:moveTo>
                  <a:pt x="265607" y="63820"/>
                </a:moveTo>
                <a:lnTo>
                  <a:pt x="265607" y="92821"/>
                </a:lnTo>
                <a:cubicBezTo>
                  <a:pt x="265607" y="95146"/>
                  <a:pt x="266398" y="96308"/>
                  <a:pt x="267978" y="96308"/>
                </a:cubicBezTo>
                <a:cubicBezTo>
                  <a:pt x="269608" y="96308"/>
                  <a:pt x="272151" y="95073"/>
                  <a:pt x="275609" y="92604"/>
                </a:cubicBezTo>
                <a:lnTo>
                  <a:pt x="275609" y="100901"/>
                </a:lnTo>
                <a:cubicBezTo>
                  <a:pt x="272547" y="102847"/>
                  <a:pt x="270089" y="104174"/>
                  <a:pt x="268237" y="104881"/>
                </a:cubicBezTo>
                <a:cubicBezTo>
                  <a:pt x="266385" y="105586"/>
                  <a:pt x="264447" y="105939"/>
                  <a:pt x="262422" y="105939"/>
                </a:cubicBezTo>
                <a:cubicBezTo>
                  <a:pt x="256643" y="105939"/>
                  <a:pt x="253236" y="103691"/>
                  <a:pt x="252198" y="99197"/>
                </a:cubicBezTo>
                <a:cubicBezTo>
                  <a:pt x="246469" y="103691"/>
                  <a:pt x="240370" y="105939"/>
                  <a:pt x="233900" y="105939"/>
                </a:cubicBezTo>
                <a:cubicBezTo>
                  <a:pt x="229159" y="105939"/>
                  <a:pt x="225208" y="104368"/>
                  <a:pt x="222047" y="101227"/>
                </a:cubicBezTo>
                <a:cubicBezTo>
                  <a:pt x="218886" y="98085"/>
                  <a:pt x="217305" y="94139"/>
                  <a:pt x="217305" y="89388"/>
                </a:cubicBezTo>
                <a:cubicBezTo>
                  <a:pt x="217305" y="85085"/>
                  <a:pt x="218849" y="81239"/>
                  <a:pt x="221936" y="77850"/>
                </a:cubicBezTo>
                <a:cubicBezTo>
                  <a:pt x="225022" y="74460"/>
                  <a:pt x="229406" y="71776"/>
                  <a:pt x="235085" y="69798"/>
                </a:cubicBezTo>
                <a:lnTo>
                  <a:pt x="252347" y="63860"/>
                </a:lnTo>
                <a:lnTo>
                  <a:pt x="252347" y="60213"/>
                </a:lnTo>
                <a:cubicBezTo>
                  <a:pt x="252347" y="51976"/>
                  <a:pt x="248247" y="47858"/>
                  <a:pt x="240049" y="47858"/>
                </a:cubicBezTo>
                <a:cubicBezTo>
                  <a:pt x="232690" y="47858"/>
                  <a:pt x="225529" y="51661"/>
                  <a:pt x="218565" y="59266"/>
                </a:cubicBezTo>
                <a:lnTo>
                  <a:pt x="218565" y="44524"/>
                </a:lnTo>
                <a:cubicBezTo>
                  <a:pt x="223800" y="38350"/>
                  <a:pt x="231332" y="35263"/>
                  <a:pt x="241160" y="35263"/>
                </a:cubicBezTo>
                <a:cubicBezTo>
                  <a:pt x="248519" y="35263"/>
                  <a:pt x="254421" y="37192"/>
                  <a:pt x="258866" y="41049"/>
                </a:cubicBezTo>
                <a:cubicBezTo>
                  <a:pt x="260348" y="42285"/>
                  <a:pt x="261681" y="43930"/>
                  <a:pt x="262866" y="45982"/>
                </a:cubicBezTo>
                <a:cubicBezTo>
                  <a:pt x="264052" y="48034"/>
                  <a:pt x="264805" y="50085"/>
                  <a:pt x="265126" y="52138"/>
                </a:cubicBezTo>
                <a:cubicBezTo>
                  <a:pt x="265447" y="54189"/>
                  <a:pt x="265607" y="58083"/>
                  <a:pt x="265607" y="63820"/>
                </a:cubicBezTo>
                <a:moveTo>
                  <a:pt x="252347" y="91344"/>
                </a:moveTo>
                <a:lnTo>
                  <a:pt x="252347" y="71120"/>
                </a:lnTo>
                <a:lnTo>
                  <a:pt x="243309" y="74602"/>
                </a:lnTo>
                <a:cubicBezTo>
                  <a:pt x="238715" y="76429"/>
                  <a:pt x="235468" y="78269"/>
                  <a:pt x="233567" y="80121"/>
                </a:cubicBezTo>
                <a:cubicBezTo>
                  <a:pt x="231665" y="81973"/>
                  <a:pt x="230714" y="84282"/>
                  <a:pt x="230714" y="87047"/>
                </a:cubicBezTo>
                <a:cubicBezTo>
                  <a:pt x="230714" y="89863"/>
                  <a:pt x="231616" y="92159"/>
                  <a:pt x="233418" y="93937"/>
                </a:cubicBezTo>
                <a:cubicBezTo>
                  <a:pt x="235221" y="95715"/>
                  <a:pt x="237555" y="96604"/>
                  <a:pt x="240419" y="96604"/>
                </a:cubicBezTo>
                <a:cubicBezTo>
                  <a:pt x="244716" y="96604"/>
                  <a:pt x="248692" y="94851"/>
                  <a:pt x="252347" y="91344"/>
                </a:cubicBezTo>
                <a:close/>
                <a:moveTo>
                  <a:pt x="278046" y="47561"/>
                </a:moveTo>
                <a:lnTo>
                  <a:pt x="303383" y="22669"/>
                </a:lnTo>
                <a:lnTo>
                  <a:pt x="303383" y="36745"/>
                </a:lnTo>
                <a:lnTo>
                  <a:pt x="324941" y="36745"/>
                </a:lnTo>
                <a:lnTo>
                  <a:pt x="324941" y="48895"/>
                </a:lnTo>
                <a:lnTo>
                  <a:pt x="303383" y="48895"/>
                </a:lnTo>
                <a:lnTo>
                  <a:pt x="303383" y="82251"/>
                </a:lnTo>
                <a:cubicBezTo>
                  <a:pt x="303383" y="90042"/>
                  <a:pt x="306618" y="93937"/>
                  <a:pt x="313088" y="93937"/>
                </a:cubicBezTo>
                <a:cubicBezTo>
                  <a:pt x="317928" y="93937"/>
                  <a:pt x="323039" y="92357"/>
                  <a:pt x="328423" y="89196"/>
                </a:cubicBezTo>
                <a:lnTo>
                  <a:pt x="328423" y="101734"/>
                </a:lnTo>
                <a:cubicBezTo>
                  <a:pt x="323237" y="104636"/>
                  <a:pt x="317582" y="106087"/>
                  <a:pt x="311458" y="106087"/>
                </a:cubicBezTo>
                <a:cubicBezTo>
                  <a:pt x="305284" y="106087"/>
                  <a:pt x="300148" y="104284"/>
                  <a:pt x="296049" y="100679"/>
                </a:cubicBezTo>
                <a:cubicBezTo>
                  <a:pt x="294764" y="99592"/>
                  <a:pt x="293703" y="98370"/>
                  <a:pt x="292863" y="97012"/>
                </a:cubicBezTo>
                <a:cubicBezTo>
                  <a:pt x="292023" y="95653"/>
                  <a:pt x="291320" y="93875"/>
                  <a:pt x="290752" y="91678"/>
                </a:cubicBezTo>
                <a:cubicBezTo>
                  <a:pt x="290184" y="89480"/>
                  <a:pt x="289900" y="85294"/>
                  <a:pt x="289900" y="79121"/>
                </a:cubicBezTo>
                <a:lnTo>
                  <a:pt x="289900" y="48895"/>
                </a:lnTo>
                <a:lnTo>
                  <a:pt x="278046" y="48895"/>
                </a:lnTo>
                <a:lnTo>
                  <a:pt x="278046" y="47561"/>
                </a:lnTo>
                <a:close/>
                <a:moveTo>
                  <a:pt x="345121" y="8001"/>
                </a:moveTo>
                <a:cubicBezTo>
                  <a:pt x="347343" y="8001"/>
                  <a:pt x="349245" y="8770"/>
                  <a:pt x="350825" y="10309"/>
                </a:cubicBezTo>
                <a:cubicBezTo>
                  <a:pt x="352405" y="11846"/>
                  <a:pt x="353196" y="13732"/>
                  <a:pt x="353196" y="15965"/>
                </a:cubicBezTo>
                <a:cubicBezTo>
                  <a:pt x="353196" y="18147"/>
                  <a:pt x="352405" y="20032"/>
                  <a:pt x="350825" y="21621"/>
                </a:cubicBezTo>
                <a:cubicBezTo>
                  <a:pt x="349245" y="23209"/>
                  <a:pt x="347343" y="24003"/>
                  <a:pt x="345121" y="24003"/>
                </a:cubicBezTo>
                <a:cubicBezTo>
                  <a:pt x="343046" y="24003"/>
                  <a:pt x="341219" y="23196"/>
                  <a:pt x="339638" y="21584"/>
                </a:cubicBezTo>
                <a:cubicBezTo>
                  <a:pt x="338058" y="19971"/>
                  <a:pt x="337268" y="18098"/>
                  <a:pt x="337268" y="15965"/>
                </a:cubicBezTo>
                <a:cubicBezTo>
                  <a:pt x="337268" y="13881"/>
                  <a:pt x="338058" y="12033"/>
                  <a:pt x="339638" y="10420"/>
                </a:cubicBezTo>
                <a:cubicBezTo>
                  <a:pt x="341219" y="8807"/>
                  <a:pt x="343046" y="8001"/>
                  <a:pt x="345121" y="8001"/>
                </a:cubicBezTo>
                <a:moveTo>
                  <a:pt x="338453" y="36745"/>
                </a:moveTo>
                <a:lnTo>
                  <a:pt x="351936" y="36745"/>
                </a:lnTo>
                <a:lnTo>
                  <a:pt x="351936" y="104901"/>
                </a:lnTo>
                <a:lnTo>
                  <a:pt x="338453" y="104901"/>
                </a:lnTo>
                <a:lnTo>
                  <a:pt x="338453" y="36745"/>
                </a:lnTo>
                <a:close/>
                <a:moveTo>
                  <a:pt x="404011" y="36597"/>
                </a:moveTo>
                <a:cubicBezTo>
                  <a:pt x="414383" y="36597"/>
                  <a:pt x="423001" y="39943"/>
                  <a:pt x="429866" y="46635"/>
                </a:cubicBezTo>
                <a:cubicBezTo>
                  <a:pt x="436731" y="53327"/>
                  <a:pt x="440163" y="61736"/>
                  <a:pt x="440163" y="71860"/>
                </a:cubicBezTo>
                <a:cubicBezTo>
                  <a:pt x="440163" y="81689"/>
                  <a:pt x="436681" y="89850"/>
                  <a:pt x="429718" y="96345"/>
                </a:cubicBezTo>
                <a:cubicBezTo>
                  <a:pt x="422754" y="102840"/>
                  <a:pt x="413987" y="106087"/>
                  <a:pt x="403418" y="106087"/>
                </a:cubicBezTo>
                <a:cubicBezTo>
                  <a:pt x="393195" y="106087"/>
                  <a:pt x="384651" y="102790"/>
                  <a:pt x="377786" y="96197"/>
                </a:cubicBezTo>
                <a:cubicBezTo>
                  <a:pt x="370920" y="89603"/>
                  <a:pt x="367488" y="81368"/>
                  <a:pt x="367488" y="71490"/>
                </a:cubicBezTo>
                <a:cubicBezTo>
                  <a:pt x="367488" y="61514"/>
                  <a:pt x="370958" y="53204"/>
                  <a:pt x="377897" y="46561"/>
                </a:cubicBezTo>
                <a:cubicBezTo>
                  <a:pt x="384836" y="39918"/>
                  <a:pt x="393540" y="36597"/>
                  <a:pt x="404011" y="36597"/>
                </a:cubicBezTo>
                <a:moveTo>
                  <a:pt x="403270" y="48747"/>
                </a:moveTo>
                <a:cubicBezTo>
                  <a:pt x="396800" y="48747"/>
                  <a:pt x="391491" y="50870"/>
                  <a:pt x="387342" y="55118"/>
                </a:cubicBezTo>
                <a:cubicBezTo>
                  <a:pt x="383194" y="59365"/>
                  <a:pt x="381119" y="64773"/>
                  <a:pt x="381119" y="71342"/>
                </a:cubicBezTo>
                <a:cubicBezTo>
                  <a:pt x="381119" y="77861"/>
                  <a:pt x="383243" y="83183"/>
                  <a:pt x="387490" y="87307"/>
                </a:cubicBezTo>
                <a:cubicBezTo>
                  <a:pt x="391738" y="91431"/>
                  <a:pt x="397195" y="93493"/>
                  <a:pt x="403863" y="93493"/>
                </a:cubicBezTo>
                <a:cubicBezTo>
                  <a:pt x="410481" y="93493"/>
                  <a:pt x="415901" y="91406"/>
                  <a:pt x="420124" y="87233"/>
                </a:cubicBezTo>
                <a:cubicBezTo>
                  <a:pt x="424347" y="83059"/>
                  <a:pt x="426458" y="77713"/>
                  <a:pt x="426458" y="71194"/>
                </a:cubicBezTo>
                <a:cubicBezTo>
                  <a:pt x="426458" y="64724"/>
                  <a:pt x="424260" y="59365"/>
                  <a:pt x="419865" y="55118"/>
                </a:cubicBezTo>
                <a:cubicBezTo>
                  <a:pt x="415469" y="50870"/>
                  <a:pt x="409938" y="48747"/>
                  <a:pt x="403270" y="48747"/>
                </a:cubicBezTo>
                <a:close/>
                <a:moveTo>
                  <a:pt x="468678" y="36745"/>
                </a:moveTo>
                <a:lnTo>
                  <a:pt x="468678" y="45191"/>
                </a:lnTo>
                <a:cubicBezTo>
                  <a:pt x="474704" y="38573"/>
                  <a:pt x="481544" y="35263"/>
                  <a:pt x="489199" y="35263"/>
                </a:cubicBezTo>
                <a:cubicBezTo>
                  <a:pt x="493447" y="35263"/>
                  <a:pt x="497398" y="36365"/>
                  <a:pt x="501052" y="38567"/>
                </a:cubicBezTo>
                <a:cubicBezTo>
                  <a:pt x="504707" y="40770"/>
                  <a:pt x="507485" y="43789"/>
                  <a:pt x="509387" y="47626"/>
                </a:cubicBezTo>
                <a:cubicBezTo>
                  <a:pt x="511288" y="51461"/>
                  <a:pt x="512239" y="57536"/>
                  <a:pt x="512239" y="65851"/>
                </a:cubicBezTo>
                <a:lnTo>
                  <a:pt x="512239" y="104901"/>
                </a:lnTo>
                <a:lnTo>
                  <a:pt x="498756" y="104901"/>
                </a:lnTo>
                <a:lnTo>
                  <a:pt x="498756" y="65982"/>
                </a:lnTo>
                <a:cubicBezTo>
                  <a:pt x="498756" y="59002"/>
                  <a:pt x="497694" y="54013"/>
                  <a:pt x="495570" y="51018"/>
                </a:cubicBezTo>
                <a:cubicBezTo>
                  <a:pt x="493447" y="48022"/>
                  <a:pt x="489891" y="46524"/>
                  <a:pt x="484902" y="46524"/>
                </a:cubicBezTo>
                <a:cubicBezTo>
                  <a:pt x="478531" y="46524"/>
                  <a:pt x="473123" y="49685"/>
                  <a:pt x="468678" y="56007"/>
                </a:cubicBezTo>
                <a:lnTo>
                  <a:pt x="468678" y="104901"/>
                </a:lnTo>
                <a:lnTo>
                  <a:pt x="454899" y="104901"/>
                </a:lnTo>
                <a:lnTo>
                  <a:pt x="454899" y="36745"/>
                </a:lnTo>
                <a:lnTo>
                  <a:pt x="468678" y="36745"/>
                </a:lnTo>
                <a:close/>
                <a:moveTo>
                  <a:pt x="527605" y="64008"/>
                </a:moveTo>
                <a:lnTo>
                  <a:pt x="564498" y="64008"/>
                </a:lnTo>
                <a:lnTo>
                  <a:pt x="564498" y="78528"/>
                </a:lnTo>
                <a:lnTo>
                  <a:pt x="527605" y="78528"/>
                </a:lnTo>
                <a:lnTo>
                  <a:pt x="527605" y="64008"/>
                </a:lnTo>
                <a:close/>
                <a:moveTo>
                  <a:pt x="615016" y="741"/>
                </a:moveTo>
                <a:lnTo>
                  <a:pt x="625462" y="741"/>
                </a:lnTo>
                <a:lnTo>
                  <a:pt x="671764" y="104901"/>
                </a:lnTo>
                <a:lnTo>
                  <a:pt x="656577" y="104901"/>
                </a:lnTo>
                <a:lnTo>
                  <a:pt x="642798" y="74231"/>
                </a:lnTo>
                <a:lnTo>
                  <a:pt x="598792" y="74231"/>
                </a:lnTo>
                <a:lnTo>
                  <a:pt x="585754" y="104901"/>
                </a:lnTo>
                <a:lnTo>
                  <a:pt x="570567" y="104901"/>
                </a:lnTo>
                <a:lnTo>
                  <a:pt x="615016" y="741"/>
                </a:lnTo>
                <a:moveTo>
                  <a:pt x="636723" y="61044"/>
                </a:moveTo>
                <a:lnTo>
                  <a:pt x="620054" y="23484"/>
                </a:lnTo>
                <a:lnTo>
                  <a:pt x="604571" y="61044"/>
                </a:lnTo>
                <a:lnTo>
                  <a:pt x="636723" y="61044"/>
                </a:lnTo>
                <a:close/>
                <a:moveTo>
                  <a:pt x="766473" y="36745"/>
                </a:moveTo>
                <a:lnTo>
                  <a:pt x="780919" y="36745"/>
                </a:lnTo>
                <a:lnTo>
                  <a:pt x="750842" y="106087"/>
                </a:lnTo>
                <a:lnTo>
                  <a:pt x="746619" y="106087"/>
                </a:lnTo>
                <a:lnTo>
                  <a:pt x="726394" y="58600"/>
                </a:lnTo>
                <a:lnTo>
                  <a:pt x="706540" y="106087"/>
                </a:lnTo>
                <a:lnTo>
                  <a:pt x="702169" y="106087"/>
                </a:lnTo>
                <a:lnTo>
                  <a:pt x="671795" y="36745"/>
                </a:lnTo>
                <a:lnTo>
                  <a:pt x="686241" y="36745"/>
                </a:lnTo>
                <a:lnTo>
                  <a:pt x="704095" y="78083"/>
                </a:lnTo>
                <a:lnTo>
                  <a:pt x="721431" y="36745"/>
                </a:lnTo>
                <a:lnTo>
                  <a:pt x="731432" y="36745"/>
                </a:lnTo>
                <a:lnTo>
                  <a:pt x="748693" y="78083"/>
                </a:lnTo>
                <a:lnTo>
                  <a:pt x="766473" y="36745"/>
                </a:lnTo>
                <a:close/>
                <a:moveTo>
                  <a:pt x="833290" y="63820"/>
                </a:moveTo>
                <a:lnTo>
                  <a:pt x="833290" y="92821"/>
                </a:lnTo>
                <a:cubicBezTo>
                  <a:pt x="833290" y="95146"/>
                  <a:pt x="834081" y="96308"/>
                  <a:pt x="835661" y="96308"/>
                </a:cubicBezTo>
                <a:cubicBezTo>
                  <a:pt x="837291" y="96308"/>
                  <a:pt x="839834" y="95073"/>
                  <a:pt x="843292" y="92604"/>
                </a:cubicBezTo>
                <a:lnTo>
                  <a:pt x="843292" y="100901"/>
                </a:lnTo>
                <a:cubicBezTo>
                  <a:pt x="840230" y="102847"/>
                  <a:pt x="837772" y="104174"/>
                  <a:pt x="835920" y="104881"/>
                </a:cubicBezTo>
                <a:cubicBezTo>
                  <a:pt x="834068" y="105586"/>
                  <a:pt x="832130" y="105939"/>
                  <a:pt x="830105" y="105939"/>
                </a:cubicBezTo>
                <a:cubicBezTo>
                  <a:pt x="824326" y="105939"/>
                  <a:pt x="820919" y="103691"/>
                  <a:pt x="819881" y="99197"/>
                </a:cubicBezTo>
                <a:cubicBezTo>
                  <a:pt x="814152" y="103691"/>
                  <a:pt x="808053" y="105939"/>
                  <a:pt x="801583" y="105939"/>
                </a:cubicBezTo>
                <a:cubicBezTo>
                  <a:pt x="796842" y="105939"/>
                  <a:pt x="792890" y="104368"/>
                  <a:pt x="789730" y="101227"/>
                </a:cubicBezTo>
                <a:cubicBezTo>
                  <a:pt x="786569" y="98085"/>
                  <a:pt x="784988" y="94139"/>
                  <a:pt x="784988" y="89388"/>
                </a:cubicBezTo>
                <a:cubicBezTo>
                  <a:pt x="784988" y="85085"/>
                  <a:pt x="786532" y="81239"/>
                  <a:pt x="789618" y="77850"/>
                </a:cubicBezTo>
                <a:cubicBezTo>
                  <a:pt x="792705" y="74460"/>
                  <a:pt x="797089" y="71776"/>
                  <a:pt x="802768" y="69798"/>
                </a:cubicBezTo>
                <a:lnTo>
                  <a:pt x="820030" y="63860"/>
                </a:lnTo>
                <a:lnTo>
                  <a:pt x="820030" y="60213"/>
                </a:lnTo>
                <a:cubicBezTo>
                  <a:pt x="820030" y="51976"/>
                  <a:pt x="815930" y="47858"/>
                  <a:pt x="807732" y="47858"/>
                </a:cubicBezTo>
                <a:cubicBezTo>
                  <a:pt x="800373" y="47858"/>
                  <a:pt x="793212" y="51661"/>
                  <a:pt x="786248" y="59266"/>
                </a:cubicBezTo>
                <a:lnTo>
                  <a:pt x="786248" y="44524"/>
                </a:lnTo>
                <a:cubicBezTo>
                  <a:pt x="791483" y="38350"/>
                  <a:pt x="799015" y="35263"/>
                  <a:pt x="808843" y="35263"/>
                </a:cubicBezTo>
                <a:cubicBezTo>
                  <a:pt x="816202" y="35263"/>
                  <a:pt x="822104" y="37192"/>
                  <a:pt x="826549" y="41049"/>
                </a:cubicBezTo>
                <a:cubicBezTo>
                  <a:pt x="828031" y="42285"/>
                  <a:pt x="829364" y="43930"/>
                  <a:pt x="830549" y="45982"/>
                </a:cubicBezTo>
                <a:cubicBezTo>
                  <a:pt x="831735" y="48034"/>
                  <a:pt x="832488" y="50085"/>
                  <a:pt x="832809" y="52138"/>
                </a:cubicBezTo>
                <a:cubicBezTo>
                  <a:pt x="833130" y="54189"/>
                  <a:pt x="833290" y="58083"/>
                  <a:pt x="833290" y="63820"/>
                </a:cubicBezTo>
                <a:moveTo>
                  <a:pt x="820030" y="91344"/>
                </a:moveTo>
                <a:lnTo>
                  <a:pt x="820030" y="71120"/>
                </a:lnTo>
                <a:lnTo>
                  <a:pt x="810991" y="74602"/>
                </a:lnTo>
                <a:cubicBezTo>
                  <a:pt x="806398" y="76429"/>
                  <a:pt x="803151" y="78269"/>
                  <a:pt x="801250" y="80121"/>
                </a:cubicBezTo>
                <a:cubicBezTo>
                  <a:pt x="799348" y="81973"/>
                  <a:pt x="798397" y="84282"/>
                  <a:pt x="798397" y="87047"/>
                </a:cubicBezTo>
                <a:cubicBezTo>
                  <a:pt x="798397" y="89863"/>
                  <a:pt x="799299" y="92159"/>
                  <a:pt x="801101" y="93937"/>
                </a:cubicBezTo>
                <a:cubicBezTo>
                  <a:pt x="802904" y="95715"/>
                  <a:pt x="805238" y="96604"/>
                  <a:pt x="808102" y="96604"/>
                </a:cubicBezTo>
                <a:cubicBezTo>
                  <a:pt x="812399" y="96604"/>
                  <a:pt x="816375" y="94851"/>
                  <a:pt x="820030" y="91344"/>
                </a:cubicBezTo>
                <a:close/>
                <a:moveTo>
                  <a:pt x="869732" y="36745"/>
                </a:moveTo>
                <a:lnTo>
                  <a:pt x="869732" y="52228"/>
                </a:lnTo>
                <a:lnTo>
                  <a:pt x="870473" y="51043"/>
                </a:lnTo>
                <a:cubicBezTo>
                  <a:pt x="876992" y="40523"/>
                  <a:pt x="883512" y="35263"/>
                  <a:pt x="890031" y="35263"/>
                </a:cubicBezTo>
                <a:cubicBezTo>
                  <a:pt x="895118" y="35263"/>
                  <a:pt x="900427" y="37832"/>
                  <a:pt x="905959" y="42968"/>
                </a:cubicBezTo>
                <a:lnTo>
                  <a:pt x="898847" y="54821"/>
                </a:lnTo>
                <a:cubicBezTo>
                  <a:pt x="894155" y="50376"/>
                  <a:pt x="889809" y="48154"/>
                  <a:pt x="885808" y="48154"/>
                </a:cubicBezTo>
                <a:cubicBezTo>
                  <a:pt x="881462" y="48154"/>
                  <a:pt x="877696" y="50234"/>
                  <a:pt x="874511" y="54393"/>
                </a:cubicBezTo>
                <a:cubicBezTo>
                  <a:pt x="871325" y="58553"/>
                  <a:pt x="869732" y="63480"/>
                  <a:pt x="869732" y="69175"/>
                </a:cubicBezTo>
                <a:lnTo>
                  <a:pt x="869732" y="104901"/>
                </a:lnTo>
                <a:lnTo>
                  <a:pt x="856175" y="104901"/>
                </a:lnTo>
                <a:lnTo>
                  <a:pt x="856175" y="36745"/>
                </a:lnTo>
                <a:lnTo>
                  <a:pt x="869732" y="36745"/>
                </a:lnTo>
                <a:close/>
                <a:moveTo>
                  <a:pt x="973479" y="72009"/>
                </a:moveTo>
                <a:lnTo>
                  <a:pt x="925548" y="72009"/>
                </a:lnTo>
                <a:cubicBezTo>
                  <a:pt x="925893" y="78528"/>
                  <a:pt x="928079" y="83714"/>
                  <a:pt x="932104" y="87566"/>
                </a:cubicBezTo>
                <a:cubicBezTo>
                  <a:pt x="936129" y="91418"/>
                  <a:pt x="941327" y="93345"/>
                  <a:pt x="947699" y="93345"/>
                </a:cubicBezTo>
                <a:cubicBezTo>
                  <a:pt x="956589" y="93345"/>
                  <a:pt x="964787" y="90579"/>
                  <a:pt x="972294" y="85047"/>
                </a:cubicBezTo>
                <a:lnTo>
                  <a:pt x="972294" y="98234"/>
                </a:lnTo>
                <a:cubicBezTo>
                  <a:pt x="968145" y="101000"/>
                  <a:pt x="964034" y="102975"/>
                  <a:pt x="959959" y="104161"/>
                </a:cubicBezTo>
                <a:cubicBezTo>
                  <a:pt x="955885" y="105346"/>
                  <a:pt x="951106" y="105939"/>
                  <a:pt x="945624" y="105939"/>
                </a:cubicBezTo>
                <a:cubicBezTo>
                  <a:pt x="938117" y="105939"/>
                  <a:pt x="932042" y="104380"/>
                  <a:pt x="927400" y="101262"/>
                </a:cubicBezTo>
                <a:cubicBezTo>
                  <a:pt x="922757" y="98145"/>
                  <a:pt x="919041" y="93950"/>
                  <a:pt x="916250" y="88680"/>
                </a:cubicBezTo>
                <a:cubicBezTo>
                  <a:pt x="913460" y="83407"/>
                  <a:pt x="912065" y="77307"/>
                  <a:pt x="912065" y="70379"/>
                </a:cubicBezTo>
                <a:cubicBezTo>
                  <a:pt x="912065" y="59986"/>
                  <a:pt x="915003" y="51535"/>
                  <a:pt x="920881" y="45026"/>
                </a:cubicBezTo>
                <a:cubicBezTo>
                  <a:pt x="926758" y="38518"/>
                  <a:pt x="934388" y="35263"/>
                  <a:pt x="943772" y="35263"/>
                </a:cubicBezTo>
                <a:cubicBezTo>
                  <a:pt x="952810" y="35263"/>
                  <a:pt x="960021" y="38437"/>
                  <a:pt x="965404" y="44785"/>
                </a:cubicBezTo>
                <a:cubicBezTo>
                  <a:pt x="970788" y="51132"/>
                  <a:pt x="973479" y="59636"/>
                  <a:pt x="973479" y="70298"/>
                </a:cubicBezTo>
                <a:lnTo>
                  <a:pt x="973479" y="72009"/>
                </a:lnTo>
                <a:moveTo>
                  <a:pt x="925844" y="63860"/>
                </a:moveTo>
                <a:lnTo>
                  <a:pt x="960144" y="63860"/>
                </a:lnTo>
                <a:cubicBezTo>
                  <a:pt x="959799" y="58453"/>
                  <a:pt x="958194" y="54287"/>
                  <a:pt x="955329" y="51360"/>
                </a:cubicBezTo>
                <a:cubicBezTo>
                  <a:pt x="952465" y="48433"/>
                  <a:pt x="948612" y="46969"/>
                  <a:pt x="943772" y="46969"/>
                </a:cubicBezTo>
                <a:cubicBezTo>
                  <a:pt x="938932" y="46969"/>
                  <a:pt x="934969" y="48433"/>
                  <a:pt x="931882" y="51360"/>
                </a:cubicBezTo>
                <a:cubicBezTo>
                  <a:pt x="928795" y="54287"/>
                  <a:pt x="926782" y="58453"/>
                  <a:pt x="925844" y="63860"/>
                </a:cubicBezTo>
                <a:close/>
                <a:moveTo>
                  <a:pt x="1031486" y="104901"/>
                </a:moveTo>
                <a:lnTo>
                  <a:pt x="1031486" y="1333"/>
                </a:lnTo>
                <a:lnTo>
                  <a:pt x="1064305" y="1333"/>
                </a:lnTo>
                <a:cubicBezTo>
                  <a:pt x="1074183" y="1333"/>
                  <a:pt x="1082060" y="3997"/>
                  <a:pt x="1087937" y="9325"/>
                </a:cubicBezTo>
                <a:cubicBezTo>
                  <a:pt x="1093815" y="14651"/>
                  <a:pt x="1096753" y="21804"/>
                  <a:pt x="1096753" y="30781"/>
                </a:cubicBezTo>
                <a:cubicBezTo>
                  <a:pt x="1096753" y="36799"/>
                  <a:pt x="1095247" y="42126"/>
                  <a:pt x="1092234" y="46763"/>
                </a:cubicBezTo>
                <a:cubicBezTo>
                  <a:pt x="1089222" y="51399"/>
                  <a:pt x="1085098" y="54766"/>
                  <a:pt x="1079862" y="56863"/>
                </a:cubicBezTo>
                <a:cubicBezTo>
                  <a:pt x="1074627" y="58959"/>
                  <a:pt x="1067120" y="60007"/>
                  <a:pt x="1057341" y="60007"/>
                </a:cubicBezTo>
                <a:lnTo>
                  <a:pt x="1046377" y="60007"/>
                </a:lnTo>
                <a:lnTo>
                  <a:pt x="1046377" y="104901"/>
                </a:lnTo>
                <a:lnTo>
                  <a:pt x="1031486" y="104901"/>
                </a:lnTo>
                <a:moveTo>
                  <a:pt x="1061712" y="14520"/>
                </a:moveTo>
                <a:lnTo>
                  <a:pt x="1046377" y="14520"/>
                </a:lnTo>
                <a:lnTo>
                  <a:pt x="1046377" y="46820"/>
                </a:lnTo>
                <a:lnTo>
                  <a:pt x="1062601" y="46820"/>
                </a:lnTo>
                <a:cubicBezTo>
                  <a:pt x="1068626" y="46820"/>
                  <a:pt x="1073269" y="45404"/>
                  <a:pt x="1076529" y="42570"/>
                </a:cubicBezTo>
                <a:cubicBezTo>
                  <a:pt x="1079788" y="39736"/>
                  <a:pt x="1081418" y="35683"/>
                  <a:pt x="1081418" y="30411"/>
                </a:cubicBezTo>
                <a:cubicBezTo>
                  <a:pt x="1081418" y="19817"/>
                  <a:pt x="1074849" y="14520"/>
                  <a:pt x="1061712" y="14520"/>
                </a:cubicBezTo>
                <a:close/>
                <a:moveTo>
                  <a:pt x="1150678" y="63820"/>
                </a:moveTo>
                <a:lnTo>
                  <a:pt x="1150678" y="92821"/>
                </a:lnTo>
                <a:cubicBezTo>
                  <a:pt x="1150678" y="95146"/>
                  <a:pt x="1151468" y="96308"/>
                  <a:pt x="1153048" y="96308"/>
                </a:cubicBezTo>
                <a:cubicBezTo>
                  <a:pt x="1154678" y="96308"/>
                  <a:pt x="1157222" y="95073"/>
                  <a:pt x="1160679" y="92604"/>
                </a:cubicBezTo>
                <a:lnTo>
                  <a:pt x="1160679" y="100901"/>
                </a:lnTo>
                <a:cubicBezTo>
                  <a:pt x="1157617" y="102847"/>
                  <a:pt x="1155160" y="104174"/>
                  <a:pt x="1153307" y="104881"/>
                </a:cubicBezTo>
                <a:cubicBezTo>
                  <a:pt x="1151455" y="105586"/>
                  <a:pt x="1149517" y="105939"/>
                  <a:pt x="1147492" y="105939"/>
                </a:cubicBezTo>
                <a:cubicBezTo>
                  <a:pt x="1141713" y="105939"/>
                  <a:pt x="1138306" y="103691"/>
                  <a:pt x="1137269" y="99197"/>
                </a:cubicBezTo>
                <a:cubicBezTo>
                  <a:pt x="1131539" y="103691"/>
                  <a:pt x="1125440" y="105939"/>
                  <a:pt x="1118970" y="105939"/>
                </a:cubicBezTo>
                <a:cubicBezTo>
                  <a:pt x="1114229" y="105939"/>
                  <a:pt x="1110278" y="104368"/>
                  <a:pt x="1107117" y="101227"/>
                </a:cubicBezTo>
                <a:cubicBezTo>
                  <a:pt x="1103956" y="98085"/>
                  <a:pt x="1102375" y="94139"/>
                  <a:pt x="1102375" y="89388"/>
                </a:cubicBezTo>
                <a:cubicBezTo>
                  <a:pt x="1102375" y="85085"/>
                  <a:pt x="1103919" y="81239"/>
                  <a:pt x="1107006" y="77850"/>
                </a:cubicBezTo>
                <a:cubicBezTo>
                  <a:pt x="1110092" y="74460"/>
                  <a:pt x="1114476" y="71776"/>
                  <a:pt x="1120155" y="69798"/>
                </a:cubicBezTo>
                <a:lnTo>
                  <a:pt x="1137417" y="63860"/>
                </a:lnTo>
                <a:lnTo>
                  <a:pt x="1137417" y="60213"/>
                </a:lnTo>
                <a:cubicBezTo>
                  <a:pt x="1137417" y="51976"/>
                  <a:pt x="1133317" y="47858"/>
                  <a:pt x="1125119" y="47858"/>
                </a:cubicBezTo>
                <a:cubicBezTo>
                  <a:pt x="1117760" y="47858"/>
                  <a:pt x="1110599" y="51661"/>
                  <a:pt x="1103635" y="59266"/>
                </a:cubicBezTo>
                <a:lnTo>
                  <a:pt x="1103635" y="44524"/>
                </a:lnTo>
                <a:cubicBezTo>
                  <a:pt x="1108870" y="38350"/>
                  <a:pt x="1116402" y="35263"/>
                  <a:pt x="1126230" y="35263"/>
                </a:cubicBezTo>
                <a:cubicBezTo>
                  <a:pt x="1133589" y="35263"/>
                  <a:pt x="1139491" y="37192"/>
                  <a:pt x="1143936" y="41049"/>
                </a:cubicBezTo>
                <a:cubicBezTo>
                  <a:pt x="1145418" y="42285"/>
                  <a:pt x="1146751" y="43930"/>
                  <a:pt x="1147936" y="45982"/>
                </a:cubicBezTo>
                <a:cubicBezTo>
                  <a:pt x="1149122" y="48034"/>
                  <a:pt x="1149875" y="50085"/>
                  <a:pt x="1150196" y="52138"/>
                </a:cubicBezTo>
                <a:cubicBezTo>
                  <a:pt x="1150517" y="54189"/>
                  <a:pt x="1150678" y="58083"/>
                  <a:pt x="1150678" y="63820"/>
                </a:cubicBezTo>
                <a:moveTo>
                  <a:pt x="1137417" y="91344"/>
                </a:moveTo>
                <a:lnTo>
                  <a:pt x="1137417" y="71120"/>
                </a:lnTo>
                <a:lnTo>
                  <a:pt x="1128379" y="74602"/>
                </a:lnTo>
                <a:cubicBezTo>
                  <a:pt x="1123785" y="76429"/>
                  <a:pt x="1120538" y="78269"/>
                  <a:pt x="1118637" y="80121"/>
                </a:cubicBezTo>
                <a:cubicBezTo>
                  <a:pt x="1116735" y="81973"/>
                  <a:pt x="1115784" y="84282"/>
                  <a:pt x="1115784" y="87047"/>
                </a:cubicBezTo>
                <a:cubicBezTo>
                  <a:pt x="1115784" y="89863"/>
                  <a:pt x="1116686" y="92159"/>
                  <a:pt x="1118488" y="93937"/>
                </a:cubicBezTo>
                <a:cubicBezTo>
                  <a:pt x="1120291" y="95715"/>
                  <a:pt x="1122625" y="96604"/>
                  <a:pt x="1125489" y="96604"/>
                </a:cubicBezTo>
                <a:cubicBezTo>
                  <a:pt x="1129786" y="96604"/>
                  <a:pt x="1133762" y="94851"/>
                  <a:pt x="1137417" y="91344"/>
                </a:cubicBezTo>
                <a:close/>
                <a:moveTo>
                  <a:pt x="1163116" y="47561"/>
                </a:moveTo>
                <a:lnTo>
                  <a:pt x="1188453" y="22669"/>
                </a:lnTo>
                <a:lnTo>
                  <a:pt x="1188453" y="36745"/>
                </a:lnTo>
                <a:lnTo>
                  <a:pt x="1210011" y="36745"/>
                </a:lnTo>
                <a:lnTo>
                  <a:pt x="1210011" y="48895"/>
                </a:lnTo>
                <a:lnTo>
                  <a:pt x="1188453" y="48895"/>
                </a:lnTo>
                <a:lnTo>
                  <a:pt x="1188453" y="82251"/>
                </a:lnTo>
                <a:cubicBezTo>
                  <a:pt x="1188453" y="90042"/>
                  <a:pt x="1191688" y="93937"/>
                  <a:pt x="1198158" y="93937"/>
                </a:cubicBezTo>
                <a:cubicBezTo>
                  <a:pt x="1202998" y="93937"/>
                  <a:pt x="1208109" y="92357"/>
                  <a:pt x="1213493" y="89196"/>
                </a:cubicBezTo>
                <a:lnTo>
                  <a:pt x="1213493" y="101734"/>
                </a:lnTo>
                <a:cubicBezTo>
                  <a:pt x="1208307" y="104636"/>
                  <a:pt x="1202652" y="106087"/>
                  <a:pt x="1196528" y="106087"/>
                </a:cubicBezTo>
                <a:cubicBezTo>
                  <a:pt x="1190354" y="106087"/>
                  <a:pt x="1185218" y="104284"/>
                  <a:pt x="1181118" y="100679"/>
                </a:cubicBezTo>
                <a:cubicBezTo>
                  <a:pt x="1179834" y="99592"/>
                  <a:pt x="1178773" y="98370"/>
                  <a:pt x="1177933" y="97012"/>
                </a:cubicBezTo>
                <a:cubicBezTo>
                  <a:pt x="1177093" y="95653"/>
                  <a:pt x="1176390" y="93875"/>
                  <a:pt x="1175822" y="91678"/>
                </a:cubicBezTo>
                <a:cubicBezTo>
                  <a:pt x="1175254" y="89480"/>
                  <a:pt x="1174970" y="85294"/>
                  <a:pt x="1174970" y="79121"/>
                </a:cubicBezTo>
                <a:lnTo>
                  <a:pt x="1174970" y="48895"/>
                </a:lnTo>
                <a:lnTo>
                  <a:pt x="1163116" y="48895"/>
                </a:lnTo>
                <a:lnTo>
                  <a:pt x="1163116" y="47561"/>
                </a:lnTo>
                <a:close/>
                <a:moveTo>
                  <a:pt x="1274344" y="88900"/>
                </a:moveTo>
                <a:lnTo>
                  <a:pt x="1274344" y="102292"/>
                </a:lnTo>
                <a:cubicBezTo>
                  <a:pt x="1267578" y="104822"/>
                  <a:pt x="1260960" y="106087"/>
                  <a:pt x="1254490" y="106087"/>
                </a:cubicBezTo>
                <a:cubicBezTo>
                  <a:pt x="1243822" y="106087"/>
                  <a:pt x="1235315" y="102920"/>
                  <a:pt x="1228968" y="96586"/>
                </a:cubicBezTo>
                <a:cubicBezTo>
                  <a:pt x="1222622" y="90250"/>
                  <a:pt x="1219449" y="81761"/>
                  <a:pt x="1219449" y="71120"/>
                </a:cubicBezTo>
                <a:cubicBezTo>
                  <a:pt x="1219449" y="60381"/>
                  <a:pt x="1222535" y="51720"/>
                  <a:pt x="1228709" y="45137"/>
                </a:cubicBezTo>
                <a:cubicBezTo>
                  <a:pt x="1234883" y="38555"/>
                  <a:pt x="1243007" y="35263"/>
                  <a:pt x="1253082" y="35263"/>
                </a:cubicBezTo>
                <a:cubicBezTo>
                  <a:pt x="1256589" y="35263"/>
                  <a:pt x="1259737" y="35597"/>
                  <a:pt x="1262528" y="36264"/>
                </a:cubicBezTo>
                <a:cubicBezTo>
                  <a:pt x="1265318" y="36930"/>
                  <a:pt x="1268763" y="38177"/>
                  <a:pt x="1272862" y="40005"/>
                </a:cubicBezTo>
                <a:lnTo>
                  <a:pt x="1272862" y="54377"/>
                </a:lnTo>
                <a:cubicBezTo>
                  <a:pt x="1266047" y="50031"/>
                  <a:pt x="1259725" y="47858"/>
                  <a:pt x="1253897" y="47858"/>
                </a:cubicBezTo>
                <a:cubicBezTo>
                  <a:pt x="1247822" y="47858"/>
                  <a:pt x="1242834" y="50001"/>
                  <a:pt x="1238932" y="54287"/>
                </a:cubicBezTo>
                <a:cubicBezTo>
                  <a:pt x="1235031" y="58573"/>
                  <a:pt x="1233080" y="64035"/>
                  <a:pt x="1233080" y="70675"/>
                </a:cubicBezTo>
                <a:cubicBezTo>
                  <a:pt x="1233080" y="77662"/>
                  <a:pt x="1235191" y="83212"/>
                  <a:pt x="1239414" y="87325"/>
                </a:cubicBezTo>
                <a:cubicBezTo>
                  <a:pt x="1243637" y="91437"/>
                  <a:pt x="1249329" y="93493"/>
                  <a:pt x="1256490" y="93493"/>
                </a:cubicBezTo>
                <a:cubicBezTo>
                  <a:pt x="1261676" y="93493"/>
                  <a:pt x="1267627" y="91962"/>
                  <a:pt x="1274344" y="88900"/>
                </a:cubicBezTo>
                <a:close/>
                <a:moveTo>
                  <a:pt x="1289415" y="1333"/>
                </a:moveTo>
                <a:lnTo>
                  <a:pt x="1302898" y="1333"/>
                </a:lnTo>
                <a:lnTo>
                  <a:pt x="1302898" y="45635"/>
                </a:lnTo>
                <a:cubicBezTo>
                  <a:pt x="1308529" y="38721"/>
                  <a:pt x="1315517" y="35263"/>
                  <a:pt x="1323864" y="35263"/>
                </a:cubicBezTo>
                <a:cubicBezTo>
                  <a:pt x="1328407" y="35263"/>
                  <a:pt x="1332482" y="36402"/>
                  <a:pt x="1336087" y="38678"/>
                </a:cubicBezTo>
                <a:cubicBezTo>
                  <a:pt x="1339693" y="40955"/>
                  <a:pt x="1342372" y="44098"/>
                  <a:pt x="1344125" y="48108"/>
                </a:cubicBezTo>
                <a:cubicBezTo>
                  <a:pt x="1345879" y="52116"/>
                  <a:pt x="1346755" y="58080"/>
                  <a:pt x="1346755" y="65999"/>
                </a:cubicBezTo>
                <a:lnTo>
                  <a:pt x="1346755" y="104901"/>
                </a:lnTo>
                <a:lnTo>
                  <a:pt x="1333272" y="104901"/>
                </a:lnTo>
                <a:lnTo>
                  <a:pt x="1333272" y="62695"/>
                </a:lnTo>
                <a:cubicBezTo>
                  <a:pt x="1333272" y="57701"/>
                  <a:pt x="1332050" y="53683"/>
                  <a:pt x="1329605" y="50643"/>
                </a:cubicBezTo>
                <a:cubicBezTo>
                  <a:pt x="1327160" y="47601"/>
                  <a:pt x="1323938" y="46080"/>
                  <a:pt x="1319937" y="46080"/>
                </a:cubicBezTo>
                <a:cubicBezTo>
                  <a:pt x="1316974" y="46080"/>
                  <a:pt x="1314184" y="46845"/>
                  <a:pt x="1311566" y="48376"/>
                </a:cubicBezTo>
                <a:cubicBezTo>
                  <a:pt x="1308948" y="49907"/>
                  <a:pt x="1306059" y="52451"/>
                  <a:pt x="1302898" y="56007"/>
                </a:cubicBezTo>
                <a:lnTo>
                  <a:pt x="1302898" y="104901"/>
                </a:lnTo>
                <a:lnTo>
                  <a:pt x="1289415" y="104901"/>
                </a:lnTo>
                <a:lnTo>
                  <a:pt x="1289415" y="1333"/>
                </a:lnTo>
                <a:close/>
                <a:moveTo>
                  <a:pt x="1465733" y="53932"/>
                </a:moveTo>
                <a:lnTo>
                  <a:pt x="1500478" y="53932"/>
                </a:lnTo>
                <a:lnTo>
                  <a:pt x="1500478" y="97790"/>
                </a:lnTo>
                <a:cubicBezTo>
                  <a:pt x="1487736" y="103321"/>
                  <a:pt x="1475092" y="106087"/>
                  <a:pt x="1462547" y="106087"/>
                </a:cubicBezTo>
                <a:cubicBezTo>
                  <a:pt x="1445410" y="106087"/>
                  <a:pt x="1431717" y="101083"/>
                  <a:pt x="1421468" y="91076"/>
                </a:cubicBezTo>
                <a:cubicBezTo>
                  <a:pt x="1411220" y="81067"/>
                  <a:pt x="1406096" y="68723"/>
                  <a:pt x="1406096" y="54044"/>
                </a:cubicBezTo>
                <a:cubicBezTo>
                  <a:pt x="1406096" y="38574"/>
                  <a:pt x="1411405" y="25700"/>
                  <a:pt x="1422024" y="15421"/>
                </a:cubicBezTo>
                <a:cubicBezTo>
                  <a:pt x="1432643" y="5140"/>
                  <a:pt x="1445953" y="0"/>
                  <a:pt x="1461955" y="0"/>
                </a:cubicBezTo>
                <a:cubicBezTo>
                  <a:pt x="1467783" y="0"/>
                  <a:pt x="1473314" y="624"/>
                  <a:pt x="1478549" y="1873"/>
                </a:cubicBezTo>
                <a:cubicBezTo>
                  <a:pt x="1483784" y="3122"/>
                  <a:pt x="1490403" y="5411"/>
                  <a:pt x="1498404" y="8742"/>
                </a:cubicBezTo>
                <a:lnTo>
                  <a:pt x="1498404" y="23855"/>
                </a:lnTo>
                <a:cubicBezTo>
                  <a:pt x="1486056" y="16743"/>
                  <a:pt x="1473808" y="13187"/>
                  <a:pt x="1461658" y="13187"/>
                </a:cubicBezTo>
                <a:cubicBezTo>
                  <a:pt x="1450348" y="13187"/>
                  <a:pt x="1440816" y="17043"/>
                  <a:pt x="1433062" y="24755"/>
                </a:cubicBezTo>
                <a:cubicBezTo>
                  <a:pt x="1425308" y="32466"/>
                  <a:pt x="1421431" y="41933"/>
                  <a:pt x="1421431" y="53155"/>
                </a:cubicBezTo>
                <a:cubicBezTo>
                  <a:pt x="1421431" y="64920"/>
                  <a:pt x="1425308" y="74535"/>
                  <a:pt x="1433062" y="82001"/>
                </a:cubicBezTo>
                <a:cubicBezTo>
                  <a:pt x="1440816" y="89464"/>
                  <a:pt x="1450793" y="93196"/>
                  <a:pt x="1462992" y="93196"/>
                </a:cubicBezTo>
                <a:cubicBezTo>
                  <a:pt x="1468919" y="93196"/>
                  <a:pt x="1476006" y="91838"/>
                  <a:pt x="1484254" y="89122"/>
                </a:cubicBezTo>
                <a:lnTo>
                  <a:pt x="1485661" y="88677"/>
                </a:lnTo>
                <a:lnTo>
                  <a:pt x="1485661" y="67119"/>
                </a:lnTo>
                <a:lnTo>
                  <a:pt x="1465733" y="67119"/>
                </a:lnTo>
                <a:lnTo>
                  <a:pt x="1465733" y="53932"/>
                </a:lnTo>
                <a:close/>
                <a:moveTo>
                  <a:pt x="1578334" y="72009"/>
                </a:moveTo>
                <a:lnTo>
                  <a:pt x="1530402" y="72009"/>
                </a:lnTo>
                <a:cubicBezTo>
                  <a:pt x="1530748" y="78528"/>
                  <a:pt x="1532933" y="83714"/>
                  <a:pt x="1536958" y="87566"/>
                </a:cubicBezTo>
                <a:cubicBezTo>
                  <a:pt x="1540983" y="91418"/>
                  <a:pt x="1546182" y="93345"/>
                  <a:pt x="1552553" y="93345"/>
                </a:cubicBezTo>
                <a:cubicBezTo>
                  <a:pt x="1561443" y="93345"/>
                  <a:pt x="1569641" y="90579"/>
                  <a:pt x="1577148" y="85047"/>
                </a:cubicBezTo>
                <a:lnTo>
                  <a:pt x="1577148" y="98234"/>
                </a:lnTo>
                <a:cubicBezTo>
                  <a:pt x="1573000" y="101000"/>
                  <a:pt x="1568888" y="102975"/>
                  <a:pt x="1564813" y="104161"/>
                </a:cubicBezTo>
                <a:cubicBezTo>
                  <a:pt x="1560739" y="105346"/>
                  <a:pt x="1555961" y="105939"/>
                  <a:pt x="1550478" y="105939"/>
                </a:cubicBezTo>
                <a:cubicBezTo>
                  <a:pt x="1542971" y="105939"/>
                  <a:pt x="1536897" y="104380"/>
                  <a:pt x="1532254" y="101262"/>
                </a:cubicBezTo>
                <a:cubicBezTo>
                  <a:pt x="1527611" y="98145"/>
                  <a:pt x="1523895" y="93950"/>
                  <a:pt x="1521104" y="88680"/>
                </a:cubicBezTo>
                <a:cubicBezTo>
                  <a:pt x="1518314" y="83407"/>
                  <a:pt x="1516919" y="77307"/>
                  <a:pt x="1516919" y="70379"/>
                </a:cubicBezTo>
                <a:cubicBezTo>
                  <a:pt x="1516919" y="59986"/>
                  <a:pt x="1519857" y="51535"/>
                  <a:pt x="1525735" y="45026"/>
                </a:cubicBezTo>
                <a:cubicBezTo>
                  <a:pt x="1531612" y="38518"/>
                  <a:pt x="1539242" y="35263"/>
                  <a:pt x="1548626" y="35263"/>
                </a:cubicBezTo>
                <a:cubicBezTo>
                  <a:pt x="1557664" y="35263"/>
                  <a:pt x="1564875" y="38437"/>
                  <a:pt x="1570259" y="44785"/>
                </a:cubicBezTo>
                <a:cubicBezTo>
                  <a:pt x="1575642" y="51132"/>
                  <a:pt x="1578334" y="59636"/>
                  <a:pt x="1578334" y="70298"/>
                </a:cubicBezTo>
                <a:lnTo>
                  <a:pt x="1578334" y="72009"/>
                </a:lnTo>
                <a:moveTo>
                  <a:pt x="1530698" y="63860"/>
                </a:moveTo>
                <a:lnTo>
                  <a:pt x="1564999" y="63860"/>
                </a:lnTo>
                <a:cubicBezTo>
                  <a:pt x="1564653" y="58453"/>
                  <a:pt x="1563048" y="54287"/>
                  <a:pt x="1560183" y="51360"/>
                </a:cubicBezTo>
                <a:cubicBezTo>
                  <a:pt x="1557319" y="48433"/>
                  <a:pt x="1553466" y="46969"/>
                  <a:pt x="1548626" y="46969"/>
                </a:cubicBezTo>
                <a:cubicBezTo>
                  <a:pt x="1543786" y="46969"/>
                  <a:pt x="1539823" y="48433"/>
                  <a:pt x="1536736" y="51360"/>
                </a:cubicBezTo>
                <a:cubicBezTo>
                  <a:pt x="1533649" y="54287"/>
                  <a:pt x="1531637" y="58453"/>
                  <a:pt x="1530698" y="63860"/>
                </a:cubicBezTo>
                <a:close/>
                <a:moveTo>
                  <a:pt x="1606441" y="36745"/>
                </a:moveTo>
                <a:lnTo>
                  <a:pt x="1606441" y="45191"/>
                </a:lnTo>
                <a:cubicBezTo>
                  <a:pt x="1612466" y="38573"/>
                  <a:pt x="1619307" y="35263"/>
                  <a:pt x="1626962" y="35263"/>
                </a:cubicBezTo>
                <a:cubicBezTo>
                  <a:pt x="1631209" y="35263"/>
                  <a:pt x="1635161" y="36365"/>
                  <a:pt x="1638815" y="38567"/>
                </a:cubicBezTo>
                <a:cubicBezTo>
                  <a:pt x="1642470" y="40770"/>
                  <a:pt x="1645248" y="43789"/>
                  <a:pt x="1647150" y="47626"/>
                </a:cubicBezTo>
                <a:cubicBezTo>
                  <a:pt x="1649051" y="51461"/>
                  <a:pt x="1650002" y="57536"/>
                  <a:pt x="1650002" y="65851"/>
                </a:cubicBezTo>
                <a:lnTo>
                  <a:pt x="1650002" y="104901"/>
                </a:lnTo>
                <a:lnTo>
                  <a:pt x="1636519" y="104901"/>
                </a:lnTo>
                <a:lnTo>
                  <a:pt x="1636519" y="65982"/>
                </a:lnTo>
                <a:cubicBezTo>
                  <a:pt x="1636519" y="59002"/>
                  <a:pt x="1635457" y="54013"/>
                  <a:pt x="1633333" y="51018"/>
                </a:cubicBezTo>
                <a:cubicBezTo>
                  <a:pt x="1631209" y="48022"/>
                  <a:pt x="1627653" y="46524"/>
                  <a:pt x="1622665" y="46524"/>
                </a:cubicBezTo>
                <a:cubicBezTo>
                  <a:pt x="1616294" y="46524"/>
                  <a:pt x="1610886" y="49685"/>
                  <a:pt x="1606441" y="56007"/>
                </a:cubicBezTo>
                <a:lnTo>
                  <a:pt x="1606441" y="104901"/>
                </a:lnTo>
                <a:lnTo>
                  <a:pt x="1592662" y="104901"/>
                </a:lnTo>
                <a:lnTo>
                  <a:pt x="1592662" y="36745"/>
                </a:lnTo>
                <a:lnTo>
                  <a:pt x="1606441" y="36745"/>
                </a:lnTo>
                <a:close/>
                <a:moveTo>
                  <a:pt x="1726930" y="72009"/>
                </a:moveTo>
                <a:lnTo>
                  <a:pt x="1678998" y="72009"/>
                </a:lnTo>
                <a:cubicBezTo>
                  <a:pt x="1679344" y="78528"/>
                  <a:pt x="1681530" y="83714"/>
                  <a:pt x="1685555" y="87566"/>
                </a:cubicBezTo>
                <a:cubicBezTo>
                  <a:pt x="1689580" y="91418"/>
                  <a:pt x="1694778" y="93345"/>
                  <a:pt x="1701149" y="93345"/>
                </a:cubicBezTo>
                <a:cubicBezTo>
                  <a:pt x="1710039" y="93345"/>
                  <a:pt x="1718238" y="90579"/>
                  <a:pt x="1725745" y="85047"/>
                </a:cubicBezTo>
                <a:lnTo>
                  <a:pt x="1725745" y="98234"/>
                </a:lnTo>
                <a:cubicBezTo>
                  <a:pt x="1721596" y="101000"/>
                  <a:pt x="1717485" y="102975"/>
                  <a:pt x="1713410" y="104161"/>
                </a:cubicBezTo>
                <a:cubicBezTo>
                  <a:pt x="1709335" y="105346"/>
                  <a:pt x="1704557" y="105939"/>
                  <a:pt x="1699075" y="105939"/>
                </a:cubicBezTo>
                <a:cubicBezTo>
                  <a:pt x="1691568" y="105939"/>
                  <a:pt x="1685493" y="104380"/>
                  <a:pt x="1680851" y="101262"/>
                </a:cubicBezTo>
                <a:cubicBezTo>
                  <a:pt x="1676208" y="98145"/>
                  <a:pt x="1672492" y="93950"/>
                  <a:pt x="1669701" y="88680"/>
                </a:cubicBezTo>
                <a:cubicBezTo>
                  <a:pt x="1666911" y="83407"/>
                  <a:pt x="1665515" y="77307"/>
                  <a:pt x="1665515" y="70379"/>
                </a:cubicBezTo>
                <a:cubicBezTo>
                  <a:pt x="1665515" y="59986"/>
                  <a:pt x="1668454" y="51535"/>
                  <a:pt x="1674331" y="45026"/>
                </a:cubicBezTo>
                <a:cubicBezTo>
                  <a:pt x="1680208" y="38518"/>
                  <a:pt x="1687839" y="35263"/>
                  <a:pt x="1697223" y="35263"/>
                </a:cubicBezTo>
                <a:cubicBezTo>
                  <a:pt x="1706261" y="35263"/>
                  <a:pt x="1713472" y="38437"/>
                  <a:pt x="1718855" y="44785"/>
                </a:cubicBezTo>
                <a:cubicBezTo>
                  <a:pt x="1724238" y="51132"/>
                  <a:pt x="1726930" y="59636"/>
                  <a:pt x="1726930" y="70298"/>
                </a:cubicBezTo>
                <a:lnTo>
                  <a:pt x="1726930" y="72009"/>
                </a:lnTo>
                <a:moveTo>
                  <a:pt x="1679295" y="63860"/>
                </a:moveTo>
                <a:lnTo>
                  <a:pt x="1713595" y="63860"/>
                </a:lnTo>
                <a:cubicBezTo>
                  <a:pt x="1713250" y="58453"/>
                  <a:pt x="1711644" y="54287"/>
                  <a:pt x="1708780" y="51360"/>
                </a:cubicBezTo>
                <a:cubicBezTo>
                  <a:pt x="1705915" y="48433"/>
                  <a:pt x="1702063" y="46969"/>
                  <a:pt x="1697223" y="46969"/>
                </a:cubicBezTo>
                <a:cubicBezTo>
                  <a:pt x="1692383" y="46969"/>
                  <a:pt x="1688419" y="48433"/>
                  <a:pt x="1685333" y="51360"/>
                </a:cubicBezTo>
                <a:cubicBezTo>
                  <a:pt x="1682246" y="54287"/>
                  <a:pt x="1680233" y="58453"/>
                  <a:pt x="1679295" y="63860"/>
                </a:cubicBezTo>
                <a:close/>
                <a:moveTo>
                  <a:pt x="1756001" y="36745"/>
                </a:moveTo>
                <a:lnTo>
                  <a:pt x="1756001" y="52228"/>
                </a:lnTo>
                <a:lnTo>
                  <a:pt x="1756741" y="51043"/>
                </a:lnTo>
                <a:cubicBezTo>
                  <a:pt x="1763261" y="40523"/>
                  <a:pt x="1769780" y="35263"/>
                  <a:pt x="1776299" y="35263"/>
                </a:cubicBezTo>
                <a:cubicBezTo>
                  <a:pt x="1781386" y="35263"/>
                  <a:pt x="1786696" y="37832"/>
                  <a:pt x="1792227" y="42968"/>
                </a:cubicBezTo>
                <a:lnTo>
                  <a:pt x="1785115" y="54821"/>
                </a:lnTo>
                <a:cubicBezTo>
                  <a:pt x="1780423" y="50376"/>
                  <a:pt x="1776077" y="48154"/>
                  <a:pt x="1772077" y="48154"/>
                </a:cubicBezTo>
                <a:cubicBezTo>
                  <a:pt x="1767730" y="48154"/>
                  <a:pt x="1763965" y="50234"/>
                  <a:pt x="1760779" y="54393"/>
                </a:cubicBezTo>
                <a:cubicBezTo>
                  <a:pt x="1757593" y="58553"/>
                  <a:pt x="1756001" y="63480"/>
                  <a:pt x="1756001" y="69175"/>
                </a:cubicBezTo>
                <a:lnTo>
                  <a:pt x="1756001" y="104901"/>
                </a:lnTo>
                <a:lnTo>
                  <a:pt x="1742443" y="104901"/>
                </a:lnTo>
                <a:lnTo>
                  <a:pt x="1742443" y="36745"/>
                </a:lnTo>
                <a:lnTo>
                  <a:pt x="1756001" y="36745"/>
                </a:lnTo>
                <a:close/>
                <a:moveTo>
                  <a:pt x="1844487" y="63820"/>
                </a:moveTo>
                <a:lnTo>
                  <a:pt x="1844487" y="92821"/>
                </a:lnTo>
                <a:cubicBezTo>
                  <a:pt x="1844487" y="95146"/>
                  <a:pt x="1845277" y="96308"/>
                  <a:pt x="1846857" y="96308"/>
                </a:cubicBezTo>
                <a:cubicBezTo>
                  <a:pt x="1848487" y="96308"/>
                  <a:pt x="1851031" y="95073"/>
                  <a:pt x="1854488" y="92604"/>
                </a:cubicBezTo>
                <a:lnTo>
                  <a:pt x="1854488" y="100901"/>
                </a:lnTo>
                <a:cubicBezTo>
                  <a:pt x="1851426" y="102847"/>
                  <a:pt x="1848969" y="104174"/>
                  <a:pt x="1847117" y="104881"/>
                </a:cubicBezTo>
                <a:cubicBezTo>
                  <a:pt x="1845265" y="105586"/>
                  <a:pt x="1843326" y="105939"/>
                  <a:pt x="1841301" y="105939"/>
                </a:cubicBezTo>
                <a:cubicBezTo>
                  <a:pt x="1835523" y="105939"/>
                  <a:pt x="1832115" y="103691"/>
                  <a:pt x="1831078" y="99197"/>
                </a:cubicBezTo>
                <a:cubicBezTo>
                  <a:pt x="1825349" y="103691"/>
                  <a:pt x="1819249" y="105939"/>
                  <a:pt x="1812779" y="105939"/>
                </a:cubicBezTo>
                <a:cubicBezTo>
                  <a:pt x="1808038" y="105939"/>
                  <a:pt x="1804087" y="104368"/>
                  <a:pt x="1800926" y="101227"/>
                </a:cubicBezTo>
                <a:cubicBezTo>
                  <a:pt x="1797765" y="98085"/>
                  <a:pt x="1796185" y="94139"/>
                  <a:pt x="1796185" y="89388"/>
                </a:cubicBezTo>
                <a:cubicBezTo>
                  <a:pt x="1796185" y="85085"/>
                  <a:pt x="1797728" y="81239"/>
                  <a:pt x="1800815" y="77850"/>
                </a:cubicBezTo>
                <a:cubicBezTo>
                  <a:pt x="1803902" y="74460"/>
                  <a:pt x="1808285" y="71776"/>
                  <a:pt x="1813965" y="69798"/>
                </a:cubicBezTo>
                <a:lnTo>
                  <a:pt x="1831226" y="63860"/>
                </a:lnTo>
                <a:lnTo>
                  <a:pt x="1831226" y="60213"/>
                </a:lnTo>
                <a:cubicBezTo>
                  <a:pt x="1831226" y="51976"/>
                  <a:pt x="1827127" y="47858"/>
                  <a:pt x="1818928" y="47858"/>
                </a:cubicBezTo>
                <a:cubicBezTo>
                  <a:pt x="1811569" y="47858"/>
                  <a:pt x="1804408" y="51661"/>
                  <a:pt x="1797444" y="59266"/>
                </a:cubicBezTo>
                <a:lnTo>
                  <a:pt x="1797444" y="44524"/>
                </a:lnTo>
                <a:cubicBezTo>
                  <a:pt x="1802679" y="38350"/>
                  <a:pt x="1810211" y="35263"/>
                  <a:pt x="1820039" y="35263"/>
                </a:cubicBezTo>
                <a:cubicBezTo>
                  <a:pt x="1827398" y="35263"/>
                  <a:pt x="1833300" y="37192"/>
                  <a:pt x="1837745" y="41049"/>
                </a:cubicBezTo>
                <a:cubicBezTo>
                  <a:pt x="1839227" y="42285"/>
                  <a:pt x="1840560" y="43930"/>
                  <a:pt x="1841746" y="45982"/>
                </a:cubicBezTo>
                <a:cubicBezTo>
                  <a:pt x="1842931" y="48034"/>
                  <a:pt x="1843684" y="50085"/>
                  <a:pt x="1844005" y="52138"/>
                </a:cubicBezTo>
                <a:cubicBezTo>
                  <a:pt x="1844326" y="54189"/>
                  <a:pt x="1844487" y="58083"/>
                  <a:pt x="1844487" y="63820"/>
                </a:cubicBezTo>
                <a:moveTo>
                  <a:pt x="1831226" y="91344"/>
                </a:moveTo>
                <a:lnTo>
                  <a:pt x="1831226" y="71120"/>
                </a:lnTo>
                <a:lnTo>
                  <a:pt x="1822188" y="74602"/>
                </a:lnTo>
                <a:cubicBezTo>
                  <a:pt x="1817595" y="76429"/>
                  <a:pt x="1814347" y="78269"/>
                  <a:pt x="1812446" y="80121"/>
                </a:cubicBezTo>
                <a:cubicBezTo>
                  <a:pt x="1810544" y="81973"/>
                  <a:pt x="1809594" y="84282"/>
                  <a:pt x="1809594" y="87047"/>
                </a:cubicBezTo>
                <a:cubicBezTo>
                  <a:pt x="1809594" y="89863"/>
                  <a:pt x="1810495" y="92159"/>
                  <a:pt x="1812298" y="93937"/>
                </a:cubicBezTo>
                <a:cubicBezTo>
                  <a:pt x="1814100" y="95715"/>
                  <a:pt x="1816434" y="96604"/>
                  <a:pt x="1819299" y="96604"/>
                </a:cubicBezTo>
                <a:cubicBezTo>
                  <a:pt x="1823595" y="96604"/>
                  <a:pt x="1827571" y="94851"/>
                  <a:pt x="1831226" y="91344"/>
                </a:cubicBezTo>
                <a:close/>
                <a:moveTo>
                  <a:pt x="1856926" y="47561"/>
                </a:moveTo>
                <a:lnTo>
                  <a:pt x="1882262" y="22669"/>
                </a:lnTo>
                <a:lnTo>
                  <a:pt x="1882262" y="36745"/>
                </a:lnTo>
                <a:lnTo>
                  <a:pt x="1903820" y="36745"/>
                </a:lnTo>
                <a:lnTo>
                  <a:pt x="1903820" y="48895"/>
                </a:lnTo>
                <a:lnTo>
                  <a:pt x="1882262" y="48895"/>
                </a:lnTo>
                <a:lnTo>
                  <a:pt x="1882262" y="82251"/>
                </a:lnTo>
                <a:cubicBezTo>
                  <a:pt x="1882262" y="90042"/>
                  <a:pt x="1885497" y="93937"/>
                  <a:pt x="1891967" y="93937"/>
                </a:cubicBezTo>
                <a:cubicBezTo>
                  <a:pt x="1896807" y="93937"/>
                  <a:pt x="1901919" y="92357"/>
                  <a:pt x="1907302" y="89196"/>
                </a:cubicBezTo>
                <a:lnTo>
                  <a:pt x="1907302" y="101734"/>
                </a:lnTo>
                <a:cubicBezTo>
                  <a:pt x="1902116" y="104636"/>
                  <a:pt x="1896461" y="106087"/>
                  <a:pt x="1890337" y="106087"/>
                </a:cubicBezTo>
                <a:cubicBezTo>
                  <a:pt x="1884164" y="106087"/>
                  <a:pt x="1879027" y="104284"/>
                  <a:pt x="1874928" y="100679"/>
                </a:cubicBezTo>
                <a:cubicBezTo>
                  <a:pt x="1873644" y="99592"/>
                  <a:pt x="1872582" y="98370"/>
                  <a:pt x="1871742" y="97012"/>
                </a:cubicBezTo>
                <a:cubicBezTo>
                  <a:pt x="1870903" y="95653"/>
                  <a:pt x="1870199" y="93875"/>
                  <a:pt x="1869631" y="91678"/>
                </a:cubicBezTo>
                <a:cubicBezTo>
                  <a:pt x="1869063" y="89480"/>
                  <a:pt x="1868779" y="85294"/>
                  <a:pt x="1868779" y="79121"/>
                </a:cubicBezTo>
                <a:lnTo>
                  <a:pt x="1868779" y="48895"/>
                </a:lnTo>
                <a:lnTo>
                  <a:pt x="1856926" y="48895"/>
                </a:lnTo>
                <a:lnTo>
                  <a:pt x="1856926" y="47561"/>
                </a:lnTo>
                <a:close/>
                <a:moveTo>
                  <a:pt x="1924000" y="8001"/>
                </a:moveTo>
                <a:cubicBezTo>
                  <a:pt x="1926222" y="8001"/>
                  <a:pt x="1928124" y="8770"/>
                  <a:pt x="1929704" y="10309"/>
                </a:cubicBezTo>
                <a:cubicBezTo>
                  <a:pt x="1931284" y="11846"/>
                  <a:pt x="1932075" y="13732"/>
                  <a:pt x="1932075" y="15965"/>
                </a:cubicBezTo>
                <a:cubicBezTo>
                  <a:pt x="1932075" y="18147"/>
                  <a:pt x="1931284" y="20032"/>
                  <a:pt x="1929704" y="21621"/>
                </a:cubicBezTo>
                <a:cubicBezTo>
                  <a:pt x="1928124" y="23209"/>
                  <a:pt x="1926222" y="24003"/>
                  <a:pt x="1924000" y="24003"/>
                </a:cubicBezTo>
                <a:cubicBezTo>
                  <a:pt x="1921925" y="24003"/>
                  <a:pt x="1920098" y="23196"/>
                  <a:pt x="1918518" y="21584"/>
                </a:cubicBezTo>
                <a:cubicBezTo>
                  <a:pt x="1916937" y="19971"/>
                  <a:pt x="1916147" y="18098"/>
                  <a:pt x="1916147" y="15965"/>
                </a:cubicBezTo>
                <a:cubicBezTo>
                  <a:pt x="1916147" y="13881"/>
                  <a:pt x="1916937" y="12033"/>
                  <a:pt x="1918518" y="10420"/>
                </a:cubicBezTo>
                <a:cubicBezTo>
                  <a:pt x="1920098" y="8807"/>
                  <a:pt x="1921925" y="8001"/>
                  <a:pt x="1924000" y="8001"/>
                </a:cubicBezTo>
                <a:moveTo>
                  <a:pt x="1917332" y="36745"/>
                </a:moveTo>
                <a:lnTo>
                  <a:pt x="1930815" y="36745"/>
                </a:lnTo>
                <a:lnTo>
                  <a:pt x="1930815" y="104901"/>
                </a:lnTo>
                <a:lnTo>
                  <a:pt x="1917332" y="104901"/>
                </a:lnTo>
                <a:lnTo>
                  <a:pt x="1917332" y="36745"/>
                </a:lnTo>
                <a:close/>
                <a:moveTo>
                  <a:pt x="1983451" y="36597"/>
                </a:moveTo>
                <a:cubicBezTo>
                  <a:pt x="1993823" y="36597"/>
                  <a:pt x="2002441" y="39943"/>
                  <a:pt x="2009306" y="46635"/>
                </a:cubicBezTo>
                <a:cubicBezTo>
                  <a:pt x="2016171" y="53327"/>
                  <a:pt x="2019604" y="61736"/>
                  <a:pt x="2019604" y="71860"/>
                </a:cubicBezTo>
                <a:cubicBezTo>
                  <a:pt x="2019604" y="81689"/>
                  <a:pt x="2016122" y="89850"/>
                  <a:pt x="2009158" y="96345"/>
                </a:cubicBezTo>
                <a:cubicBezTo>
                  <a:pt x="2002194" y="102840"/>
                  <a:pt x="1993428" y="106087"/>
                  <a:pt x="1982859" y="106087"/>
                </a:cubicBezTo>
                <a:cubicBezTo>
                  <a:pt x="1972635" y="106087"/>
                  <a:pt x="1964091" y="102790"/>
                  <a:pt x="1957226" y="96197"/>
                </a:cubicBezTo>
                <a:cubicBezTo>
                  <a:pt x="1950361" y="89603"/>
                  <a:pt x="1946929" y="81368"/>
                  <a:pt x="1946929" y="71490"/>
                </a:cubicBezTo>
                <a:cubicBezTo>
                  <a:pt x="1946929" y="61514"/>
                  <a:pt x="1950398" y="53204"/>
                  <a:pt x="1957337" y="46561"/>
                </a:cubicBezTo>
                <a:cubicBezTo>
                  <a:pt x="1964276" y="39918"/>
                  <a:pt x="1972981" y="36597"/>
                  <a:pt x="1983451" y="36597"/>
                </a:cubicBezTo>
                <a:moveTo>
                  <a:pt x="1982711" y="48747"/>
                </a:moveTo>
                <a:cubicBezTo>
                  <a:pt x="1976241" y="48747"/>
                  <a:pt x="1970931" y="50870"/>
                  <a:pt x="1966783" y="55118"/>
                </a:cubicBezTo>
                <a:cubicBezTo>
                  <a:pt x="1962634" y="59365"/>
                  <a:pt x="1960560" y="64773"/>
                  <a:pt x="1960560" y="71342"/>
                </a:cubicBezTo>
                <a:cubicBezTo>
                  <a:pt x="1960560" y="77861"/>
                  <a:pt x="1962684" y="83183"/>
                  <a:pt x="1966931" y="87307"/>
                </a:cubicBezTo>
                <a:cubicBezTo>
                  <a:pt x="1971178" y="91431"/>
                  <a:pt x="1976636" y="93493"/>
                  <a:pt x="1983303" y="93493"/>
                </a:cubicBezTo>
                <a:cubicBezTo>
                  <a:pt x="1989921" y="93493"/>
                  <a:pt x="1995342" y="91406"/>
                  <a:pt x="1999564" y="87233"/>
                </a:cubicBezTo>
                <a:cubicBezTo>
                  <a:pt x="2003787" y="83059"/>
                  <a:pt x="2005899" y="77713"/>
                  <a:pt x="2005899" y="71194"/>
                </a:cubicBezTo>
                <a:cubicBezTo>
                  <a:pt x="2005899" y="64724"/>
                  <a:pt x="2003701" y="59365"/>
                  <a:pt x="1999305" y="55118"/>
                </a:cubicBezTo>
                <a:cubicBezTo>
                  <a:pt x="1994910" y="50870"/>
                  <a:pt x="1989378" y="48747"/>
                  <a:pt x="1982711" y="48747"/>
                </a:cubicBezTo>
                <a:close/>
                <a:moveTo>
                  <a:pt x="2048119" y="36745"/>
                </a:moveTo>
                <a:lnTo>
                  <a:pt x="2048119" y="45191"/>
                </a:lnTo>
                <a:cubicBezTo>
                  <a:pt x="2054144" y="38573"/>
                  <a:pt x="2060985" y="35263"/>
                  <a:pt x="2068640" y="35263"/>
                </a:cubicBezTo>
                <a:cubicBezTo>
                  <a:pt x="2072887" y="35263"/>
                  <a:pt x="2076838" y="36365"/>
                  <a:pt x="2080493" y="38567"/>
                </a:cubicBezTo>
                <a:cubicBezTo>
                  <a:pt x="2084148" y="40770"/>
                  <a:pt x="2086926" y="43789"/>
                  <a:pt x="2088827" y="47626"/>
                </a:cubicBezTo>
                <a:cubicBezTo>
                  <a:pt x="2090729" y="51461"/>
                  <a:pt x="2091680" y="57536"/>
                  <a:pt x="2091680" y="65851"/>
                </a:cubicBezTo>
                <a:lnTo>
                  <a:pt x="2091680" y="104901"/>
                </a:lnTo>
                <a:lnTo>
                  <a:pt x="2078196" y="104901"/>
                </a:lnTo>
                <a:lnTo>
                  <a:pt x="2078196" y="65982"/>
                </a:lnTo>
                <a:cubicBezTo>
                  <a:pt x="2078196" y="59002"/>
                  <a:pt x="2077135" y="54013"/>
                  <a:pt x="2075011" y="51018"/>
                </a:cubicBezTo>
                <a:cubicBezTo>
                  <a:pt x="2072887" y="48022"/>
                  <a:pt x="2069331" y="46524"/>
                  <a:pt x="2064343" y="46524"/>
                </a:cubicBezTo>
                <a:cubicBezTo>
                  <a:pt x="2057972" y="46524"/>
                  <a:pt x="2052564" y="49685"/>
                  <a:pt x="2048119" y="56007"/>
                </a:cubicBezTo>
                <a:lnTo>
                  <a:pt x="2048119" y="104901"/>
                </a:lnTo>
                <a:lnTo>
                  <a:pt x="2034339" y="104901"/>
                </a:lnTo>
                <a:lnTo>
                  <a:pt x="2034339" y="36745"/>
                </a:lnTo>
                <a:lnTo>
                  <a:pt x="2048119" y="36745"/>
                </a:lnTo>
                <a:close/>
              </a:path>
            </a:pathLst>
          </a:custGeom>
          <a:solidFill xmlns:a="http://schemas.openxmlformats.org/drawingml/2006/main">
            <a:srgbClr val="000000"/>
          </a:solidFill>
          <a:ln xmlns:a="http://schemas.openxmlformats.org/drawingml/2006/main" w="0" cap="flat">
            <a:noFill/>
            <a:miter/>
          </a:ln>
        </p:spPr>
      </p:sp>
      <p:sp>
        <p:nvSpPr>
          <p:cNvPr id="6" name="Vector element">
            <a:extLst xmlns:a="http://schemas.openxmlformats.org/drawingml/2006/main">
              <a:ext uri="{FF2B5EF4-FFF2-40B4-BE49-F238E27FC236}">
                <a16:creationId xmlns:a16="http://schemas.microsoft.com/office/drawing/2014/main" id="{208D7696-904D-4A8B-9D46-C7FF92EE27AC}"/>
              </a:ext>
            </a:extLst>
          </p:cNvPr>
          <p:cNvSpPr>
            <a:spLocks xmlns:a="http://schemas.openxmlformats.org/drawingml/2006/main" noGrp="1"/>
          </p:cNvSpPr>
          <p:nvPr/>
        </p:nvSpPr>
        <p:spPr>
          <a:xfrm xmlns:a="http://schemas.openxmlformats.org/drawingml/2006/main">
            <a:off x="5279661" y="1298694"/>
            <a:ext cx="851727" cy="1071821"/>
          </a:xfrm>
          <a:custGeom xmlns:a="http://schemas.openxmlformats.org/drawingml/2006/main">
            <a:pathLst>
              <a:path w="851727" h="1071821">
                <a:moveTo>
                  <a:pt x="61210" y="1071821"/>
                </a:moveTo>
                <a:cubicBezTo>
                  <a:pt x="27349" y="1071821"/>
                  <a:pt x="0" y="1044472"/>
                  <a:pt x="0" y="1010611"/>
                </a:cubicBezTo>
                <a:lnTo>
                  <a:pt x="0" y="61861"/>
                </a:lnTo>
                <a:cubicBezTo>
                  <a:pt x="0" y="27349"/>
                  <a:pt x="27349" y="0"/>
                  <a:pt x="61210" y="0"/>
                </a:cubicBezTo>
                <a:lnTo>
                  <a:pt x="789866" y="0"/>
                </a:lnTo>
                <a:cubicBezTo>
                  <a:pt x="824378" y="0"/>
                  <a:pt x="851727" y="27349"/>
                  <a:pt x="851727" y="61861"/>
                </a:cubicBezTo>
                <a:lnTo>
                  <a:pt x="851727" y="1010611"/>
                </a:lnTo>
                <a:cubicBezTo>
                  <a:pt x="851727" y="1044472"/>
                  <a:pt x="824378" y="1071821"/>
                  <a:pt x="789866" y="1071821"/>
                </a:cubicBezTo>
                <a:lnTo>
                  <a:pt x="61210" y="1071821"/>
                </a:lnTo>
                <a:close/>
              </a:path>
            </a:pathLst>
          </a:custGeom>
          <a:solidFill xmlns:a="http://schemas.openxmlformats.org/drawingml/2006/main">
            <a:srgbClr val="F5F4EC"/>
          </a:solidFill>
          <a:ln xmlns:a="http://schemas.openxmlformats.org/drawingml/2006/main" w="0" cap="flat">
            <a:noFill/>
            <a:miter/>
          </a:ln>
        </p:spPr>
      </p:sp>
      <p:sp>
        <p:nvSpPr>
          <p:cNvPr id="7" name="Vector element">
            <a:extLst xmlns:a="http://schemas.openxmlformats.org/drawingml/2006/main">
              <a:ext uri="{FF2B5EF4-FFF2-40B4-BE49-F238E27FC236}">
                <a16:creationId xmlns:a16="http://schemas.microsoft.com/office/drawing/2014/main" id="{DDB80755-C4A5-4077-8D8A-6B428AA957F1}"/>
              </a:ext>
            </a:extLst>
          </p:cNvPr>
          <p:cNvSpPr>
            <a:spLocks xmlns:a="http://schemas.openxmlformats.org/drawingml/2006/main" noGrp="1"/>
          </p:cNvSpPr>
          <p:nvPr/>
        </p:nvSpPr>
        <p:spPr>
          <a:xfrm xmlns:a="http://schemas.openxmlformats.org/drawingml/2006/main">
            <a:off x="5279661" y="1298694"/>
            <a:ext cx="851727" cy="1071821"/>
          </a:xfrm>
          <a:custGeom xmlns:a="http://schemas.openxmlformats.org/drawingml/2006/main">
            <a:pathLst>
              <a:path w="851727" h="1071821" fill="none">
                <a:moveTo>
                  <a:pt x="61210" y="1071821"/>
                </a:moveTo>
                <a:lnTo>
                  <a:pt x="789866" y="1071821"/>
                </a:lnTo>
                <a:cubicBezTo>
                  <a:pt x="824378" y="1071821"/>
                  <a:pt x="851727" y="1044472"/>
                  <a:pt x="851727" y="1010611"/>
                </a:cubicBezTo>
                <a:lnTo>
                  <a:pt x="851727" y="61861"/>
                </a:lnTo>
                <a:cubicBezTo>
                  <a:pt x="851727" y="27349"/>
                  <a:pt x="824378" y="0"/>
                  <a:pt x="789866" y="0"/>
                </a:cubicBezTo>
                <a:lnTo>
                  <a:pt x="61210" y="0"/>
                </a:lnTo>
                <a:cubicBezTo>
                  <a:pt x="27349" y="0"/>
                  <a:pt x="0" y="27349"/>
                  <a:pt x="0" y="61861"/>
                </a:cubicBezTo>
                <a:lnTo>
                  <a:pt x="0" y="1010611"/>
                </a:lnTo>
                <a:cubicBezTo>
                  <a:pt x="0" y="1044472"/>
                  <a:pt x="27349" y="1071821"/>
                  <a:pt x="61210" y="1071821"/>
                </a:cubicBezTo>
                <a:close/>
              </a:path>
            </a:pathLst>
          </a:custGeom>
          <a:noFill xmlns:a="http://schemas.openxmlformats.org/drawingml/2006/main"/>
          <a:ln xmlns:a="http://schemas.openxmlformats.org/drawingml/2006/main" w="8140" cap="rnd">
            <a:solidFill>
              <a:srgbClr val="000000"/>
            </a:solidFill>
            <a:round/>
          </a:ln>
        </p:spPr>
      </p:sp>
      <p:sp>
        <p:nvSpPr>
          <p:cNvPr id="8" name="Vector element">
            <a:extLst xmlns:a="http://schemas.openxmlformats.org/drawingml/2006/main">
              <a:ext uri="{FF2B5EF4-FFF2-40B4-BE49-F238E27FC236}">
                <a16:creationId xmlns:a16="http://schemas.microsoft.com/office/drawing/2014/main" id="{53B56B56-C660-47AF-8EBE-921FF3ACE37F}"/>
              </a:ext>
            </a:extLst>
          </p:cNvPr>
          <p:cNvSpPr>
            <a:spLocks xmlns:a="http://schemas.openxmlformats.org/drawingml/2006/main" noGrp="1"/>
          </p:cNvSpPr>
          <p:nvPr/>
        </p:nvSpPr>
        <p:spPr>
          <a:xfrm xmlns:a="http://schemas.openxmlformats.org/drawingml/2006/main">
            <a:off x="1136946" y="185199"/>
            <a:ext cx="3953235" cy="1258055"/>
          </a:xfrm>
          <a:custGeom xmlns:a="http://schemas.openxmlformats.org/drawingml/2006/main">
            <a:pathLst>
              <a:path w="3953235" h="1258055">
                <a:moveTo>
                  <a:pt x="61861" y="1258055"/>
                </a:moveTo>
                <a:cubicBezTo>
                  <a:pt x="28000" y="1258055"/>
                  <a:pt x="0" y="1230706"/>
                  <a:pt x="0" y="1196845"/>
                </a:cubicBezTo>
                <a:lnTo>
                  <a:pt x="0" y="61210"/>
                </a:lnTo>
                <a:cubicBezTo>
                  <a:pt x="0" y="27349"/>
                  <a:pt x="28000" y="0"/>
                  <a:pt x="61861" y="0"/>
                </a:cubicBezTo>
                <a:lnTo>
                  <a:pt x="3892026" y="0"/>
                </a:lnTo>
                <a:cubicBezTo>
                  <a:pt x="3925886" y="0"/>
                  <a:pt x="3953235" y="27349"/>
                  <a:pt x="3953235" y="61210"/>
                </a:cubicBezTo>
                <a:lnTo>
                  <a:pt x="3953235" y="1196845"/>
                </a:lnTo>
                <a:cubicBezTo>
                  <a:pt x="3953235" y="1230706"/>
                  <a:pt x="3925886" y="1258055"/>
                  <a:pt x="3892026" y="1258055"/>
                </a:cubicBezTo>
                <a:lnTo>
                  <a:pt x="61861" y="1258055"/>
                </a:lnTo>
                <a:close/>
              </a:path>
            </a:pathLst>
          </a:custGeom>
          <a:solidFill xmlns:a="http://schemas.openxmlformats.org/drawingml/2006/main">
            <a:srgbClr val="F5EDF2"/>
          </a:solidFill>
          <a:ln xmlns:a="http://schemas.openxmlformats.org/drawingml/2006/main" w="0" cap="flat">
            <a:noFill/>
            <a:miter/>
          </a:ln>
        </p:spPr>
      </p:sp>
      <p:sp>
        <p:nvSpPr>
          <p:cNvPr id="9" name="Vector element">
            <a:extLst xmlns:a="http://schemas.openxmlformats.org/drawingml/2006/main">
              <a:ext uri="{FF2B5EF4-FFF2-40B4-BE49-F238E27FC236}">
                <a16:creationId xmlns:a16="http://schemas.microsoft.com/office/drawing/2014/main" id="{2DAB1A41-A636-4D56-8F1B-B4AA4E4BFA27}"/>
              </a:ext>
            </a:extLst>
          </p:cNvPr>
          <p:cNvSpPr>
            <a:spLocks xmlns:a="http://schemas.openxmlformats.org/drawingml/2006/main" noGrp="1"/>
          </p:cNvSpPr>
          <p:nvPr/>
        </p:nvSpPr>
        <p:spPr>
          <a:xfrm xmlns:a="http://schemas.openxmlformats.org/drawingml/2006/main">
            <a:off x="1136946" y="185199"/>
            <a:ext cx="3953235" cy="1258055"/>
          </a:xfrm>
          <a:custGeom xmlns:a="http://schemas.openxmlformats.org/drawingml/2006/main">
            <a:pathLst>
              <a:path w="3953235" h="1258055" fill="none">
                <a:moveTo>
                  <a:pt x="61861" y="1258055"/>
                </a:moveTo>
                <a:lnTo>
                  <a:pt x="3892026" y="1258055"/>
                </a:lnTo>
                <a:cubicBezTo>
                  <a:pt x="3925886" y="1258055"/>
                  <a:pt x="3953235" y="1230706"/>
                  <a:pt x="3953235" y="1196845"/>
                </a:cubicBezTo>
                <a:lnTo>
                  <a:pt x="3953235" y="61210"/>
                </a:lnTo>
                <a:cubicBezTo>
                  <a:pt x="3953235" y="27349"/>
                  <a:pt x="3925886" y="0"/>
                  <a:pt x="3892026" y="0"/>
                </a:cubicBezTo>
                <a:lnTo>
                  <a:pt x="61861" y="0"/>
                </a:lnTo>
                <a:cubicBezTo>
                  <a:pt x="28000" y="0"/>
                  <a:pt x="0" y="27349"/>
                  <a:pt x="0" y="61210"/>
                </a:cubicBezTo>
                <a:lnTo>
                  <a:pt x="0" y="1196845"/>
                </a:lnTo>
                <a:cubicBezTo>
                  <a:pt x="0" y="1230706"/>
                  <a:pt x="28000" y="1258055"/>
                  <a:pt x="61861" y="1258055"/>
                </a:cubicBezTo>
                <a:close/>
              </a:path>
            </a:pathLst>
          </a:custGeom>
          <a:noFill xmlns:a="http://schemas.openxmlformats.org/drawingml/2006/main"/>
          <a:ln xmlns:a="http://schemas.openxmlformats.org/drawingml/2006/main" w="8140" cap="rnd">
            <a:solidFill>
              <a:srgbClr val="000000"/>
            </a:solidFill>
            <a:round/>
          </a:ln>
        </p:spPr>
      </p:sp>
      <p:sp>
        <p:nvSpPr>
          <p:cNvPr id="10" name="Vector element">
            <a:extLst xmlns:a="http://schemas.openxmlformats.org/drawingml/2006/main">
              <a:ext uri="{FF2B5EF4-FFF2-40B4-BE49-F238E27FC236}">
                <a16:creationId xmlns:a16="http://schemas.microsoft.com/office/drawing/2014/main" id="{63359911-7FE2-4200-A817-277A531705D2}"/>
              </a:ext>
            </a:extLst>
          </p:cNvPr>
          <p:cNvSpPr>
            <a:spLocks xmlns:a="http://schemas.openxmlformats.org/drawingml/2006/main" noGrp="1"/>
          </p:cNvSpPr>
          <p:nvPr/>
        </p:nvSpPr>
        <p:spPr>
          <a:xfrm xmlns:a="http://schemas.openxmlformats.org/drawingml/2006/main">
            <a:off x="50149" y="907994"/>
            <a:ext cx="851727" cy="1853873"/>
          </a:xfrm>
          <a:custGeom xmlns:a="http://schemas.openxmlformats.org/drawingml/2006/main">
            <a:pathLst>
              <a:path w="851727" h="1853873">
                <a:moveTo>
                  <a:pt x="61210" y="1853873"/>
                </a:moveTo>
                <a:cubicBezTo>
                  <a:pt x="27349" y="1853873"/>
                  <a:pt x="0" y="1825873"/>
                  <a:pt x="0" y="1792012"/>
                </a:cubicBezTo>
                <a:lnTo>
                  <a:pt x="0" y="61861"/>
                </a:lnTo>
                <a:cubicBezTo>
                  <a:pt x="0" y="27349"/>
                  <a:pt x="27349" y="0"/>
                  <a:pt x="61210" y="0"/>
                </a:cubicBezTo>
                <a:lnTo>
                  <a:pt x="789866" y="0"/>
                </a:lnTo>
                <a:cubicBezTo>
                  <a:pt x="823726" y="0"/>
                  <a:pt x="851727" y="27349"/>
                  <a:pt x="851727" y="61861"/>
                </a:cubicBezTo>
                <a:lnTo>
                  <a:pt x="851727" y="1792012"/>
                </a:lnTo>
                <a:cubicBezTo>
                  <a:pt x="851727" y="1825873"/>
                  <a:pt x="823726" y="1853873"/>
                  <a:pt x="789866" y="1853873"/>
                </a:cubicBezTo>
                <a:lnTo>
                  <a:pt x="61210" y="1853873"/>
                </a:lnTo>
                <a:close/>
              </a:path>
            </a:pathLst>
          </a:custGeom>
          <a:solidFill xmlns:a="http://schemas.openxmlformats.org/drawingml/2006/main">
            <a:srgbClr val="F5F4EC"/>
          </a:solidFill>
          <a:ln xmlns:a="http://schemas.openxmlformats.org/drawingml/2006/main" w="0" cap="flat">
            <a:noFill/>
            <a:miter/>
          </a:ln>
        </p:spPr>
      </p:sp>
      <p:sp>
        <p:nvSpPr>
          <p:cNvPr id="11" name="Vector element">
            <a:extLst xmlns:a="http://schemas.openxmlformats.org/drawingml/2006/main">
              <a:ext uri="{FF2B5EF4-FFF2-40B4-BE49-F238E27FC236}">
                <a16:creationId xmlns:a16="http://schemas.microsoft.com/office/drawing/2014/main" id="{2B3DCB62-7CCE-4F4E-97B2-73CBCD4BBC3A}"/>
              </a:ext>
            </a:extLst>
          </p:cNvPr>
          <p:cNvSpPr>
            <a:spLocks xmlns:a="http://schemas.openxmlformats.org/drawingml/2006/main" noGrp="1"/>
          </p:cNvSpPr>
          <p:nvPr/>
        </p:nvSpPr>
        <p:spPr>
          <a:xfrm xmlns:a="http://schemas.openxmlformats.org/drawingml/2006/main">
            <a:off x="50149" y="907994"/>
            <a:ext cx="851727" cy="1853873"/>
          </a:xfrm>
          <a:custGeom xmlns:a="http://schemas.openxmlformats.org/drawingml/2006/main">
            <a:pathLst>
              <a:path w="851727" h="1853873" fill="none">
                <a:moveTo>
                  <a:pt x="61210" y="1853873"/>
                </a:moveTo>
                <a:lnTo>
                  <a:pt x="789866" y="1853873"/>
                </a:lnTo>
                <a:cubicBezTo>
                  <a:pt x="823726" y="1853873"/>
                  <a:pt x="851727" y="1825873"/>
                  <a:pt x="851727" y="1792012"/>
                </a:cubicBezTo>
                <a:lnTo>
                  <a:pt x="851727" y="61861"/>
                </a:lnTo>
                <a:cubicBezTo>
                  <a:pt x="851727" y="27349"/>
                  <a:pt x="823726" y="0"/>
                  <a:pt x="789866" y="0"/>
                </a:cubicBezTo>
                <a:lnTo>
                  <a:pt x="61210" y="0"/>
                </a:lnTo>
                <a:cubicBezTo>
                  <a:pt x="27349" y="0"/>
                  <a:pt x="0" y="27349"/>
                  <a:pt x="0" y="61861"/>
                </a:cubicBezTo>
                <a:lnTo>
                  <a:pt x="0" y="1792012"/>
                </a:lnTo>
                <a:cubicBezTo>
                  <a:pt x="0" y="1825873"/>
                  <a:pt x="27349" y="1853873"/>
                  <a:pt x="61210" y="1853873"/>
                </a:cubicBezTo>
                <a:close/>
              </a:path>
            </a:pathLst>
          </a:custGeom>
          <a:noFill xmlns:a="http://schemas.openxmlformats.org/drawingml/2006/main"/>
          <a:ln xmlns:a="http://schemas.openxmlformats.org/drawingml/2006/main" w="8140" cap="rnd">
            <a:solidFill>
              <a:srgbClr val="000000"/>
            </a:solidFill>
            <a:round/>
          </a:ln>
        </p:spPr>
      </p:sp>
      <p:pic>
        <p:nvPicPr>
          <p:cNvPr id="149" name=""/>
          <p:cNvPicPr>
            <a:picLocks xmlns:a="http://schemas.openxmlformats.org/drawingml/2006/main" noChangeAspect="1"/>
          </p:cNvPicPr>
          <p:nvPr/>
        </p:nvPicPr>
        <p:blipFill>
          <a:blip xmlns:r="http://schemas.openxmlformats.org/officeDocument/2006/relationships" xmlns:a="http://schemas.openxmlformats.org/drawingml/2006/main" r:embed="R332cc8ef46e346a0"/>
          <a:stretch xmlns:a="http://schemas.openxmlformats.org/drawingml/2006/main"/>
        </p:blipFill>
        <p:spPr>
          <a:xfrm xmlns:a="http://schemas.openxmlformats.org/drawingml/2006/main">
            <a:off x="1360297" y="2642703"/>
            <a:ext cx="436933" cy="436933"/>
          </a:xfrm>
          <a:prstGeom xmlns:a="http://schemas.openxmlformats.org/drawingml/2006/main" prst="rect">
            <a:avLst/>
          </a:prstGeom>
        </p:spPr>
      </p:pic>
      <p:sp>
        <p:nvSpPr>
          <p:cNvPr id="13" name="Text LLM">
            <a:extLst xmlns:a="http://schemas.openxmlformats.org/drawingml/2006/main">
              <a:ext uri="{FF2B5EF4-FFF2-40B4-BE49-F238E27FC236}">
                <a16:creationId xmlns:a16="http://schemas.microsoft.com/office/drawing/2014/main" id="{4FEB75F6-8CCC-4173-BCE5-D5EE554E4B04}"/>
              </a:ext>
            </a:extLst>
          </p:cNvPr>
          <p:cNvSpPr>
            <a:spLocks xmlns:a="http://schemas.openxmlformats.org/drawingml/2006/main" noGrp="1"/>
          </p:cNvSpPr>
          <p:nvPr/>
        </p:nvSpPr>
        <p:spPr>
          <a:xfrm xmlns:a="http://schemas.openxmlformats.org/drawingml/2006/main">
            <a:off x="1461232" y="3124460"/>
            <a:ext cx="232135" cy="93224"/>
          </a:xfrm>
          <a:custGeom xmlns:a="http://schemas.openxmlformats.org/drawingml/2006/main">
            <a:pathLst>
              <a:path w="232135" h="93224">
                <a:moveTo>
                  <a:pt x="57677" y="93224"/>
                </a:moveTo>
                <a:lnTo>
                  <a:pt x="0" y="93224"/>
                </a:lnTo>
                <a:lnTo>
                  <a:pt x="0" y="0"/>
                </a:lnTo>
                <a:lnTo>
                  <a:pt x="12337" y="0"/>
                </a:lnTo>
                <a:lnTo>
                  <a:pt x="12337" y="82159"/>
                </a:lnTo>
                <a:lnTo>
                  <a:pt x="57677" y="82159"/>
                </a:lnTo>
                <a:lnTo>
                  <a:pt x="57677" y="93224"/>
                </a:lnTo>
                <a:close/>
                <a:moveTo>
                  <a:pt x="129930" y="93224"/>
                </a:moveTo>
                <a:lnTo>
                  <a:pt x="72254" y="93224"/>
                </a:lnTo>
                <a:lnTo>
                  <a:pt x="72254" y="0"/>
                </a:lnTo>
                <a:lnTo>
                  <a:pt x="84590" y="0"/>
                </a:lnTo>
                <a:lnTo>
                  <a:pt x="84590" y="82159"/>
                </a:lnTo>
                <a:lnTo>
                  <a:pt x="129930" y="82159"/>
                </a:lnTo>
                <a:lnTo>
                  <a:pt x="129930" y="93224"/>
                </a:lnTo>
                <a:close/>
                <a:moveTo>
                  <a:pt x="232135" y="93224"/>
                </a:moveTo>
                <a:lnTo>
                  <a:pt x="220434" y="93224"/>
                </a:lnTo>
                <a:lnTo>
                  <a:pt x="220434" y="13926"/>
                </a:lnTo>
                <a:lnTo>
                  <a:pt x="193853" y="93224"/>
                </a:lnTo>
                <a:lnTo>
                  <a:pt x="182788" y="93224"/>
                </a:lnTo>
                <a:lnTo>
                  <a:pt x="156208" y="13926"/>
                </a:lnTo>
                <a:lnTo>
                  <a:pt x="156208" y="93224"/>
                </a:lnTo>
                <a:lnTo>
                  <a:pt x="144507" y="93224"/>
                </a:lnTo>
                <a:lnTo>
                  <a:pt x="144507" y="0"/>
                </a:lnTo>
                <a:lnTo>
                  <a:pt x="163012" y="0"/>
                </a:lnTo>
                <a:lnTo>
                  <a:pt x="188257" y="77708"/>
                </a:lnTo>
                <a:lnTo>
                  <a:pt x="213630" y="0"/>
                </a:lnTo>
                <a:lnTo>
                  <a:pt x="232135" y="0"/>
                </a:lnTo>
                <a:lnTo>
                  <a:pt x="232135" y="93224"/>
                </a:lnTo>
                <a:close/>
              </a:path>
            </a:pathLst>
          </a:custGeom>
          <a:solidFill xmlns:a="http://schemas.openxmlformats.org/drawingml/2006/main">
            <a:srgbClr val="000000"/>
          </a:solidFill>
          <a:ln xmlns:a="http://schemas.openxmlformats.org/drawingml/2006/main" w="0" cap="flat">
            <a:noFill/>
            <a:miter/>
          </a:ln>
        </p:spPr>
      </p:sp>
      <p:pic>
        <p:nvPicPr>
          <p:cNvPr id="151" name=""/>
          <p:cNvPicPr>
            <a:picLocks xmlns:a="http://schemas.openxmlformats.org/drawingml/2006/main" noChangeAspect="1"/>
          </p:cNvPicPr>
          <p:nvPr/>
        </p:nvPicPr>
        <p:blipFill>
          <a:blip xmlns:r="http://schemas.openxmlformats.org/officeDocument/2006/relationships" xmlns:a="http://schemas.openxmlformats.org/drawingml/2006/main" r:embed="R081e3eb7675a495c"/>
          <a:stretch xmlns:a="http://schemas.openxmlformats.org/drawingml/2006/main"/>
        </p:blipFill>
        <p:spPr>
          <a:xfrm xmlns:a="http://schemas.openxmlformats.org/drawingml/2006/main">
            <a:off x="227266" y="1155112"/>
            <a:ext cx="496840" cy="496840"/>
          </a:xfrm>
          <a:prstGeom xmlns:a="http://schemas.openxmlformats.org/drawingml/2006/main" prst="rect">
            <a:avLst/>
          </a:prstGeom>
        </p:spPr>
      </p:pic>
      <p:sp>
        <p:nvSpPr>
          <p:cNvPr id="15" name="Vector element">
            <a:extLst xmlns:a="http://schemas.openxmlformats.org/drawingml/2006/main">
              <a:ext uri="{FF2B5EF4-FFF2-40B4-BE49-F238E27FC236}">
                <a16:creationId xmlns:a16="http://schemas.microsoft.com/office/drawing/2014/main" id="{CD32FFA7-8E92-4100-9789-71DEBE0ED6E4}"/>
              </a:ext>
            </a:extLst>
          </p:cNvPr>
          <p:cNvSpPr>
            <a:spLocks xmlns:a="http://schemas.openxmlformats.org/drawingml/2006/main" noGrp="1"/>
          </p:cNvSpPr>
          <p:nvPr/>
        </p:nvSpPr>
        <p:spPr>
          <a:xfrm xmlns:a="http://schemas.openxmlformats.org/drawingml/2006/main">
            <a:off x="479268" y="1138507"/>
            <a:ext cx="169303" cy="169303"/>
          </a:xfrm>
          <a:custGeom xmlns:a="http://schemas.openxmlformats.org/drawingml/2006/main">
            <a:pathLst>
              <a:path w="169303" h="169303">
                <a:moveTo>
                  <a:pt x="0" y="84652"/>
                </a:moveTo>
                <a:cubicBezTo>
                  <a:pt x="0" y="38419"/>
                  <a:pt x="37768" y="0"/>
                  <a:pt x="84652" y="0"/>
                </a:cubicBezTo>
                <a:cubicBezTo>
                  <a:pt x="131536" y="0"/>
                  <a:pt x="169303" y="38419"/>
                  <a:pt x="169303" y="84652"/>
                </a:cubicBezTo>
                <a:cubicBezTo>
                  <a:pt x="169303" y="131536"/>
                  <a:pt x="131536" y="169303"/>
                  <a:pt x="84652" y="169303"/>
                </a:cubicBezTo>
                <a:cubicBezTo>
                  <a:pt x="37768" y="169303"/>
                  <a:pt x="0" y="131536"/>
                  <a:pt x="0" y="84652"/>
                </a:cubicBezTo>
              </a:path>
            </a:pathLst>
          </a:custGeom>
          <a:solidFill xmlns:a="http://schemas.openxmlformats.org/drawingml/2006/main">
            <a:srgbClr val="FFFFFF"/>
          </a:solidFill>
          <a:ln xmlns:a="http://schemas.openxmlformats.org/drawingml/2006/main" w="0" cap="flat">
            <a:noFill/>
            <a:miter/>
          </a:ln>
        </p:spPr>
      </p:sp>
      <p:sp>
        <p:nvSpPr>
          <p:cNvPr id="16" name="Vector element">
            <a:extLst xmlns:a="http://schemas.openxmlformats.org/drawingml/2006/main">
              <a:ext uri="{FF2B5EF4-FFF2-40B4-BE49-F238E27FC236}">
                <a16:creationId xmlns:a16="http://schemas.microsoft.com/office/drawing/2014/main" id="{9D072CAF-214B-4028-934D-D643C0DDB09B}"/>
              </a:ext>
            </a:extLst>
          </p:cNvPr>
          <p:cNvSpPr>
            <a:spLocks xmlns:a="http://schemas.openxmlformats.org/drawingml/2006/main" noGrp="1"/>
          </p:cNvSpPr>
          <p:nvPr/>
        </p:nvSpPr>
        <p:spPr>
          <a:xfrm xmlns:a="http://schemas.openxmlformats.org/drawingml/2006/main">
            <a:off x="479268" y="1138507"/>
            <a:ext cx="169303" cy="169303"/>
          </a:xfrm>
          <a:custGeom xmlns:a="http://schemas.openxmlformats.org/drawingml/2006/main">
            <a:pathLst>
              <a:path w="169303" h="169303" fill="none">
                <a:moveTo>
                  <a:pt x="0" y="84652"/>
                </a:moveTo>
                <a:cubicBezTo>
                  <a:pt x="0" y="38419"/>
                  <a:pt x="37768" y="0"/>
                  <a:pt x="84652" y="0"/>
                </a:cubicBezTo>
                <a:cubicBezTo>
                  <a:pt x="131536" y="0"/>
                  <a:pt x="169303" y="38419"/>
                  <a:pt x="169303" y="84652"/>
                </a:cubicBezTo>
                <a:cubicBezTo>
                  <a:pt x="169303" y="131536"/>
                  <a:pt x="131536" y="169303"/>
                  <a:pt x="84652" y="169303"/>
                </a:cubicBezTo>
                <a:cubicBezTo>
                  <a:pt x="37768" y="169303"/>
                  <a:pt x="0" y="131536"/>
                  <a:pt x="0" y="84652"/>
                </a:cubicBezTo>
                <a:close/>
              </a:path>
            </a:pathLst>
          </a:custGeom>
          <a:noFill xmlns:a="http://schemas.openxmlformats.org/drawingml/2006/main"/>
          <a:ln xmlns:a="http://schemas.openxmlformats.org/drawingml/2006/main" w="2605" cap="rnd">
            <a:solidFill>
              <a:srgbClr val="000000"/>
            </a:solidFill>
            <a:round/>
          </a:ln>
        </p:spPr>
      </p:sp>
      <p:sp>
        <p:nvSpPr>
          <p:cNvPr id="17" name="Vector element">
            <a:extLst xmlns:a="http://schemas.openxmlformats.org/drawingml/2006/main">
              <a:ext uri="{FF2B5EF4-FFF2-40B4-BE49-F238E27FC236}">
                <a16:creationId xmlns:a16="http://schemas.microsoft.com/office/drawing/2014/main" id="{AE994861-CB8A-4863-8DF9-999AD75A3615}"/>
              </a:ext>
            </a:extLst>
          </p:cNvPr>
          <p:cNvSpPr>
            <a:spLocks xmlns:a="http://schemas.openxmlformats.org/drawingml/2006/main" noGrp="1"/>
          </p:cNvSpPr>
          <p:nvPr/>
        </p:nvSpPr>
        <p:spPr>
          <a:xfrm xmlns:a="http://schemas.openxmlformats.org/drawingml/2006/main">
            <a:off x="622524" y="1283066"/>
            <a:ext cx="23442" cy="23442"/>
          </a:xfrm>
          <a:custGeom xmlns:a="http://schemas.openxmlformats.org/drawingml/2006/main">
            <a:pathLst>
              <a:path w="23442" h="23442">
                <a:moveTo>
                  <a:pt x="20837" y="20837"/>
                </a:moveTo>
                <a:cubicBezTo>
                  <a:pt x="19535" y="21489"/>
                  <a:pt x="18884" y="22791"/>
                  <a:pt x="18233" y="23442"/>
                </a:cubicBezTo>
                <a:lnTo>
                  <a:pt x="1302" y="6512"/>
                </a:lnTo>
                <a:cubicBezTo>
                  <a:pt x="0" y="5209"/>
                  <a:pt x="0" y="2605"/>
                  <a:pt x="1302" y="1302"/>
                </a:cubicBezTo>
                <a:cubicBezTo>
                  <a:pt x="2605" y="0"/>
                  <a:pt x="5209" y="0"/>
                  <a:pt x="6512" y="1302"/>
                </a:cubicBezTo>
                <a:lnTo>
                  <a:pt x="23442" y="18233"/>
                </a:lnTo>
                <a:cubicBezTo>
                  <a:pt x="22791" y="18884"/>
                  <a:pt x="21489" y="19535"/>
                  <a:pt x="20837" y="20837"/>
                </a:cubicBezTo>
                <a:close/>
              </a:path>
            </a:pathLst>
          </a:custGeom>
          <a:solidFill xmlns:a="http://schemas.openxmlformats.org/drawingml/2006/main">
            <a:srgbClr val="263238"/>
          </a:solidFill>
          <a:ln xmlns:a="http://schemas.openxmlformats.org/drawingml/2006/main" w="0" cap="flat">
            <a:noFill/>
            <a:miter/>
          </a:ln>
        </p:spPr>
      </p:sp>
      <p:sp>
        <p:nvSpPr>
          <p:cNvPr id="18" name="Vector element">
            <a:extLst xmlns:a="http://schemas.openxmlformats.org/drawingml/2006/main">
              <a:ext uri="{FF2B5EF4-FFF2-40B4-BE49-F238E27FC236}">
                <a16:creationId xmlns:a16="http://schemas.microsoft.com/office/drawing/2014/main" id="{982D15BA-A8D1-4128-A0E8-DB82ED31C97A}"/>
              </a:ext>
            </a:extLst>
          </p:cNvPr>
          <p:cNvSpPr>
            <a:spLocks xmlns:a="http://schemas.openxmlformats.org/drawingml/2006/main" noGrp="1"/>
          </p:cNvSpPr>
          <p:nvPr/>
        </p:nvSpPr>
        <p:spPr>
          <a:xfrm xmlns:a="http://schemas.openxmlformats.org/drawingml/2006/main">
            <a:off x="634897" y="1294136"/>
            <a:ext cx="63814" cy="65117"/>
          </a:xfrm>
          <a:custGeom xmlns:a="http://schemas.openxmlformats.org/drawingml/2006/main">
            <a:pathLst>
              <a:path w="63814" h="65117">
                <a:moveTo>
                  <a:pt x="44931" y="65117"/>
                </a:moveTo>
                <a:cubicBezTo>
                  <a:pt x="40372" y="65117"/>
                  <a:pt x="35163" y="63163"/>
                  <a:pt x="31907" y="59907"/>
                </a:cubicBezTo>
                <a:lnTo>
                  <a:pt x="5861" y="33210"/>
                </a:lnTo>
                <a:cubicBezTo>
                  <a:pt x="1954" y="29954"/>
                  <a:pt x="0" y="25396"/>
                  <a:pt x="0" y="20186"/>
                </a:cubicBezTo>
                <a:cubicBezTo>
                  <a:pt x="0" y="14977"/>
                  <a:pt x="1954" y="10419"/>
                  <a:pt x="5861" y="7163"/>
                </a:cubicBezTo>
                <a:cubicBezTo>
                  <a:pt x="12372" y="0"/>
                  <a:pt x="25396" y="0"/>
                  <a:pt x="31907" y="7163"/>
                </a:cubicBezTo>
                <a:lnTo>
                  <a:pt x="58605" y="33210"/>
                </a:lnTo>
                <a:cubicBezTo>
                  <a:pt x="61861" y="36465"/>
                  <a:pt x="63814" y="41675"/>
                  <a:pt x="63814" y="46233"/>
                </a:cubicBezTo>
                <a:cubicBezTo>
                  <a:pt x="63814" y="51442"/>
                  <a:pt x="61861" y="56000"/>
                  <a:pt x="58605" y="59907"/>
                </a:cubicBezTo>
                <a:cubicBezTo>
                  <a:pt x="54698" y="63163"/>
                  <a:pt x="50140" y="65117"/>
                  <a:pt x="44931" y="65117"/>
                </a:cubicBezTo>
                <a:close/>
                <a:moveTo>
                  <a:pt x="18884" y="9116"/>
                </a:moveTo>
                <a:cubicBezTo>
                  <a:pt x="15628" y="9116"/>
                  <a:pt x="13023" y="10419"/>
                  <a:pt x="11070" y="12372"/>
                </a:cubicBezTo>
                <a:cubicBezTo>
                  <a:pt x="8465" y="14326"/>
                  <a:pt x="7814" y="16930"/>
                  <a:pt x="7814" y="20186"/>
                </a:cubicBezTo>
                <a:cubicBezTo>
                  <a:pt x="7814" y="23442"/>
                  <a:pt x="8465" y="26047"/>
                  <a:pt x="11070" y="28000"/>
                </a:cubicBezTo>
                <a:lnTo>
                  <a:pt x="37117" y="54698"/>
                </a:lnTo>
                <a:cubicBezTo>
                  <a:pt x="41675" y="58605"/>
                  <a:pt x="48838" y="58605"/>
                  <a:pt x="53396" y="54698"/>
                </a:cubicBezTo>
                <a:cubicBezTo>
                  <a:pt x="55349" y="52093"/>
                  <a:pt x="56652" y="49489"/>
                  <a:pt x="56652" y="46233"/>
                </a:cubicBezTo>
                <a:cubicBezTo>
                  <a:pt x="56652" y="43628"/>
                  <a:pt x="55349" y="40372"/>
                  <a:pt x="53396" y="38419"/>
                </a:cubicBezTo>
                <a:lnTo>
                  <a:pt x="26698" y="12372"/>
                </a:lnTo>
                <a:cubicBezTo>
                  <a:pt x="24744" y="10419"/>
                  <a:pt x="22140" y="9116"/>
                  <a:pt x="18884" y="9116"/>
                </a:cubicBezTo>
              </a:path>
            </a:pathLst>
          </a:custGeom>
          <a:solidFill xmlns:a="http://schemas.openxmlformats.org/drawingml/2006/main">
            <a:srgbClr val="263238"/>
          </a:solidFill>
          <a:ln xmlns:a="http://schemas.openxmlformats.org/drawingml/2006/main" w="0" cap="flat">
            <a:noFill/>
            <a:miter/>
          </a:ln>
        </p:spPr>
      </p:sp>
      <p:sp>
        <p:nvSpPr>
          <p:cNvPr id="19" name="Vector element">
            <a:extLst xmlns:a="http://schemas.openxmlformats.org/drawingml/2006/main">
              <a:ext uri="{FF2B5EF4-FFF2-40B4-BE49-F238E27FC236}">
                <a16:creationId xmlns:a16="http://schemas.microsoft.com/office/drawing/2014/main" id="{AE684E63-BB2C-4F8A-81CE-96F45B436669}"/>
              </a:ext>
            </a:extLst>
          </p:cNvPr>
          <p:cNvSpPr>
            <a:spLocks xmlns:a="http://schemas.openxmlformats.org/drawingml/2006/main" noGrp="1"/>
          </p:cNvSpPr>
          <p:nvPr/>
        </p:nvSpPr>
        <p:spPr>
          <a:xfrm xmlns:a="http://schemas.openxmlformats.org/drawingml/2006/main">
            <a:off x="494244" y="1302601"/>
            <a:ext cx="112652" cy="30605"/>
          </a:xfrm>
          <a:custGeom xmlns:a="http://schemas.openxmlformats.org/drawingml/2006/main">
            <a:pathLst>
              <a:path w="112652" h="30605">
                <a:moveTo>
                  <a:pt x="69675" y="30605"/>
                </a:moveTo>
                <a:cubicBezTo>
                  <a:pt x="45582" y="30605"/>
                  <a:pt x="21489" y="22791"/>
                  <a:pt x="1954" y="7163"/>
                </a:cubicBezTo>
                <a:cubicBezTo>
                  <a:pt x="651" y="5861"/>
                  <a:pt x="0" y="3256"/>
                  <a:pt x="1302" y="1954"/>
                </a:cubicBezTo>
                <a:cubicBezTo>
                  <a:pt x="2605" y="0"/>
                  <a:pt x="5209" y="0"/>
                  <a:pt x="6512" y="1302"/>
                </a:cubicBezTo>
                <a:cubicBezTo>
                  <a:pt x="35163" y="23442"/>
                  <a:pt x="73582" y="29303"/>
                  <a:pt x="106791" y="15628"/>
                </a:cubicBezTo>
                <a:cubicBezTo>
                  <a:pt x="108745" y="14977"/>
                  <a:pt x="110698" y="16279"/>
                  <a:pt x="111350" y="18233"/>
                </a:cubicBezTo>
                <a:cubicBezTo>
                  <a:pt x="112652" y="20186"/>
                  <a:pt x="111350" y="22140"/>
                  <a:pt x="109396" y="22791"/>
                </a:cubicBezTo>
                <a:cubicBezTo>
                  <a:pt x="96373" y="28000"/>
                  <a:pt x="83349" y="30605"/>
                  <a:pt x="69675" y="30605"/>
                </a:cubicBezTo>
              </a:path>
            </a:pathLst>
          </a:custGeom>
          <a:solidFill xmlns:a="http://schemas.openxmlformats.org/drawingml/2006/main">
            <a:srgbClr val="263238"/>
          </a:solidFill>
          <a:ln xmlns:a="http://schemas.openxmlformats.org/drawingml/2006/main" w="0" cap="flat">
            <a:noFill/>
            <a:miter/>
          </a:ln>
        </p:spPr>
      </p:sp>
      <p:sp>
        <p:nvSpPr>
          <p:cNvPr id="20" name="Vector element">
            <a:extLst xmlns:a="http://schemas.openxmlformats.org/drawingml/2006/main">
              <a:ext uri="{FF2B5EF4-FFF2-40B4-BE49-F238E27FC236}">
                <a16:creationId xmlns:a16="http://schemas.microsoft.com/office/drawing/2014/main" id="{71AF1E99-4615-4C07-AA9B-8FE3FF69B340}"/>
              </a:ext>
            </a:extLst>
          </p:cNvPr>
          <p:cNvSpPr>
            <a:spLocks xmlns:a="http://schemas.openxmlformats.org/drawingml/2006/main" noGrp="1"/>
          </p:cNvSpPr>
          <p:nvPr/>
        </p:nvSpPr>
        <p:spPr>
          <a:xfrm xmlns:a="http://schemas.openxmlformats.org/drawingml/2006/main">
            <a:off x="642711" y="1155437"/>
            <a:ext cx="36465" cy="110698"/>
          </a:xfrm>
          <a:custGeom xmlns:a="http://schemas.openxmlformats.org/drawingml/2006/main">
            <a:pathLst>
              <a:path w="36465" h="110698">
                <a:moveTo>
                  <a:pt x="18884" y="110698"/>
                </a:moveTo>
                <a:cubicBezTo>
                  <a:pt x="18233" y="110698"/>
                  <a:pt x="17582" y="110698"/>
                  <a:pt x="17582" y="110698"/>
                </a:cubicBezTo>
                <a:cubicBezTo>
                  <a:pt x="15628" y="110047"/>
                  <a:pt x="14326" y="107443"/>
                  <a:pt x="15628" y="106140"/>
                </a:cubicBezTo>
                <a:cubicBezTo>
                  <a:pt x="28651" y="72931"/>
                  <a:pt x="22791" y="34512"/>
                  <a:pt x="651" y="6512"/>
                </a:cubicBezTo>
                <a:cubicBezTo>
                  <a:pt x="0" y="5209"/>
                  <a:pt x="0" y="2605"/>
                  <a:pt x="1302" y="1302"/>
                </a:cubicBezTo>
                <a:cubicBezTo>
                  <a:pt x="3256" y="0"/>
                  <a:pt x="5861" y="651"/>
                  <a:pt x="7163" y="1954"/>
                </a:cubicBezTo>
                <a:cubicBezTo>
                  <a:pt x="30605" y="31907"/>
                  <a:pt x="36465" y="72931"/>
                  <a:pt x="22140" y="108745"/>
                </a:cubicBezTo>
                <a:cubicBezTo>
                  <a:pt x="21489" y="110047"/>
                  <a:pt x="20186" y="110698"/>
                  <a:pt x="18884" y="110698"/>
                </a:cubicBezTo>
              </a:path>
            </a:pathLst>
          </a:custGeom>
          <a:solidFill xmlns:a="http://schemas.openxmlformats.org/drawingml/2006/main">
            <a:srgbClr val="263238"/>
          </a:solidFill>
          <a:ln xmlns:a="http://schemas.openxmlformats.org/drawingml/2006/main" w="0" cap="flat">
            <a:noFill/>
            <a:miter/>
          </a:ln>
        </p:spPr>
      </p:sp>
      <p:sp>
        <p:nvSpPr>
          <p:cNvPr id="21" name="Vector element">
            <a:extLst xmlns:a="http://schemas.openxmlformats.org/drawingml/2006/main">
              <a:ext uri="{FF2B5EF4-FFF2-40B4-BE49-F238E27FC236}">
                <a16:creationId xmlns:a16="http://schemas.microsoft.com/office/drawing/2014/main" id="{B17FBCD6-0843-47AB-B27C-514F52E36F0B}"/>
              </a:ext>
            </a:extLst>
          </p:cNvPr>
          <p:cNvSpPr>
            <a:spLocks xmlns:a="http://schemas.openxmlformats.org/drawingml/2006/main" noGrp="1"/>
          </p:cNvSpPr>
          <p:nvPr/>
        </p:nvSpPr>
        <p:spPr>
          <a:xfrm xmlns:a="http://schemas.openxmlformats.org/drawingml/2006/main">
            <a:off x="473407" y="1133949"/>
            <a:ext cx="180373" cy="180373"/>
          </a:xfrm>
          <a:custGeom xmlns:a="http://schemas.openxmlformats.org/drawingml/2006/main">
            <a:pathLst>
              <a:path w="180373" h="180373">
                <a:moveTo>
                  <a:pt x="90512" y="180373"/>
                </a:moveTo>
                <a:cubicBezTo>
                  <a:pt x="40372" y="180373"/>
                  <a:pt x="0" y="140001"/>
                  <a:pt x="0" y="90512"/>
                </a:cubicBezTo>
                <a:cubicBezTo>
                  <a:pt x="0" y="40372"/>
                  <a:pt x="40372" y="0"/>
                  <a:pt x="90512" y="0"/>
                </a:cubicBezTo>
                <a:cubicBezTo>
                  <a:pt x="140001" y="0"/>
                  <a:pt x="180373" y="40372"/>
                  <a:pt x="180373" y="90512"/>
                </a:cubicBezTo>
                <a:cubicBezTo>
                  <a:pt x="180373" y="140001"/>
                  <a:pt x="140001" y="180373"/>
                  <a:pt x="90512" y="180373"/>
                </a:cubicBezTo>
                <a:close/>
                <a:moveTo>
                  <a:pt x="90512" y="7814"/>
                </a:moveTo>
                <a:cubicBezTo>
                  <a:pt x="44931" y="7814"/>
                  <a:pt x="7814" y="44931"/>
                  <a:pt x="7814" y="90512"/>
                </a:cubicBezTo>
                <a:cubicBezTo>
                  <a:pt x="7814" y="136094"/>
                  <a:pt x="44931" y="172559"/>
                  <a:pt x="90512" y="172559"/>
                </a:cubicBezTo>
                <a:cubicBezTo>
                  <a:pt x="136094" y="172559"/>
                  <a:pt x="172559" y="136094"/>
                  <a:pt x="172559" y="90512"/>
                </a:cubicBezTo>
                <a:cubicBezTo>
                  <a:pt x="172559" y="44931"/>
                  <a:pt x="136094" y="7814"/>
                  <a:pt x="90512" y="7814"/>
                </a:cubicBezTo>
              </a:path>
            </a:pathLst>
          </a:custGeom>
          <a:solidFill xmlns:a="http://schemas.openxmlformats.org/drawingml/2006/main">
            <a:srgbClr val="263238"/>
          </a:solidFill>
          <a:ln xmlns:a="http://schemas.openxmlformats.org/drawingml/2006/main" w="0" cap="flat">
            <a:noFill/>
            <a:miter/>
          </a:ln>
        </p:spPr>
      </p:sp>
      <p:sp>
        <p:nvSpPr>
          <p:cNvPr id="22" name="Vector element">
            <a:extLst xmlns:a="http://schemas.openxmlformats.org/drawingml/2006/main">
              <a:ext uri="{FF2B5EF4-FFF2-40B4-BE49-F238E27FC236}">
                <a16:creationId xmlns:a16="http://schemas.microsoft.com/office/drawing/2014/main" id="{9CC87DF6-27BE-4614-B100-FA689F8EAEF8}"/>
              </a:ext>
            </a:extLst>
          </p:cNvPr>
          <p:cNvSpPr>
            <a:spLocks xmlns:a="http://schemas.openxmlformats.org/drawingml/2006/main" noGrp="1"/>
          </p:cNvSpPr>
          <p:nvPr/>
        </p:nvSpPr>
        <p:spPr>
          <a:xfrm xmlns:a="http://schemas.openxmlformats.org/drawingml/2006/main">
            <a:off x="481221" y="1291531"/>
            <a:ext cx="7163" cy="7814"/>
          </a:xfrm>
          <a:custGeom xmlns:a="http://schemas.openxmlformats.org/drawingml/2006/main">
            <a:pathLst>
              <a:path w="7163" h="7814">
                <a:moveTo>
                  <a:pt x="7163" y="3907"/>
                </a:moveTo>
                <a:cubicBezTo>
                  <a:pt x="7163" y="5861"/>
                  <a:pt x="5861" y="7814"/>
                  <a:pt x="3907" y="7814"/>
                </a:cubicBezTo>
                <a:cubicBezTo>
                  <a:pt x="1302" y="7814"/>
                  <a:pt x="0" y="5861"/>
                  <a:pt x="0" y="3907"/>
                </a:cubicBezTo>
                <a:cubicBezTo>
                  <a:pt x="0" y="1954"/>
                  <a:pt x="1302" y="0"/>
                  <a:pt x="3907" y="0"/>
                </a:cubicBezTo>
                <a:cubicBezTo>
                  <a:pt x="5861" y="0"/>
                  <a:pt x="7163" y="1954"/>
                  <a:pt x="7163" y="3907"/>
                </a:cubicBezTo>
                <a:close/>
              </a:path>
            </a:pathLst>
          </a:custGeom>
          <a:solidFill xmlns:a="http://schemas.openxmlformats.org/drawingml/2006/main">
            <a:srgbClr val="263238"/>
          </a:solidFill>
          <a:ln xmlns:a="http://schemas.openxmlformats.org/drawingml/2006/main" w="0" cap="flat">
            <a:noFill/>
            <a:miter/>
          </a:ln>
        </p:spPr>
      </p:sp>
      <p:sp>
        <p:nvSpPr>
          <p:cNvPr id="23" name="Vector element">
            <a:extLst xmlns:a="http://schemas.openxmlformats.org/drawingml/2006/main">
              <a:ext uri="{FF2B5EF4-FFF2-40B4-BE49-F238E27FC236}">
                <a16:creationId xmlns:a16="http://schemas.microsoft.com/office/drawing/2014/main" id="{D220FD8C-D565-48BC-8780-DF1ED19E4B0C}"/>
              </a:ext>
            </a:extLst>
          </p:cNvPr>
          <p:cNvSpPr>
            <a:spLocks xmlns:a="http://schemas.openxmlformats.org/drawingml/2006/main" noGrp="1"/>
          </p:cNvSpPr>
          <p:nvPr/>
        </p:nvSpPr>
        <p:spPr>
          <a:xfrm xmlns:a="http://schemas.openxmlformats.org/drawingml/2006/main">
            <a:off x="630990" y="1141763"/>
            <a:ext cx="7814" cy="7163"/>
          </a:xfrm>
          <a:custGeom xmlns:a="http://schemas.openxmlformats.org/drawingml/2006/main">
            <a:pathLst>
              <a:path w="7814" h="7163">
                <a:moveTo>
                  <a:pt x="7814" y="3907"/>
                </a:moveTo>
                <a:cubicBezTo>
                  <a:pt x="7814" y="5861"/>
                  <a:pt x="5861" y="7163"/>
                  <a:pt x="3907" y="7163"/>
                </a:cubicBezTo>
                <a:cubicBezTo>
                  <a:pt x="1954" y="7163"/>
                  <a:pt x="0" y="5861"/>
                  <a:pt x="0" y="3907"/>
                </a:cubicBezTo>
                <a:cubicBezTo>
                  <a:pt x="0" y="1302"/>
                  <a:pt x="1954" y="0"/>
                  <a:pt x="3907" y="0"/>
                </a:cubicBezTo>
                <a:cubicBezTo>
                  <a:pt x="5861" y="0"/>
                  <a:pt x="7814" y="1302"/>
                  <a:pt x="7814" y="3907"/>
                </a:cubicBezTo>
                <a:close/>
              </a:path>
            </a:pathLst>
          </a:custGeom>
          <a:solidFill xmlns:a="http://schemas.openxmlformats.org/drawingml/2006/main">
            <a:srgbClr val="263238"/>
          </a:solidFill>
          <a:ln xmlns:a="http://schemas.openxmlformats.org/drawingml/2006/main" w="0" cap="flat">
            <a:noFill/>
            <a:miter/>
          </a:ln>
        </p:spPr>
      </p:sp>
      <p:pic>
        <p:nvPicPr>
          <p:cNvPr id="161" name=""/>
          <p:cNvPicPr>
            <a:picLocks xmlns:a="http://schemas.openxmlformats.org/drawingml/2006/main" noChangeAspect="1"/>
          </p:cNvPicPr>
          <p:nvPr/>
        </p:nvPicPr>
        <p:blipFill>
          <a:blip xmlns:r="http://schemas.openxmlformats.org/officeDocument/2006/relationships" xmlns:a="http://schemas.openxmlformats.org/drawingml/2006/main" r:embed="Rc645d079293e406a"/>
          <a:stretch xmlns:a="http://schemas.openxmlformats.org/drawingml/2006/main"/>
        </p:blipFill>
        <p:spPr>
          <a:xfrm xmlns:a="http://schemas.openxmlformats.org/drawingml/2006/main">
            <a:off x="507919" y="1233578"/>
            <a:ext cx="36465" cy="41675"/>
          </a:xfrm>
          <a:prstGeom xmlns:a="http://schemas.openxmlformats.org/drawingml/2006/main" prst="rect">
            <a:avLst/>
          </a:prstGeom>
        </p:spPr>
      </p:pic>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db59d3eeac194475"/>
          <a:stretch xmlns:a="http://schemas.openxmlformats.org/drawingml/2006/main"/>
        </p:blipFill>
        <p:spPr>
          <a:xfrm xmlns:a="http://schemas.openxmlformats.org/drawingml/2006/main">
            <a:off x="496198" y="1212740"/>
            <a:ext cx="52093" cy="15628"/>
          </a:xfrm>
          <a:prstGeom xmlns:a="http://schemas.openxmlformats.org/drawingml/2006/main" prst="rect">
            <a:avLst/>
          </a:prstGeom>
        </p:spPr>
      </p:pic>
      <p:pic>
        <p:nvPicPr>
          <p:cNvPr id="163" name=""/>
          <p:cNvPicPr>
            <a:picLocks xmlns:a="http://schemas.openxmlformats.org/drawingml/2006/main" noChangeAspect="1"/>
          </p:cNvPicPr>
          <p:nvPr/>
        </p:nvPicPr>
        <p:blipFill>
          <a:blip xmlns:r="http://schemas.openxmlformats.org/officeDocument/2006/relationships" xmlns:a="http://schemas.openxmlformats.org/drawingml/2006/main" r:embed="R1eaa22ed49f94db3"/>
          <a:stretch xmlns:a="http://schemas.openxmlformats.org/drawingml/2006/main"/>
        </p:blipFill>
        <p:spPr>
          <a:xfrm xmlns:a="http://schemas.openxmlformats.org/drawingml/2006/main">
            <a:off x="509221" y="1173399"/>
            <a:ext cx="44931" cy="32450"/>
          </a:xfrm>
          <a:prstGeom xmlns:a="http://schemas.openxmlformats.org/drawingml/2006/main" prst="rect">
            <a:avLst/>
          </a:prstGeom>
        </p:spPr>
      </p:pic>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cdf5770c984d4e05"/>
          <a:stretch xmlns:a="http://schemas.openxmlformats.org/drawingml/2006/main"/>
        </p:blipFill>
        <p:spPr>
          <a:xfrm xmlns:a="http://schemas.openxmlformats.org/drawingml/2006/main">
            <a:off x="583454" y="1233925"/>
            <a:ext cx="38419" cy="40980"/>
          </a:xfrm>
          <a:prstGeom xmlns:a="http://schemas.openxmlformats.org/drawingml/2006/main" prst="rect">
            <a:avLst/>
          </a:prstGeom>
        </p:spPr>
      </p:pic>
      <p:pic>
        <p:nvPicPr>
          <p:cNvPr id="165" name=""/>
          <p:cNvPicPr>
            <a:picLocks xmlns:a="http://schemas.openxmlformats.org/drawingml/2006/main" noChangeAspect="1"/>
          </p:cNvPicPr>
          <p:nvPr/>
        </p:nvPicPr>
        <p:blipFill>
          <a:blip xmlns:r="http://schemas.openxmlformats.org/officeDocument/2006/relationships" xmlns:a="http://schemas.openxmlformats.org/drawingml/2006/main" r:embed="R807f792c0c2a4802"/>
          <a:stretch xmlns:a="http://schemas.openxmlformats.org/drawingml/2006/main"/>
        </p:blipFill>
        <p:spPr>
          <a:xfrm xmlns:a="http://schemas.openxmlformats.org/drawingml/2006/main">
            <a:off x="580199" y="1212740"/>
            <a:ext cx="52093" cy="15628"/>
          </a:xfrm>
          <a:prstGeom xmlns:a="http://schemas.openxmlformats.org/drawingml/2006/main" prst="rect">
            <a:avLst/>
          </a:prstGeom>
        </p:spPr>
      </p:pic>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cba4b2d57edd4c93"/>
          <a:stretch xmlns:a="http://schemas.openxmlformats.org/drawingml/2006/main"/>
        </p:blipFill>
        <p:spPr>
          <a:xfrm xmlns:a="http://schemas.openxmlformats.org/drawingml/2006/main">
            <a:off x="574989" y="1173399"/>
            <a:ext cx="44931" cy="32450"/>
          </a:xfrm>
          <a:prstGeom xmlns:a="http://schemas.openxmlformats.org/drawingml/2006/main" prst="rect">
            <a:avLst/>
          </a:prstGeom>
        </p:spPr>
      </p:pic>
      <p:pic>
        <p:nvPicPr>
          <p:cNvPr id="167" name=""/>
          <p:cNvPicPr>
            <a:picLocks xmlns:a="http://schemas.openxmlformats.org/drawingml/2006/main" noChangeAspect="1"/>
          </p:cNvPicPr>
          <p:nvPr/>
        </p:nvPicPr>
        <p:blipFill>
          <a:blip xmlns:r="http://schemas.openxmlformats.org/officeDocument/2006/relationships" xmlns:a="http://schemas.openxmlformats.org/drawingml/2006/main" r:embed="R0249e135d4ea40c4"/>
          <a:stretch xmlns:a="http://schemas.openxmlformats.org/drawingml/2006/main"/>
        </p:blipFill>
        <p:spPr>
          <a:xfrm xmlns:a="http://schemas.openxmlformats.org/drawingml/2006/main">
            <a:off x="518338" y="1172931"/>
            <a:ext cx="94419" cy="117386"/>
          </a:xfrm>
          <a:prstGeom xmlns:a="http://schemas.openxmlformats.org/drawingml/2006/main" prst="rect">
            <a:avLst/>
          </a:prstGeom>
        </p:spPr>
      </p:pic>
      <p:sp>
        <p:nvSpPr>
          <p:cNvPr id="31" name="Vector element">
            <a:extLst xmlns:a="http://schemas.openxmlformats.org/drawingml/2006/main">
              <a:ext uri="{FF2B5EF4-FFF2-40B4-BE49-F238E27FC236}">
                <a16:creationId xmlns:a16="http://schemas.microsoft.com/office/drawing/2014/main" id="{F0625C06-0007-465C-89CE-C1CCA2DA35B7}"/>
              </a:ext>
            </a:extLst>
          </p:cNvPr>
          <p:cNvSpPr>
            <a:spLocks xmlns:a="http://schemas.openxmlformats.org/drawingml/2006/main" noGrp="1"/>
          </p:cNvSpPr>
          <p:nvPr/>
        </p:nvSpPr>
        <p:spPr>
          <a:xfrm xmlns:a="http://schemas.openxmlformats.org/drawingml/2006/main">
            <a:off x="517035" y="1171065"/>
            <a:ext cx="96373" cy="120466"/>
          </a:xfrm>
          <a:custGeom xmlns:a="http://schemas.openxmlformats.org/drawingml/2006/main">
            <a:pathLst>
              <a:path w="96373" h="120466">
                <a:moveTo>
                  <a:pt x="80745" y="18884"/>
                </a:moveTo>
                <a:cubicBezTo>
                  <a:pt x="72931" y="8465"/>
                  <a:pt x="61210" y="1954"/>
                  <a:pt x="48186" y="1954"/>
                </a:cubicBezTo>
                <a:cubicBezTo>
                  <a:pt x="35814" y="1954"/>
                  <a:pt x="24093" y="8465"/>
                  <a:pt x="15628" y="18884"/>
                </a:cubicBezTo>
                <a:cubicBezTo>
                  <a:pt x="7163" y="29303"/>
                  <a:pt x="1954" y="44279"/>
                  <a:pt x="1954" y="59907"/>
                </a:cubicBezTo>
                <a:cubicBezTo>
                  <a:pt x="1954" y="76187"/>
                  <a:pt x="7163" y="91163"/>
                  <a:pt x="15628" y="101582"/>
                </a:cubicBezTo>
                <a:cubicBezTo>
                  <a:pt x="24093" y="112001"/>
                  <a:pt x="35814" y="118512"/>
                  <a:pt x="48186" y="118512"/>
                </a:cubicBezTo>
                <a:cubicBezTo>
                  <a:pt x="61210" y="118512"/>
                  <a:pt x="72931" y="112001"/>
                  <a:pt x="80745" y="101582"/>
                </a:cubicBezTo>
                <a:cubicBezTo>
                  <a:pt x="89210" y="91163"/>
                  <a:pt x="94419" y="76187"/>
                  <a:pt x="94419" y="59907"/>
                </a:cubicBezTo>
                <a:cubicBezTo>
                  <a:pt x="94419" y="44279"/>
                  <a:pt x="89210" y="29303"/>
                  <a:pt x="80745" y="18884"/>
                </a:cubicBezTo>
                <a:close/>
                <a:moveTo>
                  <a:pt x="48186" y="0"/>
                </a:moveTo>
                <a:cubicBezTo>
                  <a:pt x="61861" y="0"/>
                  <a:pt x="73582" y="6512"/>
                  <a:pt x="82047" y="17582"/>
                </a:cubicBezTo>
                <a:cubicBezTo>
                  <a:pt x="91163" y="28651"/>
                  <a:pt x="96373" y="43628"/>
                  <a:pt x="96373" y="59907"/>
                </a:cubicBezTo>
                <a:cubicBezTo>
                  <a:pt x="96373" y="76838"/>
                  <a:pt x="91163" y="91815"/>
                  <a:pt x="82047" y="102884"/>
                </a:cubicBezTo>
                <a:cubicBezTo>
                  <a:pt x="73582" y="113954"/>
                  <a:pt x="61861" y="120466"/>
                  <a:pt x="48186" y="120466"/>
                </a:cubicBezTo>
                <a:cubicBezTo>
                  <a:pt x="35163" y="120466"/>
                  <a:pt x="22791" y="113954"/>
                  <a:pt x="14326" y="102884"/>
                </a:cubicBezTo>
                <a:cubicBezTo>
                  <a:pt x="5861" y="91815"/>
                  <a:pt x="0" y="76838"/>
                  <a:pt x="0" y="59907"/>
                </a:cubicBezTo>
                <a:cubicBezTo>
                  <a:pt x="0" y="43628"/>
                  <a:pt x="5861" y="28651"/>
                  <a:pt x="14326" y="17582"/>
                </a:cubicBezTo>
                <a:cubicBezTo>
                  <a:pt x="22791" y="6512"/>
                  <a:pt x="35163" y="0"/>
                  <a:pt x="48186" y="0"/>
                </a:cubicBezTo>
              </a:path>
            </a:pathLst>
          </a:custGeom>
          <a:solidFill xmlns:a="http://schemas.openxmlformats.org/drawingml/2006/main">
            <a:srgbClr val="830E09"/>
          </a:solidFill>
          <a:ln xmlns:a="http://schemas.openxmlformats.org/drawingml/2006/main" w="0" cap="flat">
            <a:noFill/>
            <a:miter/>
          </a:ln>
        </p:spPr>
      </p:sp>
      <p:pic>
        <p:nvPicPr>
          <p:cNvPr id="169" name=""/>
          <p:cNvPicPr>
            <a:picLocks xmlns:a="http://schemas.openxmlformats.org/drawingml/2006/main" noChangeAspect="1"/>
          </p:cNvPicPr>
          <p:nvPr/>
        </p:nvPicPr>
        <p:blipFill>
          <a:blip xmlns:r="http://schemas.openxmlformats.org/officeDocument/2006/relationships" xmlns:a="http://schemas.openxmlformats.org/drawingml/2006/main" r:embed="R20b0f84c29954e1a"/>
          <a:stretch xmlns:a="http://schemas.openxmlformats.org/drawingml/2006/main"/>
        </p:blipFill>
        <p:spPr>
          <a:xfrm xmlns:a="http://schemas.openxmlformats.org/drawingml/2006/main">
            <a:off x="526152" y="1157244"/>
            <a:ext cx="78791" cy="40666"/>
          </a:xfrm>
          <a:prstGeom xmlns:a="http://schemas.openxmlformats.org/drawingml/2006/main" prst="rect">
            <a:avLst/>
          </a:prstGeom>
        </p:spPr>
      </p:pic>
      <p:sp>
        <p:nvSpPr>
          <p:cNvPr id="33" name="Vector element">
            <a:extLst xmlns:a="http://schemas.openxmlformats.org/drawingml/2006/main">
              <a:ext uri="{FF2B5EF4-FFF2-40B4-BE49-F238E27FC236}">
                <a16:creationId xmlns:a16="http://schemas.microsoft.com/office/drawing/2014/main" id="{B0361C44-5A53-4F17-B664-D254230629DA}"/>
              </a:ext>
            </a:extLst>
          </p:cNvPr>
          <p:cNvSpPr>
            <a:spLocks xmlns:a="http://schemas.openxmlformats.org/drawingml/2006/main" noGrp="1"/>
          </p:cNvSpPr>
          <p:nvPr/>
        </p:nvSpPr>
        <p:spPr>
          <a:xfrm xmlns:a="http://schemas.openxmlformats.org/drawingml/2006/main">
            <a:off x="524849" y="1155437"/>
            <a:ext cx="80745" cy="43628"/>
          </a:xfrm>
          <a:custGeom xmlns:a="http://schemas.openxmlformats.org/drawingml/2006/main">
            <a:pathLst>
              <a:path w="80745" h="43628">
                <a:moveTo>
                  <a:pt x="64466" y="13023"/>
                </a:moveTo>
                <a:cubicBezTo>
                  <a:pt x="57954" y="5861"/>
                  <a:pt x="49489" y="1302"/>
                  <a:pt x="40372" y="1302"/>
                </a:cubicBezTo>
                <a:cubicBezTo>
                  <a:pt x="31256" y="1302"/>
                  <a:pt x="22791" y="5861"/>
                  <a:pt x="15628" y="13023"/>
                </a:cubicBezTo>
                <a:cubicBezTo>
                  <a:pt x="9116" y="20186"/>
                  <a:pt x="3907" y="29954"/>
                  <a:pt x="1302" y="41675"/>
                </a:cubicBezTo>
                <a:lnTo>
                  <a:pt x="78791" y="41675"/>
                </a:lnTo>
                <a:cubicBezTo>
                  <a:pt x="76187" y="29954"/>
                  <a:pt x="70977" y="20186"/>
                  <a:pt x="64466" y="13023"/>
                </a:cubicBezTo>
                <a:close/>
                <a:moveTo>
                  <a:pt x="40372" y="0"/>
                </a:moveTo>
                <a:cubicBezTo>
                  <a:pt x="49489" y="0"/>
                  <a:pt x="58605" y="4558"/>
                  <a:pt x="65117" y="11721"/>
                </a:cubicBezTo>
                <a:cubicBezTo>
                  <a:pt x="72280" y="19535"/>
                  <a:pt x="78140" y="29954"/>
                  <a:pt x="80745" y="42326"/>
                </a:cubicBezTo>
                <a:lnTo>
                  <a:pt x="80745" y="43628"/>
                </a:lnTo>
                <a:lnTo>
                  <a:pt x="0" y="43628"/>
                </a:lnTo>
                <a:lnTo>
                  <a:pt x="0" y="42326"/>
                </a:lnTo>
                <a:cubicBezTo>
                  <a:pt x="2605" y="29954"/>
                  <a:pt x="7814" y="19535"/>
                  <a:pt x="14977" y="11721"/>
                </a:cubicBezTo>
                <a:cubicBezTo>
                  <a:pt x="22140" y="4558"/>
                  <a:pt x="30605" y="0"/>
                  <a:pt x="40372" y="0"/>
                </a:cubicBezTo>
              </a:path>
            </a:pathLst>
          </a:custGeom>
          <a:solidFill xmlns:a="http://schemas.openxmlformats.org/drawingml/2006/main">
            <a:srgbClr val="231F20"/>
          </a:solidFill>
          <a:ln xmlns:a="http://schemas.openxmlformats.org/drawingml/2006/main" w="0" cap="flat">
            <a:noFill/>
            <a:miter/>
          </a:ln>
        </p:spPr>
      </p:sp>
      <p:sp>
        <p:nvSpPr>
          <p:cNvPr id="34" name="Vector element">
            <a:extLst xmlns:a="http://schemas.openxmlformats.org/drawingml/2006/main">
              <a:ext uri="{FF2B5EF4-FFF2-40B4-BE49-F238E27FC236}">
                <a16:creationId xmlns:a16="http://schemas.microsoft.com/office/drawing/2014/main" id="{51C7DB21-25C6-485B-9A11-C4C8A78DD0FD}"/>
              </a:ext>
            </a:extLst>
          </p:cNvPr>
          <p:cNvSpPr>
            <a:spLocks xmlns:a="http://schemas.openxmlformats.org/drawingml/2006/main" noGrp="1"/>
          </p:cNvSpPr>
          <p:nvPr/>
        </p:nvSpPr>
        <p:spPr>
          <a:xfrm xmlns:a="http://schemas.openxmlformats.org/drawingml/2006/main">
            <a:off x="564571" y="1199066"/>
            <a:ext cx="1302" cy="91815"/>
          </a:xfrm>
          <a:custGeom xmlns:a="http://schemas.openxmlformats.org/drawingml/2006/main">
            <a:pathLst>
              <a:path w="1302" h="91815">
                <a:moveTo>
                  <a:pt x="0" y="0"/>
                </a:moveTo>
                <a:lnTo>
                  <a:pt x="0" y="91815"/>
                </a:lnTo>
                <a:lnTo>
                  <a:pt x="1302" y="91815"/>
                </a:lnTo>
                <a:lnTo>
                  <a:pt x="1302" y="0"/>
                </a:lnTo>
                <a:lnTo>
                  <a:pt x="0" y="0"/>
                </a:lnTo>
                <a:close/>
              </a:path>
            </a:pathLst>
          </a:custGeom>
          <a:solidFill xmlns:a="http://schemas.openxmlformats.org/drawingml/2006/main">
            <a:srgbClr val="830E09"/>
          </a:solidFill>
          <a:ln xmlns:a="http://schemas.openxmlformats.org/drawingml/2006/main" w="0" cap="flat">
            <a:noFill/>
            <a:miter/>
          </a:ln>
        </p:spPr>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1280609b0d4c4298"/>
          <a:stretch xmlns:a="http://schemas.openxmlformats.org/drawingml/2006/main"/>
        </p:blipFill>
        <p:spPr>
          <a:xfrm xmlns:a="http://schemas.openxmlformats.org/drawingml/2006/main">
            <a:off x="525636" y="1154786"/>
            <a:ext cx="38799" cy="42326"/>
          </a:xfrm>
          <a:prstGeom xmlns:a="http://schemas.openxmlformats.org/drawingml/2006/main" prst="rect">
            <a:avLst/>
          </a:prstGeom>
        </p:spPr>
      </p:pic>
      <p:sp>
        <p:nvSpPr>
          <p:cNvPr id="36" name="Vector element">
            <a:extLst xmlns:a="http://schemas.openxmlformats.org/drawingml/2006/main">
              <a:ext uri="{FF2B5EF4-FFF2-40B4-BE49-F238E27FC236}">
                <a16:creationId xmlns:a16="http://schemas.microsoft.com/office/drawing/2014/main" id="{B73FAD22-8323-42B7-83DA-B799503D82C1}"/>
              </a:ext>
            </a:extLst>
          </p:cNvPr>
          <p:cNvSpPr>
            <a:spLocks xmlns:a="http://schemas.openxmlformats.org/drawingml/2006/main" noGrp="1"/>
          </p:cNvSpPr>
          <p:nvPr/>
        </p:nvSpPr>
        <p:spPr>
          <a:xfrm xmlns:a="http://schemas.openxmlformats.org/drawingml/2006/main">
            <a:off x="539826" y="1208182"/>
            <a:ext cx="13023" cy="13023"/>
          </a:xfrm>
          <a:custGeom xmlns:a="http://schemas.openxmlformats.org/drawingml/2006/main">
            <a:pathLst>
              <a:path w="13023" h="13023">
                <a:moveTo>
                  <a:pt x="6512" y="13023"/>
                </a:moveTo>
                <a:cubicBezTo>
                  <a:pt x="3256" y="13023"/>
                  <a:pt x="0" y="10419"/>
                  <a:pt x="0" y="6512"/>
                </a:cubicBezTo>
                <a:cubicBezTo>
                  <a:pt x="0" y="3256"/>
                  <a:pt x="3256" y="0"/>
                  <a:pt x="6512" y="0"/>
                </a:cubicBezTo>
                <a:cubicBezTo>
                  <a:pt x="10419" y="0"/>
                  <a:pt x="13023" y="3256"/>
                  <a:pt x="13023" y="6512"/>
                </a:cubicBezTo>
                <a:cubicBezTo>
                  <a:pt x="13023" y="10419"/>
                  <a:pt x="10419" y="13023"/>
                  <a:pt x="6512" y="13023"/>
                </a:cubicBezTo>
                <a:close/>
              </a:path>
            </a:pathLst>
          </a:custGeom>
          <a:solidFill xmlns:a="http://schemas.openxmlformats.org/drawingml/2006/main">
            <a:srgbClr val="FFCA11"/>
          </a:solidFill>
          <a:ln xmlns:a="http://schemas.openxmlformats.org/drawingml/2006/main" w="0" cap="flat">
            <a:noFill/>
            <a:miter/>
          </a:ln>
        </p:spPr>
      </p:sp>
      <p:sp>
        <p:nvSpPr>
          <p:cNvPr id="37" name="Vector element">
            <a:extLst xmlns:a="http://schemas.openxmlformats.org/drawingml/2006/main">
              <a:ext uri="{FF2B5EF4-FFF2-40B4-BE49-F238E27FC236}">
                <a16:creationId xmlns:a16="http://schemas.microsoft.com/office/drawing/2014/main" id="{29C995F6-8DC6-4E7C-B163-C81273C9DECD}"/>
              </a:ext>
            </a:extLst>
          </p:cNvPr>
          <p:cNvSpPr>
            <a:spLocks xmlns:a="http://schemas.openxmlformats.org/drawingml/2006/main" noGrp="1"/>
          </p:cNvSpPr>
          <p:nvPr/>
        </p:nvSpPr>
        <p:spPr>
          <a:xfrm xmlns:a="http://schemas.openxmlformats.org/drawingml/2006/main">
            <a:off x="539175" y="1207530"/>
            <a:ext cx="14977" cy="14326"/>
          </a:xfrm>
          <a:custGeom xmlns:a="http://schemas.openxmlformats.org/drawingml/2006/main">
            <a:pathLst>
              <a:path w="14977" h="14326">
                <a:moveTo>
                  <a:pt x="11070" y="3256"/>
                </a:moveTo>
                <a:cubicBezTo>
                  <a:pt x="10419" y="2605"/>
                  <a:pt x="9116" y="1954"/>
                  <a:pt x="7163" y="1954"/>
                </a:cubicBezTo>
                <a:cubicBezTo>
                  <a:pt x="5861" y="1954"/>
                  <a:pt x="4558" y="2605"/>
                  <a:pt x="3256" y="3256"/>
                </a:cubicBezTo>
                <a:cubicBezTo>
                  <a:pt x="2605" y="4558"/>
                  <a:pt x="1954" y="5861"/>
                  <a:pt x="1954" y="7163"/>
                </a:cubicBezTo>
                <a:cubicBezTo>
                  <a:pt x="1954" y="9116"/>
                  <a:pt x="2605" y="10419"/>
                  <a:pt x="3256" y="11070"/>
                </a:cubicBezTo>
                <a:cubicBezTo>
                  <a:pt x="4558" y="12372"/>
                  <a:pt x="5861" y="13023"/>
                  <a:pt x="7163" y="13023"/>
                </a:cubicBezTo>
                <a:cubicBezTo>
                  <a:pt x="9116" y="13023"/>
                  <a:pt x="10419" y="12372"/>
                  <a:pt x="11070" y="11070"/>
                </a:cubicBezTo>
                <a:cubicBezTo>
                  <a:pt x="12372" y="10419"/>
                  <a:pt x="13023" y="9116"/>
                  <a:pt x="13023" y="7163"/>
                </a:cubicBezTo>
                <a:cubicBezTo>
                  <a:pt x="13023" y="5861"/>
                  <a:pt x="12372" y="4558"/>
                  <a:pt x="11070" y="3256"/>
                </a:cubicBezTo>
                <a:close/>
                <a:moveTo>
                  <a:pt x="7163" y="0"/>
                </a:moveTo>
                <a:cubicBezTo>
                  <a:pt x="9116" y="0"/>
                  <a:pt x="11070" y="651"/>
                  <a:pt x="12372" y="1954"/>
                </a:cubicBezTo>
                <a:cubicBezTo>
                  <a:pt x="13675" y="3256"/>
                  <a:pt x="14977" y="5209"/>
                  <a:pt x="14977" y="7163"/>
                </a:cubicBezTo>
                <a:cubicBezTo>
                  <a:pt x="14977" y="9116"/>
                  <a:pt x="13675" y="11070"/>
                  <a:pt x="12372" y="12372"/>
                </a:cubicBezTo>
                <a:cubicBezTo>
                  <a:pt x="11070" y="13675"/>
                  <a:pt x="9116" y="14326"/>
                  <a:pt x="7163" y="14326"/>
                </a:cubicBezTo>
                <a:cubicBezTo>
                  <a:pt x="5209" y="14326"/>
                  <a:pt x="3256" y="13675"/>
                  <a:pt x="1954" y="12372"/>
                </a:cubicBezTo>
                <a:cubicBezTo>
                  <a:pt x="651" y="11070"/>
                  <a:pt x="0" y="9116"/>
                  <a:pt x="0" y="7163"/>
                </a:cubicBezTo>
                <a:cubicBezTo>
                  <a:pt x="0" y="5209"/>
                  <a:pt x="651" y="3256"/>
                  <a:pt x="1954" y="1954"/>
                </a:cubicBezTo>
                <a:cubicBezTo>
                  <a:pt x="3256" y="651"/>
                  <a:pt x="5209" y="0"/>
                  <a:pt x="7163" y="0"/>
                </a:cubicBezTo>
              </a:path>
            </a:pathLst>
          </a:custGeom>
          <a:solidFill xmlns:a="http://schemas.openxmlformats.org/drawingml/2006/main">
            <a:srgbClr val="A31F16"/>
          </a:solidFill>
          <a:ln xmlns:a="http://schemas.openxmlformats.org/drawingml/2006/main" w="0" cap="flat">
            <a:noFill/>
            <a:miter/>
          </a:ln>
        </p:spPr>
      </p:sp>
      <p:sp>
        <p:nvSpPr>
          <p:cNvPr id="38" name="Vector element">
            <a:extLst xmlns:a="http://schemas.openxmlformats.org/drawingml/2006/main">
              <a:ext uri="{FF2B5EF4-FFF2-40B4-BE49-F238E27FC236}">
                <a16:creationId xmlns:a16="http://schemas.microsoft.com/office/drawing/2014/main" id="{388FA077-3145-434D-9705-4CC5EE6FC557}"/>
              </a:ext>
            </a:extLst>
          </p:cNvPr>
          <p:cNvSpPr>
            <a:spLocks xmlns:a="http://schemas.openxmlformats.org/drawingml/2006/main" noGrp="1"/>
          </p:cNvSpPr>
          <p:nvPr/>
        </p:nvSpPr>
        <p:spPr>
          <a:xfrm xmlns:a="http://schemas.openxmlformats.org/drawingml/2006/main">
            <a:off x="524849" y="1235531"/>
            <a:ext cx="13023" cy="13023"/>
          </a:xfrm>
          <a:custGeom xmlns:a="http://schemas.openxmlformats.org/drawingml/2006/main">
            <a:pathLst>
              <a:path w="13023" h="13023">
                <a:moveTo>
                  <a:pt x="6512" y="13023"/>
                </a:moveTo>
                <a:cubicBezTo>
                  <a:pt x="2605" y="13023"/>
                  <a:pt x="0" y="9768"/>
                  <a:pt x="0" y="6512"/>
                </a:cubicBezTo>
                <a:cubicBezTo>
                  <a:pt x="0" y="2605"/>
                  <a:pt x="2605" y="0"/>
                  <a:pt x="6512" y="0"/>
                </a:cubicBezTo>
                <a:cubicBezTo>
                  <a:pt x="9768" y="0"/>
                  <a:pt x="13023" y="2605"/>
                  <a:pt x="13023" y="6512"/>
                </a:cubicBezTo>
                <a:cubicBezTo>
                  <a:pt x="13023" y="9768"/>
                  <a:pt x="9768" y="13023"/>
                  <a:pt x="6512" y="13023"/>
                </a:cubicBezTo>
                <a:close/>
              </a:path>
            </a:pathLst>
          </a:custGeom>
          <a:solidFill xmlns:a="http://schemas.openxmlformats.org/drawingml/2006/main">
            <a:srgbClr val="FFCA11"/>
          </a:solidFill>
          <a:ln xmlns:a="http://schemas.openxmlformats.org/drawingml/2006/main" w="0" cap="flat">
            <a:noFill/>
            <a:miter/>
          </a:ln>
        </p:spPr>
      </p:sp>
      <p:sp>
        <p:nvSpPr>
          <p:cNvPr id="39" name="Vector element">
            <a:extLst xmlns:a="http://schemas.openxmlformats.org/drawingml/2006/main">
              <a:ext uri="{FF2B5EF4-FFF2-40B4-BE49-F238E27FC236}">
                <a16:creationId xmlns:a16="http://schemas.microsoft.com/office/drawing/2014/main" id="{30AE5C89-974A-4467-8079-DB495CD72CD6}"/>
              </a:ext>
            </a:extLst>
          </p:cNvPr>
          <p:cNvSpPr>
            <a:spLocks xmlns:a="http://schemas.openxmlformats.org/drawingml/2006/main" noGrp="1"/>
          </p:cNvSpPr>
          <p:nvPr/>
        </p:nvSpPr>
        <p:spPr>
          <a:xfrm xmlns:a="http://schemas.openxmlformats.org/drawingml/2006/main">
            <a:off x="524198" y="1234880"/>
            <a:ext cx="14326" cy="14326"/>
          </a:xfrm>
          <a:custGeom xmlns:a="http://schemas.openxmlformats.org/drawingml/2006/main">
            <a:pathLst>
              <a:path w="14326" h="14326">
                <a:moveTo>
                  <a:pt x="11070" y="3256"/>
                </a:moveTo>
                <a:cubicBezTo>
                  <a:pt x="9768" y="1954"/>
                  <a:pt x="8465" y="1302"/>
                  <a:pt x="7163" y="1302"/>
                </a:cubicBezTo>
                <a:cubicBezTo>
                  <a:pt x="5861" y="1302"/>
                  <a:pt x="3907" y="1954"/>
                  <a:pt x="3256" y="3256"/>
                </a:cubicBezTo>
                <a:cubicBezTo>
                  <a:pt x="1954" y="3907"/>
                  <a:pt x="1302" y="5209"/>
                  <a:pt x="1302" y="7163"/>
                </a:cubicBezTo>
                <a:cubicBezTo>
                  <a:pt x="1302" y="8465"/>
                  <a:pt x="1954" y="9768"/>
                  <a:pt x="3256" y="11070"/>
                </a:cubicBezTo>
                <a:cubicBezTo>
                  <a:pt x="3907" y="12372"/>
                  <a:pt x="5861" y="13023"/>
                  <a:pt x="7163" y="13023"/>
                </a:cubicBezTo>
                <a:cubicBezTo>
                  <a:pt x="8465" y="13023"/>
                  <a:pt x="9768" y="12372"/>
                  <a:pt x="11070" y="11070"/>
                </a:cubicBezTo>
                <a:cubicBezTo>
                  <a:pt x="12372" y="9768"/>
                  <a:pt x="13023" y="8465"/>
                  <a:pt x="13023" y="7163"/>
                </a:cubicBezTo>
                <a:cubicBezTo>
                  <a:pt x="13023" y="5209"/>
                  <a:pt x="12372" y="3907"/>
                  <a:pt x="11070" y="3256"/>
                </a:cubicBezTo>
                <a:close/>
                <a:moveTo>
                  <a:pt x="7163" y="0"/>
                </a:moveTo>
                <a:cubicBezTo>
                  <a:pt x="9116" y="0"/>
                  <a:pt x="11070" y="651"/>
                  <a:pt x="12372" y="1954"/>
                </a:cubicBezTo>
                <a:cubicBezTo>
                  <a:pt x="13675" y="3256"/>
                  <a:pt x="14326" y="5209"/>
                  <a:pt x="14326" y="7163"/>
                </a:cubicBezTo>
                <a:cubicBezTo>
                  <a:pt x="14326" y="9116"/>
                  <a:pt x="13675" y="11070"/>
                  <a:pt x="12372" y="12372"/>
                </a:cubicBezTo>
                <a:cubicBezTo>
                  <a:pt x="11070" y="13675"/>
                  <a:pt x="9116" y="14326"/>
                  <a:pt x="7163" y="14326"/>
                </a:cubicBezTo>
                <a:cubicBezTo>
                  <a:pt x="5209" y="14326"/>
                  <a:pt x="3256" y="13675"/>
                  <a:pt x="1954" y="12372"/>
                </a:cubicBezTo>
                <a:cubicBezTo>
                  <a:pt x="651" y="11070"/>
                  <a:pt x="0" y="9116"/>
                  <a:pt x="0" y="7163"/>
                </a:cubicBezTo>
                <a:cubicBezTo>
                  <a:pt x="0" y="5209"/>
                  <a:pt x="651" y="3256"/>
                  <a:pt x="1954" y="1954"/>
                </a:cubicBezTo>
                <a:cubicBezTo>
                  <a:pt x="3256" y="651"/>
                  <a:pt x="5209" y="0"/>
                  <a:pt x="7163" y="0"/>
                </a:cubicBezTo>
              </a:path>
            </a:pathLst>
          </a:custGeom>
          <a:solidFill xmlns:a="http://schemas.openxmlformats.org/drawingml/2006/main">
            <a:srgbClr val="A31F16"/>
          </a:solidFill>
          <a:ln xmlns:a="http://schemas.openxmlformats.org/drawingml/2006/main" w="0" cap="flat">
            <a:noFill/>
            <a:miter/>
          </a:ln>
        </p:spPr>
      </p:sp>
      <p:sp>
        <p:nvSpPr>
          <p:cNvPr id="40" name="Vector element">
            <a:extLst xmlns:a="http://schemas.openxmlformats.org/drawingml/2006/main">
              <a:ext uri="{FF2B5EF4-FFF2-40B4-BE49-F238E27FC236}">
                <a16:creationId xmlns:a16="http://schemas.microsoft.com/office/drawing/2014/main" id="{8F26454C-D6B0-42AC-A3B8-6ABF08071001}"/>
              </a:ext>
            </a:extLst>
          </p:cNvPr>
          <p:cNvSpPr>
            <a:spLocks xmlns:a="http://schemas.openxmlformats.org/drawingml/2006/main" noGrp="1"/>
          </p:cNvSpPr>
          <p:nvPr/>
        </p:nvSpPr>
        <p:spPr>
          <a:xfrm xmlns:a="http://schemas.openxmlformats.org/drawingml/2006/main">
            <a:off x="546989" y="1260275"/>
            <a:ext cx="13023" cy="13023"/>
          </a:xfrm>
          <a:custGeom xmlns:a="http://schemas.openxmlformats.org/drawingml/2006/main">
            <a:pathLst>
              <a:path w="13023" h="13023">
                <a:moveTo>
                  <a:pt x="6512" y="13023"/>
                </a:moveTo>
                <a:cubicBezTo>
                  <a:pt x="2605" y="13023"/>
                  <a:pt x="0" y="9768"/>
                  <a:pt x="0" y="6512"/>
                </a:cubicBezTo>
                <a:cubicBezTo>
                  <a:pt x="0" y="2605"/>
                  <a:pt x="2605" y="0"/>
                  <a:pt x="6512" y="0"/>
                </a:cubicBezTo>
                <a:cubicBezTo>
                  <a:pt x="9768" y="0"/>
                  <a:pt x="13023" y="2605"/>
                  <a:pt x="13023" y="6512"/>
                </a:cubicBezTo>
                <a:cubicBezTo>
                  <a:pt x="13023" y="9768"/>
                  <a:pt x="9768" y="13023"/>
                  <a:pt x="6512" y="13023"/>
                </a:cubicBezTo>
                <a:close/>
              </a:path>
            </a:pathLst>
          </a:custGeom>
          <a:solidFill xmlns:a="http://schemas.openxmlformats.org/drawingml/2006/main">
            <a:srgbClr val="FFCA11"/>
          </a:solidFill>
          <a:ln xmlns:a="http://schemas.openxmlformats.org/drawingml/2006/main" w="0" cap="flat">
            <a:noFill/>
            <a:miter/>
          </a:ln>
        </p:spPr>
      </p:sp>
      <p:sp>
        <p:nvSpPr>
          <p:cNvPr id="41" name="Vector element">
            <a:extLst xmlns:a="http://schemas.openxmlformats.org/drawingml/2006/main">
              <a:ext uri="{FF2B5EF4-FFF2-40B4-BE49-F238E27FC236}">
                <a16:creationId xmlns:a16="http://schemas.microsoft.com/office/drawing/2014/main" id="{029E242A-2EF2-4DC2-8759-1865961B39CD}"/>
              </a:ext>
            </a:extLst>
          </p:cNvPr>
          <p:cNvSpPr>
            <a:spLocks xmlns:a="http://schemas.openxmlformats.org/drawingml/2006/main" noGrp="1"/>
          </p:cNvSpPr>
          <p:nvPr/>
        </p:nvSpPr>
        <p:spPr>
          <a:xfrm xmlns:a="http://schemas.openxmlformats.org/drawingml/2006/main">
            <a:off x="546338" y="1259624"/>
            <a:ext cx="14326" cy="14326"/>
          </a:xfrm>
          <a:custGeom xmlns:a="http://schemas.openxmlformats.org/drawingml/2006/main">
            <a:pathLst>
              <a:path w="14326" h="14326">
                <a:moveTo>
                  <a:pt x="11070" y="3256"/>
                </a:moveTo>
                <a:cubicBezTo>
                  <a:pt x="9768" y="1954"/>
                  <a:pt x="8465" y="1302"/>
                  <a:pt x="7163" y="1302"/>
                </a:cubicBezTo>
                <a:cubicBezTo>
                  <a:pt x="5209" y="1302"/>
                  <a:pt x="3907" y="1954"/>
                  <a:pt x="3256" y="3256"/>
                </a:cubicBezTo>
                <a:cubicBezTo>
                  <a:pt x="1954" y="3907"/>
                  <a:pt x="1302" y="5209"/>
                  <a:pt x="1302" y="7163"/>
                </a:cubicBezTo>
                <a:cubicBezTo>
                  <a:pt x="1302" y="8465"/>
                  <a:pt x="1954" y="9768"/>
                  <a:pt x="3256" y="11070"/>
                </a:cubicBezTo>
                <a:cubicBezTo>
                  <a:pt x="3907" y="11721"/>
                  <a:pt x="5209" y="12372"/>
                  <a:pt x="7163" y="12372"/>
                </a:cubicBezTo>
                <a:cubicBezTo>
                  <a:pt x="8465" y="12372"/>
                  <a:pt x="9768" y="11721"/>
                  <a:pt x="11070" y="11070"/>
                </a:cubicBezTo>
                <a:cubicBezTo>
                  <a:pt x="11721" y="9768"/>
                  <a:pt x="12372" y="8465"/>
                  <a:pt x="12372" y="7163"/>
                </a:cubicBezTo>
                <a:cubicBezTo>
                  <a:pt x="12372" y="5209"/>
                  <a:pt x="11721" y="3907"/>
                  <a:pt x="11070" y="3256"/>
                </a:cubicBezTo>
                <a:close/>
                <a:moveTo>
                  <a:pt x="7163" y="0"/>
                </a:moveTo>
                <a:cubicBezTo>
                  <a:pt x="9116" y="0"/>
                  <a:pt x="11070" y="651"/>
                  <a:pt x="12372" y="1954"/>
                </a:cubicBezTo>
                <a:cubicBezTo>
                  <a:pt x="13675" y="3256"/>
                  <a:pt x="14326" y="5209"/>
                  <a:pt x="14326" y="7163"/>
                </a:cubicBezTo>
                <a:cubicBezTo>
                  <a:pt x="14326" y="9116"/>
                  <a:pt x="13675" y="11070"/>
                  <a:pt x="12372" y="12372"/>
                </a:cubicBezTo>
                <a:cubicBezTo>
                  <a:pt x="11070" y="13675"/>
                  <a:pt x="9116" y="14326"/>
                  <a:pt x="7163" y="14326"/>
                </a:cubicBezTo>
                <a:cubicBezTo>
                  <a:pt x="5209" y="14326"/>
                  <a:pt x="3256" y="13675"/>
                  <a:pt x="1954" y="12372"/>
                </a:cubicBezTo>
                <a:cubicBezTo>
                  <a:pt x="651" y="11070"/>
                  <a:pt x="0" y="9116"/>
                  <a:pt x="0" y="7163"/>
                </a:cubicBezTo>
                <a:cubicBezTo>
                  <a:pt x="0" y="5209"/>
                  <a:pt x="651" y="3256"/>
                  <a:pt x="1954" y="1954"/>
                </a:cubicBezTo>
                <a:cubicBezTo>
                  <a:pt x="3256" y="651"/>
                  <a:pt x="5209" y="0"/>
                  <a:pt x="7163" y="0"/>
                </a:cubicBezTo>
              </a:path>
            </a:pathLst>
          </a:custGeom>
          <a:solidFill xmlns:a="http://schemas.openxmlformats.org/drawingml/2006/main">
            <a:srgbClr val="A31F16"/>
          </a:solidFill>
          <a:ln xmlns:a="http://schemas.openxmlformats.org/drawingml/2006/main" w="0" cap="flat">
            <a:noFill/>
            <a:miter/>
          </a:ln>
        </p:spPr>
      </p:sp>
      <p:sp>
        <p:nvSpPr>
          <p:cNvPr id="42" name="Vector element">
            <a:extLst xmlns:a="http://schemas.openxmlformats.org/drawingml/2006/main">
              <a:ext uri="{FF2B5EF4-FFF2-40B4-BE49-F238E27FC236}">
                <a16:creationId xmlns:a16="http://schemas.microsoft.com/office/drawing/2014/main" id="{FB177389-9FEB-4F69-A918-B212AD6D6E7C}"/>
              </a:ext>
            </a:extLst>
          </p:cNvPr>
          <p:cNvSpPr>
            <a:spLocks xmlns:a="http://schemas.openxmlformats.org/drawingml/2006/main" noGrp="1"/>
          </p:cNvSpPr>
          <p:nvPr/>
        </p:nvSpPr>
        <p:spPr>
          <a:xfrm xmlns:a="http://schemas.openxmlformats.org/drawingml/2006/main">
            <a:off x="578245" y="1208182"/>
            <a:ext cx="13023" cy="13023"/>
          </a:xfrm>
          <a:custGeom xmlns:a="http://schemas.openxmlformats.org/drawingml/2006/main">
            <a:pathLst>
              <a:path w="13023" h="13023">
                <a:moveTo>
                  <a:pt x="6512" y="13023"/>
                </a:moveTo>
                <a:cubicBezTo>
                  <a:pt x="3256" y="13023"/>
                  <a:pt x="0" y="10419"/>
                  <a:pt x="0" y="6512"/>
                </a:cubicBezTo>
                <a:cubicBezTo>
                  <a:pt x="0" y="3256"/>
                  <a:pt x="3256" y="0"/>
                  <a:pt x="6512" y="0"/>
                </a:cubicBezTo>
                <a:cubicBezTo>
                  <a:pt x="10419" y="0"/>
                  <a:pt x="13023" y="3256"/>
                  <a:pt x="13023" y="6512"/>
                </a:cubicBezTo>
                <a:cubicBezTo>
                  <a:pt x="13023" y="10419"/>
                  <a:pt x="10419" y="13023"/>
                  <a:pt x="6512" y="13023"/>
                </a:cubicBezTo>
                <a:close/>
              </a:path>
            </a:pathLst>
          </a:custGeom>
          <a:solidFill xmlns:a="http://schemas.openxmlformats.org/drawingml/2006/main">
            <a:srgbClr val="FFCA11"/>
          </a:solidFill>
          <a:ln xmlns:a="http://schemas.openxmlformats.org/drawingml/2006/main" w="0" cap="flat">
            <a:noFill/>
            <a:miter/>
          </a:ln>
        </p:spPr>
      </p:sp>
      <p:sp>
        <p:nvSpPr>
          <p:cNvPr id="43" name="Vector element">
            <a:extLst xmlns:a="http://schemas.openxmlformats.org/drawingml/2006/main">
              <a:ext uri="{FF2B5EF4-FFF2-40B4-BE49-F238E27FC236}">
                <a16:creationId xmlns:a16="http://schemas.microsoft.com/office/drawing/2014/main" id="{045B490D-06CF-423C-B0FA-FF77E1648EB9}"/>
              </a:ext>
            </a:extLst>
          </p:cNvPr>
          <p:cNvSpPr>
            <a:spLocks xmlns:a="http://schemas.openxmlformats.org/drawingml/2006/main" noGrp="1"/>
          </p:cNvSpPr>
          <p:nvPr/>
        </p:nvSpPr>
        <p:spPr>
          <a:xfrm xmlns:a="http://schemas.openxmlformats.org/drawingml/2006/main">
            <a:off x="577594" y="1207530"/>
            <a:ext cx="14326" cy="14326"/>
          </a:xfrm>
          <a:custGeom xmlns:a="http://schemas.openxmlformats.org/drawingml/2006/main">
            <a:pathLst>
              <a:path w="14326" h="14326">
                <a:moveTo>
                  <a:pt x="3256" y="3256"/>
                </a:moveTo>
                <a:cubicBezTo>
                  <a:pt x="2605" y="4558"/>
                  <a:pt x="1954" y="5861"/>
                  <a:pt x="1954" y="7163"/>
                </a:cubicBezTo>
                <a:cubicBezTo>
                  <a:pt x="1954" y="9116"/>
                  <a:pt x="2605" y="10419"/>
                  <a:pt x="3256" y="11070"/>
                </a:cubicBezTo>
                <a:cubicBezTo>
                  <a:pt x="4558" y="12372"/>
                  <a:pt x="5861" y="13023"/>
                  <a:pt x="7163" y="13023"/>
                </a:cubicBezTo>
                <a:cubicBezTo>
                  <a:pt x="9116" y="13023"/>
                  <a:pt x="10419" y="12372"/>
                  <a:pt x="11070" y="11070"/>
                </a:cubicBezTo>
                <a:cubicBezTo>
                  <a:pt x="12372" y="10419"/>
                  <a:pt x="13023" y="9116"/>
                  <a:pt x="13023" y="7163"/>
                </a:cubicBezTo>
                <a:cubicBezTo>
                  <a:pt x="13023" y="5861"/>
                  <a:pt x="12372" y="4558"/>
                  <a:pt x="11070" y="3256"/>
                </a:cubicBezTo>
                <a:cubicBezTo>
                  <a:pt x="10419" y="2605"/>
                  <a:pt x="9116" y="1954"/>
                  <a:pt x="7163" y="1954"/>
                </a:cubicBezTo>
                <a:cubicBezTo>
                  <a:pt x="5861" y="1954"/>
                  <a:pt x="4558" y="2605"/>
                  <a:pt x="3256" y="3256"/>
                </a:cubicBezTo>
                <a:close/>
                <a:moveTo>
                  <a:pt x="7163" y="0"/>
                </a:moveTo>
                <a:cubicBezTo>
                  <a:pt x="9116" y="0"/>
                  <a:pt x="11070" y="651"/>
                  <a:pt x="12372" y="1954"/>
                </a:cubicBezTo>
                <a:cubicBezTo>
                  <a:pt x="13675" y="3256"/>
                  <a:pt x="14326" y="5209"/>
                  <a:pt x="14326" y="7163"/>
                </a:cubicBezTo>
                <a:cubicBezTo>
                  <a:pt x="14326" y="9116"/>
                  <a:pt x="13675" y="11070"/>
                  <a:pt x="12372" y="12372"/>
                </a:cubicBezTo>
                <a:cubicBezTo>
                  <a:pt x="11070" y="13675"/>
                  <a:pt x="9116" y="14326"/>
                  <a:pt x="7163" y="14326"/>
                </a:cubicBezTo>
                <a:cubicBezTo>
                  <a:pt x="5209" y="14326"/>
                  <a:pt x="3256" y="13675"/>
                  <a:pt x="1954" y="12372"/>
                </a:cubicBezTo>
                <a:cubicBezTo>
                  <a:pt x="651" y="11070"/>
                  <a:pt x="0" y="9116"/>
                  <a:pt x="0" y="7163"/>
                </a:cubicBezTo>
                <a:cubicBezTo>
                  <a:pt x="0" y="5209"/>
                  <a:pt x="651" y="3256"/>
                  <a:pt x="1954" y="1954"/>
                </a:cubicBezTo>
                <a:cubicBezTo>
                  <a:pt x="3256" y="651"/>
                  <a:pt x="5209" y="0"/>
                  <a:pt x="7163" y="0"/>
                </a:cubicBezTo>
                <a:close/>
              </a:path>
            </a:pathLst>
          </a:custGeom>
          <a:solidFill xmlns:a="http://schemas.openxmlformats.org/drawingml/2006/main">
            <a:srgbClr val="A31F16"/>
          </a:solidFill>
          <a:ln xmlns:a="http://schemas.openxmlformats.org/drawingml/2006/main" w="0" cap="flat">
            <a:noFill/>
            <a:miter/>
          </a:ln>
        </p:spPr>
      </p:sp>
      <p:sp>
        <p:nvSpPr>
          <p:cNvPr id="44" name="Vector element">
            <a:extLst xmlns:a="http://schemas.openxmlformats.org/drawingml/2006/main">
              <a:ext uri="{FF2B5EF4-FFF2-40B4-BE49-F238E27FC236}">
                <a16:creationId xmlns:a16="http://schemas.microsoft.com/office/drawing/2014/main" id="{29CA1C8C-BF20-4B67-9512-ED009B468807}"/>
              </a:ext>
            </a:extLst>
          </p:cNvPr>
          <p:cNvSpPr>
            <a:spLocks xmlns:a="http://schemas.openxmlformats.org/drawingml/2006/main" noGrp="1"/>
          </p:cNvSpPr>
          <p:nvPr/>
        </p:nvSpPr>
        <p:spPr>
          <a:xfrm xmlns:a="http://schemas.openxmlformats.org/drawingml/2006/main">
            <a:off x="593873" y="1235531"/>
            <a:ext cx="13023" cy="13023"/>
          </a:xfrm>
          <a:custGeom xmlns:a="http://schemas.openxmlformats.org/drawingml/2006/main">
            <a:pathLst>
              <a:path w="13023" h="13023">
                <a:moveTo>
                  <a:pt x="6512" y="13023"/>
                </a:moveTo>
                <a:cubicBezTo>
                  <a:pt x="2605" y="13023"/>
                  <a:pt x="0" y="9768"/>
                  <a:pt x="0" y="6512"/>
                </a:cubicBezTo>
                <a:cubicBezTo>
                  <a:pt x="0" y="2605"/>
                  <a:pt x="2605" y="0"/>
                  <a:pt x="6512" y="0"/>
                </a:cubicBezTo>
                <a:cubicBezTo>
                  <a:pt x="9768" y="0"/>
                  <a:pt x="13023" y="2605"/>
                  <a:pt x="13023" y="6512"/>
                </a:cubicBezTo>
                <a:cubicBezTo>
                  <a:pt x="13023" y="9768"/>
                  <a:pt x="9768" y="13023"/>
                  <a:pt x="6512" y="13023"/>
                </a:cubicBezTo>
                <a:close/>
              </a:path>
            </a:pathLst>
          </a:custGeom>
          <a:solidFill xmlns:a="http://schemas.openxmlformats.org/drawingml/2006/main">
            <a:srgbClr val="FFCA11"/>
          </a:solidFill>
          <a:ln xmlns:a="http://schemas.openxmlformats.org/drawingml/2006/main" w="0" cap="flat">
            <a:noFill/>
            <a:miter/>
          </a:ln>
        </p:spPr>
      </p:sp>
      <p:sp>
        <p:nvSpPr>
          <p:cNvPr id="45" name="Vector element">
            <a:extLst xmlns:a="http://schemas.openxmlformats.org/drawingml/2006/main">
              <a:ext uri="{FF2B5EF4-FFF2-40B4-BE49-F238E27FC236}">
                <a16:creationId xmlns:a16="http://schemas.microsoft.com/office/drawing/2014/main" id="{A17390AB-251D-4E5B-87E5-F6312337CFF2}"/>
              </a:ext>
            </a:extLst>
          </p:cNvPr>
          <p:cNvSpPr>
            <a:spLocks xmlns:a="http://schemas.openxmlformats.org/drawingml/2006/main" noGrp="1"/>
          </p:cNvSpPr>
          <p:nvPr/>
        </p:nvSpPr>
        <p:spPr>
          <a:xfrm xmlns:a="http://schemas.openxmlformats.org/drawingml/2006/main">
            <a:off x="592571" y="1234880"/>
            <a:ext cx="14977" cy="14326"/>
          </a:xfrm>
          <a:custGeom xmlns:a="http://schemas.openxmlformats.org/drawingml/2006/main">
            <a:pathLst>
              <a:path w="14977" h="14326">
                <a:moveTo>
                  <a:pt x="3256" y="3256"/>
                </a:moveTo>
                <a:cubicBezTo>
                  <a:pt x="2605" y="3907"/>
                  <a:pt x="1954" y="5209"/>
                  <a:pt x="1954" y="7163"/>
                </a:cubicBezTo>
                <a:cubicBezTo>
                  <a:pt x="1954" y="8465"/>
                  <a:pt x="2605" y="9768"/>
                  <a:pt x="3256" y="11070"/>
                </a:cubicBezTo>
                <a:cubicBezTo>
                  <a:pt x="4558" y="12372"/>
                  <a:pt x="5861" y="13023"/>
                  <a:pt x="7814" y="13023"/>
                </a:cubicBezTo>
                <a:cubicBezTo>
                  <a:pt x="9116" y="13023"/>
                  <a:pt x="10419" y="12372"/>
                  <a:pt x="11721" y="11070"/>
                </a:cubicBezTo>
                <a:cubicBezTo>
                  <a:pt x="12372" y="9768"/>
                  <a:pt x="13023" y="8465"/>
                  <a:pt x="13023" y="7163"/>
                </a:cubicBezTo>
                <a:cubicBezTo>
                  <a:pt x="13023" y="5209"/>
                  <a:pt x="12372" y="3907"/>
                  <a:pt x="11721" y="3256"/>
                </a:cubicBezTo>
                <a:cubicBezTo>
                  <a:pt x="10419" y="1954"/>
                  <a:pt x="9116" y="1302"/>
                  <a:pt x="7814" y="1302"/>
                </a:cubicBezTo>
                <a:cubicBezTo>
                  <a:pt x="5861" y="1302"/>
                  <a:pt x="4558" y="1954"/>
                  <a:pt x="3256" y="3256"/>
                </a:cubicBezTo>
                <a:close/>
                <a:moveTo>
                  <a:pt x="7814" y="0"/>
                </a:moveTo>
                <a:cubicBezTo>
                  <a:pt x="9768" y="0"/>
                  <a:pt x="11070" y="651"/>
                  <a:pt x="13023" y="1954"/>
                </a:cubicBezTo>
                <a:cubicBezTo>
                  <a:pt x="14326" y="3256"/>
                  <a:pt x="14977" y="5209"/>
                  <a:pt x="14977" y="7163"/>
                </a:cubicBezTo>
                <a:cubicBezTo>
                  <a:pt x="14977" y="9116"/>
                  <a:pt x="14326" y="11070"/>
                  <a:pt x="13023" y="12372"/>
                </a:cubicBezTo>
                <a:cubicBezTo>
                  <a:pt x="11070" y="13675"/>
                  <a:pt x="9768" y="14326"/>
                  <a:pt x="7814" y="14326"/>
                </a:cubicBezTo>
                <a:cubicBezTo>
                  <a:pt x="5209" y="14326"/>
                  <a:pt x="3907" y="13675"/>
                  <a:pt x="2605" y="12372"/>
                </a:cubicBezTo>
                <a:cubicBezTo>
                  <a:pt x="1302" y="11070"/>
                  <a:pt x="0" y="9116"/>
                  <a:pt x="0" y="7163"/>
                </a:cubicBezTo>
                <a:cubicBezTo>
                  <a:pt x="0" y="5209"/>
                  <a:pt x="1302" y="3256"/>
                  <a:pt x="2605" y="1954"/>
                </a:cubicBezTo>
                <a:cubicBezTo>
                  <a:pt x="3907" y="651"/>
                  <a:pt x="5209" y="0"/>
                  <a:pt x="7814" y="0"/>
                </a:cubicBezTo>
                <a:close/>
              </a:path>
            </a:pathLst>
          </a:custGeom>
          <a:solidFill xmlns:a="http://schemas.openxmlformats.org/drawingml/2006/main">
            <a:srgbClr val="A31F16"/>
          </a:solidFill>
          <a:ln xmlns:a="http://schemas.openxmlformats.org/drawingml/2006/main" w="0" cap="flat">
            <a:noFill/>
            <a:miter/>
          </a:ln>
        </p:spPr>
      </p:sp>
      <p:sp>
        <p:nvSpPr>
          <p:cNvPr id="46" name="Vector element">
            <a:extLst xmlns:a="http://schemas.openxmlformats.org/drawingml/2006/main">
              <a:ext uri="{FF2B5EF4-FFF2-40B4-BE49-F238E27FC236}">
                <a16:creationId xmlns:a16="http://schemas.microsoft.com/office/drawing/2014/main" id="{0AE0BCE9-9969-4A07-A91E-DF5033A46A51}"/>
              </a:ext>
            </a:extLst>
          </p:cNvPr>
          <p:cNvSpPr>
            <a:spLocks xmlns:a="http://schemas.openxmlformats.org/drawingml/2006/main" noGrp="1"/>
          </p:cNvSpPr>
          <p:nvPr/>
        </p:nvSpPr>
        <p:spPr>
          <a:xfrm xmlns:a="http://schemas.openxmlformats.org/drawingml/2006/main">
            <a:off x="571733" y="1260275"/>
            <a:ext cx="13023" cy="13023"/>
          </a:xfrm>
          <a:custGeom xmlns:a="http://schemas.openxmlformats.org/drawingml/2006/main">
            <a:pathLst>
              <a:path w="13023" h="13023">
                <a:moveTo>
                  <a:pt x="6512" y="13023"/>
                </a:moveTo>
                <a:cubicBezTo>
                  <a:pt x="2605" y="13023"/>
                  <a:pt x="0" y="9768"/>
                  <a:pt x="0" y="6512"/>
                </a:cubicBezTo>
                <a:cubicBezTo>
                  <a:pt x="0" y="2605"/>
                  <a:pt x="2605" y="0"/>
                  <a:pt x="6512" y="0"/>
                </a:cubicBezTo>
                <a:cubicBezTo>
                  <a:pt x="9768" y="0"/>
                  <a:pt x="13023" y="2605"/>
                  <a:pt x="13023" y="6512"/>
                </a:cubicBezTo>
                <a:cubicBezTo>
                  <a:pt x="13023" y="9768"/>
                  <a:pt x="9768" y="13023"/>
                  <a:pt x="6512" y="13023"/>
                </a:cubicBezTo>
                <a:close/>
              </a:path>
            </a:pathLst>
          </a:custGeom>
          <a:solidFill xmlns:a="http://schemas.openxmlformats.org/drawingml/2006/main">
            <a:srgbClr val="FFCA11"/>
          </a:solidFill>
          <a:ln xmlns:a="http://schemas.openxmlformats.org/drawingml/2006/main" w="0" cap="flat">
            <a:noFill/>
            <a:miter/>
          </a:ln>
        </p:spPr>
      </p:sp>
      <p:sp>
        <p:nvSpPr>
          <p:cNvPr id="47" name="Vector element">
            <a:extLst xmlns:a="http://schemas.openxmlformats.org/drawingml/2006/main">
              <a:ext uri="{FF2B5EF4-FFF2-40B4-BE49-F238E27FC236}">
                <a16:creationId xmlns:a16="http://schemas.microsoft.com/office/drawing/2014/main" id="{12971967-3E24-4538-B72D-CE91C1C24DD2}"/>
              </a:ext>
            </a:extLst>
          </p:cNvPr>
          <p:cNvSpPr>
            <a:spLocks xmlns:a="http://schemas.openxmlformats.org/drawingml/2006/main" noGrp="1"/>
          </p:cNvSpPr>
          <p:nvPr/>
        </p:nvSpPr>
        <p:spPr>
          <a:xfrm xmlns:a="http://schemas.openxmlformats.org/drawingml/2006/main">
            <a:off x="571082" y="1259624"/>
            <a:ext cx="14326" cy="14326"/>
          </a:xfrm>
          <a:custGeom xmlns:a="http://schemas.openxmlformats.org/drawingml/2006/main">
            <a:pathLst>
              <a:path w="14326" h="14326">
                <a:moveTo>
                  <a:pt x="3256" y="3256"/>
                </a:moveTo>
                <a:cubicBezTo>
                  <a:pt x="1954" y="3907"/>
                  <a:pt x="1302" y="5209"/>
                  <a:pt x="1302" y="7163"/>
                </a:cubicBezTo>
                <a:cubicBezTo>
                  <a:pt x="1302" y="8465"/>
                  <a:pt x="1954" y="9768"/>
                  <a:pt x="3256" y="11070"/>
                </a:cubicBezTo>
                <a:cubicBezTo>
                  <a:pt x="3907" y="11721"/>
                  <a:pt x="5209" y="12372"/>
                  <a:pt x="7163" y="12372"/>
                </a:cubicBezTo>
                <a:cubicBezTo>
                  <a:pt x="8465" y="12372"/>
                  <a:pt x="9768" y="11721"/>
                  <a:pt x="11070" y="11070"/>
                </a:cubicBezTo>
                <a:cubicBezTo>
                  <a:pt x="11721" y="9768"/>
                  <a:pt x="12372" y="8465"/>
                  <a:pt x="12372" y="7163"/>
                </a:cubicBezTo>
                <a:cubicBezTo>
                  <a:pt x="12372" y="5209"/>
                  <a:pt x="11721" y="3907"/>
                  <a:pt x="11070" y="3256"/>
                </a:cubicBezTo>
                <a:cubicBezTo>
                  <a:pt x="9768" y="1954"/>
                  <a:pt x="8465" y="1302"/>
                  <a:pt x="7163" y="1302"/>
                </a:cubicBezTo>
                <a:cubicBezTo>
                  <a:pt x="5209" y="1302"/>
                  <a:pt x="3907" y="1954"/>
                  <a:pt x="3256" y="3256"/>
                </a:cubicBezTo>
                <a:close/>
                <a:moveTo>
                  <a:pt x="7163" y="0"/>
                </a:moveTo>
                <a:cubicBezTo>
                  <a:pt x="9116" y="0"/>
                  <a:pt x="11070" y="651"/>
                  <a:pt x="12372" y="1954"/>
                </a:cubicBezTo>
                <a:cubicBezTo>
                  <a:pt x="13675" y="3256"/>
                  <a:pt x="14326" y="5209"/>
                  <a:pt x="14326" y="7163"/>
                </a:cubicBezTo>
                <a:cubicBezTo>
                  <a:pt x="14326" y="9116"/>
                  <a:pt x="13675" y="11070"/>
                  <a:pt x="12372" y="12372"/>
                </a:cubicBezTo>
                <a:cubicBezTo>
                  <a:pt x="11070" y="13675"/>
                  <a:pt x="9116" y="14326"/>
                  <a:pt x="7163" y="14326"/>
                </a:cubicBezTo>
                <a:cubicBezTo>
                  <a:pt x="5209" y="14326"/>
                  <a:pt x="3256" y="13675"/>
                  <a:pt x="1954" y="12372"/>
                </a:cubicBezTo>
                <a:cubicBezTo>
                  <a:pt x="651" y="11070"/>
                  <a:pt x="0" y="9116"/>
                  <a:pt x="0" y="7163"/>
                </a:cubicBezTo>
                <a:cubicBezTo>
                  <a:pt x="0" y="5209"/>
                  <a:pt x="651" y="3256"/>
                  <a:pt x="1954" y="1954"/>
                </a:cubicBezTo>
                <a:cubicBezTo>
                  <a:pt x="3256" y="651"/>
                  <a:pt x="5209" y="0"/>
                  <a:pt x="7163" y="0"/>
                </a:cubicBezTo>
                <a:close/>
              </a:path>
            </a:pathLst>
          </a:custGeom>
          <a:solidFill xmlns:a="http://schemas.openxmlformats.org/drawingml/2006/main">
            <a:srgbClr val="A31F16"/>
          </a:solidFill>
          <a:ln xmlns:a="http://schemas.openxmlformats.org/drawingml/2006/main" w="0" cap="flat">
            <a:noFill/>
            <a:miter/>
          </a:ln>
        </p:spPr>
      </p:sp>
      <p:pic>
        <p:nvPicPr>
          <p:cNvPr id="185" name=""/>
          <p:cNvPicPr>
            <a:picLocks xmlns:a="http://schemas.openxmlformats.org/drawingml/2006/main" noChangeAspect="1"/>
          </p:cNvPicPr>
          <p:nvPr/>
        </p:nvPicPr>
        <p:blipFill>
          <a:blip xmlns:r="http://schemas.openxmlformats.org/officeDocument/2006/relationships" xmlns:a="http://schemas.openxmlformats.org/drawingml/2006/main" r:embed="Rf8c2980d7c324ff1"/>
          <a:stretch xmlns:a="http://schemas.openxmlformats.org/drawingml/2006/main"/>
        </p:blipFill>
        <p:spPr>
          <a:xfrm xmlns:a="http://schemas.openxmlformats.org/drawingml/2006/main">
            <a:off x="564706" y="1154786"/>
            <a:ext cx="38799" cy="42326"/>
          </a:xfrm>
          <a:prstGeom xmlns:a="http://schemas.openxmlformats.org/drawingml/2006/main" prst="rect">
            <a:avLst/>
          </a:prstGeom>
        </p:spPr>
      </p:pic>
      <p:pic>
        <p:nvPicPr>
          <p:cNvPr id="186" name=""/>
          <p:cNvPicPr>
            <a:picLocks xmlns:a="http://schemas.openxmlformats.org/drawingml/2006/main" noChangeAspect="1"/>
          </p:cNvPicPr>
          <p:nvPr/>
        </p:nvPicPr>
        <p:blipFill>
          <a:blip xmlns:r="http://schemas.openxmlformats.org/officeDocument/2006/relationships" xmlns:a="http://schemas.openxmlformats.org/drawingml/2006/main" r:embed="R5c7efb3b34b84197"/>
          <a:stretch xmlns:a="http://schemas.openxmlformats.org/drawingml/2006/main"/>
        </p:blipFill>
        <p:spPr>
          <a:xfrm xmlns:a="http://schemas.openxmlformats.org/drawingml/2006/main">
            <a:off x="521828" y="1201019"/>
            <a:ext cx="42508" cy="88559"/>
          </a:xfrm>
          <a:prstGeom xmlns:a="http://schemas.openxmlformats.org/drawingml/2006/main" prst="rect">
            <a:avLst/>
          </a:prstGeom>
        </p:spPr>
      </p:pic>
      <p:pic>
        <p:nvPicPr>
          <p:cNvPr id="187" name=""/>
          <p:cNvPicPr>
            <a:picLocks xmlns:a="http://schemas.openxmlformats.org/drawingml/2006/main" noChangeAspect="1"/>
          </p:cNvPicPr>
          <p:nvPr/>
        </p:nvPicPr>
        <p:blipFill>
          <a:blip xmlns:r="http://schemas.openxmlformats.org/officeDocument/2006/relationships" xmlns:a="http://schemas.openxmlformats.org/drawingml/2006/main" r:embed="R2807c3f9eca64a55"/>
          <a:stretch xmlns:a="http://schemas.openxmlformats.org/drawingml/2006/main"/>
        </p:blipFill>
        <p:spPr>
          <a:xfrm xmlns:a="http://schemas.openxmlformats.org/drawingml/2006/main">
            <a:off x="567977" y="1201019"/>
            <a:ext cx="42676" cy="92466"/>
          </a:xfrm>
          <a:prstGeom xmlns:a="http://schemas.openxmlformats.org/drawingml/2006/main" prst="rect">
            <a:avLst/>
          </a:prstGeom>
        </p:spPr>
      </p:pic>
      <p:sp>
        <p:nvSpPr>
          <p:cNvPr id="51" name="Text Vulnerable ">
            <a:extLst xmlns:a="http://schemas.openxmlformats.org/drawingml/2006/main">
              <a:ext uri="{FF2B5EF4-FFF2-40B4-BE49-F238E27FC236}">
                <a16:creationId xmlns:a16="http://schemas.microsoft.com/office/drawing/2014/main" id="{FA72D318-0BBF-4382-8F60-42649ACB2D8B}"/>
              </a:ext>
            </a:extLst>
          </p:cNvPr>
          <p:cNvSpPr>
            <a:spLocks xmlns:a="http://schemas.openxmlformats.org/drawingml/2006/main" noGrp="1"/>
          </p:cNvSpPr>
          <p:nvPr/>
        </p:nvSpPr>
        <p:spPr>
          <a:xfrm xmlns:a="http://schemas.openxmlformats.org/drawingml/2006/main">
            <a:off x="164210" y="1699055"/>
            <a:ext cx="623732" cy="94813"/>
          </a:xfrm>
          <a:custGeom xmlns:a="http://schemas.openxmlformats.org/drawingml/2006/main">
            <a:pathLst>
              <a:path w="623732" h="94813">
                <a:moveTo>
                  <a:pt x="85211" y="0"/>
                </a:moveTo>
                <a:lnTo>
                  <a:pt x="48965" y="93224"/>
                </a:lnTo>
                <a:lnTo>
                  <a:pt x="36247" y="93224"/>
                </a:lnTo>
                <a:lnTo>
                  <a:pt x="0" y="0"/>
                </a:lnTo>
                <a:lnTo>
                  <a:pt x="13163" y="0"/>
                </a:lnTo>
                <a:lnTo>
                  <a:pt x="42606" y="79933"/>
                </a:lnTo>
                <a:lnTo>
                  <a:pt x="72048" y="0"/>
                </a:lnTo>
                <a:lnTo>
                  <a:pt x="85211" y="0"/>
                </a:lnTo>
                <a:close/>
                <a:moveTo>
                  <a:pt x="137414" y="84639"/>
                </a:moveTo>
                <a:cubicBezTo>
                  <a:pt x="131437" y="91422"/>
                  <a:pt x="124717" y="94813"/>
                  <a:pt x="117256" y="94813"/>
                </a:cubicBezTo>
                <a:cubicBezTo>
                  <a:pt x="102037" y="94813"/>
                  <a:pt x="94427" y="86504"/>
                  <a:pt x="94427" y="69886"/>
                </a:cubicBezTo>
                <a:lnTo>
                  <a:pt x="94427" y="25754"/>
                </a:lnTo>
                <a:lnTo>
                  <a:pt x="106446" y="25754"/>
                </a:lnTo>
                <a:lnTo>
                  <a:pt x="106446" y="69377"/>
                </a:lnTo>
                <a:cubicBezTo>
                  <a:pt x="106446" y="74888"/>
                  <a:pt x="107421" y="78852"/>
                  <a:pt x="109371" y="81269"/>
                </a:cubicBezTo>
                <a:cubicBezTo>
                  <a:pt x="111321" y="83685"/>
                  <a:pt x="114543" y="84893"/>
                  <a:pt x="119036" y="84893"/>
                </a:cubicBezTo>
                <a:cubicBezTo>
                  <a:pt x="125735" y="84893"/>
                  <a:pt x="131861" y="81290"/>
                  <a:pt x="137414" y="74083"/>
                </a:cubicBezTo>
                <a:lnTo>
                  <a:pt x="137414" y="25754"/>
                </a:lnTo>
                <a:lnTo>
                  <a:pt x="149369" y="25754"/>
                </a:lnTo>
                <a:lnTo>
                  <a:pt x="149369" y="93224"/>
                </a:lnTo>
                <a:lnTo>
                  <a:pt x="137414" y="93224"/>
                </a:lnTo>
                <a:lnTo>
                  <a:pt x="137414" y="84639"/>
                </a:lnTo>
                <a:close/>
                <a:moveTo>
                  <a:pt x="179605" y="93224"/>
                </a:moveTo>
                <a:lnTo>
                  <a:pt x="167586" y="93224"/>
                </a:lnTo>
                <a:lnTo>
                  <a:pt x="167586" y="0"/>
                </a:lnTo>
                <a:lnTo>
                  <a:pt x="179605" y="0"/>
                </a:lnTo>
                <a:lnTo>
                  <a:pt x="179605" y="93224"/>
                </a:lnTo>
                <a:close/>
                <a:moveTo>
                  <a:pt x="208907" y="34339"/>
                </a:moveTo>
                <a:cubicBezTo>
                  <a:pt x="214885" y="27598"/>
                  <a:pt x="221604" y="24228"/>
                  <a:pt x="229065" y="24228"/>
                </a:cubicBezTo>
                <a:cubicBezTo>
                  <a:pt x="244285" y="24228"/>
                  <a:pt x="251894" y="32516"/>
                  <a:pt x="251894" y="49092"/>
                </a:cubicBezTo>
                <a:lnTo>
                  <a:pt x="251894" y="93224"/>
                </a:lnTo>
                <a:lnTo>
                  <a:pt x="239876" y="93224"/>
                </a:lnTo>
                <a:lnTo>
                  <a:pt x="239876" y="49601"/>
                </a:lnTo>
                <a:cubicBezTo>
                  <a:pt x="239876" y="44089"/>
                  <a:pt x="238890" y="40126"/>
                  <a:pt x="236919" y="37709"/>
                </a:cubicBezTo>
                <a:cubicBezTo>
                  <a:pt x="234947" y="35293"/>
                  <a:pt x="231715" y="34085"/>
                  <a:pt x="227221" y="34085"/>
                </a:cubicBezTo>
                <a:cubicBezTo>
                  <a:pt x="221116" y="34085"/>
                  <a:pt x="215012" y="37688"/>
                  <a:pt x="208907" y="44895"/>
                </a:cubicBezTo>
                <a:lnTo>
                  <a:pt x="208907" y="93224"/>
                </a:lnTo>
                <a:lnTo>
                  <a:pt x="196888" y="93224"/>
                </a:lnTo>
                <a:lnTo>
                  <a:pt x="196888" y="25754"/>
                </a:lnTo>
                <a:lnTo>
                  <a:pt x="208907" y="25754"/>
                </a:lnTo>
                <a:lnTo>
                  <a:pt x="208907" y="34339"/>
                </a:lnTo>
                <a:close/>
                <a:moveTo>
                  <a:pt x="297821" y="94813"/>
                </a:moveTo>
                <a:cubicBezTo>
                  <a:pt x="287901" y="94813"/>
                  <a:pt x="279931" y="91708"/>
                  <a:pt x="273911" y="85497"/>
                </a:cubicBezTo>
                <a:cubicBezTo>
                  <a:pt x="267891" y="79287"/>
                  <a:pt x="264881" y="70628"/>
                  <a:pt x="264881" y="59521"/>
                </a:cubicBezTo>
                <a:cubicBezTo>
                  <a:pt x="264881" y="48498"/>
                  <a:pt x="267796" y="39861"/>
                  <a:pt x="273625" y="33608"/>
                </a:cubicBezTo>
                <a:cubicBezTo>
                  <a:pt x="279454" y="27355"/>
                  <a:pt x="287075" y="24228"/>
                  <a:pt x="296486" y="24228"/>
                </a:cubicBezTo>
                <a:cubicBezTo>
                  <a:pt x="306109" y="24228"/>
                  <a:pt x="313793" y="27302"/>
                  <a:pt x="319537" y="33449"/>
                </a:cubicBezTo>
                <a:cubicBezTo>
                  <a:pt x="325282" y="39596"/>
                  <a:pt x="328154" y="48286"/>
                  <a:pt x="328154" y="59521"/>
                </a:cubicBezTo>
                <a:lnTo>
                  <a:pt x="328154" y="62382"/>
                </a:lnTo>
                <a:lnTo>
                  <a:pt x="277345" y="62382"/>
                </a:lnTo>
                <a:cubicBezTo>
                  <a:pt x="277854" y="70183"/>
                  <a:pt x="280005" y="75969"/>
                  <a:pt x="283800" y="79743"/>
                </a:cubicBezTo>
                <a:cubicBezTo>
                  <a:pt x="287594" y="83516"/>
                  <a:pt x="292268" y="85402"/>
                  <a:pt x="297821" y="85402"/>
                </a:cubicBezTo>
                <a:cubicBezTo>
                  <a:pt x="302018" y="85402"/>
                  <a:pt x="305802" y="84332"/>
                  <a:pt x="309172" y="82191"/>
                </a:cubicBezTo>
                <a:cubicBezTo>
                  <a:pt x="312543" y="80050"/>
                  <a:pt x="314312" y="77008"/>
                  <a:pt x="314482" y="73066"/>
                </a:cubicBezTo>
                <a:lnTo>
                  <a:pt x="326882" y="73066"/>
                </a:lnTo>
                <a:cubicBezTo>
                  <a:pt x="325950" y="80018"/>
                  <a:pt x="322802" y="85381"/>
                  <a:pt x="317439" y="89154"/>
                </a:cubicBezTo>
                <a:cubicBezTo>
                  <a:pt x="312076" y="92927"/>
                  <a:pt x="305537" y="94813"/>
                  <a:pt x="297821" y="94813"/>
                </a:cubicBezTo>
                <a:moveTo>
                  <a:pt x="315499" y="52971"/>
                </a:moveTo>
                <a:cubicBezTo>
                  <a:pt x="314524" y="46485"/>
                  <a:pt x="312341" y="41631"/>
                  <a:pt x="308950" y="38409"/>
                </a:cubicBezTo>
                <a:cubicBezTo>
                  <a:pt x="305558" y="35187"/>
                  <a:pt x="301404" y="33576"/>
                  <a:pt x="296486" y="33576"/>
                </a:cubicBezTo>
                <a:cubicBezTo>
                  <a:pt x="291695" y="33576"/>
                  <a:pt x="287583" y="35176"/>
                  <a:pt x="284149" y="38377"/>
                </a:cubicBezTo>
                <a:cubicBezTo>
                  <a:pt x="280715" y="41578"/>
                  <a:pt x="278532" y="46442"/>
                  <a:pt x="277600" y="52971"/>
                </a:cubicBezTo>
                <a:lnTo>
                  <a:pt x="315499" y="52971"/>
                </a:lnTo>
                <a:close/>
                <a:moveTo>
                  <a:pt x="376929" y="36692"/>
                </a:moveTo>
                <a:cubicBezTo>
                  <a:pt x="375233" y="36183"/>
                  <a:pt x="372795" y="35929"/>
                  <a:pt x="369616" y="35929"/>
                </a:cubicBezTo>
                <a:cubicBezTo>
                  <a:pt x="363511" y="35929"/>
                  <a:pt x="358276" y="39129"/>
                  <a:pt x="353909" y="45531"/>
                </a:cubicBezTo>
                <a:lnTo>
                  <a:pt x="353909" y="93224"/>
                </a:lnTo>
                <a:lnTo>
                  <a:pt x="341890" y="93224"/>
                </a:lnTo>
                <a:lnTo>
                  <a:pt x="341890" y="25754"/>
                </a:lnTo>
                <a:lnTo>
                  <a:pt x="353909" y="25754"/>
                </a:lnTo>
                <a:lnTo>
                  <a:pt x="353909" y="35166"/>
                </a:lnTo>
                <a:cubicBezTo>
                  <a:pt x="358954" y="27874"/>
                  <a:pt x="364804" y="24228"/>
                  <a:pt x="371460" y="24228"/>
                </a:cubicBezTo>
                <a:cubicBezTo>
                  <a:pt x="373156" y="24228"/>
                  <a:pt x="374979" y="24398"/>
                  <a:pt x="376929" y="24737"/>
                </a:cubicBezTo>
                <a:lnTo>
                  <a:pt x="376929" y="36692"/>
                </a:lnTo>
                <a:close/>
                <a:moveTo>
                  <a:pt x="427600" y="75482"/>
                </a:moveTo>
                <a:lnTo>
                  <a:pt x="427600" y="60538"/>
                </a:lnTo>
                <a:lnTo>
                  <a:pt x="419397" y="60538"/>
                </a:lnTo>
                <a:cubicBezTo>
                  <a:pt x="402016" y="60538"/>
                  <a:pt x="393325" y="65265"/>
                  <a:pt x="393325" y="74719"/>
                </a:cubicBezTo>
                <a:cubicBezTo>
                  <a:pt x="393325" y="78153"/>
                  <a:pt x="394597" y="80792"/>
                  <a:pt x="397140" y="82636"/>
                </a:cubicBezTo>
                <a:cubicBezTo>
                  <a:pt x="399684" y="84480"/>
                  <a:pt x="403118" y="85402"/>
                  <a:pt x="407442" y="85402"/>
                </a:cubicBezTo>
                <a:cubicBezTo>
                  <a:pt x="411385" y="85402"/>
                  <a:pt x="415200" y="84512"/>
                  <a:pt x="418888" y="82731"/>
                </a:cubicBezTo>
                <a:cubicBezTo>
                  <a:pt x="422577" y="80951"/>
                  <a:pt x="425481" y="78534"/>
                  <a:pt x="427600" y="75482"/>
                </a:cubicBezTo>
                <a:moveTo>
                  <a:pt x="427600" y="86292"/>
                </a:moveTo>
                <a:cubicBezTo>
                  <a:pt x="421496" y="91973"/>
                  <a:pt x="413631" y="94813"/>
                  <a:pt x="404008" y="94813"/>
                </a:cubicBezTo>
                <a:cubicBezTo>
                  <a:pt x="397310" y="94813"/>
                  <a:pt x="391799" y="93001"/>
                  <a:pt x="387475" y="89376"/>
                </a:cubicBezTo>
                <a:cubicBezTo>
                  <a:pt x="383150" y="85752"/>
                  <a:pt x="380988" y="81078"/>
                  <a:pt x="380988" y="75355"/>
                </a:cubicBezTo>
                <a:cubicBezTo>
                  <a:pt x="380988" y="59584"/>
                  <a:pt x="394576" y="51699"/>
                  <a:pt x="421750" y="51699"/>
                </a:cubicBezTo>
                <a:lnTo>
                  <a:pt x="427600" y="51699"/>
                </a:lnTo>
                <a:cubicBezTo>
                  <a:pt x="427600" y="46866"/>
                  <a:pt x="427346" y="43358"/>
                  <a:pt x="426837" y="41175"/>
                </a:cubicBezTo>
                <a:cubicBezTo>
                  <a:pt x="426328" y="38992"/>
                  <a:pt x="424908" y="37179"/>
                  <a:pt x="422577" y="35738"/>
                </a:cubicBezTo>
                <a:cubicBezTo>
                  <a:pt x="420245" y="34296"/>
                  <a:pt x="416535" y="33576"/>
                  <a:pt x="411448" y="33576"/>
                </a:cubicBezTo>
                <a:cubicBezTo>
                  <a:pt x="400765" y="33576"/>
                  <a:pt x="395254" y="37391"/>
                  <a:pt x="394915" y="45022"/>
                </a:cubicBezTo>
                <a:lnTo>
                  <a:pt x="382960" y="45022"/>
                </a:lnTo>
                <a:cubicBezTo>
                  <a:pt x="383850" y="31159"/>
                  <a:pt x="393558" y="24228"/>
                  <a:pt x="412084" y="24228"/>
                </a:cubicBezTo>
                <a:cubicBezTo>
                  <a:pt x="420732" y="24228"/>
                  <a:pt x="427473" y="25945"/>
                  <a:pt x="432306" y="29379"/>
                </a:cubicBezTo>
                <a:cubicBezTo>
                  <a:pt x="437139" y="32813"/>
                  <a:pt x="439555" y="39553"/>
                  <a:pt x="439555" y="49601"/>
                </a:cubicBezTo>
                <a:lnTo>
                  <a:pt x="439555" y="93224"/>
                </a:lnTo>
                <a:lnTo>
                  <a:pt x="427600" y="93224"/>
                </a:lnTo>
                <a:lnTo>
                  <a:pt x="427600" y="86292"/>
                </a:lnTo>
                <a:close/>
                <a:moveTo>
                  <a:pt x="469634" y="33830"/>
                </a:moveTo>
                <a:cubicBezTo>
                  <a:pt x="474976" y="27429"/>
                  <a:pt x="481399" y="24228"/>
                  <a:pt x="488902" y="24228"/>
                </a:cubicBezTo>
                <a:cubicBezTo>
                  <a:pt x="497720" y="24228"/>
                  <a:pt x="504546" y="27355"/>
                  <a:pt x="509378" y="33608"/>
                </a:cubicBezTo>
                <a:cubicBezTo>
                  <a:pt x="514211" y="39861"/>
                  <a:pt x="516628" y="48308"/>
                  <a:pt x="516628" y="58948"/>
                </a:cubicBezTo>
                <a:cubicBezTo>
                  <a:pt x="516628" y="70013"/>
                  <a:pt x="513925" y="78757"/>
                  <a:pt x="508520" y="85180"/>
                </a:cubicBezTo>
                <a:cubicBezTo>
                  <a:pt x="503115" y="91602"/>
                  <a:pt x="496300" y="94813"/>
                  <a:pt x="488076" y="94813"/>
                </a:cubicBezTo>
                <a:cubicBezTo>
                  <a:pt x="480784" y="94813"/>
                  <a:pt x="474637" y="92545"/>
                  <a:pt x="469634" y="88009"/>
                </a:cubicBezTo>
                <a:lnTo>
                  <a:pt x="469634" y="93224"/>
                </a:lnTo>
                <a:lnTo>
                  <a:pt x="457616" y="93224"/>
                </a:lnTo>
                <a:lnTo>
                  <a:pt x="457616" y="0"/>
                </a:lnTo>
                <a:lnTo>
                  <a:pt x="469634" y="0"/>
                </a:lnTo>
                <a:lnTo>
                  <a:pt x="469634" y="33830"/>
                </a:lnTo>
                <a:moveTo>
                  <a:pt x="469634" y="77199"/>
                </a:moveTo>
                <a:cubicBezTo>
                  <a:pt x="474764" y="82668"/>
                  <a:pt x="480657" y="85402"/>
                  <a:pt x="487313" y="85402"/>
                </a:cubicBezTo>
                <a:cubicBezTo>
                  <a:pt x="492485" y="85402"/>
                  <a:pt x="496597" y="83187"/>
                  <a:pt x="499649" y="78757"/>
                </a:cubicBezTo>
                <a:cubicBezTo>
                  <a:pt x="502701" y="74327"/>
                  <a:pt x="504228" y="67724"/>
                  <a:pt x="504228" y="58948"/>
                </a:cubicBezTo>
                <a:cubicBezTo>
                  <a:pt x="504228" y="50639"/>
                  <a:pt x="502786" y="44333"/>
                  <a:pt x="499903" y="40030"/>
                </a:cubicBezTo>
                <a:cubicBezTo>
                  <a:pt x="497021" y="35727"/>
                  <a:pt x="492993" y="33576"/>
                  <a:pt x="487821" y="33576"/>
                </a:cubicBezTo>
                <a:cubicBezTo>
                  <a:pt x="481165" y="33576"/>
                  <a:pt x="475103" y="37434"/>
                  <a:pt x="469634" y="45149"/>
                </a:cubicBezTo>
                <a:lnTo>
                  <a:pt x="469634" y="77199"/>
                </a:lnTo>
                <a:close/>
                <a:moveTo>
                  <a:pt x="542383" y="93224"/>
                </a:moveTo>
                <a:lnTo>
                  <a:pt x="530364" y="93224"/>
                </a:lnTo>
                <a:lnTo>
                  <a:pt x="530364" y="0"/>
                </a:lnTo>
                <a:lnTo>
                  <a:pt x="542383" y="0"/>
                </a:lnTo>
                <a:lnTo>
                  <a:pt x="542383" y="93224"/>
                </a:lnTo>
                <a:close/>
                <a:moveTo>
                  <a:pt x="588346" y="94813"/>
                </a:moveTo>
                <a:cubicBezTo>
                  <a:pt x="578426" y="94813"/>
                  <a:pt x="570456" y="91708"/>
                  <a:pt x="564436" y="85497"/>
                </a:cubicBezTo>
                <a:cubicBezTo>
                  <a:pt x="558416" y="79287"/>
                  <a:pt x="555406" y="70628"/>
                  <a:pt x="555406" y="59521"/>
                </a:cubicBezTo>
                <a:cubicBezTo>
                  <a:pt x="555406" y="48498"/>
                  <a:pt x="558321" y="39861"/>
                  <a:pt x="564150" y="33608"/>
                </a:cubicBezTo>
                <a:cubicBezTo>
                  <a:pt x="569979" y="27355"/>
                  <a:pt x="577599" y="24228"/>
                  <a:pt x="587011" y="24228"/>
                </a:cubicBezTo>
                <a:cubicBezTo>
                  <a:pt x="596634" y="24228"/>
                  <a:pt x="604318" y="27302"/>
                  <a:pt x="610062" y="33449"/>
                </a:cubicBezTo>
                <a:cubicBezTo>
                  <a:pt x="615806" y="39596"/>
                  <a:pt x="618679" y="48286"/>
                  <a:pt x="618679" y="59521"/>
                </a:cubicBezTo>
                <a:lnTo>
                  <a:pt x="618679" y="62382"/>
                </a:lnTo>
                <a:lnTo>
                  <a:pt x="567870" y="62382"/>
                </a:lnTo>
                <a:cubicBezTo>
                  <a:pt x="568379" y="70183"/>
                  <a:pt x="570530" y="75969"/>
                  <a:pt x="574324" y="79743"/>
                </a:cubicBezTo>
                <a:cubicBezTo>
                  <a:pt x="578118" y="83516"/>
                  <a:pt x="582792" y="85402"/>
                  <a:pt x="588346" y="85402"/>
                </a:cubicBezTo>
                <a:cubicBezTo>
                  <a:pt x="592543" y="85402"/>
                  <a:pt x="596327" y="84332"/>
                  <a:pt x="599697" y="82191"/>
                </a:cubicBezTo>
                <a:cubicBezTo>
                  <a:pt x="603067" y="80050"/>
                  <a:pt x="604837" y="77008"/>
                  <a:pt x="605007" y="73066"/>
                </a:cubicBezTo>
                <a:lnTo>
                  <a:pt x="617407" y="73066"/>
                </a:lnTo>
                <a:cubicBezTo>
                  <a:pt x="616474" y="80018"/>
                  <a:pt x="613326" y="85381"/>
                  <a:pt x="607964" y="89154"/>
                </a:cubicBezTo>
                <a:cubicBezTo>
                  <a:pt x="602601" y="92927"/>
                  <a:pt x="596062" y="94813"/>
                  <a:pt x="588346" y="94813"/>
                </a:cubicBezTo>
                <a:moveTo>
                  <a:pt x="606024" y="52971"/>
                </a:moveTo>
                <a:cubicBezTo>
                  <a:pt x="605049" y="46485"/>
                  <a:pt x="602866" y="41631"/>
                  <a:pt x="599474" y="38409"/>
                </a:cubicBezTo>
                <a:cubicBezTo>
                  <a:pt x="596083" y="35187"/>
                  <a:pt x="591928" y="33576"/>
                  <a:pt x="587011" y="33576"/>
                </a:cubicBezTo>
                <a:cubicBezTo>
                  <a:pt x="582220" y="33576"/>
                  <a:pt x="578108" y="35176"/>
                  <a:pt x="574674" y="38377"/>
                </a:cubicBezTo>
                <a:cubicBezTo>
                  <a:pt x="571240" y="41578"/>
                  <a:pt x="569057" y="46442"/>
                  <a:pt x="568124" y="52971"/>
                </a:cubicBezTo>
                <a:lnTo>
                  <a:pt x="606024" y="52971"/>
                </a:lnTo>
                <a:close/>
                <a:moveTo>
                  <a:pt x="623732" y="93224"/>
                </a:moveTo>
                <a:lnTo>
                  <a:pt x="623732" y="93224"/>
                </a:lnTo>
                <a:close/>
              </a:path>
            </a:pathLst>
          </a:custGeom>
          <a:solidFill xmlns:a="http://schemas.openxmlformats.org/drawingml/2006/main">
            <a:srgbClr val="000000"/>
          </a:solidFill>
          <a:ln xmlns:a="http://schemas.openxmlformats.org/drawingml/2006/main" w="0" cap="flat">
            <a:noFill/>
            <a:miter/>
          </a:ln>
        </p:spPr>
      </p:sp>
      <p:sp>
        <p:nvSpPr>
          <p:cNvPr id="52" name="Text Program">
            <a:extLst xmlns:a="http://schemas.openxmlformats.org/drawingml/2006/main">
              <a:ext uri="{FF2B5EF4-FFF2-40B4-BE49-F238E27FC236}">
                <a16:creationId xmlns:a16="http://schemas.microsoft.com/office/drawing/2014/main" id="{8FACF2EF-2BA1-4603-BC93-CA5A18DF030F}"/>
              </a:ext>
            </a:extLst>
          </p:cNvPr>
          <p:cNvSpPr>
            <a:spLocks xmlns:a="http://schemas.openxmlformats.org/drawingml/2006/main" noGrp="1"/>
          </p:cNvSpPr>
          <p:nvPr/>
        </p:nvSpPr>
        <p:spPr>
          <a:xfrm xmlns:a="http://schemas.openxmlformats.org/drawingml/2006/main">
            <a:off x="236388" y="1829288"/>
            <a:ext cx="480117" cy="120568"/>
          </a:xfrm>
          <a:custGeom xmlns:a="http://schemas.openxmlformats.org/drawingml/2006/main">
            <a:pathLst>
              <a:path w="480117" h="120568">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0262" y="36692"/>
                </a:moveTo>
                <a:cubicBezTo>
                  <a:pt x="118566" y="36183"/>
                  <a:pt x="116129" y="35929"/>
                  <a:pt x="112949" y="35929"/>
                </a:cubicBezTo>
                <a:cubicBezTo>
                  <a:pt x="106845" y="35929"/>
                  <a:pt x="101609" y="39129"/>
                  <a:pt x="97242" y="45531"/>
                </a:cubicBezTo>
                <a:lnTo>
                  <a:pt x="97242" y="93224"/>
                </a:lnTo>
                <a:lnTo>
                  <a:pt x="85224" y="93224"/>
                </a:lnTo>
                <a:lnTo>
                  <a:pt x="85224" y="25754"/>
                </a:lnTo>
                <a:lnTo>
                  <a:pt x="97242" y="25754"/>
                </a:lnTo>
                <a:lnTo>
                  <a:pt x="97242" y="35166"/>
                </a:lnTo>
                <a:cubicBezTo>
                  <a:pt x="102287" y="27874"/>
                  <a:pt x="108138" y="24228"/>
                  <a:pt x="114793" y="24228"/>
                </a:cubicBezTo>
                <a:cubicBezTo>
                  <a:pt x="116489" y="24228"/>
                  <a:pt x="118312" y="24398"/>
                  <a:pt x="120262" y="24737"/>
                </a:cubicBezTo>
                <a:lnTo>
                  <a:pt x="120262" y="36692"/>
                </a:lnTo>
                <a:close/>
                <a:moveTo>
                  <a:pt x="155883" y="24228"/>
                </a:moveTo>
                <a:cubicBezTo>
                  <a:pt x="165507" y="24228"/>
                  <a:pt x="173191" y="27302"/>
                  <a:pt x="178935" y="33449"/>
                </a:cubicBezTo>
                <a:cubicBezTo>
                  <a:pt x="184679" y="39596"/>
                  <a:pt x="187552" y="48286"/>
                  <a:pt x="187552" y="59521"/>
                </a:cubicBezTo>
                <a:cubicBezTo>
                  <a:pt x="187552" y="70713"/>
                  <a:pt x="184679" y="79393"/>
                  <a:pt x="178935" y="85561"/>
                </a:cubicBezTo>
                <a:cubicBezTo>
                  <a:pt x="173191" y="91729"/>
                  <a:pt x="165507" y="94813"/>
                  <a:pt x="155883" y="94813"/>
                </a:cubicBezTo>
                <a:cubicBezTo>
                  <a:pt x="146302" y="94813"/>
                  <a:pt x="138640" y="91729"/>
                  <a:pt x="132895" y="85561"/>
                </a:cubicBezTo>
                <a:cubicBezTo>
                  <a:pt x="127151" y="79393"/>
                  <a:pt x="124279" y="70713"/>
                  <a:pt x="124279" y="59521"/>
                </a:cubicBezTo>
                <a:cubicBezTo>
                  <a:pt x="124279" y="48286"/>
                  <a:pt x="127151" y="39596"/>
                  <a:pt x="132895" y="33449"/>
                </a:cubicBezTo>
                <a:cubicBezTo>
                  <a:pt x="138640" y="27302"/>
                  <a:pt x="146302" y="24228"/>
                  <a:pt x="155883" y="24228"/>
                </a:cubicBezTo>
                <a:moveTo>
                  <a:pt x="155883" y="85402"/>
                </a:moveTo>
                <a:cubicBezTo>
                  <a:pt x="161607" y="85402"/>
                  <a:pt x="166249" y="83229"/>
                  <a:pt x="169810" y="78884"/>
                </a:cubicBezTo>
                <a:cubicBezTo>
                  <a:pt x="173371" y="74539"/>
                  <a:pt x="175151" y="68084"/>
                  <a:pt x="175151" y="59521"/>
                </a:cubicBezTo>
                <a:cubicBezTo>
                  <a:pt x="175151" y="50915"/>
                  <a:pt x="173371" y="44439"/>
                  <a:pt x="169810" y="40094"/>
                </a:cubicBezTo>
                <a:cubicBezTo>
                  <a:pt x="166249" y="35748"/>
                  <a:pt x="161607" y="33576"/>
                  <a:pt x="155883" y="33576"/>
                </a:cubicBezTo>
                <a:cubicBezTo>
                  <a:pt x="150160" y="33576"/>
                  <a:pt x="145518" y="35748"/>
                  <a:pt x="141957" y="40094"/>
                </a:cubicBezTo>
                <a:cubicBezTo>
                  <a:pt x="138396" y="44439"/>
                  <a:pt x="136615" y="50915"/>
                  <a:pt x="136615" y="59521"/>
                </a:cubicBezTo>
                <a:cubicBezTo>
                  <a:pt x="136615" y="68084"/>
                  <a:pt x="138396" y="74539"/>
                  <a:pt x="141957" y="78884"/>
                </a:cubicBezTo>
                <a:cubicBezTo>
                  <a:pt x="145518" y="83229"/>
                  <a:pt x="150160" y="85402"/>
                  <a:pt x="155883" y="85402"/>
                </a:cubicBezTo>
                <a:close/>
                <a:moveTo>
                  <a:pt x="255585" y="88009"/>
                </a:moveTo>
                <a:cubicBezTo>
                  <a:pt x="255585" y="109715"/>
                  <a:pt x="245792" y="120568"/>
                  <a:pt x="226206" y="120568"/>
                </a:cubicBezTo>
                <a:cubicBezTo>
                  <a:pt x="217728" y="120568"/>
                  <a:pt x="211040" y="118724"/>
                  <a:pt x="206143" y="115035"/>
                </a:cubicBezTo>
                <a:cubicBezTo>
                  <a:pt x="201247" y="111347"/>
                  <a:pt x="198799" y="106387"/>
                  <a:pt x="198799" y="100155"/>
                </a:cubicBezTo>
                <a:lnTo>
                  <a:pt x="211199" y="100155"/>
                </a:lnTo>
                <a:cubicBezTo>
                  <a:pt x="211199" y="107532"/>
                  <a:pt x="216159" y="111220"/>
                  <a:pt x="226079" y="111220"/>
                </a:cubicBezTo>
                <a:cubicBezTo>
                  <a:pt x="231675" y="111220"/>
                  <a:pt x="235999" y="109683"/>
                  <a:pt x="239052" y="106610"/>
                </a:cubicBezTo>
                <a:cubicBezTo>
                  <a:pt x="242104" y="103536"/>
                  <a:pt x="243630" y="97505"/>
                  <a:pt x="243630" y="88518"/>
                </a:cubicBezTo>
                <a:lnTo>
                  <a:pt x="243630" y="85148"/>
                </a:lnTo>
                <a:cubicBezTo>
                  <a:pt x="238288" y="91592"/>
                  <a:pt x="231866" y="94813"/>
                  <a:pt x="224362" y="94813"/>
                </a:cubicBezTo>
                <a:cubicBezTo>
                  <a:pt x="215544" y="94813"/>
                  <a:pt x="208719" y="91676"/>
                  <a:pt x="203886" y="85402"/>
                </a:cubicBezTo>
                <a:cubicBezTo>
                  <a:pt x="199053" y="79128"/>
                  <a:pt x="196637" y="70670"/>
                  <a:pt x="196637" y="60029"/>
                </a:cubicBezTo>
                <a:cubicBezTo>
                  <a:pt x="196637" y="49007"/>
                  <a:pt x="199339" y="40285"/>
                  <a:pt x="204744" y="33862"/>
                </a:cubicBezTo>
                <a:cubicBezTo>
                  <a:pt x="210150" y="27439"/>
                  <a:pt x="216943" y="24228"/>
                  <a:pt x="225125" y="24228"/>
                </a:cubicBezTo>
                <a:cubicBezTo>
                  <a:pt x="232417" y="24228"/>
                  <a:pt x="238585" y="26475"/>
                  <a:pt x="243630" y="30969"/>
                </a:cubicBezTo>
                <a:lnTo>
                  <a:pt x="243630" y="25754"/>
                </a:lnTo>
                <a:lnTo>
                  <a:pt x="255585" y="25754"/>
                </a:lnTo>
                <a:lnTo>
                  <a:pt x="255585" y="88009"/>
                </a:lnTo>
                <a:moveTo>
                  <a:pt x="243630" y="73829"/>
                </a:moveTo>
                <a:lnTo>
                  <a:pt x="243630" y="41779"/>
                </a:lnTo>
                <a:cubicBezTo>
                  <a:pt x="238458" y="36310"/>
                  <a:pt x="232544" y="33576"/>
                  <a:pt x="225888" y="33576"/>
                </a:cubicBezTo>
                <a:cubicBezTo>
                  <a:pt x="220759" y="33576"/>
                  <a:pt x="216657" y="35791"/>
                  <a:pt x="213584" y="40221"/>
                </a:cubicBezTo>
                <a:cubicBezTo>
                  <a:pt x="210510" y="44651"/>
                  <a:pt x="208973" y="51254"/>
                  <a:pt x="208973" y="60029"/>
                </a:cubicBezTo>
                <a:cubicBezTo>
                  <a:pt x="208973" y="68339"/>
                  <a:pt x="210425" y="74645"/>
                  <a:pt x="213329" y="78948"/>
                </a:cubicBezTo>
                <a:cubicBezTo>
                  <a:pt x="216233" y="83251"/>
                  <a:pt x="220250" y="85402"/>
                  <a:pt x="225380" y="85402"/>
                </a:cubicBezTo>
                <a:cubicBezTo>
                  <a:pt x="232078" y="85402"/>
                  <a:pt x="238161" y="81544"/>
                  <a:pt x="243630" y="73829"/>
                </a:cubicBezTo>
                <a:close/>
                <a:moveTo>
                  <a:pt x="308293" y="36692"/>
                </a:moveTo>
                <a:cubicBezTo>
                  <a:pt x="306598" y="36183"/>
                  <a:pt x="304160" y="35929"/>
                  <a:pt x="300980" y="35929"/>
                </a:cubicBezTo>
                <a:cubicBezTo>
                  <a:pt x="294876" y="35929"/>
                  <a:pt x="289640" y="39129"/>
                  <a:pt x="285274" y="45531"/>
                </a:cubicBezTo>
                <a:lnTo>
                  <a:pt x="285274" y="93224"/>
                </a:lnTo>
                <a:lnTo>
                  <a:pt x="273255" y="93224"/>
                </a:lnTo>
                <a:lnTo>
                  <a:pt x="273255" y="25754"/>
                </a:lnTo>
                <a:lnTo>
                  <a:pt x="285274" y="25754"/>
                </a:lnTo>
                <a:lnTo>
                  <a:pt x="285274" y="35166"/>
                </a:lnTo>
                <a:cubicBezTo>
                  <a:pt x="290318" y="27874"/>
                  <a:pt x="296169" y="24228"/>
                  <a:pt x="302825" y="24228"/>
                </a:cubicBezTo>
                <a:cubicBezTo>
                  <a:pt x="304520" y="24228"/>
                  <a:pt x="306343" y="24398"/>
                  <a:pt x="308293" y="24737"/>
                </a:cubicBezTo>
                <a:lnTo>
                  <a:pt x="308293" y="36692"/>
                </a:lnTo>
                <a:close/>
                <a:moveTo>
                  <a:pt x="359303" y="75482"/>
                </a:moveTo>
                <a:lnTo>
                  <a:pt x="359303" y="60538"/>
                </a:lnTo>
                <a:lnTo>
                  <a:pt x="351100" y="60538"/>
                </a:lnTo>
                <a:cubicBezTo>
                  <a:pt x="333719" y="60538"/>
                  <a:pt x="325028" y="65265"/>
                  <a:pt x="325028" y="74719"/>
                </a:cubicBezTo>
                <a:cubicBezTo>
                  <a:pt x="325028" y="78153"/>
                  <a:pt x="326300" y="80792"/>
                  <a:pt x="328844" y="82636"/>
                </a:cubicBezTo>
                <a:cubicBezTo>
                  <a:pt x="331387" y="84480"/>
                  <a:pt x="334821" y="85402"/>
                  <a:pt x="339145" y="85402"/>
                </a:cubicBezTo>
                <a:cubicBezTo>
                  <a:pt x="343088" y="85402"/>
                  <a:pt x="346903" y="84512"/>
                  <a:pt x="350591" y="82731"/>
                </a:cubicBezTo>
                <a:cubicBezTo>
                  <a:pt x="354280" y="80951"/>
                  <a:pt x="357184" y="78534"/>
                  <a:pt x="359303" y="75482"/>
                </a:cubicBezTo>
                <a:moveTo>
                  <a:pt x="359303" y="86292"/>
                </a:moveTo>
                <a:cubicBezTo>
                  <a:pt x="353199" y="91973"/>
                  <a:pt x="345335" y="94813"/>
                  <a:pt x="335711" y="94813"/>
                </a:cubicBezTo>
                <a:cubicBezTo>
                  <a:pt x="329013" y="94813"/>
                  <a:pt x="323502" y="93001"/>
                  <a:pt x="319178" y="89376"/>
                </a:cubicBezTo>
                <a:cubicBezTo>
                  <a:pt x="314854" y="85752"/>
                  <a:pt x="312692" y="81078"/>
                  <a:pt x="312692" y="75355"/>
                </a:cubicBezTo>
                <a:cubicBezTo>
                  <a:pt x="312692" y="59584"/>
                  <a:pt x="326279" y="51699"/>
                  <a:pt x="353453" y="51699"/>
                </a:cubicBezTo>
                <a:lnTo>
                  <a:pt x="359303" y="51699"/>
                </a:lnTo>
                <a:cubicBezTo>
                  <a:pt x="359303" y="46866"/>
                  <a:pt x="359049" y="43358"/>
                  <a:pt x="358540" y="41175"/>
                </a:cubicBezTo>
                <a:cubicBezTo>
                  <a:pt x="358032" y="38992"/>
                  <a:pt x="356611" y="37179"/>
                  <a:pt x="354280" y="35738"/>
                </a:cubicBezTo>
                <a:cubicBezTo>
                  <a:pt x="351948" y="34296"/>
                  <a:pt x="348239" y="33576"/>
                  <a:pt x="343151" y="33576"/>
                </a:cubicBezTo>
                <a:cubicBezTo>
                  <a:pt x="332468" y="33576"/>
                  <a:pt x="326957" y="37391"/>
                  <a:pt x="326618" y="45022"/>
                </a:cubicBezTo>
                <a:lnTo>
                  <a:pt x="314663" y="45022"/>
                </a:lnTo>
                <a:cubicBezTo>
                  <a:pt x="315553" y="31159"/>
                  <a:pt x="325261" y="24228"/>
                  <a:pt x="343787" y="24228"/>
                </a:cubicBezTo>
                <a:cubicBezTo>
                  <a:pt x="352436" y="24228"/>
                  <a:pt x="359176" y="25945"/>
                  <a:pt x="364009" y="29379"/>
                </a:cubicBezTo>
                <a:cubicBezTo>
                  <a:pt x="368842" y="32813"/>
                  <a:pt x="371258" y="39553"/>
                  <a:pt x="371258" y="49601"/>
                </a:cubicBezTo>
                <a:lnTo>
                  <a:pt x="371258" y="93224"/>
                </a:lnTo>
                <a:lnTo>
                  <a:pt x="359303" y="93224"/>
                </a:lnTo>
                <a:lnTo>
                  <a:pt x="359303" y="86292"/>
                </a:lnTo>
                <a:close/>
                <a:moveTo>
                  <a:pt x="480117" y="93224"/>
                </a:moveTo>
                <a:lnTo>
                  <a:pt x="468098" y="93224"/>
                </a:lnTo>
                <a:lnTo>
                  <a:pt x="468098" y="49601"/>
                </a:lnTo>
                <a:cubicBezTo>
                  <a:pt x="468098" y="44005"/>
                  <a:pt x="467293" y="40020"/>
                  <a:pt x="465682" y="37646"/>
                </a:cubicBezTo>
                <a:cubicBezTo>
                  <a:pt x="464071" y="35272"/>
                  <a:pt x="461379" y="34085"/>
                  <a:pt x="457606" y="34085"/>
                </a:cubicBezTo>
                <a:cubicBezTo>
                  <a:pt x="451798" y="34085"/>
                  <a:pt x="446096" y="37688"/>
                  <a:pt x="440500" y="44895"/>
                </a:cubicBezTo>
                <a:lnTo>
                  <a:pt x="440500" y="93224"/>
                </a:lnTo>
                <a:lnTo>
                  <a:pt x="428545" y="93224"/>
                </a:lnTo>
                <a:lnTo>
                  <a:pt x="428545" y="49601"/>
                </a:lnTo>
                <a:cubicBezTo>
                  <a:pt x="428545" y="44005"/>
                  <a:pt x="427740" y="40020"/>
                  <a:pt x="426129" y="37646"/>
                </a:cubicBezTo>
                <a:cubicBezTo>
                  <a:pt x="424518" y="35272"/>
                  <a:pt x="421804" y="34085"/>
                  <a:pt x="417989" y="34085"/>
                </a:cubicBezTo>
                <a:cubicBezTo>
                  <a:pt x="412181" y="34085"/>
                  <a:pt x="406500" y="37688"/>
                  <a:pt x="400947" y="44895"/>
                </a:cubicBezTo>
                <a:lnTo>
                  <a:pt x="400947" y="93224"/>
                </a:lnTo>
                <a:lnTo>
                  <a:pt x="388928" y="93224"/>
                </a:lnTo>
                <a:lnTo>
                  <a:pt x="388928" y="25754"/>
                </a:lnTo>
                <a:lnTo>
                  <a:pt x="400947" y="25754"/>
                </a:lnTo>
                <a:lnTo>
                  <a:pt x="400947" y="34339"/>
                </a:lnTo>
                <a:cubicBezTo>
                  <a:pt x="406628" y="27598"/>
                  <a:pt x="412923" y="24228"/>
                  <a:pt x="419833" y="24228"/>
                </a:cubicBezTo>
                <a:cubicBezTo>
                  <a:pt x="429711" y="24228"/>
                  <a:pt x="436006" y="28298"/>
                  <a:pt x="438720" y="36437"/>
                </a:cubicBezTo>
                <a:cubicBezTo>
                  <a:pt x="443213" y="31138"/>
                  <a:pt x="447029" y="27778"/>
                  <a:pt x="450166" y="26358"/>
                </a:cubicBezTo>
                <a:cubicBezTo>
                  <a:pt x="453303" y="24938"/>
                  <a:pt x="456377" y="24228"/>
                  <a:pt x="459387" y="24228"/>
                </a:cubicBezTo>
                <a:cubicBezTo>
                  <a:pt x="473207" y="24228"/>
                  <a:pt x="480117" y="32516"/>
                  <a:pt x="480117" y="49092"/>
                </a:cubicBezTo>
                <a:lnTo>
                  <a:pt x="480117" y="93224"/>
                </a:lnTo>
                <a:close/>
              </a:path>
            </a:pathLst>
          </a:custGeom>
          <a:solidFill xmlns:a="http://schemas.openxmlformats.org/drawingml/2006/main">
            <a:srgbClr val="000000"/>
          </a:solidFill>
          <a:ln xmlns:a="http://schemas.openxmlformats.org/drawingml/2006/main" w="0" cap="flat">
            <a:noFill/>
            <a:miter/>
          </a:ln>
        </p:spPr>
      </p:sp>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a56e2406c8f1440a"/>
          <a:stretch xmlns:a="http://schemas.openxmlformats.org/drawingml/2006/main"/>
        </p:blipFill>
        <p:spPr>
          <a:xfrm xmlns:a="http://schemas.openxmlformats.org/drawingml/2006/main">
            <a:off x="227266" y="2028799"/>
            <a:ext cx="496840" cy="493292"/>
          </a:xfrm>
          <a:prstGeom xmlns:a="http://schemas.openxmlformats.org/drawingml/2006/main" prst="rect">
            <a:avLst/>
          </a:prstGeom>
        </p:spPr>
      </p:pic>
      <p:sp>
        <p:nvSpPr>
          <p:cNvPr id="54" name="Text PoV">
            <a:extLst xmlns:a="http://schemas.openxmlformats.org/drawingml/2006/main">
              <a:ext uri="{FF2B5EF4-FFF2-40B4-BE49-F238E27FC236}">
                <a16:creationId xmlns:a16="http://schemas.microsoft.com/office/drawing/2014/main" id="{299B67D4-6585-4284-AFCD-B5E293528B68}"/>
              </a:ext>
            </a:extLst>
          </p:cNvPr>
          <p:cNvSpPr>
            <a:spLocks xmlns:a="http://schemas.openxmlformats.org/drawingml/2006/main" noGrp="1"/>
          </p:cNvSpPr>
          <p:nvPr/>
        </p:nvSpPr>
        <p:spPr>
          <a:xfrm xmlns:a="http://schemas.openxmlformats.org/drawingml/2006/main">
            <a:off x="362713" y="2585945"/>
            <a:ext cx="235055" cy="94813"/>
          </a:xfrm>
          <a:custGeom xmlns:a="http://schemas.openxmlformats.org/drawingml/2006/main">
            <a:pathLst>
              <a:path w="235055"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12359" y="24228"/>
                </a:moveTo>
                <a:cubicBezTo>
                  <a:pt x="121983" y="24228"/>
                  <a:pt x="129667" y="27302"/>
                  <a:pt x="135411" y="33449"/>
                </a:cubicBezTo>
                <a:cubicBezTo>
                  <a:pt x="141155" y="39596"/>
                  <a:pt x="144027" y="48286"/>
                  <a:pt x="144027" y="59521"/>
                </a:cubicBezTo>
                <a:cubicBezTo>
                  <a:pt x="144027" y="70713"/>
                  <a:pt x="141155" y="79393"/>
                  <a:pt x="135411" y="85561"/>
                </a:cubicBezTo>
                <a:cubicBezTo>
                  <a:pt x="129667" y="91729"/>
                  <a:pt x="121983" y="94813"/>
                  <a:pt x="112359" y="94813"/>
                </a:cubicBezTo>
                <a:cubicBezTo>
                  <a:pt x="102778" y="94813"/>
                  <a:pt x="95116" y="91729"/>
                  <a:pt x="89371" y="85561"/>
                </a:cubicBezTo>
                <a:cubicBezTo>
                  <a:pt x="83627" y="79393"/>
                  <a:pt x="80755" y="70713"/>
                  <a:pt x="80755" y="59521"/>
                </a:cubicBezTo>
                <a:cubicBezTo>
                  <a:pt x="80755" y="48286"/>
                  <a:pt x="83627" y="39596"/>
                  <a:pt x="89371" y="33449"/>
                </a:cubicBezTo>
                <a:cubicBezTo>
                  <a:pt x="95116" y="27302"/>
                  <a:pt x="102778" y="24228"/>
                  <a:pt x="112359" y="24228"/>
                </a:cubicBezTo>
                <a:moveTo>
                  <a:pt x="112359" y="85402"/>
                </a:moveTo>
                <a:cubicBezTo>
                  <a:pt x="118083" y="85402"/>
                  <a:pt x="122725" y="83229"/>
                  <a:pt x="126286" y="78884"/>
                </a:cubicBezTo>
                <a:cubicBezTo>
                  <a:pt x="129847" y="74539"/>
                  <a:pt x="131627" y="68084"/>
                  <a:pt x="131627" y="59521"/>
                </a:cubicBezTo>
                <a:cubicBezTo>
                  <a:pt x="131627" y="50915"/>
                  <a:pt x="129847" y="44439"/>
                  <a:pt x="126286" y="40094"/>
                </a:cubicBezTo>
                <a:cubicBezTo>
                  <a:pt x="122725" y="35748"/>
                  <a:pt x="118083" y="33576"/>
                  <a:pt x="112359" y="33576"/>
                </a:cubicBezTo>
                <a:cubicBezTo>
                  <a:pt x="106636" y="33576"/>
                  <a:pt x="101994" y="35748"/>
                  <a:pt x="98433" y="40094"/>
                </a:cubicBezTo>
                <a:cubicBezTo>
                  <a:pt x="94872" y="44439"/>
                  <a:pt x="93091" y="50915"/>
                  <a:pt x="93091" y="59521"/>
                </a:cubicBezTo>
                <a:cubicBezTo>
                  <a:pt x="93091" y="68084"/>
                  <a:pt x="94872" y="74539"/>
                  <a:pt x="98433" y="78884"/>
                </a:cubicBezTo>
                <a:cubicBezTo>
                  <a:pt x="101994" y="83229"/>
                  <a:pt x="106636" y="85402"/>
                  <a:pt x="112359" y="85402"/>
                </a:cubicBezTo>
                <a:close/>
                <a:moveTo>
                  <a:pt x="235055" y="0"/>
                </a:moveTo>
                <a:lnTo>
                  <a:pt x="198809" y="93224"/>
                </a:lnTo>
                <a:lnTo>
                  <a:pt x="186091" y="93224"/>
                </a:lnTo>
                <a:lnTo>
                  <a:pt x="149844" y="0"/>
                </a:lnTo>
                <a:lnTo>
                  <a:pt x="163007" y="0"/>
                </a:lnTo>
                <a:lnTo>
                  <a:pt x="192450" y="79933"/>
                </a:lnTo>
                <a:lnTo>
                  <a:pt x="221892" y="0"/>
                </a:lnTo>
                <a:lnTo>
                  <a:pt x="235055" y="0"/>
                </a:lnTo>
                <a:close/>
              </a:path>
            </a:pathLst>
          </a:custGeom>
          <a:solidFill xmlns:a="http://schemas.openxmlformats.org/drawingml/2006/main">
            <a:srgbClr val="000000"/>
          </a:solidFill>
          <a:ln xmlns:a="http://schemas.openxmlformats.org/drawingml/2006/main" w="0" cap="flat">
            <a:noFill/>
            <a:miter/>
          </a:ln>
        </p:spPr>
      </p:sp>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8ce9d23c656e4a33"/>
          <a:stretch xmlns:a="http://schemas.openxmlformats.org/drawingml/2006/main"/>
        </p:blipFill>
        <p:spPr>
          <a:xfrm xmlns:a="http://schemas.openxmlformats.org/drawingml/2006/main">
            <a:off x="1360297" y="1587812"/>
            <a:ext cx="436933" cy="436933"/>
          </a:xfrm>
          <a:prstGeom xmlns:a="http://schemas.openxmlformats.org/drawingml/2006/main" prst="rect">
            <a:avLst/>
          </a:prstGeom>
        </p:spPr>
      </p:pic>
      <p:sp>
        <p:nvSpPr>
          <p:cNvPr id="56" name="Text Vulnerability ">
            <a:extLst xmlns:a="http://schemas.openxmlformats.org/drawingml/2006/main">
              <a:ext uri="{FF2B5EF4-FFF2-40B4-BE49-F238E27FC236}">
                <a16:creationId xmlns:a16="http://schemas.microsoft.com/office/drawing/2014/main" id="{0B241127-AB9D-4E62-8F44-F52DC0D6E87F}"/>
              </a:ext>
            </a:extLst>
          </p:cNvPr>
          <p:cNvSpPr>
            <a:spLocks xmlns:a="http://schemas.openxmlformats.org/drawingml/2006/main" noGrp="1"/>
          </p:cNvSpPr>
          <p:nvPr/>
        </p:nvSpPr>
        <p:spPr>
          <a:xfrm xmlns:a="http://schemas.openxmlformats.org/drawingml/2006/main">
            <a:off x="1222356" y="2064360"/>
            <a:ext cx="711562" cy="120568"/>
          </a:xfrm>
          <a:custGeom xmlns:a="http://schemas.openxmlformats.org/drawingml/2006/main">
            <a:pathLst>
              <a:path w="711562" h="120568">
                <a:moveTo>
                  <a:pt x="85211" y="0"/>
                </a:moveTo>
                <a:lnTo>
                  <a:pt x="48965" y="93224"/>
                </a:lnTo>
                <a:lnTo>
                  <a:pt x="36247" y="93224"/>
                </a:lnTo>
                <a:lnTo>
                  <a:pt x="0" y="0"/>
                </a:lnTo>
                <a:lnTo>
                  <a:pt x="13163" y="0"/>
                </a:lnTo>
                <a:lnTo>
                  <a:pt x="42606" y="79933"/>
                </a:lnTo>
                <a:lnTo>
                  <a:pt x="72048" y="0"/>
                </a:lnTo>
                <a:lnTo>
                  <a:pt x="85211" y="0"/>
                </a:lnTo>
                <a:close/>
                <a:moveTo>
                  <a:pt x="137414" y="84639"/>
                </a:moveTo>
                <a:cubicBezTo>
                  <a:pt x="131437" y="91422"/>
                  <a:pt x="124717" y="94813"/>
                  <a:pt x="117256" y="94813"/>
                </a:cubicBezTo>
                <a:cubicBezTo>
                  <a:pt x="102037" y="94813"/>
                  <a:pt x="94427" y="86504"/>
                  <a:pt x="94427" y="69886"/>
                </a:cubicBezTo>
                <a:lnTo>
                  <a:pt x="94427" y="25754"/>
                </a:lnTo>
                <a:lnTo>
                  <a:pt x="106446" y="25754"/>
                </a:lnTo>
                <a:lnTo>
                  <a:pt x="106446" y="69377"/>
                </a:lnTo>
                <a:cubicBezTo>
                  <a:pt x="106446" y="74888"/>
                  <a:pt x="107421" y="78852"/>
                  <a:pt x="109371" y="81269"/>
                </a:cubicBezTo>
                <a:cubicBezTo>
                  <a:pt x="111321" y="83685"/>
                  <a:pt x="114543" y="84893"/>
                  <a:pt x="119037" y="84893"/>
                </a:cubicBezTo>
                <a:cubicBezTo>
                  <a:pt x="125735" y="84893"/>
                  <a:pt x="131861" y="81290"/>
                  <a:pt x="137414" y="74083"/>
                </a:cubicBezTo>
                <a:lnTo>
                  <a:pt x="137414" y="25754"/>
                </a:lnTo>
                <a:lnTo>
                  <a:pt x="149369" y="25754"/>
                </a:lnTo>
                <a:lnTo>
                  <a:pt x="149369" y="93224"/>
                </a:lnTo>
                <a:lnTo>
                  <a:pt x="137414" y="93224"/>
                </a:lnTo>
                <a:lnTo>
                  <a:pt x="137414" y="84639"/>
                </a:lnTo>
                <a:close/>
                <a:moveTo>
                  <a:pt x="179605" y="93224"/>
                </a:moveTo>
                <a:lnTo>
                  <a:pt x="167586" y="93224"/>
                </a:lnTo>
                <a:lnTo>
                  <a:pt x="167586" y="0"/>
                </a:lnTo>
                <a:lnTo>
                  <a:pt x="179605" y="0"/>
                </a:lnTo>
                <a:lnTo>
                  <a:pt x="179605" y="93224"/>
                </a:lnTo>
                <a:close/>
                <a:moveTo>
                  <a:pt x="208907" y="34339"/>
                </a:moveTo>
                <a:cubicBezTo>
                  <a:pt x="214885" y="27598"/>
                  <a:pt x="221604" y="24228"/>
                  <a:pt x="229065" y="24228"/>
                </a:cubicBezTo>
                <a:cubicBezTo>
                  <a:pt x="244285" y="24228"/>
                  <a:pt x="251894" y="32516"/>
                  <a:pt x="251894" y="49092"/>
                </a:cubicBezTo>
                <a:lnTo>
                  <a:pt x="251894" y="93224"/>
                </a:lnTo>
                <a:lnTo>
                  <a:pt x="239876" y="93224"/>
                </a:lnTo>
                <a:lnTo>
                  <a:pt x="239876" y="49601"/>
                </a:lnTo>
                <a:cubicBezTo>
                  <a:pt x="239876" y="44089"/>
                  <a:pt x="238890" y="40126"/>
                  <a:pt x="236919" y="37709"/>
                </a:cubicBezTo>
                <a:cubicBezTo>
                  <a:pt x="234948" y="35293"/>
                  <a:pt x="231715" y="34085"/>
                  <a:pt x="227221" y="34085"/>
                </a:cubicBezTo>
                <a:cubicBezTo>
                  <a:pt x="221117" y="34085"/>
                  <a:pt x="215012" y="37688"/>
                  <a:pt x="208907" y="44895"/>
                </a:cubicBezTo>
                <a:lnTo>
                  <a:pt x="208907" y="93224"/>
                </a:lnTo>
                <a:lnTo>
                  <a:pt x="196889" y="93224"/>
                </a:lnTo>
                <a:lnTo>
                  <a:pt x="196889" y="25754"/>
                </a:lnTo>
                <a:lnTo>
                  <a:pt x="208907" y="25754"/>
                </a:lnTo>
                <a:lnTo>
                  <a:pt x="208907" y="34339"/>
                </a:lnTo>
                <a:close/>
                <a:moveTo>
                  <a:pt x="297821" y="94813"/>
                </a:moveTo>
                <a:cubicBezTo>
                  <a:pt x="287901" y="94813"/>
                  <a:pt x="279931" y="91708"/>
                  <a:pt x="273911" y="85497"/>
                </a:cubicBezTo>
                <a:cubicBezTo>
                  <a:pt x="267891" y="79287"/>
                  <a:pt x="264881" y="70628"/>
                  <a:pt x="264881" y="59521"/>
                </a:cubicBezTo>
                <a:cubicBezTo>
                  <a:pt x="264881" y="48498"/>
                  <a:pt x="267796" y="39861"/>
                  <a:pt x="273625" y="33608"/>
                </a:cubicBezTo>
                <a:cubicBezTo>
                  <a:pt x="279454" y="27355"/>
                  <a:pt x="287075" y="24228"/>
                  <a:pt x="296486" y="24228"/>
                </a:cubicBezTo>
                <a:cubicBezTo>
                  <a:pt x="306109" y="24228"/>
                  <a:pt x="313793" y="27302"/>
                  <a:pt x="319538" y="33449"/>
                </a:cubicBezTo>
                <a:cubicBezTo>
                  <a:pt x="325282" y="39596"/>
                  <a:pt x="328154" y="48286"/>
                  <a:pt x="328154" y="59521"/>
                </a:cubicBezTo>
                <a:lnTo>
                  <a:pt x="328154" y="62382"/>
                </a:lnTo>
                <a:lnTo>
                  <a:pt x="277345" y="62382"/>
                </a:lnTo>
                <a:cubicBezTo>
                  <a:pt x="277854" y="70183"/>
                  <a:pt x="280005" y="75969"/>
                  <a:pt x="283800" y="79743"/>
                </a:cubicBezTo>
                <a:cubicBezTo>
                  <a:pt x="287594" y="83516"/>
                  <a:pt x="292268" y="85402"/>
                  <a:pt x="297821" y="85402"/>
                </a:cubicBezTo>
                <a:cubicBezTo>
                  <a:pt x="302018" y="85402"/>
                  <a:pt x="305802" y="84332"/>
                  <a:pt x="309172" y="82191"/>
                </a:cubicBezTo>
                <a:cubicBezTo>
                  <a:pt x="312543" y="80050"/>
                  <a:pt x="314313" y="77008"/>
                  <a:pt x="314482" y="73066"/>
                </a:cubicBezTo>
                <a:lnTo>
                  <a:pt x="326882" y="73066"/>
                </a:lnTo>
                <a:cubicBezTo>
                  <a:pt x="325950" y="80018"/>
                  <a:pt x="322802" y="85381"/>
                  <a:pt x="317439" y="89154"/>
                </a:cubicBezTo>
                <a:cubicBezTo>
                  <a:pt x="312076" y="92927"/>
                  <a:pt x="305537" y="94813"/>
                  <a:pt x="297821" y="94813"/>
                </a:cubicBezTo>
                <a:moveTo>
                  <a:pt x="315500" y="52971"/>
                </a:moveTo>
                <a:cubicBezTo>
                  <a:pt x="314525" y="46485"/>
                  <a:pt x="312341" y="41631"/>
                  <a:pt x="308950" y="38409"/>
                </a:cubicBezTo>
                <a:cubicBezTo>
                  <a:pt x="305558" y="35187"/>
                  <a:pt x="301404" y="33576"/>
                  <a:pt x="296486" y="33576"/>
                </a:cubicBezTo>
                <a:cubicBezTo>
                  <a:pt x="291695" y="33576"/>
                  <a:pt x="287583" y="35176"/>
                  <a:pt x="284149" y="38377"/>
                </a:cubicBezTo>
                <a:cubicBezTo>
                  <a:pt x="280716" y="41578"/>
                  <a:pt x="278532" y="46442"/>
                  <a:pt x="277600" y="52971"/>
                </a:cubicBezTo>
                <a:lnTo>
                  <a:pt x="315500" y="52971"/>
                </a:lnTo>
                <a:close/>
                <a:moveTo>
                  <a:pt x="376825" y="36692"/>
                </a:moveTo>
                <a:cubicBezTo>
                  <a:pt x="375129" y="36183"/>
                  <a:pt x="372691" y="35929"/>
                  <a:pt x="369512" y="35929"/>
                </a:cubicBezTo>
                <a:cubicBezTo>
                  <a:pt x="363407" y="35929"/>
                  <a:pt x="358172" y="39129"/>
                  <a:pt x="353805" y="45531"/>
                </a:cubicBezTo>
                <a:lnTo>
                  <a:pt x="353805" y="93224"/>
                </a:lnTo>
                <a:lnTo>
                  <a:pt x="341786" y="93224"/>
                </a:lnTo>
                <a:lnTo>
                  <a:pt x="341786" y="25754"/>
                </a:lnTo>
                <a:lnTo>
                  <a:pt x="353805" y="25754"/>
                </a:lnTo>
                <a:lnTo>
                  <a:pt x="353805" y="35166"/>
                </a:lnTo>
                <a:cubicBezTo>
                  <a:pt x="358850" y="27874"/>
                  <a:pt x="364700" y="24228"/>
                  <a:pt x="371356" y="24228"/>
                </a:cubicBezTo>
                <a:cubicBezTo>
                  <a:pt x="373052" y="24228"/>
                  <a:pt x="374875" y="24398"/>
                  <a:pt x="376825" y="24737"/>
                </a:cubicBezTo>
                <a:lnTo>
                  <a:pt x="376825" y="36692"/>
                </a:lnTo>
                <a:close/>
                <a:moveTo>
                  <a:pt x="427496" y="75482"/>
                </a:moveTo>
                <a:lnTo>
                  <a:pt x="427496" y="60538"/>
                </a:lnTo>
                <a:lnTo>
                  <a:pt x="419293" y="60538"/>
                </a:lnTo>
                <a:cubicBezTo>
                  <a:pt x="401912" y="60538"/>
                  <a:pt x="393221" y="65265"/>
                  <a:pt x="393221" y="74719"/>
                </a:cubicBezTo>
                <a:cubicBezTo>
                  <a:pt x="393221" y="78153"/>
                  <a:pt x="394493" y="80792"/>
                  <a:pt x="397036" y="82636"/>
                </a:cubicBezTo>
                <a:cubicBezTo>
                  <a:pt x="399580" y="84480"/>
                  <a:pt x="403014" y="85402"/>
                  <a:pt x="407338" y="85402"/>
                </a:cubicBezTo>
                <a:cubicBezTo>
                  <a:pt x="411281" y="85402"/>
                  <a:pt x="415096" y="84512"/>
                  <a:pt x="418784" y="82731"/>
                </a:cubicBezTo>
                <a:cubicBezTo>
                  <a:pt x="422473" y="80951"/>
                  <a:pt x="425376" y="78534"/>
                  <a:pt x="427496" y="75482"/>
                </a:cubicBezTo>
                <a:moveTo>
                  <a:pt x="427496" y="86292"/>
                </a:moveTo>
                <a:cubicBezTo>
                  <a:pt x="421391" y="91973"/>
                  <a:pt x="413527" y="94813"/>
                  <a:pt x="403904" y="94813"/>
                </a:cubicBezTo>
                <a:cubicBezTo>
                  <a:pt x="397206" y="94813"/>
                  <a:pt x="391695" y="93001"/>
                  <a:pt x="387371" y="89376"/>
                </a:cubicBezTo>
                <a:cubicBezTo>
                  <a:pt x="383046" y="85752"/>
                  <a:pt x="380884" y="81078"/>
                  <a:pt x="380884" y="75355"/>
                </a:cubicBezTo>
                <a:cubicBezTo>
                  <a:pt x="380884" y="59584"/>
                  <a:pt x="394471" y="51699"/>
                  <a:pt x="421646" y="51699"/>
                </a:cubicBezTo>
                <a:lnTo>
                  <a:pt x="427496" y="51699"/>
                </a:lnTo>
                <a:cubicBezTo>
                  <a:pt x="427496" y="46866"/>
                  <a:pt x="427242" y="43358"/>
                  <a:pt x="426733" y="41175"/>
                </a:cubicBezTo>
                <a:cubicBezTo>
                  <a:pt x="426224" y="38992"/>
                  <a:pt x="424804" y="37179"/>
                  <a:pt x="422473" y="35738"/>
                </a:cubicBezTo>
                <a:cubicBezTo>
                  <a:pt x="420141" y="34296"/>
                  <a:pt x="416431" y="33576"/>
                  <a:pt x="411344" y="33576"/>
                </a:cubicBezTo>
                <a:cubicBezTo>
                  <a:pt x="400661" y="33576"/>
                  <a:pt x="395150" y="37391"/>
                  <a:pt x="394811" y="45022"/>
                </a:cubicBezTo>
                <a:lnTo>
                  <a:pt x="382856" y="45022"/>
                </a:lnTo>
                <a:cubicBezTo>
                  <a:pt x="383746" y="31159"/>
                  <a:pt x="393454" y="24228"/>
                  <a:pt x="411980" y="24228"/>
                </a:cubicBezTo>
                <a:cubicBezTo>
                  <a:pt x="420628" y="24228"/>
                  <a:pt x="427369" y="25945"/>
                  <a:pt x="432202" y="29379"/>
                </a:cubicBezTo>
                <a:cubicBezTo>
                  <a:pt x="437035" y="32813"/>
                  <a:pt x="439451" y="39553"/>
                  <a:pt x="439451" y="49601"/>
                </a:cubicBezTo>
                <a:lnTo>
                  <a:pt x="439451" y="93224"/>
                </a:lnTo>
                <a:lnTo>
                  <a:pt x="427496" y="93224"/>
                </a:lnTo>
                <a:lnTo>
                  <a:pt x="427496" y="86292"/>
                </a:lnTo>
                <a:close/>
                <a:moveTo>
                  <a:pt x="469426" y="33830"/>
                </a:moveTo>
                <a:cubicBezTo>
                  <a:pt x="474768" y="27429"/>
                  <a:pt x="481190" y="24228"/>
                  <a:pt x="488694" y="24228"/>
                </a:cubicBezTo>
                <a:cubicBezTo>
                  <a:pt x="497512" y="24228"/>
                  <a:pt x="504337" y="27355"/>
                  <a:pt x="509170" y="33608"/>
                </a:cubicBezTo>
                <a:cubicBezTo>
                  <a:pt x="514003" y="39861"/>
                  <a:pt x="516420" y="48308"/>
                  <a:pt x="516420" y="58948"/>
                </a:cubicBezTo>
                <a:cubicBezTo>
                  <a:pt x="516420" y="70013"/>
                  <a:pt x="513717" y="78757"/>
                  <a:pt x="508312" y="85180"/>
                </a:cubicBezTo>
                <a:cubicBezTo>
                  <a:pt x="502907" y="91602"/>
                  <a:pt x="496092" y="94813"/>
                  <a:pt x="487867" y="94813"/>
                </a:cubicBezTo>
                <a:cubicBezTo>
                  <a:pt x="480576" y="94813"/>
                  <a:pt x="474429" y="92545"/>
                  <a:pt x="469426" y="88009"/>
                </a:cubicBezTo>
                <a:lnTo>
                  <a:pt x="469426" y="93224"/>
                </a:lnTo>
                <a:lnTo>
                  <a:pt x="457408" y="93224"/>
                </a:lnTo>
                <a:lnTo>
                  <a:pt x="457408" y="0"/>
                </a:lnTo>
                <a:lnTo>
                  <a:pt x="469426" y="0"/>
                </a:lnTo>
                <a:lnTo>
                  <a:pt x="469426" y="33830"/>
                </a:lnTo>
                <a:moveTo>
                  <a:pt x="469426" y="77199"/>
                </a:moveTo>
                <a:cubicBezTo>
                  <a:pt x="474556" y="82668"/>
                  <a:pt x="480449" y="85402"/>
                  <a:pt x="487104" y="85402"/>
                </a:cubicBezTo>
                <a:cubicBezTo>
                  <a:pt x="492276" y="85402"/>
                  <a:pt x="496389" y="83187"/>
                  <a:pt x="499441" y="78757"/>
                </a:cubicBezTo>
                <a:cubicBezTo>
                  <a:pt x="502493" y="74327"/>
                  <a:pt x="504019" y="67724"/>
                  <a:pt x="504019" y="58948"/>
                </a:cubicBezTo>
                <a:cubicBezTo>
                  <a:pt x="504019" y="50639"/>
                  <a:pt x="502578" y="44333"/>
                  <a:pt x="499695" y="40030"/>
                </a:cubicBezTo>
                <a:cubicBezTo>
                  <a:pt x="496812" y="35727"/>
                  <a:pt x="492785" y="33576"/>
                  <a:pt x="487613" y="33576"/>
                </a:cubicBezTo>
                <a:cubicBezTo>
                  <a:pt x="480957" y="33576"/>
                  <a:pt x="474895" y="37434"/>
                  <a:pt x="469426" y="45149"/>
                </a:cubicBezTo>
                <a:lnTo>
                  <a:pt x="469426" y="77199"/>
                </a:lnTo>
                <a:close/>
                <a:moveTo>
                  <a:pt x="542070" y="93224"/>
                </a:moveTo>
                <a:lnTo>
                  <a:pt x="530052" y="93224"/>
                </a:lnTo>
                <a:lnTo>
                  <a:pt x="530052" y="25754"/>
                </a:lnTo>
                <a:lnTo>
                  <a:pt x="542070" y="25754"/>
                </a:lnTo>
                <a:lnTo>
                  <a:pt x="542070" y="93224"/>
                </a:lnTo>
                <a:moveTo>
                  <a:pt x="542070" y="12972"/>
                </a:moveTo>
                <a:lnTo>
                  <a:pt x="530052" y="12972"/>
                </a:lnTo>
                <a:lnTo>
                  <a:pt x="530052" y="0"/>
                </a:lnTo>
                <a:lnTo>
                  <a:pt x="542070" y="0"/>
                </a:lnTo>
                <a:lnTo>
                  <a:pt x="542070" y="12972"/>
                </a:lnTo>
                <a:close/>
                <a:moveTo>
                  <a:pt x="571373" y="93224"/>
                </a:moveTo>
                <a:lnTo>
                  <a:pt x="559354" y="93224"/>
                </a:lnTo>
                <a:lnTo>
                  <a:pt x="559354" y="0"/>
                </a:lnTo>
                <a:lnTo>
                  <a:pt x="571373" y="0"/>
                </a:lnTo>
                <a:lnTo>
                  <a:pt x="571373" y="93224"/>
                </a:lnTo>
                <a:close/>
                <a:moveTo>
                  <a:pt x="601301" y="93224"/>
                </a:moveTo>
                <a:lnTo>
                  <a:pt x="589282" y="93224"/>
                </a:lnTo>
                <a:lnTo>
                  <a:pt x="589282" y="25754"/>
                </a:lnTo>
                <a:lnTo>
                  <a:pt x="601301" y="25754"/>
                </a:lnTo>
                <a:lnTo>
                  <a:pt x="601301" y="93224"/>
                </a:lnTo>
                <a:moveTo>
                  <a:pt x="601301" y="12972"/>
                </a:moveTo>
                <a:lnTo>
                  <a:pt x="589282" y="12972"/>
                </a:lnTo>
                <a:lnTo>
                  <a:pt x="589282" y="0"/>
                </a:lnTo>
                <a:lnTo>
                  <a:pt x="601301" y="0"/>
                </a:lnTo>
                <a:lnTo>
                  <a:pt x="601301" y="12972"/>
                </a:lnTo>
                <a:close/>
                <a:moveTo>
                  <a:pt x="645409" y="93351"/>
                </a:moveTo>
                <a:cubicBezTo>
                  <a:pt x="642780" y="93860"/>
                  <a:pt x="639919" y="94114"/>
                  <a:pt x="636824" y="94114"/>
                </a:cubicBezTo>
                <a:cubicBezTo>
                  <a:pt x="631906" y="94114"/>
                  <a:pt x="628303" y="93234"/>
                  <a:pt x="626014" y="91475"/>
                </a:cubicBezTo>
                <a:cubicBezTo>
                  <a:pt x="623724" y="89716"/>
                  <a:pt x="622304" y="87458"/>
                  <a:pt x="621753" y="84703"/>
                </a:cubicBezTo>
                <a:cubicBezTo>
                  <a:pt x="621202" y="81947"/>
                  <a:pt x="620926" y="78195"/>
                  <a:pt x="620926" y="73447"/>
                </a:cubicBezTo>
                <a:lnTo>
                  <a:pt x="620926" y="35166"/>
                </a:lnTo>
                <a:lnTo>
                  <a:pt x="612596" y="35166"/>
                </a:lnTo>
                <a:lnTo>
                  <a:pt x="612596" y="25754"/>
                </a:lnTo>
                <a:lnTo>
                  <a:pt x="620926" y="25754"/>
                </a:lnTo>
                <a:lnTo>
                  <a:pt x="620926" y="8966"/>
                </a:lnTo>
                <a:lnTo>
                  <a:pt x="632881" y="8966"/>
                </a:lnTo>
                <a:lnTo>
                  <a:pt x="632881" y="25754"/>
                </a:lnTo>
                <a:lnTo>
                  <a:pt x="643819" y="25754"/>
                </a:lnTo>
                <a:lnTo>
                  <a:pt x="643819" y="35166"/>
                </a:lnTo>
                <a:lnTo>
                  <a:pt x="632881" y="35166"/>
                </a:lnTo>
                <a:lnTo>
                  <a:pt x="632881" y="74083"/>
                </a:lnTo>
                <a:cubicBezTo>
                  <a:pt x="632881" y="78704"/>
                  <a:pt x="633464" y="81640"/>
                  <a:pt x="634630" y="82890"/>
                </a:cubicBezTo>
                <a:cubicBezTo>
                  <a:pt x="635796" y="84141"/>
                  <a:pt x="637396" y="84766"/>
                  <a:pt x="639431" y="84766"/>
                </a:cubicBezTo>
                <a:cubicBezTo>
                  <a:pt x="641509" y="84766"/>
                  <a:pt x="643501" y="84597"/>
                  <a:pt x="645409" y="84257"/>
                </a:cubicBezTo>
                <a:lnTo>
                  <a:pt x="645409" y="93351"/>
                </a:lnTo>
                <a:close/>
                <a:moveTo>
                  <a:pt x="658865" y="109503"/>
                </a:moveTo>
                <a:cubicBezTo>
                  <a:pt x="664800" y="109503"/>
                  <a:pt x="669654" y="104077"/>
                  <a:pt x="673427" y="93224"/>
                </a:cubicBezTo>
                <a:lnTo>
                  <a:pt x="647928" y="25754"/>
                </a:lnTo>
                <a:lnTo>
                  <a:pt x="660900" y="25754"/>
                </a:lnTo>
                <a:lnTo>
                  <a:pt x="678769" y="78534"/>
                </a:lnTo>
                <a:lnTo>
                  <a:pt x="696638" y="25754"/>
                </a:lnTo>
                <a:lnTo>
                  <a:pt x="709610" y="25754"/>
                </a:lnTo>
                <a:lnTo>
                  <a:pt x="684111" y="93224"/>
                </a:lnTo>
                <a:cubicBezTo>
                  <a:pt x="681652" y="99668"/>
                  <a:pt x="679564" y="104638"/>
                  <a:pt x="677847" y="108136"/>
                </a:cubicBezTo>
                <a:cubicBezTo>
                  <a:pt x="676130" y="111633"/>
                  <a:pt x="673883" y="114580"/>
                  <a:pt x="671106" y="116975"/>
                </a:cubicBezTo>
                <a:cubicBezTo>
                  <a:pt x="668330" y="119370"/>
                  <a:pt x="664927" y="120568"/>
                  <a:pt x="660900" y="120568"/>
                </a:cubicBezTo>
                <a:cubicBezTo>
                  <a:pt x="657890" y="120568"/>
                  <a:pt x="655304" y="120271"/>
                  <a:pt x="653142" y="119677"/>
                </a:cubicBezTo>
                <a:lnTo>
                  <a:pt x="653142" y="108613"/>
                </a:lnTo>
                <a:cubicBezTo>
                  <a:pt x="655007" y="109206"/>
                  <a:pt x="656915" y="109503"/>
                  <a:pt x="658865" y="109503"/>
                </a:cubicBezTo>
                <a:close/>
                <a:moveTo>
                  <a:pt x="711562" y="93224"/>
                </a:moveTo>
                <a:lnTo>
                  <a:pt x="711562" y="93224"/>
                </a:lnTo>
                <a:close/>
              </a:path>
            </a:pathLst>
          </a:custGeom>
          <a:solidFill xmlns:a="http://schemas.openxmlformats.org/drawingml/2006/main">
            <a:srgbClr val="000000"/>
          </a:solidFill>
          <a:ln xmlns:a="http://schemas.openxmlformats.org/drawingml/2006/main" w="0" cap="flat">
            <a:noFill/>
            <a:miter/>
          </a:ln>
        </p:spPr>
      </p:sp>
      <p:sp>
        <p:nvSpPr>
          <p:cNvPr id="57" name="Text Localization">
            <a:extLst xmlns:a="http://schemas.openxmlformats.org/drawingml/2006/main">
              <a:ext uri="{FF2B5EF4-FFF2-40B4-BE49-F238E27FC236}">
                <a16:creationId xmlns:a16="http://schemas.microsoft.com/office/drawing/2014/main" id="{C683D434-C6BB-452E-932C-FA62BA03485E}"/>
              </a:ext>
            </a:extLst>
          </p:cNvPr>
          <p:cNvSpPr>
            <a:spLocks xmlns:a="http://schemas.openxmlformats.org/drawingml/2006/main" noGrp="1"/>
          </p:cNvSpPr>
          <p:nvPr/>
        </p:nvSpPr>
        <p:spPr>
          <a:xfrm xmlns:a="http://schemas.openxmlformats.org/drawingml/2006/main">
            <a:off x="1243091" y="2194593"/>
            <a:ext cx="671269" cy="94813"/>
          </a:xfrm>
          <a:custGeom xmlns:a="http://schemas.openxmlformats.org/drawingml/2006/main">
            <a:pathLst>
              <a:path w="671269" h="94813">
                <a:moveTo>
                  <a:pt x="57677" y="93224"/>
                </a:moveTo>
                <a:lnTo>
                  <a:pt x="0" y="93224"/>
                </a:lnTo>
                <a:lnTo>
                  <a:pt x="0" y="0"/>
                </a:lnTo>
                <a:lnTo>
                  <a:pt x="12337" y="0"/>
                </a:lnTo>
                <a:lnTo>
                  <a:pt x="12337" y="82159"/>
                </a:lnTo>
                <a:lnTo>
                  <a:pt x="57677" y="82159"/>
                </a:lnTo>
                <a:lnTo>
                  <a:pt x="57677" y="93224"/>
                </a:lnTo>
                <a:close/>
                <a:moveTo>
                  <a:pt x="98190" y="24228"/>
                </a:moveTo>
                <a:cubicBezTo>
                  <a:pt x="107813" y="24228"/>
                  <a:pt x="115497" y="27302"/>
                  <a:pt x="121241" y="33449"/>
                </a:cubicBezTo>
                <a:cubicBezTo>
                  <a:pt x="126986" y="39596"/>
                  <a:pt x="129858" y="48286"/>
                  <a:pt x="129858" y="59521"/>
                </a:cubicBezTo>
                <a:cubicBezTo>
                  <a:pt x="129858" y="70713"/>
                  <a:pt x="126986" y="79393"/>
                  <a:pt x="121241" y="85561"/>
                </a:cubicBezTo>
                <a:cubicBezTo>
                  <a:pt x="115497" y="91729"/>
                  <a:pt x="107813" y="94813"/>
                  <a:pt x="98190" y="94813"/>
                </a:cubicBezTo>
                <a:cubicBezTo>
                  <a:pt x="88609" y="94813"/>
                  <a:pt x="80946" y="91729"/>
                  <a:pt x="75202" y="85561"/>
                </a:cubicBezTo>
                <a:cubicBezTo>
                  <a:pt x="69458" y="79393"/>
                  <a:pt x="66585" y="70713"/>
                  <a:pt x="66585" y="59521"/>
                </a:cubicBezTo>
                <a:cubicBezTo>
                  <a:pt x="66585" y="48286"/>
                  <a:pt x="69458" y="39596"/>
                  <a:pt x="75202" y="33449"/>
                </a:cubicBezTo>
                <a:cubicBezTo>
                  <a:pt x="80946" y="27302"/>
                  <a:pt x="88609" y="24228"/>
                  <a:pt x="98190" y="24228"/>
                </a:cubicBezTo>
                <a:moveTo>
                  <a:pt x="98190" y="85402"/>
                </a:moveTo>
                <a:cubicBezTo>
                  <a:pt x="103913" y="85402"/>
                  <a:pt x="108555" y="83229"/>
                  <a:pt x="112116" y="78884"/>
                </a:cubicBezTo>
                <a:cubicBezTo>
                  <a:pt x="115677" y="74539"/>
                  <a:pt x="117458" y="68084"/>
                  <a:pt x="117458" y="59521"/>
                </a:cubicBezTo>
                <a:cubicBezTo>
                  <a:pt x="117458" y="50915"/>
                  <a:pt x="115677" y="44439"/>
                  <a:pt x="112116" y="40094"/>
                </a:cubicBezTo>
                <a:cubicBezTo>
                  <a:pt x="108555" y="35748"/>
                  <a:pt x="103913" y="33576"/>
                  <a:pt x="98190" y="33576"/>
                </a:cubicBezTo>
                <a:cubicBezTo>
                  <a:pt x="92467" y="33576"/>
                  <a:pt x="87825" y="35748"/>
                  <a:pt x="84264" y="40094"/>
                </a:cubicBezTo>
                <a:cubicBezTo>
                  <a:pt x="80703" y="44439"/>
                  <a:pt x="78922" y="50915"/>
                  <a:pt x="78922" y="59521"/>
                </a:cubicBezTo>
                <a:cubicBezTo>
                  <a:pt x="78922" y="68084"/>
                  <a:pt x="80703" y="74539"/>
                  <a:pt x="84264" y="78884"/>
                </a:cubicBezTo>
                <a:cubicBezTo>
                  <a:pt x="87825" y="83229"/>
                  <a:pt x="92467" y="85402"/>
                  <a:pt x="98190" y="85402"/>
                </a:cubicBezTo>
                <a:close/>
                <a:moveTo>
                  <a:pt x="170626" y="94813"/>
                </a:moveTo>
                <a:cubicBezTo>
                  <a:pt x="161045" y="94813"/>
                  <a:pt x="153382" y="91729"/>
                  <a:pt x="147638" y="85561"/>
                </a:cubicBezTo>
                <a:cubicBezTo>
                  <a:pt x="141894" y="79393"/>
                  <a:pt x="139021" y="70713"/>
                  <a:pt x="139021" y="59521"/>
                </a:cubicBezTo>
                <a:cubicBezTo>
                  <a:pt x="139021" y="48286"/>
                  <a:pt x="141894" y="39596"/>
                  <a:pt x="147638" y="33449"/>
                </a:cubicBezTo>
                <a:cubicBezTo>
                  <a:pt x="153382" y="27302"/>
                  <a:pt x="161045" y="24228"/>
                  <a:pt x="170626" y="24228"/>
                </a:cubicBezTo>
                <a:cubicBezTo>
                  <a:pt x="178002" y="24228"/>
                  <a:pt x="184160" y="26093"/>
                  <a:pt x="189099" y="29824"/>
                </a:cubicBezTo>
                <a:cubicBezTo>
                  <a:pt x="194038" y="33555"/>
                  <a:pt x="196952" y="38939"/>
                  <a:pt x="197843" y="45976"/>
                </a:cubicBezTo>
                <a:lnTo>
                  <a:pt x="185506" y="45976"/>
                </a:lnTo>
                <a:cubicBezTo>
                  <a:pt x="185337" y="41949"/>
                  <a:pt x="183821" y="38875"/>
                  <a:pt x="180959" y="36755"/>
                </a:cubicBezTo>
                <a:cubicBezTo>
                  <a:pt x="178098" y="34636"/>
                  <a:pt x="174653" y="33576"/>
                  <a:pt x="170626" y="33576"/>
                </a:cubicBezTo>
                <a:cubicBezTo>
                  <a:pt x="164903" y="33576"/>
                  <a:pt x="160261" y="35748"/>
                  <a:pt x="156700" y="40094"/>
                </a:cubicBezTo>
                <a:cubicBezTo>
                  <a:pt x="153139" y="44439"/>
                  <a:pt x="151358" y="50915"/>
                  <a:pt x="151358" y="59521"/>
                </a:cubicBezTo>
                <a:cubicBezTo>
                  <a:pt x="151358" y="68084"/>
                  <a:pt x="153139" y="74539"/>
                  <a:pt x="156700" y="78884"/>
                </a:cubicBezTo>
                <a:cubicBezTo>
                  <a:pt x="160261" y="83229"/>
                  <a:pt x="164903" y="85402"/>
                  <a:pt x="170626" y="85402"/>
                </a:cubicBezTo>
                <a:cubicBezTo>
                  <a:pt x="174653" y="85402"/>
                  <a:pt x="178098" y="84342"/>
                  <a:pt x="180959" y="82223"/>
                </a:cubicBezTo>
                <a:cubicBezTo>
                  <a:pt x="183821" y="80103"/>
                  <a:pt x="185337" y="77051"/>
                  <a:pt x="185506" y="73066"/>
                </a:cubicBezTo>
                <a:lnTo>
                  <a:pt x="197843" y="73066"/>
                </a:lnTo>
                <a:cubicBezTo>
                  <a:pt x="196952" y="80103"/>
                  <a:pt x="194038" y="85487"/>
                  <a:pt x="189099" y="89218"/>
                </a:cubicBezTo>
                <a:cubicBezTo>
                  <a:pt x="184160" y="92948"/>
                  <a:pt x="178002" y="94813"/>
                  <a:pt x="170626" y="94813"/>
                </a:cubicBezTo>
                <a:close/>
                <a:moveTo>
                  <a:pt x="251157" y="75482"/>
                </a:moveTo>
                <a:lnTo>
                  <a:pt x="251157" y="60538"/>
                </a:lnTo>
                <a:lnTo>
                  <a:pt x="242954" y="60538"/>
                </a:lnTo>
                <a:cubicBezTo>
                  <a:pt x="225573" y="60538"/>
                  <a:pt x="216882" y="65265"/>
                  <a:pt x="216882" y="74719"/>
                </a:cubicBezTo>
                <a:cubicBezTo>
                  <a:pt x="216882" y="78153"/>
                  <a:pt x="218154" y="80792"/>
                  <a:pt x="220698" y="82636"/>
                </a:cubicBezTo>
                <a:cubicBezTo>
                  <a:pt x="223241" y="84480"/>
                  <a:pt x="226675" y="85402"/>
                  <a:pt x="230999" y="85402"/>
                </a:cubicBezTo>
                <a:cubicBezTo>
                  <a:pt x="234942" y="85402"/>
                  <a:pt x="238757" y="84512"/>
                  <a:pt x="242446" y="82731"/>
                </a:cubicBezTo>
                <a:cubicBezTo>
                  <a:pt x="246134" y="80951"/>
                  <a:pt x="249038" y="78534"/>
                  <a:pt x="251157" y="75482"/>
                </a:cubicBezTo>
                <a:moveTo>
                  <a:pt x="251157" y="86292"/>
                </a:moveTo>
                <a:cubicBezTo>
                  <a:pt x="245053" y="91973"/>
                  <a:pt x="237189" y="94813"/>
                  <a:pt x="227565" y="94813"/>
                </a:cubicBezTo>
                <a:cubicBezTo>
                  <a:pt x="220867" y="94813"/>
                  <a:pt x="215356" y="93001"/>
                  <a:pt x="211032" y="89376"/>
                </a:cubicBezTo>
                <a:cubicBezTo>
                  <a:pt x="206708" y="85752"/>
                  <a:pt x="204546" y="81078"/>
                  <a:pt x="204546" y="75355"/>
                </a:cubicBezTo>
                <a:cubicBezTo>
                  <a:pt x="204546" y="59584"/>
                  <a:pt x="218133" y="51699"/>
                  <a:pt x="245307" y="51699"/>
                </a:cubicBezTo>
                <a:lnTo>
                  <a:pt x="251157" y="51699"/>
                </a:lnTo>
                <a:cubicBezTo>
                  <a:pt x="251157" y="46866"/>
                  <a:pt x="250903" y="43358"/>
                  <a:pt x="250394" y="41175"/>
                </a:cubicBezTo>
                <a:cubicBezTo>
                  <a:pt x="249886" y="38992"/>
                  <a:pt x="248465" y="37179"/>
                  <a:pt x="246134" y="35738"/>
                </a:cubicBezTo>
                <a:cubicBezTo>
                  <a:pt x="243802" y="34296"/>
                  <a:pt x="240093" y="33576"/>
                  <a:pt x="235005" y="33576"/>
                </a:cubicBezTo>
                <a:cubicBezTo>
                  <a:pt x="224322" y="33576"/>
                  <a:pt x="218811" y="37391"/>
                  <a:pt x="218472" y="45022"/>
                </a:cubicBezTo>
                <a:lnTo>
                  <a:pt x="206517" y="45022"/>
                </a:lnTo>
                <a:cubicBezTo>
                  <a:pt x="207407" y="31159"/>
                  <a:pt x="217115" y="24228"/>
                  <a:pt x="235641" y="24228"/>
                </a:cubicBezTo>
                <a:cubicBezTo>
                  <a:pt x="244290" y="24228"/>
                  <a:pt x="251030" y="25945"/>
                  <a:pt x="255863" y="29379"/>
                </a:cubicBezTo>
                <a:cubicBezTo>
                  <a:pt x="260696" y="32813"/>
                  <a:pt x="263112" y="39553"/>
                  <a:pt x="263112" y="49601"/>
                </a:cubicBezTo>
                <a:lnTo>
                  <a:pt x="263112" y="93224"/>
                </a:lnTo>
                <a:lnTo>
                  <a:pt x="251157" y="93224"/>
                </a:lnTo>
                <a:lnTo>
                  <a:pt x="251157" y="86292"/>
                </a:lnTo>
                <a:close/>
                <a:moveTo>
                  <a:pt x="292879" y="93224"/>
                </a:moveTo>
                <a:lnTo>
                  <a:pt x="280860" y="93224"/>
                </a:lnTo>
                <a:lnTo>
                  <a:pt x="280860" y="0"/>
                </a:lnTo>
                <a:lnTo>
                  <a:pt x="292879" y="0"/>
                </a:lnTo>
                <a:lnTo>
                  <a:pt x="292879" y="93224"/>
                </a:lnTo>
                <a:close/>
                <a:moveTo>
                  <a:pt x="322598" y="93224"/>
                </a:moveTo>
                <a:lnTo>
                  <a:pt x="310580" y="93224"/>
                </a:lnTo>
                <a:lnTo>
                  <a:pt x="310580" y="25754"/>
                </a:lnTo>
                <a:lnTo>
                  <a:pt x="322598" y="25754"/>
                </a:lnTo>
                <a:lnTo>
                  <a:pt x="322598" y="93224"/>
                </a:lnTo>
                <a:moveTo>
                  <a:pt x="322598" y="12972"/>
                </a:moveTo>
                <a:lnTo>
                  <a:pt x="310580" y="12972"/>
                </a:lnTo>
                <a:lnTo>
                  <a:pt x="310580" y="0"/>
                </a:lnTo>
                <a:lnTo>
                  <a:pt x="322598" y="0"/>
                </a:lnTo>
                <a:lnTo>
                  <a:pt x="322598" y="12972"/>
                </a:lnTo>
                <a:close/>
                <a:moveTo>
                  <a:pt x="393842" y="93224"/>
                </a:moveTo>
                <a:lnTo>
                  <a:pt x="334067" y="93224"/>
                </a:lnTo>
                <a:lnTo>
                  <a:pt x="334067" y="83049"/>
                </a:lnTo>
                <a:lnTo>
                  <a:pt x="376100" y="35929"/>
                </a:lnTo>
                <a:lnTo>
                  <a:pt x="336547" y="35929"/>
                </a:lnTo>
                <a:lnTo>
                  <a:pt x="336547" y="25754"/>
                </a:lnTo>
                <a:lnTo>
                  <a:pt x="391744" y="25754"/>
                </a:lnTo>
                <a:lnTo>
                  <a:pt x="391744" y="35929"/>
                </a:lnTo>
                <a:lnTo>
                  <a:pt x="349710" y="83049"/>
                </a:lnTo>
                <a:lnTo>
                  <a:pt x="393842" y="83049"/>
                </a:lnTo>
                <a:lnTo>
                  <a:pt x="393842" y="93224"/>
                </a:lnTo>
                <a:close/>
                <a:moveTo>
                  <a:pt x="448175" y="75482"/>
                </a:moveTo>
                <a:lnTo>
                  <a:pt x="448175" y="60538"/>
                </a:lnTo>
                <a:lnTo>
                  <a:pt x="439971" y="60538"/>
                </a:lnTo>
                <a:cubicBezTo>
                  <a:pt x="422590" y="60538"/>
                  <a:pt x="413899" y="65265"/>
                  <a:pt x="413899" y="74719"/>
                </a:cubicBezTo>
                <a:cubicBezTo>
                  <a:pt x="413899" y="78153"/>
                  <a:pt x="415171" y="80792"/>
                  <a:pt x="417715" y="82636"/>
                </a:cubicBezTo>
                <a:cubicBezTo>
                  <a:pt x="420258" y="84480"/>
                  <a:pt x="423692" y="85402"/>
                  <a:pt x="428016" y="85402"/>
                </a:cubicBezTo>
                <a:cubicBezTo>
                  <a:pt x="431959" y="85402"/>
                  <a:pt x="435774" y="84512"/>
                  <a:pt x="439463" y="82731"/>
                </a:cubicBezTo>
                <a:cubicBezTo>
                  <a:pt x="443151" y="80951"/>
                  <a:pt x="446055" y="78534"/>
                  <a:pt x="448175" y="75482"/>
                </a:cubicBezTo>
                <a:moveTo>
                  <a:pt x="448175" y="86292"/>
                </a:moveTo>
                <a:cubicBezTo>
                  <a:pt x="442070" y="91973"/>
                  <a:pt x="434206" y="94813"/>
                  <a:pt x="424582" y="94813"/>
                </a:cubicBezTo>
                <a:cubicBezTo>
                  <a:pt x="417884" y="94813"/>
                  <a:pt x="412373" y="93001"/>
                  <a:pt x="408049" y="89376"/>
                </a:cubicBezTo>
                <a:cubicBezTo>
                  <a:pt x="403725" y="85752"/>
                  <a:pt x="401563" y="81078"/>
                  <a:pt x="401563" y="75355"/>
                </a:cubicBezTo>
                <a:cubicBezTo>
                  <a:pt x="401563" y="59584"/>
                  <a:pt x="415150" y="51699"/>
                  <a:pt x="442324" y="51699"/>
                </a:cubicBezTo>
                <a:lnTo>
                  <a:pt x="448175" y="51699"/>
                </a:lnTo>
                <a:cubicBezTo>
                  <a:pt x="448175" y="46866"/>
                  <a:pt x="447920" y="43358"/>
                  <a:pt x="447411" y="41175"/>
                </a:cubicBezTo>
                <a:cubicBezTo>
                  <a:pt x="446903" y="38992"/>
                  <a:pt x="445483" y="37179"/>
                  <a:pt x="443151" y="35738"/>
                </a:cubicBezTo>
                <a:cubicBezTo>
                  <a:pt x="440819" y="34296"/>
                  <a:pt x="437110" y="33576"/>
                  <a:pt x="432023" y="33576"/>
                </a:cubicBezTo>
                <a:cubicBezTo>
                  <a:pt x="421339" y="33576"/>
                  <a:pt x="415828" y="37391"/>
                  <a:pt x="415489" y="45022"/>
                </a:cubicBezTo>
                <a:lnTo>
                  <a:pt x="403534" y="45022"/>
                </a:lnTo>
                <a:cubicBezTo>
                  <a:pt x="404424" y="31159"/>
                  <a:pt x="414132" y="24228"/>
                  <a:pt x="432658" y="24228"/>
                </a:cubicBezTo>
                <a:cubicBezTo>
                  <a:pt x="441307" y="24228"/>
                  <a:pt x="448047" y="25945"/>
                  <a:pt x="452880" y="29379"/>
                </a:cubicBezTo>
                <a:cubicBezTo>
                  <a:pt x="457713" y="32813"/>
                  <a:pt x="460130" y="39553"/>
                  <a:pt x="460130" y="49601"/>
                </a:cubicBezTo>
                <a:lnTo>
                  <a:pt x="460130" y="93224"/>
                </a:lnTo>
                <a:lnTo>
                  <a:pt x="448175" y="93224"/>
                </a:lnTo>
                <a:lnTo>
                  <a:pt x="448175" y="86292"/>
                </a:lnTo>
                <a:close/>
                <a:moveTo>
                  <a:pt x="504077" y="93351"/>
                </a:moveTo>
                <a:cubicBezTo>
                  <a:pt x="501448" y="93860"/>
                  <a:pt x="498587" y="94114"/>
                  <a:pt x="495492" y="94114"/>
                </a:cubicBezTo>
                <a:cubicBezTo>
                  <a:pt x="490574" y="94114"/>
                  <a:pt x="486971" y="93234"/>
                  <a:pt x="484682" y="91475"/>
                </a:cubicBezTo>
                <a:cubicBezTo>
                  <a:pt x="482392" y="89716"/>
                  <a:pt x="480972" y="87458"/>
                  <a:pt x="480421" y="84703"/>
                </a:cubicBezTo>
                <a:cubicBezTo>
                  <a:pt x="479870" y="81947"/>
                  <a:pt x="479595" y="78195"/>
                  <a:pt x="479595" y="73447"/>
                </a:cubicBezTo>
                <a:lnTo>
                  <a:pt x="479595" y="35166"/>
                </a:lnTo>
                <a:lnTo>
                  <a:pt x="471264" y="35166"/>
                </a:lnTo>
                <a:lnTo>
                  <a:pt x="471264" y="25754"/>
                </a:lnTo>
                <a:lnTo>
                  <a:pt x="479595" y="25754"/>
                </a:lnTo>
                <a:lnTo>
                  <a:pt x="479595" y="8966"/>
                </a:lnTo>
                <a:lnTo>
                  <a:pt x="491550" y="8966"/>
                </a:lnTo>
                <a:lnTo>
                  <a:pt x="491550" y="25754"/>
                </a:lnTo>
                <a:lnTo>
                  <a:pt x="502487" y="25754"/>
                </a:lnTo>
                <a:lnTo>
                  <a:pt x="502487" y="35166"/>
                </a:lnTo>
                <a:lnTo>
                  <a:pt x="491550" y="35166"/>
                </a:lnTo>
                <a:lnTo>
                  <a:pt x="491550" y="74083"/>
                </a:lnTo>
                <a:cubicBezTo>
                  <a:pt x="491550" y="78704"/>
                  <a:pt x="492132" y="81640"/>
                  <a:pt x="493298" y="82890"/>
                </a:cubicBezTo>
                <a:cubicBezTo>
                  <a:pt x="494464" y="84141"/>
                  <a:pt x="496064" y="84766"/>
                  <a:pt x="498099" y="84766"/>
                </a:cubicBezTo>
                <a:cubicBezTo>
                  <a:pt x="500177" y="84766"/>
                  <a:pt x="502169" y="84597"/>
                  <a:pt x="504077" y="84257"/>
                </a:cubicBezTo>
                <a:lnTo>
                  <a:pt x="504077" y="93351"/>
                </a:lnTo>
                <a:close/>
                <a:moveTo>
                  <a:pt x="526127" y="93224"/>
                </a:moveTo>
                <a:lnTo>
                  <a:pt x="514108" y="93224"/>
                </a:lnTo>
                <a:lnTo>
                  <a:pt x="514108" y="25754"/>
                </a:lnTo>
                <a:lnTo>
                  <a:pt x="526127" y="25754"/>
                </a:lnTo>
                <a:lnTo>
                  <a:pt x="526127" y="93224"/>
                </a:lnTo>
                <a:moveTo>
                  <a:pt x="526127" y="12972"/>
                </a:moveTo>
                <a:lnTo>
                  <a:pt x="514108" y="12972"/>
                </a:lnTo>
                <a:lnTo>
                  <a:pt x="514108" y="0"/>
                </a:lnTo>
                <a:lnTo>
                  <a:pt x="526127" y="0"/>
                </a:lnTo>
                <a:lnTo>
                  <a:pt x="526127" y="12972"/>
                </a:lnTo>
                <a:close/>
                <a:moveTo>
                  <a:pt x="571171" y="24228"/>
                </a:moveTo>
                <a:cubicBezTo>
                  <a:pt x="580795" y="24228"/>
                  <a:pt x="588479" y="27302"/>
                  <a:pt x="594223" y="33449"/>
                </a:cubicBezTo>
                <a:cubicBezTo>
                  <a:pt x="599967" y="39596"/>
                  <a:pt x="602840" y="48286"/>
                  <a:pt x="602840" y="59521"/>
                </a:cubicBezTo>
                <a:cubicBezTo>
                  <a:pt x="602840" y="70713"/>
                  <a:pt x="599967" y="79393"/>
                  <a:pt x="594223" y="85561"/>
                </a:cubicBezTo>
                <a:cubicBezTo>
                  <a:pt x="588479" y="91729"/>
                  <a:pt x="580795" y="94813"/>
                  <a:pt x="571171" y="94813"/>
                </a:cubicBezTo>
                <a:cubicBezTo>
                  <a:pt x="561590" y="94813"/>
                  <a:pt x="553928" y="91729"/>
                  <a:pt x="548183" y="85561"/>
                </a:cubicBezTo>
                <a:cubicBezTo>
                  <a:pt x="542439" y="79393"/>
                  <a:pt x="539567" y="70713"/>
                  <a:pt x="539567" y="59521"/>
                </a:cubicBezTo>
                <a:cubicBezTo>
                  <a:pt x="539567" y="48286"/>
                  <a:pt x="542439" y="39596"/>
                  <a:pt x="548183" y="33449"/>
                </a:cubicBezTo>
                <a:cubicBezTo>
                  <a:pt x="553928" y="27302"/>
                  <a:pt x="561590" y="24228"/>
                  <a:pt x="571171" y="24228"/>
                </a:cubicBezTo>
                <a:moveTo>
                  <a:pt x="571171" y="85402"/>
                </a:moveTo>
                <a:cubicBezTo>
                  <a:pt x="576895" y="85402"/>
                  <a:pt x="581537" y="83229"/>
                  <a:pt x="585098" y="78884"/>
                </a:cubicBezTo>
                <a:cubicBezTo>
                  <a:pt x="588659" y="74539"/>
                  <a:pt x="590439" y="68084"/>
                  <a:pt x="590439" y="59521"/>
                </a:cubicBezTo>
                <a:cubicBezTo>
                  <a:pt x="590439" y="50915"/>
                  <a:pt x="588659" y="44439"/>
                  <a:pt x="585098" y="40094"/>
                </a:cubicBezTo>
                <a:cubicBezTo>
                  <a:pt x="581537" y="35748"/>
                  <a:pt x="576895" y="33576"/>
                  <a:pt x="571171" y="33576"/>
                </a:cubicBezTo>
                <a:cubicBezTo>
                  <a:pt x="565448" y="33576"/>
                  <a:pt x="560806" y="35748"/>
                  <a:pt x="557245" y="40094"/>
                </a:cubicBezTo>
                <a:cubicBezTo>
                  <a:pt x="553684" y="44439"/>
                  <a:pt x="551904" y="50915"/>
                  <a:pt x="551904" y="59521"/>
                </a:cubicBezTo>
                <a:cubicBezTo>
                  <a:pt x="551904" y="68084"/>
                  <a:pt x="553684" y="74539"/>
                  <a:pt x="557245" y="78884"/>
                </a:cubicBezTo>
                <a:cubicBezTo>
                  <a:pt x="560806" y="83229"/>
                  <a:pt x="565448" y="85402"/>
                  <a:pt x="571171" y="85402"/>
                </a:cubicBezTo>
                <a:close/>
                <a:moveTo>
                  <a:pt x="628282" y="34339"/>
                </a:moveTo>
                <a:cubicBezTo>
                  <a:pt x="634259" y="27598"/>
                  <a:pt x="640979" y="24228"/>
                  <a:pt x="648440" y="24228"/>
                </a:cubicBezTo>
                <a:cubicBezTo>
                  <a:pt x="663659" y="24228"/>
                  <a:pt x="671269" y="32516"/>
                  <a:pt x="671269" y="49092"/>
                </a:cubicBezTo>
                <a:lnTo>
                  <a:pt x="671269" y="93224"/>
                </a:lnTo>
                <a:lnTo>
                  <a:pt x="659250" y="93224"/>
                </a:lnTo>
                <a:lnTo>
                  <a:pt x="659250" y="49601"/>
                </a:lnTo>
                <a:cubicBezTo>
                  <a:pt x="659250" y="44089"/>
                  <a:pt x="658265" y="40126"/>
                  <a:pt x="656294" y="37709"/>
                </a:cubicBezTo>
                <a:cubicBezTo>
                  <a:pt x="654322" y="35293"/>
                  <a:pt x="651090" y="34085"/>
                  <a:pt x="646596" y="34085"/>
                </a:cubicBezTo>
                <a:cubicBezTo>
                  <a:pt x="640491" y="34085"/>
                  <a:pt x="634387" y="37688"/>
                  <a:pt x="628282" y="44895"/>
                </a:cubicBezTo>
                <a:lnTo>
                  <a:pt x="628282" y="93224"/>
                </a:lnTo>
                <a:lnTo>
                  <a:pt x="616263" y="93224"/>
                </a:lnTo>
                <a:lnTo>
                  <a:pt x="616263" y="25754"/>
                </a:lnTo>
                <a:lnTo>
                  <a:pt x="628282" y="25754"/>
                </a:lnTo>
                <a:lnTo>
                  <a:pt x="628282" y="34339"/>
                </a:lnTo>
                <a:close/>
              </a:path>
            </a:pathLst>
          </a:custGeom>
          <a:solidFill xmlns:a="http://schemas.openxmlformats.org/drawingml/2006/main">
            <a:srgbClr val="000000"/>
          </a:solidFill>
          <a:ln xmlns:a="http://schemas.openxmlformats.org/drawingml/2006/main" w="0" cap="flat">
            <a:noFill/>
            <a:miter/>
          </a:ln>
        </p:spPr>
      </p:sp>
      <p:sp>
        <p:nvSpPr>
          <p:cNvPr id="58" name="Vector element">
            <a:extLst xmlns:a="http://schemas.openxmlformats.org/drawingml/2006/main">
              <a:ext uri="{FF2B5EF4-FFF2-40B4-BE49-F238E27FC236}">
                <a16:creationId xmlns:a16="http://schemas.microsoft.com/office/drawing/2014/main" id="{50E2A9FC-921B-4F58-9F47-11A0D0D7C933}"/>
              </a:ext>
            </a:extLst>
          </p:cNvPr>
          <p:cNvSpPr>
            <a:spLocks xmlns:a="http://schemas.openxmlformats.org/drawingml/2006/main" noGrp="1"/>
          </p:cNvSpPr>
          <p:nvPr/>
        </p:nvSpPr>
        <p:spPr>
          <a:xfrm xmlns:a="http://schemas.openxmlformats.org/drawingml/2006/main">
            <a:off x="796386" y="1445207"/>
            <a:ext cx="468840" cy="307351"/>
          </a:xfrm>
          <a:custGeom xmlns:a="http://schemas.openxmlformats.org/drawingml/2006/main">
            <a:pathLst>
              <a:path w="468840" h="307351" fill="none">
                <a:moveTo>
                  <a:pt x="468840" y="307351"/>
                </a:moveTo>
                <a:lnTo>
                  <a:pt x="0" y="0"/>
                </a:lnTo>
              </a:path>
            </a:pathLst>
          </a:custGeom>
          <a:noFill xmlns:a="http://schemas.openxmlformats.org/drawingml/2006/main"/>
          <a:ln xmlns:a="http://schemas.openxmlformats.org/drawingml/2006/main" w="16279" cap="rnd">
            <a:solidFill>
              <a:srgbClr val="000000"/>
            </a:solidFill>
            <a:round/>
          </a:ln>
        </p:spPr>
      </p:sp>
      <p:sp>
        <p:nvSpPr>
          <p:cNvPr id="59" name="Vector element">
            <a:extLst xmlns:a="http://schemas.openxmlformats.org/drawingml/2006/main">
              <a:ext uri="{FF2B5EF4-FFF2-40B4-BE49-F238E27FC236}">
                <a16:creationId xmlns:a16="http://schemas.microsoft.com/office/drawing/2014/main" id="{E7462D49-5665-4ADF-B674-2A8F8ACACD64}"/>
              </a:ext>
            </a:extLst>
          </p:cNvPr>
          <p:cNvSpPr>
            <a:spLocks xmlns:a="http://schemas.openxmlformats.org/drawingml/2006/main" noGrp="1"/>
          </p:cNvSpPr>
          <p:nvPr/>
        </p:nvSpPr>
        <p:spPr>
          <a:xfrm xmlns:a="http://schemas.openxmlformats.org/drawingml/2006/main">
            <a:off x="1224854" y="1705023"/>
            <a:ext cx="97024" cy="84652"/>
          </a:xfrm>
          <a:custGeom xmlns:a="http://schemas.openxmlformats.org/drawingml/2006/main">
            <a:pathLst>
              <a:path w="97024" h="84652">
                <a:moveTo>
                  <a:pt x="97024" y="84652"/>
                </a:moveTo>
                <a:cubicBezTo>
                  <a:pt x="67721" y="67721"/>
                  <a:pt x="32558" y="63163"/>
                  <a:pt x="0" y="72931"/>
                </a:cubicBezTo>
                <a:cubicBezTo>
                  <a:pt x="26698" y="57303"/>
                  <a:pt x="44279" y="30605"/>
                  <a:pt x="48186" y="0"/>
                </a:cubicBezTo>
                <a:cubicBezTo>
                  <a:pt x="52093" y="33861"/>
                  <a:pt x="69675" y="64466"/>
                  <a:pt x="97024" y="84652"/>
                </a:cubicBezTo>
              </a:path>
            </a:pathLst>
          </a:custGeom>
          <a:solidFill xmlns:a="http://schemas.openxmlformats.org/drawingml/2006/main">
            <a:srgbClr val="000000"/>
          </a:solidFill>
          <a:ln xmlns:a="http://schemas.openxmlformats.org/drawingml/2006/main" w="0" cap="flat">
            <a:noFill/>
            <a:miter/>
          </a:ln>
        </p:spPr>
      </p:sp>
      <p:sp>
        <p:nvSpPr>
          <p:cNvPr id="60" name="Vector element">
            <a:extLst xmlns:a="http://schemas.openxmlformats.org/drawingml/2006/main">
              <a:ext uri="{FF2B5EF4-FFF2-40B4-BE49-F238E27FC236}">
                <a16:creationId xmlns:a16="http://schemas.microsoft.com/office/drawing/2014/main" id="{5EE52D85-0569-4AAD-B2FA-1D7B05545F89}"/>
              </a:ext>
            </a:extLst>
          </p:cNvPr>
          <p:cNvSpPr>
            <a:spLocks xmlns:a="http://schemas.openxmlformats.org/drawingml/2006/main" noGrp="1"/>
          </p:cNvSpPr>
          <p:nvPr/>
        </p:nvSpPr>
        <p:spPr>
          <a:xfrm xmlns:a="http://schemas.openxmlformats.org/drawingml/2006/main">
            <a:off x="796386" y="1848279"/>
            <a:ext cx="468840" cy="307351"/>
          </a:xfrm>
          <a:custGeom xmlns:a="http://schemas.openxmlformats.org/drawingml/2006/main">
            <a:pathLst>
              <a:path w="468840" h="307351" fill="none">
                <a:moveTo>
                  <a:pt x="468840" y="0"/>
                </a:moveTo>
                <a:lnTo>
                  <a:pt x="0" y="307351"/>
                </a:lnTo>
              </a:path>
            </a:pathLst>
          </a:custGeom>
          <a:noFill xmlns:a="http://schemas.openxmlformats.org/drawingml/2006/main"/>
          <a:ln xmlns:a="http://schemas.openxmlformats.org/drawingml/2006/main" w="16279" cap="rnd">
            <a:solidFill>
              <a:srgbClr val="000000"/>
            </a:solidFill>
            <a:round/>
          </a:ln>
        </p:spPr>
      </p:sp>
      <p:sp>
        <p:nvSpPr>
          <p:cNvPr id="61" name="Vector element">
            <a:extLst xmlns:a="http://schemas.openxmlformats.org/drawingml/2006/main">
              <a:ext uri="{FF2B5EF4-FFF2-40B4-BE49-F238E27FC236}">
                <a16:creationId xmlns:a16="http://schemas.microsoft.com/office/drawing/2014/main" id="{1DD00678-78CA-467F-94DE-FA630DA7D2F5}"/>
              </a:ext>
            </a:extLst>
          </p:cNvPr>
          <p:cNvSpPr>
            <a:spLocks xmlns:a="http://schemas.openxmlformats.org/drawingml/2006/main" noGrp="1"/>
          </p:cNvSpPr>
          <p:nvPr/>
        </p:nvSpPr>
        <p:spPr>
          <a:xfrm xmlns:a="http://schemas.openxmlformats.org/drawingml/2006/main">
            <a:off x="1224854" y="1811163"/>
            <a:ext cx="97024" cy="84001"/>
          </a:xfrm>
          <a:custGeom xmlns:a="http://schemas.openxmlformats.org/drawingml/2006/main">
            <a:pathLst>
              <a:path w="97024" h="84001">
                <a:moveTo>
                  <a:pt x="97024" y="0"/>
                </a:moveTo>
                <a:cubicBezTo>
                  <a:pt x="69675" y="20186"/>
                  <a:pt x="52093" y="50791"/>
                  <a:pt x="48186" y="84001"/>
                </a:cubicBezTo>
                <a:cubicBezTo>
                  <a:pt x="44279" y="53396"/>
                  <a:pt x="26698" y="26698"/>
                  <a:pt x="0" y="11070"/>
                </a:cubicBezTo>
                <a:cubicBezTo>
                  <a:pt x="32558" y="20837"/>
                  <a:pt x="67721" y="16930"/>
                  <a:pt x="97024" y="0"/>
                </a:cubicBezTo>
              </a:path>
            </a:pathLst>
          </a:custGeom>
          <a:solidFill xmlns:a="http://schemas.openxmlformats.org/drawingml/2006/main">
            <a:srgbClr val="000000"/>
          </a:solidFill>
          <a:ln xmlns:a="http://schemas.openxmlformats.org/drawingml/2006/main" w="0" cap="flat">
            <a:noFill/>
            <a:miter/>
          </a:ln>
        </p:spPr>
      </p:sp>
      <p:sp>
        <p:nvSpPr>
          <p:cNvPr id="62" name="Vector element">
            <a:extLst xmlns:a="http://schemas.openxmlformats.org/drawingml/2006/main">
              <a:ext uri="{FF2B5EF4-FFF2-40B4-BE49-F238E27FC236}">
                <a16:creationId xmlns:a16="http://schemas.microsoft.com/office/drawing/2014/main" id="{C6A3A997-82F4-4753-855D-CFF8D9A91CAC}"/>
              </a:ext>
            </a:extLst>
          </p:cNvPr>
          <p:cNvSpPr>
            <a:spLocks xmlns:a="http://schemas.openxmlformats.org/drawingml/2006/main" noGrp="1"/>
          </p:cNvSpPr>
          <p:nvPr/>
        </p:nvSpPr>
        <p:spPr>
          <a:xfrm xmlns:a="http://schemas.openxmlformats.org/drawingml/2006/main">
            <a:off x="263080" y="815528"/>
            <a:ext cx="425863" cy="184931"/>
          </a:xfrm>
          <a:custGeom xmlns:a="http://schemas.openxmlformats.org/drawingml/2006/main">
            <a:pathLst>
              <a:path w="425863" h="184931">
                <a:moveTo>
                  <a:pt x="61210" y="184931"/>
                </a:moveTo>
                <a:cubicBezTo>
                  <a:pt x="27349" y="184931"/>
                  <a:pt x="0" y="157582"/>
                  <a:pt x="0" y="123071"/>
                </a:cubicBezTo>
                <a:lnTo>
                  <a:pt x="0" y="61861"/>
                </a:lnTo>
                <a:cubicBezTo>
                  <a:pt x="0" y="28000"/>
                  <a:pt x="27349" y="0"/>
                  <a:pt x="61210" y="0"/>
                </a:cubicBezTo>
                <a:lnTo>
                  <a:pt x="364002" y="0"/>
                </a:lnTo>
                <a:cubicBezTo>
                  <a:pt x="397863" y="0"/>
                  <a:pt x="425863" y="28000"/>
                  <a:pt x="425863" y="61861"/>
                </a:cubicBezTo>
                <a:lnTo>
                  <a:pt x="425863" y="123071"/>
                </a:lnTo>
                <a:cubicBezTo>
                  <a:pt x="425863" y="157582"/>
                  <a:pt x="397863" y="184931"/>
                  <a:pt x="364002" y="184931"/>
                </a:cubicBezTo>
                <a:lnTo>
                  <a:pt x="61210" y="184931"/>
                </a:lnTo>
                <a:close/>
              </a:path>
            </a:pathLst>
          </a:custGeom>
          <a:solidFill xmlns:a="http://schemas.openxmlformats.org/drawingml/2006/main">
            <a:srgbClr val="D7E3BF"/>
          </a:solidFill>
          <a:ln xmlns:a="http://schemas.openxmlformats.org/drawingml/2006/main" w="0" cap="flat">
            <a:noFill/>
            <a:miter/>
          </a:ln>
        </p:spPr>
      </p:sp>
      <p:sp>
        <p:nvSpPr>
          <p:cNvPr id="63" name="Vector element">
            <a:extLst xmlns:a="http://schemas.openxmlformats.org/drawingml/2006/main">
              <a:ext uri="{FF2B5EF4-FFF2-40B4-BE49-F238E27FC236}">
                <a16:creationId xmlns:a16="http://schemas.microsoft.com/office/drawing/2014/main" id="{3312345D-1F34-450B-8641-10559BD9CE56}"/>
              </a:ext>
            </a:extLst>
          </p:cNvPr>
          <p:cNvSpPr>
            <a:spLocks xmlns:a="http://schemas.openxmlformats.org/drawingml/2006/main" noGrp="1"/>
          </p:cNvSpPr>
          <p:nvPr/>
        </p:nvSpPr>
        <p:spPr>
          <a:xfrm xmlns:a="http://schemas.openxmlformats.org/drawingml/2006/main">
            <a:off x="263080" y="815528"/>
            <a:ext cx="425863" cy="184931"/>
          </a:xfrm>
          <a:custGeom xmlns:a="http://schemas.openxmlformats.org/drawingml/2006/main">
            <a:pathLst>
              <a:path w="425863" h="184931" fill="none">
                <a:moveTo>
                  <a:pt x="61210" y="184931"/>
                </a:moveTo>
                <a:lnTo>
                  <a:pt x="364002" y="184931"/>
                </a:lnTo>
                <a:cubicBezTo>
                  <a:pt x="397863" y="184931"/>
                  <a:pt x="425863" y="157582"/>
                  <a:pt x="425863" y="123071"/>
                </a:cubicBezTo>
                <a:lnTo>
                  <a:pt x="425863" y="61861"/>
                </a:lnTo>
                <a:cubicBezTo>
                  <a:pt x="425863" y="28000"/>
                  <a:pt x="397863" y="0"/>
                  <a:pt x="364002" y="0"/>
                </a:cubicBezTo>
                <a:lnTo>
                  <a:pt x="61210" y="0"/>
                </a:lnTo>
                <a:cubicBezTo>
                  <a:pt x="27349" y="0"/>
                  <a:pt x="0" y="28000"/>
                  <a:pt x="0" y="61861"/>
                </a:cubicBezTo>
                <a:lnTo>
                  <a:pt x="0" y="123071"/>
                </a:lnTo>
                <a:cubicBezTo>
                  <a:pt x="0" y="157582"/>
                  <a:pt x="27349" y="184931"/>
                  <a:pt x="61210" y="184931"/>
                </a:cubicBezTo>
                <a:close/>
              </a:path>
            </a:pathLst>
          </a:custGeom>
          <a:noFill xmlns:a="http://schemas.openxmlformats.org/drawingml/2006/main"/>
          <a:ln xmlns:a="http://schemas.openxmlformats.org/drawingml/2006/main" w="8140" cap="rnd">
            <a:solidFill>
              <a:srgbClr val="000000"/>
            </a:solidFill>
            <a:round/>
          </a:ln>
        </p:spPr>
      </p:sp>
      <p:sp>
        <p:nvSpPr>
          <p:cNvPr id="64" name="Text Input">
            <a:extLst xmlns:a="http://schemas.openxmlformats.org/drawingml/2006/main">
              <a:ext uri="{FF2B5EF4-FFF2-40B4-BE49-F238E27FC236}">
                <a16:creationId xmlns:a16="http://schemas.microsoft.com/office/drawing/2014/main" id="{EC4D0EC4-3F0D-43B8-994F-4C8731134463}"/>
              </a:ext>
            </a:extLst>
          </p:cNvPr>
          <p:cNvSpPr>
            <a:spLocks xmlns:a="http://schemas.openxmlformats.org/drawingml/2006/main" noGrp="1"/>
          </p:cNvSpPr>
          <p:nvPr/>
        </p:nvSpPr>
        <p:spPr>
          <a:xfrm xmlns:a="http://schemas.openxmlformats.org/drawingml/2006/main">
            <a:off x="328679" y="842845"/>
            <a:ext cx="304515" cy="138387"/>
          </a:xfrm>
          <a:custGeom xmlns:a="http://schemas.openxmlformats.org/drawingml/2006/main">
            <a:pathLst>
              <a:path w="304515" h="138387">
                <a:moveTo>
                  <a:pt x="0" y="0"/>
                </a:moveTo>
                <a:lnTo>
                  <a:pt x="14817" y="0"/>
                </a:lnTo>
                <a:lnTo>
                  <a:pt x="14817" y="103568"/>
                </a:lnTo>
                <a:lnTo>
                  <a:pt x="0" y="103568"/>
                </a:lnTo>
                <a:lnTo>
                  <a:pt x="0" y="0"/>
                </a:lnTo>
                <a:close/>
                <a:moveTo>
                  <a:pt x="49459" y="35412"/>
                </a:moveTo>
                <a:lnTo>
                  <a:pt x="49459" y="43857"/>
                </a:lnTo>
                <a:cubicBezTo>
                  <a:pt x="55484" y="37239"/>
                  <a:pt x="62325" y="33930"/>
                  <a:pt x="69980" y="33930"/>
                </a:cubicBezTo>
                <a:cubicBezTo>
                  <a:pt x="74227" y="33930"/>
                  <a:pt x="78178" y="35031"/>
                  <a:pt x="81833" y="37234"/>
                </a:cubicBezTo>
                <a:cubicBezTo>
                  <a:pt x="85488" y="39436"/>
                  <a:pt x="88266" y="42456"/>
                  <a:pt x="90167" y="46293"/>
                </a:cubicBezTo>
                <a:cubicBezTo>
                  <a:pt x="92069" y="50128"/>
                  <a:pt x="93020" y="56203"/>
                  <a:pt x="93020" y="64517"/>
                </a:cubicBezTo>
                <a:lnTo>
                  <a:pt x="93020" y="103568"/>
                </a:lnTo>
                <a:lnTo>
                  <a:pt x="79537" y="103568"/>
                </a:lnTo>
                <a:lnTo>
                  <a:pt x="79537" y="64649"/>
                </a:lnTo>
                <a:cubicBezTo>
                  <a:pt x="79537" y="57668"/>
                  <a:pt x="78475" y="52680"/>
                  <a:pt x="76351" y="49684"/>
                </a:cubicBezTo>
                <a:cubicBezTo>
                  <a:pt x="74227" y="46688"/>
                  <a:pt x="70671" y="45191"/>
                  <a:pt x="65683" y="45191"/>
                </a:cubicBezTo>
                <a:cubicBezTo>
                  <a:pt x="59312" y="45191"/>
                  <a:pt x="53904" y="48351"/>
                  <a:pt x="49459" y="54673"/>
                </a:cubicBezTo>
                <a:lnTo>
                  <a:pt x="49459" y="103568"/>
                </a:lnTo>
                <a:lnTo>
                  <a:pt x="35679" y="103568"/>
                </a:lnTo>
                <a:lnTo>
                  <a:pt x="35679" y="35412"/>
                </a:lnTo>
                <a:lnTo>
                  <a:pt x="49459" y="35412"/>
                </a:lnTo>
                <a:close/>
                <a:moveTo>
                  <a:pt x="110993" y="138387"/>
                </a:moveTo>
                <a:lnTo>
                  <a:pt x="110993" y="35412"/>
                </a:lnTo>
                <a:lnTo>
                  <a:pt x="134626" y="35412"/>
                </a:lnTo>
                <a:cubicBezTo>
                  <a:pt x="146726" y="35412"/>
                  <a:pt x="156147" y="38424"/>
                  <a:pt x="162888" y="44450"/>
                </a:cubicBezTo>
                <a:cubicBezTo>
                  <a:pt x="169630" y="50475"/>
                  <a:pt x="173001" y="58896"/>
                  <a:pt x="173001" y="69712"/>
                </a:cubicBezTo>
                <a:cubicBezTo>
                  <a:pt x="173001" y="79936"/>
                  <a:pt x="169828" y="88332"/>
                  <a:pt x="163481" y="94900"/>
                </a:cubicBezTo>
                <a:cubicBezTo>
                  <a:pt x="157135" y="101469"/>
                  <a:pt x="149047" y="104753"/>
                  <a:pt x="139219" y="104753"/>
                </a:cubicBezTo>
                <a:cubicBezTo>
                  <a:pt x="134873" y="104753"/>
                  <a:pt x="130057" y="103790"/>
                  <a:pt x="124773" y="101864"/>
                </a:cubicBezTo>
                <a:lnTo>
                  <a:pt x="124773" y="138387"/>
                </a:lnTo>
                <a:lnTo>
                  <a:pt x="110993" y="138387"/>
                </a:lnTo>
                <a:moveTo>
                  <a:pt x="134329" y="48006"/>
                </a:moveTo>
                <a:lnTo>
                  <a:pt x="124773" y="48006"/>
                </a:lnTo>
                <a:lnTo>
                  <a:pt x="124773" y="89937"/>
                </a:lnTo>
                <a:cubicBezTo>
                  <a:pt x="128921" y="92011"/>
                  <a:pt x="133268" y="93048"/>
                  <a:pt x="137811" y="93048"/>
                </a:cubicBezTo>
                <a:cubicBezTo>
                  <a:pt x="144133" y="93048"/>
                  <a:pt x="149307" y="90854"/>
                  <a:pt x="153332" y="86466"/>
                </a:cubicBezTo>
                <a:cubicBezTo>
                  <a:pt x="157357" y="82077"/>
                  <a:pt x="159369" y="76431"/>
                  <a:pt x="159369" y="69529"/>
                </a:cubicBezTo>
                <a:cubicBezTo>
                  <a:pt x="159369" y="65090"/>
                  <a:pt x="158419" y="61170"/>
                  <a:pt x="156517" y="57769"/>
                </a:cubicBezTo>
                <a:cubicBezTo>
                  <a:pt x="154616" y="54367"/>
                  <a:pt x="152023" y="51890"/>
                  <a:pt x="148739" y="50337"/>
                </a:cubicBezTo>
                <a:cubicBezTo>
                  <a:pt x="145454" y="48783"/>
                  <a:pt x="140651" y="48006"/>
                  <a:pt x="134329" y="48006"/>
                </a:cubicBezTo>
                <a:close/>
                <a:moveTo>
                  <a:pt x="231201" y="103568"/>
                </a:moveTo>
                <a:lnTo>
                  <a:pt x="231201" y="94826"/>
                </a:lnTo>
                <a:cubicBezTo>
                  <a:pt x="228337" y="97961"/>
                  <a:pt x="225065" y="100399"/>
                  <a:pt x="221385" y="102142"/>
                </a:cubicBezTo>
                <a:cubicBezTo>
                  <a:pt x="217706" y="103883"/>
                  <a:pt x="214039" y="104753"/>
                  <a:pt x="210384" y="104753"/>
                </a:cubicBezTo>
                <a:cubicBezTo>
                  <a:pt x="206087" y="104753"/>
                  <a:pt x="202124" y="103679"/>
                  <a:pt x="198494" y="101531"/>
                </a:cubicBezTo>
                <a:cubicBezTo>
                  <a:pt x="194864" y="99382"/>
                  <a:pt x="192123" y="96468"/>
                  <a:pt x="190271" y="92789"/>
                </a:cubicBezTo>
                <a:cubicBezTo>
                  <a:pt x="188418" y="89109"/>
                  <a:pt x="187492" y="82998"/>
                  <a:pt x="187492" y="74453"/>
                </a:cubicBezTo>
                <a:lnTo>
                  <a:pt x="187492" y="35412"/>
                </a:lnTo>
                <a:lnTo>
                  <a:pt x="200976" y="35412"/>
                </a:lnTo>
                <a:lnTo>
                  <a:pt x="200976" y="74257"/>
                </a:lnTo>
                <a:cubicBezTo>
                  <a:pt x="200976" y="81409"/>
                  <a:pt x="202000" y="86403"/>
                  <a:pt x="204050" y="89240"/>
                </a:cubicBezTo>
                <a:cubicBezTo>
                  <a:pt x="206100" y="92075"/>
                  <a:pt x="209693" y="93493"/>
                  <a:pt x="214829" y="93493"/>
                </a:cubicBezTo>
                <a:cubicBezTo>
                  <a:pt x="221250" y="93493"/>
                  <a:pt x="226707" y="90357"/>
                  <a:pt x="231201" y="84084"/>
                </a:cubicBezTo>
                <a:lnTo>
                  <a:pt x="231201" y="35412"/>
                </a:lnTo>
                <a:lnTo>
                  <a:pt x="244684" y="35412"/>
                </a:lnTo>
                <a:lnTo>
                  <a:pt x="244684" y="103568"/>
                </a:lnTo>
                <a:lnTo>
                  <a:pt x="231201" y="103568"/>
                </a:lnTo>
                <a:close/>
                <a:moveTo>
                  <a:pt x="254139" y="46228"/>
                </a:moveTo>
                <a:lnTo>
                  <a:pt x="279475" y="21336"/>
                </a:lnTo>
                <a:lnTo>
                  <a:pt x="279475" y="35412"/>
                </a:lnTo>
                <a:lnTo>
                  <a:pt x="301033" y="35412"/>
                </a:lnTo>
                <a:lnTo>
                  <a:pt x="301033" y="47561"/>
                </a:lnTo>
                <a:lnTo>
                  <a:pt x="279475" y="47561"/>
                </a:lnTo>
                <a:lnTo>
                  <a:pt x="279475" y="80917"/>
                </a:lnTo>
                <a:cubicBezTo>
                  <a:pt x="279475" y="88708"/>
                  <a:pt x="282710" y="92604"/>
                  <a:pt x="289180" y="92604"/>
                </a:cubicBezTo>
                <a:cubicBezTo>
                  <a:pt x="294020" y="92604"/>
                  <a:pt x="299132" y="91023"/>
                  <a:pt x="304515" y="87862"/>
                </a:cubicBezTo>
                <a:lnTo>
                  <a:pt x="304515" y="100401"/>
                </a:lnTo>
                <a:cubicBezTo>
                  <a:pt x="299329" y="103303"/>
                  <a:pt x="293674" y="104753"/>
                  <a:pt x="287550" y="104753"/>
                </a:cubicBezTo>
                <a:cubicBezTo>
                  <a:pt x="281376" y="104753"/>
                  <a:pt x="276240" y="102951"/>
                  <a:pt x="272141" y="99345"/>
                </a:cubicBezTo>
                <a:cubicBezTo>
                  <a:pt x="270857" y="98259"/>
                  <a:pt x="269795" y="97036"/>
                  <a:pt x="268955" y="95678"/>
                </a:cubicBezTo>
                <a:cubicBezTo>
                  <a:pt x="268116" y="94320"/>
                  <a:pt x="267412" y="92542"/>
                  <a:pt x="266844" y="90344"/>
                </a:cubicBezTo>
                <a:cubicBezTo>
                  <a:pt x="266276" y="88146"/>
                  <a:pt x="265992" y="83961"/>
                  <a:pt x="265992" y="77787"/>
                </a:cubicBezTo>
                <a:lnTo>
                  <a:pt x="265992" y="47561"/>
                </a:lnTo>
                <a:lnTo>
                  <a:pt x="254139" y="47561"/>
                </a:lnTo>
                <a:lnTo>
                  <a:pt x="254139" y="46228"/>
                </a:lnTo>
                <a:close/>
              </a:path>
            </a:pathLst>
          </a:custGeom>
          <a:solidFill xmlns:a="http://schemas.openxmlformats.org/drawingml/2006/main">
            <a:srgbClr val="000000"/>
          </a:solidFill>
          <a:ln xmlns:a="http://schemas.openxmlformats.org/drawingml/2006/main" w="0" cap="flat">
            <a:noFill/>
            <a:miter/>
          </a:ln>
        </p:spPr>
      </p:sp>
      <p:sp>
        <p:nvSpPr>
          <p:cNvPr id="65" name="Vector element">
            <a:extLst xmlns:a="http://schemas.openxmlformats.org/drawingml/2006/main">
              <a:ext uri="{FF2B5EF4-FFF2-40B4-BE49-F238E27FC236}">
                <a16:creationId xmlns:a16="http://schemas.microsoft.com/office/drawing/2014/main" id="{21719090-6D27-4B05-A743-A593E01DECD4}"/>
              </a:ext>
            </a:extLst>
          </p:cNvPr>
          <p:cNvSpPr>
            <a:spLocks xmlns:a="http://schemas.openxmlformats.org/drawingml/2006/main" noGrp="1"/>
          </p:cNvSpPr>
          <p:nvPr/>
        </p:nvSpPr>
        <p:spPr>
          <a:xfrm xmlns:a="http://schemas.openxmlformats.org/drawingml/2006/main">
            <a:off x="1876021" y="1800093"/>
            <a:ext cx="443445" cy="10"/>
          </a:xfrm>
          <a:custGeom xmlns:a="http://schemas.openxmlformats.org/drawingml/2006/main">
            <a:pathLst>
              <a:path w="443445" h="1" fill="none">
                <a:moveTo>
                  <a:pt x="443445" y="0"/>
                </a:moveTo>
                <a:lnTo>
                  <a:pt x="0" y="0"/>
                </a:lnTo>
              </a:path>
            </a:pathLst>
          </a:custGeom>
          <a:noFill xmlns:a="http://schemas.openxmlformats.org/drawingml/2006/main"/>
          <a:ln xmlns:a="http://schemas.openxmlformats.org/drawingml/2006/main" w="16279" cap="rnd">
            <a:solidFill>
              <a:srgbClr val="000000"/>
            </a:solidFill>
            <a:round/>
          </a:ln>
        </p:spPr>
      </p:sp>
      <p:sp>
        <p:nvSpPr>
          <p:cNvPr id="66" name="Vector element">
            <a:extLst xmlns:a="http://schemas.openxmlformats.org/drawingml/2006/main">
              <a:ext uri="{FF2B5EF4-FFF2-40B4-BE49-F238E27FC236}">
                <a16:creationId xmlns:a16="http://schemas.microsoft.com/office/drawing/2014/main" id="{8D83D77D-62FD-4BAB-A5C7-46744F4CD5B6}"/>
              </a:ext>
            </a:extLst>
          </p:cNvPr>
          <p:cNvSpPr>
            <a:spLocks xmlns:a="http://schemas.openxmlformats.org/drawingml/2006/main" noGrp="1"/>
          </p:cNvSpPr>
          <p:nvPr/>
        </p:nvSpPr>
        <p:spPr>
          <a:xfrm xmlns:a="http://schemas.openxmlformats.org/drawingml/2006/main">
            <a:off x="2299931" y="1756465"/>
            <a:ext cx="87256" cy="87256"/>
          </a:xfrm>
          <a:custGeom xmlns:a="http://schemas.openxmlformats.org/drawingml/2006/main">
            <a:pathLst>
              <a:path w="87256" h="87256">
                <a:moveTo>
                  <a:pt x="87256" y="43628"/>
                </a:moveTo>
                <a:cubicBezTo>
                  <a:pt x="53396" y="45582"/>
                  <a:pt x="22140" y="61210"/>
                  <a:pt x="0" y="87256"/>
                </a:cubicBezTo>
                <a:cubicBezTo>
                  <a:pt x="13675" y="59907"/>
                  <a:pt x="13675" y="27349"/>
                  <a:pt x="0" y="0"/>
                </a:cubicBezTo>
                <a:cubicBezTo>
                  <a:pt x="22140" y="26047"/>
                  <a:pt x="53396" y="41675"/>
                  <a:pt x="87256" y="43628"/>
                </a:cubicBezTo>
              </a:path>
            </a:pathLst>
          </a:custGeom>
          <a:solidFill xmlns:a="http://schemas.openxmlformats.org/drawingml/2006/main">
            <a:srgbClr val="000000"/>
          </a:solidFill>
          <a:ln xmlns:a="http://schemas.openxmlformats.org/drawingml/2006/main" w="0" cap="flat">
            <a:noFill/>
            <a:miter/>
          </a:ln>
        </p:spPr>
      </p:sp>
      <p:sp>
        <p:nvSpPr>
          <p:cNvPr id="67" name="Text Localization ">
            <a:extLst xmlns:a="http://schemas.openxmlformats.org/drawingml/2006/main">
              <a:ext uri="{FF2B5EF4-FFF2-40B4-BE49-F238E27FC236}">
                <a16:creationId xmlns:a16="http://schemas.microsoft.com/office/drawing/2014/main" id="{40490D91-662D-4B40-910D-CDE2EAAABC4C}"/>
              </a:ext>
            </a:extLst>
          </p:cNvPr>
          <p:cNvSpPr>
            <a:spLocks xmlns:a="http://schemas.openxmlformats.org/drawingml/2006/main" noGrp="1"/>
          </p:cNvSpPr>
          <p:nvPr/>
        </p:nvSpPr>
        <p:spPr>
          <a:xfrm xmlns:a="http://schemas.openxmlformats.org/drawingml/2006/main">
            <a:off x="2327284" y="2064360"/>
            <a:ext cx="679340" cy="94813"/>
          </a:xfrm>
          <a:custGeom xmlns:a="http://schemas.openxmlformats.org/drawingml/2006/main">
            <a:pathLst>
              <a:path w="679340" h="94813">
                <a:moveTo>
                  <a:pt x="57677" y="93224"/>
                </a:moveTo>
                <a:lnTo>
                  <a:pt x="0" y="93224"/>
                </a:lnTo>
                <a:lnTo>
                  <a:pt x="0" y="0"/>
                </a:lnTo>
                <a:lnTo>
                  <a:pt x="12337" y="0"/>
                </a:lnTo>
                <a:lnTo>
                  <a:pt x="12337" y="82159"/>
                </a:lnTo>
                <a:lnTo>
                  <a:pt x="57677" y="82159"/>
                </a:lnTo>
                <a:lnTo>
                  <a:pt x="57677" y="93224"/>
                </a:lnTo>
                <a:close/>
                <a:moveTo>
                  <a:pt x="98099" y="24228"/>
                </a:moveTo>
                <a:cubicBezTo>
                  <a:pt x="107722" y="24228"/>
                  <a:pt x="115406" y="27302"/>
                  <a:pt x="121150" y="33449"/>
                </a:cubicBezTo>
                <a:cubicBezTo>
                  <a:pt x="126895" y="39596"/>
                  <a:pt x="129767" y="48286"/>
                  <a:pt x="129767" y="59521"/>
                </a:cubicBezTo>
                <a:cubicBezTo>
                  <a:pt x="129767" y="70713"/>
                  <a:pt x="126895" y="79393"/>
                  <a:pt x="121150" y="85561"/>
                </a:cubicBezTo>
                <a:cubicBezTo>
                  <a:pt x="115406" y="91729"/>
                  <a:pt x="107722" y="94813"/>
                  <a:pt x="98099" y="94813"/>
                </a:cubicBezTo>
                <a:cubicBezTo>
                  <a:pt x="88518" y="94813"/>
                  <a:pt x="80855" y="91729"/>
                  <a:pt x="75111" y="85561"/>
                </a:cubicBezTo>
                <a:cubicBezTo>
                  <a:pt x="69367" y="79393"/>
                  <a:pt x="66494" y="70713"/>
                  <a:pt x="66494" y="59521"/>
                </a:cubicBezTo>
                <a:cubicBezTo>
                  <a:pt x="66494" y="48286"/>
                  <a:pt x="69367" y="39596"/>
                  <a:pt x="75111" y="33449"/>
                </a:cubicBezTo>
                <a:cubicBezTo>
                  <a:pt x="80855" y="27302"/>
                  <a:pt x="88518" y="24228"/>
                  <a:pt x="98099" y="24228"/>
                </a:cubicBezTo>
                <a:moveTo>
                  <a:pt x="98099" y="85402"/>
                </a:moveTo>
                <a:cubicBezTo>
                  <a:pt x="103822" y="85402"/>
                  <a:pt x="108464" y="83229"/>
                  <a:pt x="112025" y="78884"/>
                </a:cubicBezTo>
                <a:cubicBezTo>
                  <a:pt x="115586" y="74539"/>
                  <a:pt x="117367" y="68084"/>
                  <a:pt x="117367" y="59521"/>
                </a:cubicBezTo>
                <a:cubicBezTo>
                  <a:pt x="117367" y="50915"/>
                  <a:pt x="115586" y="44439"/>
                  <a:pt x="112025" y="40094"/>
                </a:cubicBezTo>
                <a:cubicBezTo>
                  <a:pt x="108464" y="35748"/>
                  <a:pt x="103822" y="33576"/>
                  <a:pt x="98099" y="33576"/>
                </a:cubicBezTo>
                <a:cubicBezTo>
                  <a:pt x="92376" y="33576"/>
                  <a:pt x="87734" y="35748"/>
                  <a:pt x="84173" y="40094"/>
                </a:cubicBezTo>
                <a:cubicBezTo>
                  <a:pt x="80612" y="44439"/>
                  <a:pt x="78831" y="50915"/>
                  <a:pt x="78831" y="59521"/>
                </a:cubicBezTo>
                <a:cubicBezTo>
                  <a:pt x="78831" y="68084"/>
                  <a:pt x="80612" y="74539"/>
                  <a:pt x="84173" y="78884"/>
                </a:cubicBezTo>
                <a:cubicBezTo>
                  <a:pt x="87734" y="83229"/>
                  <a:pt x="92376" y="85402"/>
                  <a:pt x="98099" y="85402"/>
                </a:cubicBezTo>
                <a:close/>
                <a:moveTo>
                  <a:pt x="170443" y="94813"/>
                </a:moveTo>
                <a:cubicBezTo>
                  <a:pt x="160862" y="94813"/>
                  <a:pt x="153200" y="91729"/>
                  <a:pt x="147455" y="85561"/>
                </a:cubicBezTo>
                <a:cubicBezTo>
                  <a:pt x="141711" y="79393"/>
                  <a:pt x="138839" y="70713"/>
                  <a:pt x="138839" y="59521"/>
                </a:cubicBezTo>
                <a:cubicBezTo>
                  <a:pt x="138839" y="48286"/>
                  <a:pt x="141711" y="39596"/>
                  <a:pt x="147455" y="33449"/>
                </a:cubicBezTo>
                <a:cubicBezTo>
                  <a:pt x="153200" y="27302"/>
                  <a:pt x="160862" y="24228"/>
                  <a:pt x="170443" y="24228"/>
                </a:cubicBezTo>
                <a:cubicBezTo>
                  <a:pt x="177820" y="24228"/>
                  <a:pt x="183978" y="26093"/>
                  <a:pt x="188916" y="29824"/>
                </a:cubicBezTo>
                <a:cubicBezTo>
                  <a:pt x="193855" y="33555"/>
                  <a:pt x="196770" y="38939"/>
                  <a:pt x="197660" y="45976"/>
                </a:cubicBezTo>
                <a:lnTo>
                  <a:pt x="185324" y="45976"/>
                </a:lnTo>
                <a:cubicBezTo>
                  <a:pt x="185154" y="41949"/>
                  <a:pt x="183638" y="38875"/>
                  <a:pt x="180777" y="36755"/>
                </a:cubicBezTo>
                <a:cubicBezTo>
                  <a:pt x="177915" y="34636"/>
                  <a:pt x="174471" y="33576"/>
                  <a:pt x="170443" y="33576"/>
                </a:cubicBezTo>
                <a:cubicBezTo>
                  <a:pt x="164720" y="33576"/>
                  <a:pt x="160078" y="35748"/>
                  <a:pt x="156517" y="40094"/>
                </a:cubicBezTo>
                <a:cubicBezTo>
                  <a:pt x="152956" y="44439"/>
                  <a:pt x="151175" y="50915"/>
                  <a:pt x="151175" y="59521"/>
                </a:cubicBezTo>
                <a:cubicBezTo>
                  <a:pt x="151175" y="68084"/>
                  <a:pt x="152956" y="74539"/>
                  <a:pt x="156517" y="78884"/>
                </a:cubicBezTo>
                <a:cubicBezTo>
                  <a:pt x="160078" y="83229"/>
                  <a:pt x="164720" y="85402"/>
                  <a:pt x="170443" y="85402"/>
                </a:cubicBezTo>
                <a:cubicBezTo>
                  <a:pt x="174471" y="85402"/>
                  <a:pt x="177915" y="84342"/>
                  <a:pt x="180777" y="82223"/>
                </a:cubicBezTo>
                <a:cubicBezTo>
                  <a:pt x="183638" y="80103"/>
                  <a:pt x="185154" y="77051"/>
                  <a:pt x="185324" y="73066"/>
                </a:cubicBezTo>
                <a:lnTo>
                  <a:pt x="197660" y="73066"/>
                </a:lnTo>
                <a:cubicBezTo>
                  <a:pt x="196770" y="80103"/>
                  <a:pt x="193855" y="85487"/>
                  <a:pt x="188916" y="89218"/>
                </a:cubicBezTo>
                <a:cubicBezTo>
                  <a:pt x="183978" y="92948"/>
                  <a:pt x="177820" y="94813"/>
                  <a:pt x="170443" y="94813"/>
                </a:cubicBezTo>
                <a:close/>
                <a:moveTo>
                  <a:pt x="250884" y="75482"/>
                </a:moveTo>
                <a:lnTo>
                  <a:pt x="250884" y="60538"/>
                </a:lnTo>
                <a:lnTo>
                  <a:pt x="242681" y="60538"/>
                </a:lnTo>
                <a:cubicBezTo>
                  <a:pt x="225300" y="60538"/>
                  <a:pt x="216609" y="65265"/>
                  <a:pt x="216609" y="74719"/>
                </a:cubicBezTo>
                <a:cubicBezTo>
                  <a:pt x="216609" y="78153"/>
                  <a:pt x="217881" y="80792"/>
                  <a:pt x="220424" y="82636"/>
                </a:cubicBezTo>
                <a:cubicBezTo>
                  <a:pt x="222968" y="84480"/>
                  <a:pt x="226402" y="85402"/>
                  <a:pt x="230726" y="85402"/>
                </a:cubicBezTo>
                <a:cubicBezTo>
                  <a:pt x="234669" y="85402"/>
                  <a:pt x="238484" y="84512"/>
                  <a:pt x="242172" y="82731"/>
                </a:cubicBezTo>
                <a:cubicBezTo>
                  <a:pt x="245860" y="80951"/>
                  <a:pt x="248764" y="78534"/>
                  <a:pt x="250884" y="75482"/>
                </a:cubicBezTo>
                <a:moveTo>
                  <a:pt x="250884" y="86292"/>
                </a:moveTo>
                <a:cubicBezTo>
                  <a:pt x="244779" y="91973"/>
                  <a:pt x="236915" y="94813"/>
                  <a:pt x="227292" y="94813"/>
                </a:cubicBezTo>
                <a:cubicBezTo>
                  <a:pt x="220594" y="94813"/>
                  <a:pt x="215083" y="93001"/>
                  <a:pt x="210759" y="89376"/>
                </a:cubicBezTo>
                <a:cubicBezTo>
                  <a:pt x="206434" y="85752"/>
                  <a:pt x="204272" y="81078"/>
                  <a:pt x="204272" y="75355"/>
                </a:cubicBezTo>
                <a:cubicBezTo>
                  <a:pt x="204272" y="59584"/>
                  <a:pt x="217859" y="51699"/>
                  <a:pt x="245034" y="51699"/>
                </a:cubicBezTo>
                <a:lnTo>
                  <a:pt x="250884" y="51699"/>
                </a:lnTo>
                <a:cubicBezTo>
                  <a:pt x="250884" y="46866"/>
                  <a:pt x="250630" y="43358"/>
                  <a:pt x="250121" y="41175"/>
                </a:cubicBezTo>
                <a:cubicBezTo>
                  <a:pt x="249612" y="38992"/>
                  <a:pt x="248192" y="37179"/>
                  <a:pt x="245860" y="35738"/>
                </a:cubicBezTo>
                <a:cubicBezTo>
                  <a:pt x="243529" y="34296"/>
                  <a:pt x="239819" y="33576"/>
                  <a:pt x="234732" y="33576"/>
                </a:cubicBezTo>
                <a:cubicBezTo>
                  <a:pt x="224049" y="33576"/>
                  <a:pt x="218538" y="37391"/>
                  <a:pt x="218199" y="45022"/>
                </a:cubicBezTo>
                <a:lnTo>
                  <a:pt x="206244" y="45022"/>
                </a:lnTo>
                <a:cubicBezTo>
                  <a:pt x="207134" y="31159"/>
                  <a:pt x="216842" y="24228"/>
                  <a:pt x="235368" y="24228"/>
                </a:cubicBezTo>
                <a:cubicBezTo>
                  <a:pt x="244016" y="24228"/>
                  <a:pt x="250757" y="25945"/>
                  <a:pt x="255590" y="29379"/>
                </a:cubicBezTo>
                <a:cubicBezTo>
                  <a:pt x="260423" y="32813"/>
                  <a:pt x="262839" y="39553"/>
                  <a:pt x="262839" y="49601"/>
                </a:cubicBezTo>
                <a:lnTo>
                  <a:pt x="262839" y="93224"/>
                </a:lnTo>
                <a:lnTo>
                  <a:pt x="250884" y="93224"/>
                </a:lnTo>
                <a:lnTo>
                  <a:pt x="250884" y="86292"/>
                </a:lnTo>
                <a:close/>
                <a:moveTo>
                  <a:pt x="292515" y="93224"/>
                </a:moveTo>
                <a:lnTo>
                  <a:pt x="280496" y="93224"/>
                </a:lnTo>
                <a:lnTo>
                  <a:pt x="280496" y="0"/>
                </a:lnTo>
                <a:lnTo>
                  <a:pt x="292515" y="0"/>
                </a:lnTo>
                <a:lnTo>
                  <a:pt x="292515" y="93224"/>
                </a:lnTo>
                <a:close/>
                <a:moveTo>
                  <a:pt x="322143" y="93224"/>
                </a:moveTo>
                <a:lnTo>
                  <a:pt x="310124" y="93224"/>
                </a:lnTo>
                <a:lnTo>
                  <a:pt x="310124" y="25754"/>
                </a:lnTo>
                <a:lnTo>
                  <a:pt x="322143" y="25754"/>
                </a:lnTo>
                <a:lnTo>
                  <a:pt x="322143" y="93224"/>
                </a:lnTo>
                <a:moveTo>
                  <a:pt x="322143" y="12972"/>
                </a:moveTo>
                <a:lnTo>
                  <a:pt x="310124" y="12972"/>
                </a:lnTo>
                <a:lnTo>
                  <a:pt x="310124" y="0"/>
                </a:lnTo>
                <a:lnTo>
                  <a:pt x="322143" y="0"/>
                </a:lnTo>
                <a:lnTo>
                  <a:pt x="322143" y="12972"/>
                </a:lnTo>
                <a:close/>
                <a:moveTo>
                  <a:pt x="393295" y="93224"/>
                </a:moveTo>
                <a:lnTo>
                  <a:pt x="333520" y="93224"/>
                </a:lnTo>
                <a:lnTo>
                  <a:pt x="333520" y="83049"/>
                </a:lnTo>
                <a:lnTo>
                  <a:pt x="375554" y="35929"/>
                </a:lnTo>
                <a:lnTo>
                  <a:pt x="336000" y="35929"/>
                </a:lnTo>
                <a:lnTo>
                  <a:pt x="336000" y="25754"/>
                </a:lnTo>
                <a:lnTo>
                  <a:pt x="391197" y="25754"/>
                </a:lnTo>
                <a:lnTo>
                  <a:pt x="391197" y="35929"/>
                </a:lnTo>
                <a:lnTo>
                  <a:pt x="349163" y="83049"/>
                </a:lnTo>
                <a:lnTo>
                  <a:pt x="393295" y="83049"/>
                </a:lnTo>
                <a:lnTo>
                  <a:pt x="393295" y="93224"/>
                </a:lnTo>
                <a:close/>
                <a:moveTo>
                  <a:pt x="447536" y="75482"/>
                </a:moveTo>
                <a:lnTo>
                  <a:pt x="447536" y="60538"/>
                </a:lnTo>
                <a:lnTo>
                  <a:pt x="439333" y="60538"/>
                </a:lnTo>
                <a:cubicBezTo>
                  <a:pt x="421952" y="60538"/>
                  <a:pt x="413261" y="65265"/>
                  <a:pt x="413261" y="74719"/>
                </a:cubicBezTo>
                <a:cubicBezTo>
                  <a:pt x="413261" y="78153"/>
                  <a:pt x="414533" y="80792"/>
                  <a:pt x="417077" y="82636"/>
                </a:cubicBezTo>
                <a:cubicBezTo>
                  <a:pt x="419620" y="84480"/>
                  <a:pt x="423054" y="85402"/>
                  <a:pt x="427378" y="85402"/>
                </a:cubicBezTo>
                <a:cubicBezTo>
                  <a:pt x="431321" y="85402"/>
                  <a:pt x="435136" y="84512"/>
                  <a:pt x="438825" y="82731"/>
                </a:cubicBezTo>
                <a:cubicBezTo>
                  <a:pt x="442513" y="80951"/>
                  <a:pt x="445417" y="78534"/>
                  <a:pt x="447536" y="75482"/>
                </a:cubicBezTo>
                <a:moveTo>
                  <a:pt x="447536" y="86292"/>
                </a:moveTo>
                <a:cubicBezTo>
                  <a:pt x="441432" y="91973"/>
                  <a:pt x="433568" y="94813"/>
                  <a:pt x="423944" y="94813"/>
                </a:cubicBezTo>
                <a:cubicBezTo>
                  <a:pt x="417246" y="94813"/>
                  <a:pt x="411735" y="93001"/>
                  <a:pt x="407411" y="89376"/>
                </a:cubicBezTo>
                <a:cubicBezTo>
                  <a:pt x="403087" y="85752"/>
                  <a:pt x="400925" y="81078"/>
                  <a:pt x="400925" y="75355"/>
                </a:cubicBezTo>
                <a:cubicBezTo>
                  <a:pt x="400925" y="59584"/>
                  <a:pt x="414512" y="51699"/>
                  <a:pt x="441686" y="51699"/>
                </a:cubicBezTo>
                <a:lnTo>
                  <a:pt x="447536" y="51699"/>
                </a:lnTo>
                <a:cubicBezTo>
                  <a:pt x="447536" y="46866"/>
                  <a:pt x="447282" y="43358"/>
                  <a:pt x="446773" y="41175"/>
                </a:cubicBezTo>
                <a:cubicBezTo>
                  <a:pt x="446265" y="38992"/>
                  <a:pt x="444844" y="37179"/>
                  <a:pt x="442513" y="35738"/>
                </a:cubicBezTo>
                <a:cubicBezTo>
                  <a:pt x="440181" y="34296"/>
                  <a:pt x="436472" y="33576"/>
                  <a:pt x="431384" y="33576"/>
                </a:cubicBezTo>
                <a:cubicBezTo>
                  <a:pt x="420701" y="33576"/>
                  <a:pt x="415190" y="37391"/>
                  <a:pt x="414851" y="45022"/>
                </a:cubicBezTo>
                <a:lnTo>
                  <a:pt x="402896" y="45022"/>
                </a:lnTo>
                <a:cubicBezTo>
                  <a:pt x="403786" y="31159"/>
                  <a:pt x="413494" y="24228"/>
                  <a:pt x="432020" y="24228"/>
                </a:cubicBezTo>
                <a:cubicBezTo>
                  <a:pt x="440669" y="24228"/>
                  <a:pt x="447409" y="25945"/>
                  <a:pt x="452242" y="29379"/>
                </a:cubicBezTo>
                <a:cubicBezTo>
                  <a:pt x="457075" y="32813"/>
                  <a:pt x="459491" y="39553"/>
                  <a:pt x="459491" y="49601"/>
                </a:cubicBezTo>
                <a:lnTo>
                  <a:pt x="459491" y="93224"/>
                </a:lnTo>
                <a:lnTo>
                  <a:pt x="447536" y="93224"/>
                </a:lnTo>
                <a:lnTo>
                  <a:pt x="447536" y="86292"/>
                </a:lnTo>
                <a:close/>
                <a:moveTo>
                  <a:pt x="503348" y="93351"/>
                </a:moveTo>
                <a:cubicBezTo>
                  <a:pt x="500720" y="93860"/>
                  <a:pt x="497858" y="94114"/>
                  <a:pt x="494763" y="94114"/>
                </a:cubicBezTo>
                <a:cubicBezTo>
                  <a:pt x="489846" y="94114"/>
                  <a:pt x="486242" y="93234"/>
                  <a:pt x="483953" y="91475"/>
                </a:cubicBezTo>
                <a:cubicBezTo>
                  <a:pt x="481664" y="89716"/>
                  <a:pt x="480243" y="87458"/>
                  <a:pt x="479692" y="84703"/>
                </a:cubicBezTo>
                <a:cubicBezTo>
                  <a:pt x="479141" y="81947"/>
                  <a:pt x="478866" y="78195"/>
                  <a:pt x="478866" y="73447"/>
                </a:cubicBezTo>
                <a:lnTo>
                  <a:pt x="478866" y="35166"/>
                </a:lnTo>
                <a:lnTo>
                  <a:pt x="470535" y="35166"/>
                </a:lnTo>
                <a:lnTo>
                  <a:pt x="470535" y="25754"/>
                </a:lnTo>
                <a:lnTo>
                  <a:pt x="478866" y="25754"/>
                </a:lnTo>
                <a:lnTo>
                  <a:pt x="478866" y="8966"/>
                </a:lnTo>
                <a:lnTo>
                  <a:pt x="490821" y="8966"/>
                </a:lnTo>
                <a:lnTo>
                  <a:pt x="490821" y="25754"/>
                </a:lnTo>
                <a:lnTo>
                  <a:pt x="501758" y="25754"/>
                </a:lnTo>
                <a:lnTo>
                  <a:pt x="501758" y="35166"/>
                </a:lnTo>
                <a:lnTo>
                  <a:pt x="490821" y="35166"/>
                </a:lnTo>
                <a:lnTo>
                  <a:pt x="490821" y="74083"/>
                </a:lnTo>
                <a:cubicBezTo>
                  <a:pt x="490821" y="78704"/>
                  <a:pt x="491404" y="81640"/>
                  <a:pt x="492569" y="82890"/>
                </a:cubicBezTo>
                <a:cubicBezTo>
                  <a:pt x="493735" y="84141"/>
                  <a:pt x="495336" y="84766"/>
                  <a:pt x="497370" y="84766"/>
                </a:cubicBezTo>
                <a:cubicBezTo>
                  <a:pt x="499448" y="84766"/>
                  <a:pt x="501440" y="84597"/>
                  <a:pt x="503348" y="84257"/>
                </a:cubicBezTo>
                <a:lnTo>
                  <a:pt x="503348" y="93351"/>
                </a:lnTo>
                <a:close/>
                <a:moveTo>
                  <a:pt x="525307" y="93224"/>
                </a:moveTo>
                <a:lnTo>
                  <a:pt x="513288" y="93224"/>
                </a:lnTo>
                <a:lnTo>
                  <a:pt x="513288" y="25754"/>
                </a:lnTo>
                <a:lnTo>
                  <a:pt x="525307" y="25754"/>
                </a:lnTo>
                <a:lnTo>
                  <a:pt x="525307" y="93224"/>
                </a:lnTo>
                <a:moveTo>
                  <a:pt x="525307" y="12972"/>
                </a:moveTo>
                <a:lnTo>
                  <a:pt x="513288" y="12972"/>
                </a:lnTo>
                <a:lnTo>
                  <a:pt x="513288" y="0"/>
                </a:lnTo>
                <a:lnTo>
                  <a:pt x="525307" y="0"/>
                </a:lnTo>
                <a:lnTo>
                  <a:pt x="525307" y="12972"/>
                </a:lnTo>
                <a:close/>
                <a:moveTo>
                  <a:pt x="570260" y="24228"/>
                </a:moveTo>
                <a:cubicBezTo>
                  <a:pt x="579884" y="24228"/>
                  <a:pt x="587567" y="27302"/>
                  <a:pt x="593312" y="33449"/>
                </a:cubicBezTo>
                <a:cubicBezTo>
                  <a:pt x="599056" y="39596"/>
                  <a:pt x="601928" y="48286"/>
                  <a:pt x="601928" y="59521"/>
                </a:cubicBezTo>
                <a:cubicBezTo>
                  <a:pt x="601928" y="70713"/>
                  <a:pt x="599056" y="79393"/>
                  <a:pt x="593312" y="85561"/>
                </a:cubicBezTo>
                <a:cubicBezTo>
                  <a:pt x="587567" y="91729"/>
                  <a:pt x="579884" y="94813"/>
                  <a:pt x="570260" y="94813"/>
                </a:cubicBezTo>
                <a:cubicBezTo>
                  <a:pt x="560679" y="94813"/>
                  <a:pt x="553017" y="91729"/>
                  <a:pt x="547272" y="85561"/>
                </a:cubicBezTo>
                <a:cubicBezTo>
                  <a:pt x="541528" y="79393"/>
                  <a:pt x="538656" y="70713"/>
                  <a:pt x="538656" y="59521"/>
                </a:cubicBezTo>
                <a:cubicBezTo>
                  <a:pt x="538656" y="48286"/>
                  <a:pt x="541528" y="39596"/>
                  <a:pt x="547272" y="33449"/>
                </a:cubicBezTo>
                <a:cubicBezTo>
                  <a:pt x="553017" y="27302"/>
                  <a:pt x="560679" y="24228"/>
                  <a:pt x="570260" y="24228"/>
                </a:cubicBezTo>
                <a:moveTo>
                  <a:pt x="570260" y="85402"/>
                </a:moveTo>
                <a:cubicBezTo>
                  <a:pt x="575983" y="85402"/>
                  <a:pt x="580625" y="83229"/>
                  <a:pt x="584187" y="78884"/>
                </a:cubicBezTo>
                <a:cubicBezTo>
                  <a:pt x="587748" y="74539"/>
                  <a:pt x="589528" y="68084"/>
                  <a:pt x="589528" y="59521"/>
                </a:cubicBezTo>
                <a:cubicBezTo>
                  <a:pt x="589528" y="50915"/>
                  <a:pt x="587748" y="44439"/>
                  <a:pt x="584187" y="40094"/>
                </a:cubicBezTo>
                <a:cubicBezTo>
                  <a:pt x="580625" y="35748"/>
                  <a:pt x="575983" y="33576"/>
                  <a:pt x="570260" y="33576"/>
                </a:cubicBezTo>
                <a:cubicBezTo>
                  <a:pt x="564537" y="33576"/>
                  <a:pt x="559895" y="35748"/>
                  <a:pt x="556334" y="40094"/>
                </a:cubicBezTo>
                <a:cubicBezTo>
                  <a:pt x="552773" y="44439"/>
                  <a:pt x="550992" y="50915"/>
                  <a:pt x="550992" y="59521"/>
                </a:cubicBezTo>
                <a:cubicBezTo>
                  <a:pt x="550992" y="68084"/>
                  <a:pt x="552773" y="74539"/>
                  <a:pt x="556334" y="78884"/>
                </a:cubicBezTo>
                <a:cubicBezTo>
                  <a:pt x="559895" y="83229"/>
                  <a:pt x="564537" y="85402"/>
                  <a:pt x="570260" y="85402"/>
                </a:cubicBezTo>
                <a:close/>
                <a:moveTo>
                  <a:pt x="627853" y="34339"/>
                </a:moveTo>
                <a:cubicBezTo>
                  <a:pt x="633830" y="27598"/>
                  <a:pt x="640550" y="24228"/>
                  <a:pt x="648011" y="24228"/>
                </a:cubicBezTo>
                <a:cubicBezTo>
                  <a:pt x="663230" y="24228"/>
                  <a:pt x="670840" y="32516"/>
                  <a:pt x="670840" y="49092"/>
                </a:cubicBezTo>
                <a:lnTo>
                  <a:pt x="670840" y="93224"/>
                </a:lnTo>
                <a:lnTo>
                  <a:pt x="658821" y="93224"/>
                </a:lnTo>
                <a:lnTo>
                  <a:pt x="658821" y="49601"/>
                </a:lnTo>
                <a:cubicBezTo>
                  <a:pt x="658821" y="44089"/>
                  <a:pt x="657836" y="40126"/>
                  <a:pt x="655865" y="37709"/>
                </a:cubicBezTo>
                <a:cubicBezTo>
                  <a:pt x="653893" y="35293"/>
                  <a:pt x="650661" y="34085"/>
                  <a:pt x="646167" y="34085"/>
                </a:cubicBezTo>
                <a:cubicBezTo>
                  <a:pt x="640062" y="34085"/>
                  <a:pt x="633958" y="37688"/>
                  <a:pt x="627853" y="44895"/>
                </a:cubicBezTo>
                <a:lnTo>
                  <a:pt x="627853" y="93224"/>
                </a:lnTo>
                <a:lnTo>
                  <a:pt x="615834" y="93224"/>
                </a:lnTo>
                <a:lnTo>
                  <a:pt x="615834" y="25754"/>
                </a:lnTo>
                <a:lnTo>
                  <a:pt x="627853" y="25754"/>
                </a:lnTo>
                <a:lnTo>
                  <a:pt x="627853" y="34339"/>
                </a:lnTo>
                <a:close/>
                <a:moveTo>
                  <a:pt x="679340" y="93224"/>
                </a:moveTo>
                <a:lnTo>
                  <a:pt x="679340" y="93224"/>
                </a:lnTo>
                <a:close/>
              </a:path>
            </a:pathLst>
          </a:custGeom>
          <a:solidFill xmlns:a="http://schemas.openxmlformats.org/drawingml/2006/main">
            <a:srgbClr val="000000"/>
          </a:solidFill>
          <a:ln xmlns:a="http://schemas.openxmlformats.org/drawingml/2006/main" w="0" cap="flat">
            <a:noFill/>
            <a:miter/>
          </a:ln>
        </p:spPr>
      </p:sp>
      <p:sp>
        <p:nvSpPr>
          <p:cNvPr id="68" name="Text Results">
            <a:extLst xmlns:a="http://schemas.openxmlformats.org/drawingml/2006/main">
              <a:ext uri="{FF2B5EF4-FFF2-40B4-BE49-F238E27FC236}">
                <a16:creationId xmlns:a16="http://schemas.microsoft.com/office/drawing/2014/main" id="{580473B3-F611-49AB-9018-D8BAB03AEEDF}"/>
              </a:ext>
            </a:extLst>
          </p:cNvPr>
          <p:cNvSpPr>
            <a:spLocks xmlns:a="http://schemas.openxmlformats.org/drawingml/2006/main" noGrp="1"/>
          </p:cNvSpPr>
          <p:nvPr/>
        </p:nvSpPr>
        <p:spPr>
          <a:xfrm xmlns:a="http://schemas.openxmlformats.org/drawingml/2006/main">
            <a:off x="2454913" y="2194593"/>
            <a:ext cx="419386" cy="94813"/>
          </a:xfrm>
          <a:custGeom xmlns:a="http://schemas.openxmlformats.org/drawingml/2006/main">
            <a:pathLst>
              <a:path w="419386" h="94813">
                <a:moveTo>
                  <a:pt x="77708" y="93224"/>
                </a:moveTo>
                <a:lnTo>
                  <a:pt x="64354" y="93224"/>
                </a:lnTo>
                <a:lnTo>
                  <a:pt x="55578" y="68360"/>
                </a:lnTo>
                <a:cubicBezTo>
                  <a:pt x="54010" y="63951"/>
                  <a:pt x="51402" y="60347"/>
                  <a:pt x="47756" y="57549"/>
                </a:cubicBezTo>
                <a:cubicBezTo>
                  <a:pt x="44111" y="54751"/>
                  <a:pt x="39914" y="53352"/>
                  <a:pt x="35166" y="53352"/>
                </a:cubicBezTo>
                <a:lnTo>
                  <a:pt x="12337" y="53352"/>
                </a:lnTo>
                <a:lnTo>
                  <a:pt x="12337" y="93224"/>
                </a:lnTo>
                <a:lnTo>
                  <a:pt x="0" y="93224"/>
                </a:lnTo>
                <a:lnTo>
                  <a:pt x="0" y="0"/>
                </a:lnTo>
                <a:lnTo>
                  <a:pt x="41270" y="0"/>
                </a:lnTo>
                <a:cubicBezTo>
                  <a:pt x="48477" y="0"/>
                  <a:pt x="54370" y="699"/>
                  <a:pt x="58948" y="2098"/>
                </a:cubicBezTo>
                <a:cubicBezTo>
                  <a:pt x="63527" y="3497"/>
                  <a:pt x="67258" y="6444"/>
                  <a:pt x="70140" y="10938"/>
                </a:cubicBezTo>
                <a:cubicBezTo>
                  <a:pt x="73023" y="15431"/>
                  <a:pt x="74465" y="20497"/>
                  <a:pt x="74465" y="26136"/>
                </a:cubicBezTo>
                <a:cubicBezTo>
                  <a:pt x="74465" y="32580"/>
                  <a:pt x="72599" y="37964"/>
                  <a:pt x="68869" y="42288"/>
                </a:cubicBezTo>
                <a:cubicBezTo>
                  <a:pt x="65138" y="46612"/>
                  <a:pt x="60029" y="49431"/>
                  <a:pt x="53543" y="50745"/>
                </a:cubicBezTo>
                <a:lnTo>
                  <a:pt x="53543" y="51000"/>
                </a:lnTo>
                <a:cubicBezTo>
                  <a:pt x="60029" y="53077"/>
                  <a:pt x="64968" y="58694"/>
                  <a:pt x="68360" y="67851"/>
                </a:cubicBezTo>
                <a:lnTo>
                  <a:pt x="77708" y="93224"/>
                </a:lnTo>
                <a:moveTo>
                  <a:pt x="12337" y="42288"/>
                </a:moveTo>
                <a:lnTo>
                  <a:pt x="39871" y="42288"/>
                </a:lnTo>
                <a:cubicBezTo>
                  <a:pt x="47545" y="42288"/>
                  <a:pt x="53109" y="41079"/>
                  <a:pt x="56564" y="38663"/>
                </a:cubicBezTo>
                <a:cubicBezTo>
                  <a:pt x="60019" y="36247"/>
                  <a:pt x="61746" y="32071"/>
                  <a:pt x="61746" y="26136"/>
                </a:cubicBezTo>
                <a:cubicBezTo>
                  <a:pt x="61746" y="15537"/>
                  <a:pt x="55091" y="10238"/>
                  <a:pt x="41779" y="10238"/>
                </a:cubicBezTo>
                <a:lnTo>
                  <a:pt x="12337" y="10238"/>
                </a:lnTo>
                <a:lnTo>
                  <a:pt x="12337" y="42288"/>
                </a:lnTo>
                <a:close/>
                <a:moveTo>
                  <a:pt x="121105" y="94813"/>
                </a:moveTo>
                <a:cubicBezTo>
                  <a:pt x="111185" y="94813"/>
                  <a:pt x="103215" y="91708"/>
                  <a:pt x="97195" y="85497"/>
                </a:cubicBezTo>
                <a:cubicBezTo>
                  <a:pt x="91175" y="79287"/>
                  <a:pt x="88165" y="70628"/>
                  <a:pt x="88165" y="59521"/>
                </a:cubicBezTo>
                <a:cubicBezTo>
                  <a:pt x="88165" y="48498"/>
                  <a:pt x="91080" y="39861"/>
                  <a:pt x="96909" y="33608"/>
                </a:cubicBezTo>
                <a:cubicBezTo>
                  <a:pt x="102738" y="27355"/>
                  <a:pt x="110358" y="24228"/>
                  <a:pt x="119770" y="24228"/>
                </a:cubicBezTo>
                <a:cubicBezTo>
                  <a:pt x="129393" y="24228"/>
                  <a:pt x="137077" y="27302"/>
                  <a:pt x="142821" y="33449"/>
                </a:cubicBezTo>
                <a:cubicBezTo>
                  <a:pt x="148566" y="39596"/>
                  <a:pt x="151438" y="48286"/>
                  <a:pt x="151438" y="59521"/>
                </a:cubicBezTo>
                <a:lnTo>
                  <a:pt x="151438" y="62382"/>
                </a:lnTo>
                <a:lnTo>
                  <a:pt x="100629" y="62382"/>
                </a:lnTo>
                <a:cubicBezTo>
                  <a:pt x="101138" y="70183"/>
                  <a:pt x="103289" y="75969"/>
                  <a:pt x="107083" y="79743"/>
                </a:cubicBezTo>
                <a:cubicBezTo>
                  <a:pt x="110878" y="83516"/>
                  <a:pt x="115551" y="85402"/>
                  <a:pt x="121105" y="85402"/>
                </a:cubicBezTo>
                <a:cubicBezTo>
                  <a:pt x="125302" y="85402"/>
                  <a:pt x="129086" y="84332"/>
                  <a:pt x="132456" y="82191"/>
                </a:cubicBezTo>
                <a:cubicBezTo>
                  <a:pt x="135826" y="80050"/>
                  <a:pt x="137596" y="77008"/>
                  <a:pt x="137766" y="73066"/>
                </a:cubicBezTo>
                <a:lnTo>
                  <a:pt x="150166" y="73066"/>
                </a:lnTo>
                <a:cubicBezTo>
                  <a:pt x="149233" y="80018"/>
                  <a:pt x="146086" y="85381"/>
                  <a:pt x="140723" y="89154"/>
                </a:cubicBezTo>
                <a:cubicBezTo>
                  <a:pt x="135360" y="92927"/>
                  <a:pt x="128821" y="94813"/>
                  <a:pt x="121105" y="94813"/>
                </a:cubicBezTo>
                <a:moveTo>
                  <a:pt x="138783" y="52971"/>
                </a:moveTo>
                <a:cubicBezTo>
                  <a:pt x="137808" y="46485"/>
                  <a:pt x="135625" y="41631"/>
                  <a:pt x="132233" y="38409"/>
                </a:cubicBezTo>
                <a:cubicBezTo>
                  <a:pt x="128842" y="35187"/>
                  <a:pt x="124687" y="33576"/>
                  <a:pt x="119770" y="33576"/>
                </a:cubicBezTo>
                <a:cubicBezTo>
                  <a:pt x="114979" y="33576"/>
                  <a:pt x="110867" y="35176"/>
                  <a:pt x="107433" y="38377"/>
                </a:cubicBezTo>
                <a:cubicBezTo>
                  <a:pt x="103999" y="41578"/>
                  <a:pt x="101816" y="46442"/>
                  <a:pt x="100883" y="52971"/>
                </a:cubicBezTo>
                <a:lnTo>
                  <a:pt x="138783" y="52971"/>
                </a:lnTo>
                <a:close/>
                <a:moveTo>
                  <a:pt x="188924" y="94813"/>
                </a:moveTo>
                <a:cubicBezTo>
                  <a:pt x="170482" y="94813"/>
                  <a:pt x="160838" y="87564"/>
                  <a:pt x="159990" y="73066"/>
                </a:cubicBezTo>
                <a:lnTo>
                  <a:pt x="172008" y="73066"/>
                </a:lnTo>
                <a:cubicBezTo>
                  <a:pt x="172093" y="81290"/>
                  <a:pt x="177689" y="85402"/>
                  <a:pt x="188796" y="85402"/>
                </a:cubicBezTo>
                <a:cubicBezTo>
                  <a:pt x="193756" y="85402"/>
                  <a:pt x="197540" y="84374"/>
                  <a:pt x="200147" y="82318"/>
                </a:cubicBezTo>
                <a:cubicBezTo>
                  <a:pt x="202754" y="80262"/>
                  <a:pt x="204058" y="77686"/>
                  <a:pt x="204058" y="74592"/>
                </a:cubicBezTo>
                <a:cubicBezTo>
                  <a:pt x="204058" y="71539"/>
                  <a:pt x="202786" y="69388"/>
                  <a:pt x="200243" y="68137"/>
                </a:cubicBezTo>
                <a:cubicBezTo>
                  <a:pt x="197699" y="66887"/>
                  <a:pt x="192453" y="65265"/>
                  <a:pt x="184504" y="63273"/>
                </a:cubicBezTo>
                <a:cubicBezTo>
                  <a:pt x="176555" y="61280"/>
                  <a:pt x="170747" y="59054"/>
                  <a:pt x="167080" y="56596"/>
                </a:cubicBezTo>
                <a:cubicBezTo>
                  <a:pt x="163413" y="54137"/>
                  <a:pt x="161580" y="49813"/>
                  <a:pt x="161580" y="43623"/>
                </a:cubicBezTo>
                <a:cubicBezTo>
                  <a:pt x="161580" y="38027"/>
                  <a:pt x="163858" y="33396"/>
                  <a:pt x="168416" y="29729"/>
                </a:cubicBezTo>
                <a:cubicBezTo>
                  <a:pt x="172973" y="26062"/>
                  <a:pt x="179067" y="24228"/>
                  <a:pt x="186698" y="24228"/>
                </a:cubicBezTo>
                <a:cubicBezTo>
                  <a:pt x="204376" y="24228"/>
                  <a:pt x="213406" y="30523"/>
                  <a:pt x="213787" y="43114"/>
                </a:cubicBezTo>
                <a:lnTo>
                  <a:pt x="201832" y="43114"/>
                </a:lnTo>
                <a:cubicBezTo>
                  <a:pt x="201408" y="36755"/>
                  <a:pt x="196639" y="33576"/>
                  <a:pt x="187525" y="33576"/>
                </a:cubicBezTo>
                <a:cubicBezTo>
                  <a:pt x="183497" y="33576"/>
                  <a:pt x="180159" y="34339"/>
                  <a:pt x="177509" y="35865"/>
                </a:cubicBezTo>
                <a:cubicBezTo>
                  <a:pt x="174859" y="37391"/>
                  <a:pt x="173535" y="39617"/>
                  <a:pt x="173535" y="42542"/>
                </a:cubicBezTo>
                <a:cubicBezTo>
                  <a:pt x="173535" y="45170"/>
                  <a:pt x="174552" y="47068"/>
                  <a:pt x="176587" y="48233"/>
                </a:cubicBezTo>
                <a:cubicBezTo>
                  <a:pt x="178622" y="49399"/>
                  <a:pt x="183720" y="50968"/>
                  <a:pt x="191880" y="52939"/>
                </a:cubicBezTo>
                <a:cubicBezTo>
                  <a:pt x="200041" y="54910"/>
                  <a:pt x="206104" y="57210"/>
                  <a:pt x="210067" y="59839"/>
                </a:cubicBezTo>
                <a:cubicBezTo>
                  <a:pt x="214031" y="62467"/>
                  <a:pt x="216013" y="67003"/>
                  <a:pt x="216013" y="73447"/>
                </a:cubicBezTo>
                <a:cubicBezTo>
                  <a:pt x="216013" y="79594"/>
                  <a:pt x="213565" y="84692"/>
                  <a:pt x="208668" y="88741"/>
                </a:cubicBezTo>
                <a:cubicBezTo>
                  <a:pt x="203772" y="92789"/>
                  <a:pt x="197190" y="94813"/>
                  <a:pt x="188924" y="94813"/>
                </a:cubicBezTo>
                <a:close/>
                <a:moveTo>
                  <a:pt x="272659" y="84639"/>
                </a:moveTo>
                <a:cubicBezTo>
                  <a:pt x="266681" y="91422"/>
                  <a:pt x="259962" y="94813"/>
                  <a:pt x="252501" y="94813"/>
                </a:cubicBezTo>
                <a:cubicBezTo>
                  <a:pt x="237281" y="94813"/>
                  <a:pt x="229672" y="86504"/>
                  <a:pt x="229672" y="69886"/>
                </a:cubicBezTo>
                <a:lnTo>
                  <a:pt x="229672" y="25754"/>
                </a:lnTo>
                <a:lnTo>
                  <a:pt x="241690" y="25754"/>
                </a:lnTo>
                <a:lnTo>
                  <a:pt x="241690" y="69377"/>
                </a:lnTo>
                <a:cubicBezTo>
                  <a:pt x="241690" y="74888"/>
                  <a:pt x="242665" y="78852"/>
                  <a:pt x="244615" y="81269"/>
                </a:cubicBezTo>
                <a:cubicBezTo>
                  <a:pt x="246566" y="83685"/>
                  <a:pt x="249787" y="84893"/>
                  <a:pt x="254281" y="84893"/>
                </a:cubicBezTo>
                <a:cubicBezTo>
                  <a:pt x="260979" y="84893"/>
                  <a:pt x="267105" y="81290"/>
                  <a:pt x="272659" y="74083"/>
                </a:cubicBezTo>
                <a:lnTo>
                  <a:pt x="272659" y="25754"/>
                </a:lnTo>
                <a:lnTo>
                  <a:pt x="284614" y="25754"/>
                </a:lnTo>
                <a:lnTo>
                  <a:pt x="284614" y="93224"/>
                </a:lnTo>
                <a:lnTo>
                  <a:pt x="272659" y="93224"/>
                </a:lnTo>
                <a:lnTo>
                  <a:pt x="272659" y="84639"/>
                </a:lnTo>
                <a:close/>
                <a:moveTo>
                  <a:pt x="314342" y="93224"/>
                </a:moveTo>
                <a:lnTo>
                  <a:pt x="302323" y="93224"/>
                </a:lnTo>
                <a:lnTo>
                  <a:pt x="302323" y="0"/>
                </a:lnTo>
                <a:lnTo>
                  <a:pt x="314342" y="0"/>
                </a:lnTo>
                <a:lnTo>
                  <a:pt x="314342" y="93224"/>
                </a:lnTo>
                <a:close/>
                <a:moveTo>
                  <a:pt x="358202" y="93351"/>
                </a:moveTo>
                <a:cubicBezTo>
                  <a:pt x="355574" y="93860"/>
                  <a:pt x="352712" y="94114"/>
                  <a:pt x="349618" y="94114"/>
                </a:cubicBezTo>
                <a:cubicBezTo>
                  <a:pt x="344700" y="94114"/>
                  <a:pt x="341097" y="93234"/>
                  <a:pt x="338807" y="91475"/>
                </a:cubicBezTo>
                <a:cubicBezTo>
                  <a:pt x="336518" y="89716"/>
                  <a:pt x="335098" y="87458"/>
                  <a:pt x="334547" y="84703"/>
                </a:cubicBezTo>
                <a:cubicBezTo>
                  <a:pt x="333996" y="81947"/>
                  <a:pt x="333720" y="78195"/>
                  <a:pt x="333720" y="73447"/>
                </a:cubicBezTo>
                <a:lnTo>
                  <a:pt x="333720" y="35166"/>
                </a:lnTo>
                <a:lnTo>
                  <a:pt x="325390" y="35166"/>
                </a:lnTo>
                <a:lnTo>
                  <a:pt x="325390" y="25754"/>
                </a:lnTo>
                <a:lnTo>
                  <a:pt x="333720" y="25754"/>
                </a:lnTo>
                <a:lnTo>
                  <a:pt x="333720" y="8966"/>
                </a:lnTo>
                <a:lnTo>
                  <a:pt x="345675" y="8966"/>
                </a:lnTo>
                <a:lnTo>
                  <a:pt x="345675" y="25754"/>
                </a:lnTo>
                <a:lnTo>
                  <a:pt x="356613" y="25754"/>
                </a:lnTo>
                <a:lnTo>
                  <a:pt x="356613" y="35166"/>
                </a:lnTo>
                <a:lnTo>
                  <a:pt x="345675" y="35166"/>
                </a:lnTo>
                <a:lnTo>
                  <a:pt x="345675" y="74083"/>
                </a:lnTo>
                <a:cubicBezTo>
                  <a:pt x="345675" y="78704"/>
                  <a:pt x="346258" y="81640"/>
                  <a:pt x="347424" y="82890"/>
                </a:cubicBezTo>
                <a:cubicBezTo>
                  <a:pt x="348590" y="84141"/>
                  <a:pt x="350190" y="84766"/>
                  <a:pt x="352225" y="84766"/>
                </a:cubicBezTo>
                <a:cubicBezTo>
                  <a:pt x="354302" y="84766"/>
                  <a:pt x="356295" y="84597"/>
                  <a:pt x="358202" y="84257"/>
                </a:cubicBezTo>
                <a:lnTo>
                  <a:pt x="358202" y="93351"/>
                </a:lnTo>
                <a:close/>
                <a:moveTo>
                  <a:pt x="392296" y="94813"/>
                </a:moveTo>
                <a:cubicBezTo>
                  <a:pt x="373855" y="94813"/>
                  <a:pt x="364210" y="87564"/>
                  <a:pt x="363362" y="73066"/>
                </a:cubicBezTo>
                <a:lnTo>
                  <a:pt x="375381" y="73066"/>
                </a:lnTo>
                <a:cubicBezTo>
                  <a:pt x="375466" y="81290"/>
                  <a:pt x="381062" y="85402"/>
                  <a:pt x="392169" y="85402"/>
                </a:cubicBezTo>
                <a:cubicBezTo>
                  <a:pt x="397129" y="85402"/>
                  <a:pt x="400913" y="84374"/>
                  <a:pt x="403520" y="82318"/>
                </a:cubicBezTo>
                <a:cubicBezTo>
                  <a:pt x="406127" y="80262"/>
                  <a:pt x="407431" y="77686"/>
                  <a:pt x="407431" y="74592"/>
                </a:cubicBezTo>
                <a:cubicBezTo>
                  <a:pt x="407431" y="71539"/>
                  <a:pt x="406159" y="69388"/>
                  <a:pt x="403615" y="68137"/>
                </a:cubicBezTo>
                <a:cubicBezTo>
                  <a:pt x="401072" y="66887"/>
                  <a:pt x="395825" y="65265"/>
                  <a:pt x="387876" y="63273"/>
                </a:cubicBezTo>
                <a:cubicBezTo>
                  <a:pt x="379928" y="61280"/>
                  <a:pt x="374120" y="59054"/>
                  <a:pt x="370453" y="56596"/>
                </a:cubicBezTo>
                <a:cubicBezTo>
                  <a:pt x="366786" y="54137"/>
                  <a:pt x="364952" y="49813"/>
                  <a:pt x="364952" y="43623"/>
                </a:cubicBezTo>
                <a:cubicBezTo>
                  <a:pt x="364952" y="38027"/>
                  <a:pt x="367231" y="33396"/>
                  <a:pt x="371788" y="29729"/>
                </a:cubicBezTo>
                <a:cubicBezTo>
                  <a:pt x="376345" y="26062"/>
                  <a:pt x="382440" y="24228"/>
                  <a:pt x="390070" y="24228"/>
                </a:cubicBezTo>
                <a:cubicBezTo>
                  <a:pt x="407749" y="24228"/>
                  <a:pt x="416778" y="30523"/>
                  <a:pt x="417160" y="43114"/>
                </a:cubicBezTo>
                <a:lnTo>
                  <a:pt x="405205" y="43114"/>
                </a:lnTo>
                <a:cubicBezTo>
                  <a:pt x="404781" y="36755"/>
                  <a:pt x="400012" y="33576"/>
                  <a:pt x="390897" y="33576"/>
                </a:cubicBezTo>
                <a:cubicBezTo>
                  <a:pt x="386870" y="33576"/>
                  <a:pt x="383531" y="34339"/>
                  <a:pt x="380882" y="35865"/>
                </a:cubicBezTo>
                <a:cubicBezTo>
                  <a:pt x="378232" y="37391"/>
                  <a:pt x="376907" y="39617"/>
                  <a:pt x="376907" y="42542"/>
                </a:cubicBezTo>
                <a:cubicBezTo>
                  <a:pt x="376907" y="45170"/>
                  <a:pt x="377925" y="47068"/>
                  <a:pt x="379959" y="48233"/>
                </a:cubicBezTo>
                <a:cubicBezTo>
                  <a:pt x="381994" y="49399"/>
                  <a:pt x="387092" y="50968"/>
                  <a:pt x="395253" y="52939"/>
                </a:cubicBezTo>
                <a:cubicBezTo>
                  <a:pt x="403414" y="54910"/>
                  <a:pt x="409476" y="57210"/>
                  <a:pt x="413440" y="59839"/>
                </a:cubicBezTo>
                <a:cubicBezTo>
                  <a:pt x="417404" y="62467"/>
                  <a:pt x="419386" y="67003"/>
                  <a:pt x="419386" y="73447"/>
                </a:cubicBezTo>
                <a:cubicBezTo>
                  <a:pt x="419386" y="79594"/>
                  <a:pt x="416937" y="84692"/>
                  <a:pt x="412041" y="88741"/>
                </a:cubicBezTo>
                <a:cubicBezTo>
                  <a:pt x="407144" y="92789"/>
                  <a:pt x="400563" y="94813"/>
                  <a:pt x="392296" y="94813"/>
                </a:cubicBezTo>
                <a:close/>
              </a:path>
            </a:pathLst>
          </a:custGeom>
          <a:solidFill xmlns:a="http://schemas.openxmlformats.org/drawingml/2006/main">
            <a:srgbClr val="000000"/>
          </a:solidFill>
          <a:ln xmlns:a="http://schemas.openxmlformats.org/drawingml/2006/main" w="0" cap="flat">
            <a:noFill/>
            <a:miter/>
          </a:ln>
        </p:spPr>
      </p:sp>
      <p:sp>
        <p:nvSpPr>
          <p:cNvPr id="69" name="Vector element">
            <a:extLst xmlns:a="http://schemas.openxmlformats.org/drawingml/2006/main">
              <a:ext uri="{FF2B5EF4-FFF2-40B4-BE49-F238E27FC236}">
                <a16:creationId xmlns:a16="http://schemas.microsoft.com/office/drawing/2014/main" id="{F8E4508C-E87F-486F-8D5C-BBBC130F1604}"/>
              </a:ext>
            </a:extLst>
          </p:cNvPr>
          <p:cNvSpPr>
            <a:spLocks xmlns:a="http://schemas.openxmlformats.org/drawingml/2006/main" noGrp="1"/>
          </p:cNvSpPr>
          <p:nvPr/>
        </p:nvSpPr>
        <p:spPr>
          <a:xfrm xmlns:a="http://schemas.openxmlformats.org/drawingml/2006/main">
            <a:off x="2635933" y="2343817"/>
            <a:ext cx="10" cy="357491"/>
          </a:xfrm>
          <a:custGeom xmlns:a="http://schemas.openxmlformats.org/drawingml/2006/main">
            <a:pathLst>
              <a:path w="1" h="357491" fill="none">
                <a:moveTo>
                  <a:pt x="0" y="357491"/>
                </a:moveTo>
                <a:lnTo>
                  <a:pt x="0" y="0"/>
                </a:lnTo>
              </a:path>
            </a:pathLst>
          </a:custGeom>
          <a:noFill xmlns:a="http://schemas.openxmlformats.org/drawingml/2006/main"/>
          <a:ln xmlns:a="http://schemas.openxmlformats.org/drawingml/2006/main" w="16279" cap="rnd">
            <a:solidFill>
              <a:srgbClr val="000000"/>
            </a:solidFill>
            <a:round/>
          </a:ln>
        </p:spPr>
      </p:sp>
      <p:sp>
        <p:nvSpPr>
          <p:cNvPr id="70" name="Vector element">
            <a:extLst xmlns:a="http://schemas.openxmlformats.org/drawingml/2006/main">
              <a:ext uri="{FF2B5EF4-FFF2-40B4-BE49-F238E27FC236}">
                <a16:creationId xmlns:a16="http://schemas.microsoft.com/office/drawing/2014/main" id="{FE9003C1-6E32-4C1C-9A43-F8085FCF5F89}"/>
              </a:ext>
            </a:extLst>
          </p:cNvPr>
          <p:cNvSpPr>
            <a:spLocks xmlns:a="http://schemas.openxmlformats.org/drawingml/2006/main" noGrp="1"/>
          </p:cNvSpPr>
          <p:nvPr/>
        </p:nvSpPr>
        <p:spPr>
          <a:xfrm xmlns:a="http://schemas.openxmlformats.org/drawingml/2006/main">
            <a:off x="2592305" y="2681773"/>
            <a:ext cx="87256" cy="87256"/>
          </a:xfrm>
          <a:custGeom xmlns:a="http://schemas.openxmlformats.org/drawingml/2006/main">
            <a:pathLst>
              <a:path w="87256" h="87256">
                <a:moveTo>
                  <a:pt x="43628" y="87256"/>
                </a:moveTo>
                <a:cubicBezTo>
                  <a:pt x="41675" y="53396"/>
                  <a:pt x="26047" y="22140"/>
                  <a:pt x="0" y="0"/>
                </a:cubicBezTo>
                <a:cubicBezTo>
                  <a:pt x="27349" y="13675"/>
                  <a:pt x="59907" y="13675"/>
                  <a:pt x="87256" y="0"/>
                </a:cubicBezTo>
                <a:cubicBezTo>
                  <a:pt x="61210" y="22140"/>
                  <a:pt x="45582" y="53396"/>
                  <a:pt x="43628" y="87256"/>
                </a:cubicBezTo>
              </a:path>
            </a:pathLst>
          </a:custGeom>
          <a:solidFill xmlns:a="http://schemas.openxmlformats.org/drawingml/2006/main">
            <a:srgbClr val="000000"/>
          </a:solidFill>
          <a:ln xmlns:a="http://schemas.openxmlformats.org/drawingml/2006/main" w="0" cap="flat">
            <a:noFill/>
            <a:miter/>
          </a:ln>
        </p:spPr>
      </p:sp>
      <p:sp>
        <p:nvSpPr>
          <p:cNvPr id="71" name="Vector element">
            <a:extLst xmlns:a="http://schemas.openxmlformats.org/drawingml/2006/main">
              <a:ext uri="{FF2B5EF4-FFF2-40B4-BE49-F238E27FC236}">
                <a16:creationId xmlns:a16="http://schemas.microsoft.com/office/drawing/2014/main" id="{1BEF2FFE-5132-46F9-9E5D-CEFA2B33D07D}"/>
              </a:ext>
            </a:extLst>
          </p:cNvPr>
          <p:cNvSpPr>
            <a:spLocks xmlns:a="http://schemas.openxmlformats.org/drawingml/2006/main" noGrp="1"/>
          </p:cNvSpPr>
          <p:nvPr/>
        </p:nvSpPr>
        <p:spPr>
          <a:xfrm xmlns:a="http://schemas.openxmlformats.org/drawingml/2006/main">
            <a:off x="1811556" y="2923356"/>
            <a:ext cx="164094" cy="651"/>
          </a:xfrm>
          <a:custGeom xmlns:a="http://schemas.openxmlformats.org/drawingml/2006/main">
            <a:pathLst>
              <a:path w="164094" h="651" fill="none">
                <a:moveTo>
                  <a:pt x="164094" y="651"/>
                </a:moveTo>
                <a:lnTo>
                  <a:pt x="0" y="0"/>
                </a:lnTo>
              </a:path>
            </a:pathLst>
          </a:custGeom>
          <a:noFill xmlns:a="http://schemas.openxmlformats.org/drawingml/2006/main"/>
          <a:ln xmlns:a="http://schemas.openxmlformats.org/drawingml/2006/main" w="16279" cap="rnd">
            <a:solidFill>
              <a:srgbClr val="000000"/>
            </a:solidFill>
            <a:custDash>
              <a:ds d="99993" sp="199993"/>
            </a:custDash>
            <a:round/>
          </a:ln>
        </p:spPr>
      </p:sp>
      <p:sp>
        <p:nvSpPr>
          <p:cNvPr id="72" name="Vector element">
            <a:extLst xmlns:a="http://schemas.openxmlformats.org/drawingml/2006/main">
              <a:ext uri="{FF2B5EF4-FFF2-40B4-BE49-F238E27FC236}">
                <a16:creationId xmlns:a16="http://schemas.microsoft.com/office/drawing/2014/main" id="{EA0B3B5B-4441-4A5C-A842-678258D62ACF}"/>
              </a:ext>
            </a:extLst>
          </p:cNvPr>
          <p:cNvSpPr>
            <a:spLocks xmlns:a="http://schemas.openxmlformats.org/drawingml/2006/main" noGrp="1"/>
          </p:cNvSpPr>
          <p:nvPr/>
        </p:nvSpPr>
        <p:spPr>
          <a:xfrm xmlns:a="http://schemas.openxmlformats.org/drawingml/2006/main">
            <a:off x="1956115" y="2880379"/>
            <a:ext cx="87256" cy="87256"/>
          </a:xfrm>
          <a:custGeom xmlns:a="http://schemas.openxmlformats.org/drawingml/2006/main">
            <a:pathLst>
              <a:path w="87256" h="87256">
                <a:moveTo>
                  <a:pt x="87256" y="44279"/>
                </a:moveTo>
                <a:cubicBezTo>
                  <a:pt x="53396" y="45582"/>
                  <a:pt x="22140" y="61210"/>
                  <a:pt x="0" y="87256"/>
                </a:cubicBezTo>
                <a:cubicBezTo>
                  <a:pt x="13675" y="59907"/>
                  <a:pt x="14326" y="27349"/>
                  <a:pt x="651" y="0"/>
                </a:cubicBezTo>
                <a:cubicBezTo>
                  <a:pt x="22140" y="26047"/>
                  <a:pt x="53396" y="41675"/>
                  <a:pt x="87256" y="44279"/>
                </a:cubicBezTo>
              </a:path>
            </a:pathLst>
          </a:custGeom>
          <a:solidFill xmlns:a="http://schemas.openxmlformats.org/drawingml/2006/main">
            <a:srgbClr val="000000"/>
          </a:solidFill>
          <a:ln xmlns:a="http://schemas.openxmlformats.org/drawingml/2006/main" w="0" cap="flat">
            <a:noFill/>
            <a:miter/>
          </a:ln>
        </p:spPr>
      </p:sp>
      <p:sp>
        <p:nvSpPr>
          <p:cNvPr id="73" name="Vector element">
            <a:extLst xmlns:a="http://schemas.openxmlformats.org/drawingml/2006/main">
              <a:ext uri="{FF2B5EF4-FFF2-40B4-BE49-F238E27FC236}">
                <a16:creationId xmlns:a16="http://schemas.microsoft.com/office/drawing/2014/main" id="{6AAE6093-CB59-4719-A0C4-3E0AE0140578}"/>
              </a:ext>
            </a:extLst>
          </p:cNvPr>
          <p:cNvSpPr>
            <a:spLocks xmlns:a="http://schemas.openxmlformats.org/drawingml/2006/main" noGrp="1"/>
          </p:cNvSpPr>
          <p:nvPr/>
        </p:nvSpPr>
        <p:spPr>
          <a:xfrm xmlns:a="http://schemas.openxmlformats.org/drawingml/2006/main">
            <a:off x="3255844" y="2923356"/>
            <a:ext cx="182978" cy="1302"/>
          </a:xfrm>
          <a:custGeom xmlns:a="http://schemas.openxmlformats.org/drawingml/2006/main">
            <a:pathLst>
              <a:path w="182978" h="1302" fill="none">
                <a:moveTo>
                  <a:pt x="182978" y="0"/>
                </a:moveTo>
                <a:lnTo>
                  <a:pt x="0" y="1302"/>
                </a:lnTo>
              </a:path>
            </a:pathLst>
          </a:custGeom>
          <a:noFill xmlns:a="http://schemas.openxmlformats.org/drawingml/2006/main"/>
          <a:ln xmlns:a="http://schemas.openxmlformats.org/drawingml/2006/main" w="16279" cap="rnd">
            <a:solidFill>
              <a:srgbClr val="000000"/>
            </a:solidFill>
            <a:round/>
          </a:ln>
        </p:spPr>
      </p:sp>
      <p:sp>
        <p:nvSpPr>
          <p:cNvPr id="74" name="Vector element">
            <a:extLst xmlns:a="http://schemas.openxmlformats.org/drawingml/2006/main">
              <a:ext uri="{FF2B5EF4-FFF2-40B4-BE49-F238E27FC236}">
                <a16:creationId xmlns:a16="http://schemas.microsoft.com/office/drawing/2014/main" id="{E5143E2A-8B8F-4C2B-88C3-FB062134B59E}"/>
              </a:ext>
            </a:extLst>
          </p:cNvPr>
          <p:cNvSpPr>
            <a:spLocks xmlns:a="http://schemas.openxmlformats.org/drawingml/2006/main" noGrp="1"/>
          </p:cNvSpPr>
          <p:nvPr/>
        </p:nvSpPr>
        <p:spPr>
          <a:xfrm xmlns:a="http://schemas.openxmlformats.org/drawingml/2006/main">
            <a:off x="3418636" y="2879728"/>
            <a:ext cx="87908" cy="87256"/>
          </a:xfrm>
          <a:custGeom xmlns:a="http://schemas.openxmlformats.org/drawingml/2006/main">
            <a:pathLst>
              <a:path w="87908" h="87256">
                <a:moveTo>
                  <a:pt x="87908" y="43628"/>
                </a:moveTo>
                <a:cubicBezTo>
                  <a:pt x="54047" y="45582"/>
                  <a:pt x="22140" y="61210"/>
                  <a:pt x="651" y="87256"/>
                </a:cubicBezTo>
                <a:cubicBezTo>
                  <a:pt x="14326" y="59907"/>
                  <a:pt x="14326" y="27349"/>
                  <a:pt x="0" y="0"/>
                </a:cubicBezTo>
                <a:cubicBezTo>
                  <a:pt x="22140" y="26047"/>
                  <a:pt x="54047" y="41675"/>
                  <a:pt x="87908" y="43628"/>
                </a:cubicBezTo>
              </a:path>
            </a:pathLst>
          </a:custGeom>
          <a:solidFill xmlns:a="http://schemas.openxmlformats.org/drawingml/2006/main">
            <a:srgbClr val="000000"/>
          </a:solidFill>
          <a:ln xmlns:a="http://schemas.openxmlformats.org/drawingml/2006/main" w="0" cap="flat">
            <a:noFill/>
            <a:miter/>
          </a:ln>
        </p:spPr>
      </p:sp>
      <p:sp>
        <p:nvSpPr>
          <p:cNvPr id="75" name="Vector element">
            <a:extLst xmlns:a="http://schemas.openxmlformats.org/drawingml/2006/main">
              <a:ext uri="{FF2B5EF4-FFF2-40B4-BE49-F238E27FC236}">
                <a16:creationId xmlns:a16="http://schemas.microsoft.com/office/drawing/2014/main" id="{6D2ECD58-0C6F-44B8-ABC1-49EC48CD2D48}"/>
              </a:ext>
            </a:extLst>
          </p:cNvPr>
          <p:cNvSpPr>
            <a:spLocks xmlns:a="http://schemas.openxmlformats.org/drawingml/2006/main" noGrp="1"/>
          </p:cNvSpPr>
          <p:nvPr/>
        </p:nvSpPr>
        <p:spPr>
          <a:xfrm xmlns:a="http://schemas.openxmlformats.org/drawingml/2006/main">
            <a:off x="2043371" y="2770983"/>
            <a:ext cx="1212473" cy="307351"/>
          </a:xfrm>
          <a:custGeom xmlns:a="http://schemas.openxmlformats.org/drawingml/2006/main">
            <a:pathLst>
              <a:path w="1212473" h="307351">
                <a:moveTo>
                  <a:pt x="0" y="0"/>
                </a:moveTo>
                <a:lnTo>
                  <a:pt x="0" y="307351"/>
                </a:lnTo>
                <a:lnTo>
                  <a:pt x="1212473" y="307351"/>
                </a:lnTo>
                <a:lnTo>
                  <a:pt x="1212473" y="0"/>
                </a:lnTo>
                <a:lnTo>
                  <a:pt x="0" y="0"/>
                </a:lnTo>
                <a:close/>
              </a:path>
            </a:pathLst>
          </a:custGeom>
          <a:solidFill xmlns:a="http://schemas.openxmlformats.org/drawingml/2006/main">
            <a:srgbClr val="ADDDD8"/>
          </a:solidFill>
          <a:ln xmlns:a="http://schemas.openxmlformats.org/drawingml/2006/main" w="0" cap="flat">
            <a:noFill/>
            <a:miter/>
          </a:ln>
        </p:spPr>
      </p:sp>
      <p:sp>
        <p:nvSpPr>
          <p:cNvPr id="76" name="Vector element">
            <a:extLst xmlns:a="http://schemas.openxmlformats.org/drawingml/2006/main">
              <a:ext uri="{FF2B5EF4-FFF2-40B4-BE49-F238E27FC236}">
                <a16:creationId xmlns:a16="http://schemas.microsoft.com/office/drawing/2014/main" id="{15C1A8A2-AB19-4BBD-876E-E71CCCD3C8E1}"/>
              </a:ext>
            </a:extLst>
          </p:cNvPr>
          <p:cNvSpPr>
            <a:spLocks xmlns:a="http://schemas.openxmlformats.org/drawingml/2006/main" noGrp="1"/>
          </p:cNvSpPr>
          <p:nvPr/>
        </p:nvSpPr>
        <p:spPr>
          <a:xfrm xmlns:a="http://schemas.openxmlformats.org/drawingml/2006/main">
            <a:off x="2043371" y="2770983"/>
            <a:ext cx="1212473" cy="307351"/>
          </a:xfrm>
          <a:custGeom xmlns:a="http://schemas.openxmlformats.org/drawingml/2006/main">
            <a:pathLst>
              <a:path w="1212473" h="307351" fill="none">
                <a:moveTo>
                  <a:pt x="0" y="0"/>
                </a:moveTo>
                <a:lnTo>
                  <a:pt x="0" y="307351"/>
                </a:lnTo>
                <a:lnTo>
                  <a:pt x="1212473" y="307351"/>
                </a:lnTo>
                <a:lnTo>
                  <a:pt x="1212473" y="0"/>
                </a:lnTo>
                <a:lnTo>
                  <a:pt x="0" y="0"/>
                </a:lnTo>
                <a:close/>
              </a:path>
            </a:pathLst>
          </a:custGeom>
          <a:noFill xmlns:a="http://schemas.openxmlformats.org/drawingml/2006/main"/>
          <a:ln xmlns:a="http://schemas.openxmlformats.org/drawingml/2006/main" w="8140" cap="rnd">
            <a:solidFill>
              <a:srgbClr val="000000"/>
            </a:solidFill>
            <a:round/>
          </a:ln>
        </p:spPr>
      </p:sp>
      <p:sp>
        <p:nvSpPr>
          <p:cNvPr id="77" name="Vector element">
            <a:extLst xmlns:a="http://schemas.openxmlformats.org/drawingml/2006/main">
              <a:ext uri="{FF2B5EF4-FFF2-40B4-BE49-F238E27FC236}">
                <a16:creationId xmlns:a16="http://schemas.microsoft.com/office/drawing/2014/main" id="{50CCE95A-050E-4A72-A2CF-A43A89841CF0}"/>
              </a:ext>
            </a:extLst>
          </p:cNvPr>
          <p:cNvSpPr>
            <a:spLocks xmlns:a="http://schemas.openxmlformats.org/drawingml/2006/main" noGrp="1"/>
          </p:cNvSpPr>
          <p:nvPr/>
        </p:nvSpPr>
        <p:spPr>
          <a:xfrm xmlns:a="http://schemas.openxmlformats.org/drawingml/2006/main">
            <a:off x="2043371" y="3078334"/>
            <a:ext cx="10" cy="10"/>
          </a:xfrm>
          <a:custGeom xmlns:a="http://schemas.openxmlformats.org/drawingml/2006/main">
            <a:pathLst>
              <a:path w="1" h="1" fill="none">
                <a:moveTo>
                  <a:pt x="0" y="0"/>
                </a:moveTo>
                <a:close/>
              </a:path>
            </a:pathLst>
          </a:custGeom>
          <a:noFill xmlns:a="http://schemas.openxmlformats.org/drawingml/2006/main"/>
          <a:ln xmlns:a="http://schemas.openxmlformats.org/drawingml/2006/main" w="8140" cap="rnd">
            <a:solidFill>
              <a:srgbClr val="000000"/>
            </a:solidFill>
            <a:round/>
          </a:ln>
        </p:spPr>
      </p:sp>
      <p:sp>
        <p:nvSpPr>
          <p:cNvPr id="78" name="Text Patch Hunk ">
            <a:extLst xmlns:a="http://schemas.openxmlformats.org/drawingml/2006/main">
              <a:ext uri="{FF2B5EF4-FFF2-40B4-BE49-F238E27FC236}">
                <a16:creationId xmlns:a16="http://schemas.microsoft.com/office/drawing/2014/main" id="{B33404F9-C359-4FFF-873E-1A6B10988588}"/>
              </a:ext>
            </a:extLst>
          </p:cNvPr>
          <p:cNvSpPr>
            <a:spLocks xmlns:a="http://schemas.openxmlformats.org/drawingml/2006/main" noGrp="1"/>
          </p:cNvSpPr>
          <p:nvPr/>
        </p:nvSpPr>
        <p:spPr>
          <a:xfrm xmlns:a="http://schemas.openxmlformats.org/drawingml/2006/main">
            <a:off x="2324029" y="2798876"/>
            <a:ext cx="660820" cy="94813"/>
          </a:xfrm>
          <a:custGeom xmlns:a="http://schemas.openxmlformats.org/drawingml/2006/main">
            <a:pathLst>
              <a:path w="660820"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904" y="75482"/>
                </a:moveTo>
                <a:lnTo>
                  <a:pt x="127904" y="60538"/>
                </a:lnTo>
                <a:lnTo>
                  <a:pt x="119701" y="60538"/>
                </a:lnTo>
                <a:cubicBezTo>
                  <a:pt x="102320" y="60538"/>
                  <a:pt x="93629" y="65265"/>
                  <a:pt x="93629" y="74719"/>
                </a:cubicBezTo>
                <a:cubicBezTo>
                  <a:pt x="93629" y="78153"/>
                  <a:pt x="94901" y="80792"/>
                  <a:pt x="97445" y="82636"/>
                </a:cubicBezTo>
                <a:cubicBezTo>
                  <a:pt x="99988" y="84480"/>
                  <a:pt x="103422" y="85402"/>
                  <a:pt x="107746" y="85402"/>
                </a:cubicBezTo>
                <a:cubicBezTo>
                  <a:pt x="111689" y="85402"/>
                  <a:pt x="115504" y="84512"/>
                  <a:pt x="119193" y="82731"/>
                </a:cubicBezTo>
                <a:cubicBezTo>
                  <a:pt x="122881" y="80951"/>
                  <a:pt x="125785" y="78534"/>
                  <a:pt x="127904" y="75482"/>
                </a:cubicBezTo>
                <a:moveTo>
                  <a:pt x="127904" y="86292"/>
                </a:moveTo>
                <a:cubicBezTo>
                  <a:pt x="121800" y="91973"/>
                  <a:pt x="113936" y="94813"/>
                  <a:pt x="104312" y="94813"/>
                </a:cubicBezTo>
                <a:cubicBezTo>
                  <a:pt x="97614" y="94813"/>
                  <a:pt x="92103" y="93001"/>
                  <a:pt x="87779" y="89376"/>
                </a:cubicBezTo>
                <a:cubicBezTo>
                  <a:pt x="83455" y="85752"/>
                  <a:pt x="81293" y="81078"/>
                  <a:pt x="81293" y="75355"/>
                </a:cubicBezTo>
                <a:cubicBezTo>
                  <a:pt x="81293" y="59584"/>
                  <a:pt x="94880" y="51699"/>
                  <a:pt x="122054" y="51699"/>
                </a:cubicBezTo>
                <a:lnTo>
                  <a:pt x="127904" y="51699"/>
                </a:lnTo>
                <a:cubicBezTo>
                  <a:pt x="127904" y="46866"/>
                  <a:pt x="127650" y="43358"/>
                  <a:pt x="127141" y="41175"/>
                </a:cubicBezTo>
                <a:cubicBezTo>
                  <a:pt x="126633" y="38992"/>
                  <a:pt x="125212" y="37179"/>
                  <a:pt x="122881" y="35738"/>
                </a:cubicBezTo>
                <a:cubicBezTo>
                  <a:pt x="120549" y="34296"/>
                  <a:pt x="116840" y="33576"/>
                  <a:pt x="111752" y="33576"/>
                </a:cubicBezTo>
                <a:cubicBezTo>
                  <a:pt x="101069" y="33576"/>
                  <a:pt x="95558" y="37391"/>
                  <a:pt x="95219" y="45022"/>
                </a:cubicBezTo>
                <a:lnTo>
                  <a:pt x="83264" y="45022"/>
                </a:lnTo>
                <a:cubicBezTo>
                  <a:pt x="84154" y="31159"/>
                  <a:pt x="93862" y="24228"/>
                  <a:pt x="112388" y="24228"/>
                </a:cubicBezTo>
                <a:cubicBezTo>
                  <a:pt x="121037" y="24228"/>
                  <a:pt x="127777" y="25945"/>
                  <a:pt x="132610" y="29379"/>
                </a:cubicBezTo>
                <a:cubicBezTo>
                  <a:pt x="137443" y="32813"/>
                  <a:pt x="139860" y="39553"/>
                  <a:pt x="139860" y="49601"/>
                </a:cubicBezTo>
                <a:lnTo>
                  <a:pt x="139860" y="93224"/>
                </a:lnTo>
                <a:lnTo>
                  <a:pt x="127904" y="93224"/>
                </a:lnTo>
                <a:lnTo>
                  <a:pt x="127904" y="86292"/>
                </a:lnTo>
                <a:close/>
                <a:moveTo>
                  <a:pt x="183677" y="93351"/>
                </a:moveTo>
                <a:cubicBezTo>
                  <a:pt x="181048" y="93860"/>
                  <a:pt x="178187" y="94114"/>
                  <a:pt x="175092" y="94114"/>
                </a:cubicBezTo>
                <a:cubicBezTo>
                  <a:pt x="170174" y="94114"/>
                  <a:pt x="166571" y="93234"/>
                  <a:pt x="164281" y="91475"/>
                </a:cubicBezTo>
                <a:cubicBezTo>
                  <a:pt x="161992" y="89716"/>
                  <a:pt x="160572" y="87458"/>
                  <a:pt x="160021" y="84703"/>
                </a:cubicBezTo>
                <a:cubicBezTo>
                  <a:pt x="159470" y="81947"/>
                  <a:pt x="159194" y="78195"/>
                  <a:pt x="159194" y="73447"/>
                </a:cubicBezTo>
                <a:lnTo>
                  <a:pt x="159194" y="35166"/>
                </a:lnTo>
                <a:lnTo>
                  <a:pt x="150864" y="35166"/>
                </a:lnTo>
                <a:lnTo>
                  <a:pt x="150864" y="25754"/>
                </a:lnTo>
                <a:lnTo>
                  <a:pt x="159194" y="25754"/>
                </a:lnTo>
                <a:lnTo>
                  <a:pt x="159194" y="8966"/>
                </a:lnTo>
                <a:lnTo>
                  <a:pt x="171149" y="8966"/>
                </a:lnTo>
                <a:lnTo>
                  <a:pt x="171149" y="25754"/>
                </a:lnTo>
                <a:lnTo>
                  <a:pt x="182087" y="25754"/>
                </a:lnTo>
                <a:lnTo>
                  <a:pt x="182087" y="35166"/>
                </a:lnTo>
                <a:lnTo>
                  <a:pt x="171149" y="35166"/>
                </a:lnTo>
                <a:lnTo>
                  <a:pt x="171149" y="74083"/>
                </a:lnTo>
                <a:cubicBezTo>
                  <a:pt x="171149" y="78704"/>
                  <a:pt x="171732" y="81640"/>
                  <a:pt x="172898" y="82890"/>
                </a:cubicBezTo>
                <a:cubicBezTo>
                  <a:pt x="174064" y="84141"/>
                  <a:pt x="175664" y="84766"/>
                  <a:pt x="177699" y="84766"/>
                </a:cubicBezTo>
                <a:cubicBezTo>
                  <a:pt x="179776" y="84766"/>
                  <a:pt x="181769" y="84597"/>
                  <a:pt x="183677" y="84257"/>
                </a:cubicBezTo>
                <a:lnTo>
                  <a:pt x="183677" y="93351"/>
                </a:lnTo>
                <a:close/>
                <a:moveTo>
                  <a:pt x="220922" y="94813"/>
                </a:moveTo>
                <a:cubicBezTo>
                  <a:pt x="211341" y="94813"/>
                  <a:pt x="203678" y="91729"/>
                  <a:pt x="197934" y="85561"/>
                </a:cubicBezTo>
                <a:cubicBezTo>
                  <a:pt x="192190" y="79393"/>
                  <a:pt x="189317" y="70713"/>
                  <a:pt x="189317" y="59521"/>
                </a:cubicBezTo>
                <a:cubicBezTo>
                  <a:pt x="189317" y="48286"/>
                  <a:pt x="192190" y="39596"/>
                  <a:pt x="197934" y="33449"/>
                </a:cubicBezTo>
                <a:cubicBezTo>
                  <a:pt x="203678" y="27302"/>
                  <a:pt x="211341" y="24228"/>
                  <a:pt x="220922" y="24228"/>
                </a:cubicBezTo>
                <a:cubicBezTo>
                  <a:pt x="228298" y="24228"/>
                  <a:pt x="234456" y="26093"/>
                  <a:pt x="239395" y="29824"/>
                </a:cubicBezTo>
                <a:cubicBezTo>
                  <a:pt x="244334" y="33555"/>
                  <a:pt x="247248" y="38939"/>
                  <a:pt x="248139" y="45976"/>
                </a:cubicBezTo>
                <a:lnTo>
                  <a:pt x="235802" y="45976"/>
                </a:lnTo>
                <a:cubicBezTo>
                  <a:pt x="235633" y="41949"/>
                  <a:pt x="234117" y="38875"/>
                  <a:pt x="231255" y="36755"/>
                </a:cubicBezTo>
                <a:cubicBezTo>
                  <a:pt x="228394" y="34636"/>
                  <a:pt x="224949" y="33576"/>
                  <a:pt x="220922" y="33576"/>
                </a:cubicBezTo>
                <a:cubicBezTo>
                  <a:pt x="215199" y="33576"/>
                  <a:pt x="210557" y="35748"/>
                  <a:pt x="206996" y="40094"/>
                </a:cubicBezTo>
                <a:cubicBezTo>
                  <a:pt x="203435" y="44439"/>
                  <a:pt x="201654" y="50915"/>
                  <a:pt x="201654" y="59521"/>
                </a:cubicBezTo>
                <a:cubicBezTo>
                  <a:pt x="201654" y="68084"/>
                  <a:pt x="203435" y="74539"/>
                  <a:pt x="206996" y="78884"/>
                </a:cubicBezTo>
                <a:cubicBezTo>
                  <a:pt x="210557" y="83229"/>
                  <a:pt x="215199" y="85402"/>
                  <a:pt x="220922" y="85402"/>
                </a:cubicBezTo>
                <a:cubicBezTo>
                  <a:pt x="224949" y="85402"/>
                  <a:pt x="228394" y="84342"/>
                  <a:pt x="231255" y="82223"/>
                </a:cubicBezTo>
                <a:cubicBezTo>
                  <a:pt x="234117" y="80103"/>
                  <a:pt x="235633" y="77051"/>
                  <a:pt x="235802" y="73066"/>
                </a:cubicBezTo>
                <a:lnTo>
                  <a:pt x="248139" y="73066"/>
                </a:lnTo>
                <a:cubicBezTo>
                  <a:pt x="247248" y="80103"/>
                  <a:pt x="244334" y="85487"/>
                  <a:pt x="239395" y="89218"/>
                </a:cubicBezTo>
                <a:cubicBezTo>
                  <a:pt x="234456" y="92948"/>
                  <a:pt x="228298" y="94813"/>
                  <a:pt x="220922" y="94813"/>
                </a:cubicBezTo>
                <a:close/>
                <a:moveTo>
                  <a:pt x="270609" y="34339"/>
                </a:moveTo>
                <a:cubicBezTo>
                  <a:pt x="276587" y="27598"/>
                  <a:pt x="283306" y="24228"/>
                  <a:pt x="290767" y="24228"/>
                </a:cubicBezTo>
                <a:cubicBezTo>
                  <a:pt x="305987" y="24228"/>
                  <a:pt x="313596" y="32516"/>
                  <a:pt x="313596" y="49092"/>
                </a:cubicBezTo>
                <a:lnTo>
                  <a:pt x="313596" y="93224"/>
                </a:lnTo>
                <a:lnTo>
                  <a:pt x="301578" y="93224"/>
                </a:lnTo>
                <a:lnTo>
                  <a:pt x="301578" y="49601"/>
                </a:lnTo>
                <a:cubicBezTo>
                  <a:pt x="301578" y="44089"/>
                  <a:pt x="300592" y="40126"/>
                  <a:pt x="298621" y="37709"/>
                </a:cubicBezTo>
                <a:cubicBezTo>
                  <a:pt x="296649" y="35293"/>
                  <a:pt x="293417" y="34085"/>
                  <a:pt x="288923" y="34085"/>
                </a:cubicBezTo>
                <a:cubicBezTo>
                  <a:pt x="282818" y="34085"/>
                  <a:pt x="276714" y="37688"/>
                  <a:pt x="270609" y="44895"/>
                </a:cubicBezTo>
                <a:lnTo>
                  <a:pt x="270609" y="93224"/>
                </a:lnTo>
                <a:lnTo>
                  <a:pt x="258590" y="93224"/>
                </a:lnTo>
                <a:lnTo>
                  <a:pt x="258590" y="0"/>
                </a:lnTo>
                <a:lnTo>
                  <a:pt x="270609" y="0"/>
                </a:lnTo>
                <a:lnTo>
                  <a:pt x="270609" y="34339"/>
                </a:lnTo>
                <a:close/>
                <a:moveTo>
                  <a:pt x="322057" y="93224"/>
                </a:moveTo>
                <a:lnTo>
                  <a:pt x="322057" y="93224"/>
                </a:lnTo>
                <a:close/>
                <a:moveTo>
                  <a:pt x="440894" y="93224"/>
                </a:moveTo>
                <a:lnTo>
                  <a:pt x="428494" y="93224"/>
                </a:lnTo>
                <a:lnTo>
                  <a:pt x="428494" y="49346"/>
                </a:lnTo>
                <a:lnTo>
                  <a:pt x="380038" y="49346"/>
                </a:lnTo>
                <a:lnTo>
                  <a:pt x="380038" y="93224"/>
                </a:lnTo>
                <a:lnTo>
                  <a:pt x="367701" y="93224"/>
                </a:lnTo>
                <a:lnTo>
                  <a:pt x="367701" y="0"/>
                </a:lnTo>
                <a:lnTo>
                  <a:pt x="380038" y="0"/>
                </a:lnTo>
                <a:lnTo>
                  <a:pt x="380038" y="38282"/>
                </a:lnTo>
                <a:lnTo>
                  <a:pt x="428494" y="38282"/>
                </a:lnTo>
                <a:lnTo>
                  <a:pt x="428494" y="0"/>
                </a:lnTo>
                <a:lnTo>
                  <a:pt x="440894" y="0"/>
                </a:lnTo>
                <a:lnTo>
                  <a:pt x="440894" y="93224"/>
                </a:lnTo>
                <a:close/>
                <a:moveTo>
                  <a:pt x="502768" y="84639"/>
                </a:moveTo>
                <a:cubicBezTo>
                  <a:pt x="496791" y="91422"/>
                  <a:pt x="490072" y="94813"/>
                  <a:pt x="482610" y="94813"/>
                </a:cubicBezTo>
                <a:cubicBezTo>
                  <a:pt x="467391" y="94813"/>
                  <a:pt x="459781" y="86504"/>
                  <a:pt x="459781" y="69886"/>
                </a:cubicBezTo>
                <a:lnTo>
                  <a:pt x="459781" y="25754"/>
                </a:lnTo>
                <a:lnTo>
                  <a:pt x="471800" y="25754"/>
                </a:lnTo>
                <a:lnTo>
                  <a:pt x="471800" y="69377"/>
                </a:lnTo>
                <a:cubicBezTo>
                  <a:pt x="471800" y="74888"/>
                  <a:pt x="472775" y="78852"/>
                  <a:pt x="474725" y="81269"/>
                </a:cubicBezTo>
                <a:cubicBezTo>
                  <a:pt x="476675" y="83685"/>
                  <a:pt x="479897" y="84893"/>
                  <a:pt x="484391" y="84893"/>
                </a:cubicBezTo>
                <a:cubicBezTo>
                  <a:pt x="491089" y="84893"/>
                  <a:pt x="497215" y="81290"/>
                  <a:pt x="502768" y="74083"/>
                </a:cubicBezTo>
                <a:lnTo>
                  <a:pt x="502768" y="25754"/>
                </a:lnTo>
                <a:lnTo>
                  <a:pt x="514724" y="25754"/>
                </a:lnTo>
                <a:lnTo>
                  <a:pt x="514724" y="93224"/>
                </a:lnTo>
                <a:lnTo>
                  <a:pt x="502768" y="93224"/>
                </a:lnTo>
                <a:lnTo>
                  <a:pt x="502768" y="84639"/>
                </a:lnTo>
                <a:close/>
                <a:moveTo>
                  <a:pt x="544360" y="34339"/>
                </a:moveTo>
                <a:cubicBezTo>
                  <a:pt x="550337" y="27598"/>
                  <a:pt x="557057" y="24228"/>
                  <a:pt x="564518" y="24228"/>
                </a:cubicBezTo>
                <a:cubicBezTo>
                  <a:pt x="579737" y="24228"/>
                  <a:pt x="587347" y="32516"/>
                  <a:pt x="587347" y="49092"/>
                </a:cubicBezTo>
                <a:lnTo>
                  <a:pt x="587347" y="93224"/>
                </a:lnTo>
                <a:lnTo>
                  <a:pt x="575328" y="93224"/>
                </a:lnTo>
                <a:lnTo>
                  <a:pt x="575328" y="49601"/>
                </a:lnTo>
                <a:cubicBezTo>
                  <a:pt x="575328" y="44089"/>
                  <a:pt x="574343" y="40126"/>
                  <a:pt x="572371" y="37709"/>
                </a:cubicBezTo>
                <a:cubicBezTo>
                  <a:pt x="570400" y="35293"/>
                  <a:pt x="567168" y="34085"/>
                  <a:pt x="562674" y="34085"/>
                </a:cubicBezTo>
                <a:cubicBezTo>
                  <a:pt x="556569" y="34085"/>
                  <a:pt x="550465" y="37688"/>
                  <a:pt x="544360" y="44895"/>
                </a:cubicBezTo>
                <a:lnTo>
                  <a:pt x="544360" y="93224"/>
                </a:lnTo>
                <a:lnTo>
                  <a:pt x="532341" y="93224"/>
                </a:lnTo>
                <a:lnTo>
                  <a:pt x="532341" y="25754"/>
                </a:lnTo>
                <a:lnTo>
                  <a:pt x="544360" y="25754"/>
                </a:lnTo>
                <a:lnTo>
                  <a:pt x="544360" y="34339"/>
                </a:lnTo>
                <a:close/>
                <a:moveTo>
                  <a:pt x="660416" y="93224"/>
                </a:moveTo>
                <a:lnTo>
                  <a:pt x="646108" y="93224"/>
                </a:lnTo>
                <a:lnTo>
                  <a:pt x="624169" y="58948"/>
                </a:lnTo>
                <a:lnTo>
                  <a:pt x="616666" y="66389"/>
                </a:lnTo>
                <a:lnTo>
                  <a:pt x="616666" y="93224"/>
                </a:lnTo>
                <a:lnTo>
                  <a:pt x="604647" y="93224"/>
                </a:lnTo>
                <a:lnTo>
                  <a:pt x="604647" y="0"/>
                </a:lnTo>
                <a:lnTo>
                  <a:pt x="616666" y="0"/>
                </a:lnTo>
                <a:lnTo>
                  <a:pt x="616666" y="52844"/>
                </a:lnTo>
                <a:lnTo>
                  <a:pt x="642674" y="25754"/>
                </a:lnTo>
                <a:lnTo>
                  <a:pt x="657809" y="25754"/>
                </a:lnTo>
                <a:lnTo>
                  <a:pt x="632245" y="50872"/>
                </a:lnTo>
                <a:lnTo>
                  <a:pt x="660416" y="93224"/>
                </a:lnTo>
                <a:close/>
                <a:moveTo>
                  <a:pt x="660820" y="93224"/>
                </a:moveTo>
                <a:lnTo>
                  <a:pt x="660820" y="93224"/>
                </a:lnTo>
                <a:close/>
              </a:path>
            </a:pathLst>
          </a:custGeom>
          <a:solidFill xmlns:a="http://schemas.openxmlformats.org/drawingml/2006/main">
            <a:srgbClr val="000000"/>
          </a:solidFill>
          <a:ln xmlns:a="http://schemas.openxmlformats.org/drawingml/2006/main" w="0" cap="flat">
            <a:noFill/>
            <a:miter/>
          </a:ln>
        </p:spPr>
      </p:sp>
      <p:sp>
        <p:nvSpPr>
          <p:cNvPr id="79" name="Text Location Prediction">
            <a:extLst xmlns:a="http://schemas.openxmlformats.org/drawingml/2006/main">
              <a:ext uri="{FF2B5EF4-FFF2-40B4-BE49-F238E27FC236}">
                <a16:creationId xmlns:a16="http://schemas.microsoft.com/office/drawing/2014/main" id="{C009488F-E98A-45C7-B7A9-A96397607E16}"/>
              </a:ext>
            </a:extLst>
          </p:cNvPr>
          <p:cNvSpPr>
            <a:spLocks xmlns:a="http://schemas.openxmlformats.org/drawingml/2006/main" noGrp="1"/>
          </p:cNvSpPr>
          <p:nvPr/>
        </p:nvSpPr>
        <p:spPr>
          <a:xfrm xmlns:a="http://schemas.openxmlformats.org/drawingml/2006/main">
            <a:off x="2105888" y="2929110"/>
            <a:ext cx="1088994" cy="94813"/>
          </a:xfrm>
          <a:custGeom xmlns:a="http://schemas.openxmlformats.org/drawingml/2006/main">
            <a:pathLst>
              <a:path w="1088994" h="94813">
                <a:moveTo>
                  <a:pt x="57677" y="93224"/>
                </a:moveTo>
                <a:lnTo>
                  <a:pt x="0" y="93224"/>
                </a:lnTo>
                <a:lnTo>
                  <a:pt x="0" y="0"/>
                </a:lnTo>
                <a:lnTo>
                  <a:pt x="12337" y="0"/>
                </a:lnTo>
                <a:lnTo>
                  <a:pt x="12337" y="82159"/>
                </a:lnTo>
                <a:lnTo>
                  <a:pt x="57677" y="82159"/>
                </a:lnTo>
                <a:lnTo>
                  <a:pt x="57677" y="93224"/>
                </a:lnTo>
                <a:close/>
                <a:moveTo>
                  <a:pt x="98151" y="24228"/>
                </a:moveTo>
                <a:cubicBezTo>
                  <a:pt x="107774" y="24228"/>
                  <a:pt x="115458" y="27302"/>
                  <a:pt x="121203" y="33449"/>
                </a:cubicBezTo>
                <a:cubicBezTo>
                  <a:pt x="126947" y="39596"/>
                  <a:pt x="129819" y="48286"/>
                  <a:pt x="129819" y="59521"/>
                </a:cubicBezTo>
                <a:cubicBezTo>
                  <a:pt x="129819" y="70713"/>
                  <a:pt x="126947" y="79393"/>
                  <a:pt x="121203" y="85561"/>
                </a:cubicBezTo>
                <a:cubicBezTo>
                  <a:pt x="115458" y="91729"/>
                  <a:pt x="107774" y="94813"/>
                  <a:pt x="98151" y="94813"/>
                </a:cubicBezTo>
                <a:cubicBezTo>
                  <a:pt x="88570" y="94813"/>
                  <a:pt x="80907" y="91729"/>
                  <a:pt x="75163" y="85561"/>
                </a:cubicBezTo>
                <a:cubicBezTo>
                  <a:pt x="69419" y="79393"/>
                  <a:pt x="66546" y="70713"/>
                  <a:pt x="66546" y="59521"/>
                </a:cubicBezTo>
                <a:cubicBezTo>
                  <a:pt x="66546" y="48286"/>
                  <a:pt x="69419" y="39596"/>
                  <a:pt x="75163" y="33449"/>
                </a:cubicBezTo>
                <a:cubicBezTo>
                  <a:pt x="80907" y="27302"/>
                  <a:pt x="88570" y="24228"/>
                  <a:pt x="98151" y="24228"/>
                </a:cubicBezTo>
                <a:moveTo>
                  <a:pt x="98151" y="85402"/>
                </a:moveTo>
                <a:cubicBezTo>
                  <a:pt x="103874" y="85402"/>
                  <a:pt x="108516" y="83229"/>
                  <a:pt x="112077" y="78884"/>
                </a:cubicBezTo>
                <a:cubicBezTo>
                  <a:pt x="115638" y="74539"/>
                  <a:pt x="117419" y="68084"/>
                  <a:pt x="117419" y="59521"/>
                </a:cubicBezTo>
                <a:cubicBezTo>
                  <a:pt x="117419" y="50915"/>
                  <a:pt x="115638" y="44439"/>
                  <a:pt x="112077" y="40094"/>
                </a:cubicBezTo>
                <a:cubicBezTo>
                  <a:pt x="108516" y="35748"/>
                  <a:pt x="103874" y="33576"/>
                  <a:pt x="98151" y="33576"/>
                </a:cubicBezTo>
                <a:cubicBezTo>
                  <a:pt x="92428" y="33576"/>
                  <a:pt x="87786" y="35748"/>
                  <a:pt x="84225" y="40094"/>
                </a:cubicBezTo>
                <a:cubicBezTo>
                  <a:pt x="80664" y="44439"/>
                  <a:pt x="78883" y="50915"/>
                  <a:pt x="78883" y="59521"/>
                </a:cubicBezTo>
                <a:cubicBezTo>
                  <a:pt x="78883" y="68084"/>
                  <a:pt x="80664" y="74539"/>
                  <a:pt x="84225" y="78884"/>
                </a:cubicBezTo>
                <a:cubicBezTo>
                  <a:pt x="87786" y="83229"/>
                  <a:pt x="92428" y="85402"/>
                  <a:pt x="98151" y="85402"/>
                </a:cubicBezTo>
                <a:close/>
                <a:moveTo>
                  <a:pt x="170548" y="94813"/>
                </a:moveTo>
                <a:cubicBezTo>
                  <a:pt x="160967" y="94813"/>
                  <a:pt x="153304" y="91729"/>
                  <a:pt x="147560" y="85561"/>
                </a:cubicBezTo>
                <a:cubicBezTo>
                  <a:pt x="141816" y="79393"/>
                  <a:pt x="138943" y="70713"/>
                  <a:pt x="138943" y="59521"/>
                </a:cubicBezTo>
                <a:cubicBezTo>
                  <a:pt x="138943" y="48286"/>
                  <a:pt x="141816" y="39596"/>
                  <a:pt x="147560" y="33449"/>
                </a:cubicBezTo>
                <a:cubicBezTo>
                  <a:pt x="153304" y="27302"/>
                  <a:pt x="160967" y="24228"/>
                  <a:pt x="170548" y="24228"/>
                </a:cubicBezTo>
                <a:cubicBezTo>
                  <a:pt x="177924" y="24228"/>
                  <a:pt x="184082" y="26093"/>
                  <a:pt x="189021" y="29824"/>
                </a:cubicBezTo>
                <a:cubicBezTo>
                  <a:pt x="193960" y="33555"/>
                  <a:pt x="196874" y="38939"/>
                  <a:pt x="197765" y="45976"/>
                </a:cubicBezTo>
                <a:lnTo>
                  <a:pt x="185428" y="45976"/>
                </a:lnTo>
                <a:cubicBezTo>
                  <a:pt x="185259" y="41949"/>
                  <a:pt x="183743" y="38875"/>
                  <a:pt x="180881" y="36755"/>
                </a:cubicBezTo>
                <a:cubicBezTo>
                  <a:pt x="178020" y="34636"/>
                  <a:pt x="174575" y="33576"/>
                  <a:pt x="170548" y="33576"/>
                </a:cubicBezTo>
                <a:cubicBezTo>
                  <a:pt x="164825" y="33576"/>
                  <a:pt x="160183" y="35748"/>
                  <a:pt x="156622" y="40094"/>
                </a:cubicBezTo>
                <a:cubicBezTo>
                  <a:pt x="153061" y="44439"/>
                  <a:pt x="151280" y="50915"/>
                  <a:pt x="151280" y="59521"/>
                </a:cubicBezTo>
                <a:cubicBezTo>
                  <a:pt x="151280" y="68084"/>
                  <a:pt x="153061" y="74539"/>
                  <a:pt x="156622" y="78884"/>
                </a:cubicBezTo>
                <a:cubicBezTo>
                  <a:pt x="160183" y="83229"/>
                  <a:pt x="164825" y="85402"/>
                  <a:pt x="170548" y="85402"/>
                </a:cubicBezTo>
                <a:cubicBezTo>
                  <a:pt x="174575" y="85402"/>
                  <a:pt x="178020" y="84342"/>
                  <a:pt x="180881" y="82223"/>
                </a:cubicBezTo>
                <a:cubicBezTo>
                  <a:pt x="183743" y="80103"/>
                  <a:pt x="185259" y="77051"/>
                  <a:pt x="185428" y="73066"/>
                </a:cubicBezTo>
                <a:lnTo>
                  <a:pt x="197765" y="73066"/>
                </a:lnTo>
                <a:cubicBezTo>
                  <a:pt x="196874" y="80103"/>
                  <a:pt x="193960" y="85487"/>
                  <a:pt x="189021" y="89218"/>
                </a:cubicBezTo>
                <a:cubicBezTo>
                  <a:pt x="184082" y="92948"/>
                  <a:pt x="177924" y="94813"/>
                  <a:pt x="170548" y="94813"/>
                </a:cubicBezTo>
                <a:close/>
                <a:moveTo>
                  <a:pt x="251040" y="75482"/>
                </a:moveTo>
                <a:lnTo>
                  <a:pt x="251040" y="60538"/>
                </a:lnTo>
                <a:lnTo>
                  <a:pt x="242837" y="60538"/>
                </a:lnTo>
                <a:cubicBezTo>
                  <a:pt x="225456" y="60538"/>
                  <a:pt x="216765" y="65265"/>
                  <a:pt x="216765" y="74719"/>
                </a:cubicBezTo>
                <a:cubicBezTo>
                  <a:pt x="216765" y="78153"/>
                  <a:pt x="218037" y="80792"/>
                  <a:pt x="220581" y="82636"/>
                </a:cubicBezTo>
                <a:cubicBezTo>
                  <a:pt x="223124" y="84480"/>
                  <a:pt x="226558" y="85402"/>
                  <a:pt x="230882" y="85402"/>
                </a:cubicBezTo>
                <a:cubicBezTo>
                  <a:pt x="234825" y="85402"/>
                  <a:pt x="238640" y="84512"/>
                  <a:pt x="242329" y="82731"/>
                </a:cubicBezTo>
                <a:cubicBezTo>
                  <a:pt x="246017" y="80951"/>
                  <a:pt x="248921" y="78534"/>
                  <a:pt x="251040" y="75482"/>
                </a:cubicBezTo>
                <a:moveTo>
                  <a:pt x="251040" y="86292"/>
                </a:moveTo>
                <a:cubicBezTo>
                  <a:pt x="244936" y="91973"/>
                  <a:pt x="237072" y="94813"/>
                  <a:pt x="227448" y="94813"/>
                </a:cubicBezTo>
                <a:cubicBezTo>
                  <a:pt x="220750" y="94813"/>
                  <a:pt x="215239" y="93001"/>
                  <a:pt x="210915" y="89376"/>
                </a:cubicBezTo>
                <a:cubicBezTo>
                  <a:pt x="206591" y="85752"/>
                  <a:pt x="204429" y="81078"/>
                  <a:pt x="204429" y="75355"/>
                </a:cubicBezTo>
                <a:cubicBezTo>
                  <a:pt x="204429" y="59584"/>
                  <a:pt x="218016" y="51699"/>
                  <a:pt x="245190" y="51699"/>
                </a:cubicBezTo>
                <a:lnTo>
                  <a:pt x="251040" y="51699"/>
                </a:lnTo>
                <a:cubicBezTo>
                  <a:pt x="251040" y="46866"/>
                  <a:pt x="250786" y="43358"/>
                  <a:pt x="250277" y="41175"/>
                </a:cubicBezTo>
                <a:cubicBezTo>
                  <a:pt x="249769" y="38992"/>
                  <a:pt x="248348" y="37179"/>
                  <a:pt x="246017" y="35738"/>
                </a:cubicBezTo>
                <a:cubicBezTo>
                  <a:pt x="243685" y="34296"/>
                  <a:pt x="239976" y="33576"/>
                  <a:pt x="234888" y="33576"/>
                </a:cubicBezTo>
                <a:cubicBezTo>
                  <a:pt x="224205" y="33576"/>
                  <a:pt x="218694" y="37391"/>
                  <a:pt x="218355" y="45022"/>
                </a:cubicBezTo>
                <a:lnTo>
                  <a:pt x="206400" y="45022"/>
                </a:lnTo>
                <a:cubicBezTo>
                  <a:pt x="207290" y="31159"/>
                  <a:pt x="216998" y="24228"/>
                  <a:pt x="235524" y="24228"/>
                </a:cubicBezTo>
                <a:cubicBezTo>
                  <a:pt x="244173" y="24228"/>
                  <a:pt x="250913" y="25945"/>
                  <a:pt x="255746" y="29379"/>
                </a:cubicBezTo>
                <a:cubicBezTo>
                  <a:pt x="260579" y="32813"/>
                  <a:pt x="262995" y="39553"/>
                  <a:pt x="262995" y="49601"/>
                </a:cubicBezTo>
                <a:lnTo>
                  <a:pt x="262995" y="93224"/>
                </a:lnTo>
                <a:lnTo>
                  <a:pt x="251040" y="93224"/>
                </a:lnTo>
                <a:lnTo>
                  <a:pt x="251040" y="86292"/>
                </a:lnTo>
                <a:close/>
                <a:moveTo>
                  <a:pt x="306904" y="93351"/>
                </a:moveTo>
                <a:cubicBezTo>
                  <a:pt x="304275" y="93860"/>
                  <a:pt x="301414" y="94114"/>
                  <a:pt x="298319" y="94114"/>
                </a:cubicBezTo>
                <a:cubicBezTo>
                  <a:pt x="293401" y="94114"/>
                  <a:pt x="289798" y="93234"/>
                  <a:pt x="287509" y="91475"/>
                </a:cubicBezTo>
                <a:cubicBezTo>
                  <a:pt x="285219" y="89716"/>
                  <a:pt x="283799" y="87458"/>
                  <a:pt x="283248" y="84703"/>
                </a:cubicBezTo>
                <a:cubicBezTo>
                  <a:pt x="282697" y="81947"/>
                  <a:pt x="282421" y="78195"/>
                  <a:pt x="282421" y="73447"/>
                </a:cubicBezTo>
                <a:lnTo>
                  <a:pt x="282421" y="35166"/>
                </a:lnTo>
                <a:lnTo>
                  <a:pt x="274091" y="35166"/>
                </a:lnTo>
                <a:lnTo>
                  <a:pt x="274091" y="25754"/>
                </a:lnTo>
                <a:lnTo>
                  <a:pt x="282421" y="25754"/>
                </a:lnTo>
                <a:lnTo>
                  <a:pt x="282421" y="8966"/>
                </a:lnTo>
                <a:lnTo>
                  <a:pt x="294376" y="8966"/>
                </a:lnTo>
                <a:lnTo>
                  <a:pt x="294376" y="25754"/>
                </a:lnTo>
                <a:lnTo>
                  <a:pt x="305314" y="25754"/>
                </a:lnTo>
                <a:lnTo>
                  <a:pt x="305314" y="35166"/>
                </a:lnTo>
                <a:lnTo>
                  <a:pt x="294376" y="35166"/>
                </a:lnTo>
                <a:lnTo>
                  <a:pt x="294376" y="74083"/>
                </a:lnTo>
                <a:cubicBezTo>
                  <a:pt x="294376" y="78704"/>
                  <a:pt x="294959" y="81640"/>
                  <a:pt x="296125" y="82890"/>
                </a:cubicBezTo>
                <a:cubicBezTo>
                  <a:pt x="297291" y="84141"/>
                  <a:pt x="298891" y="84766"/>
                  <a:pt x="300926" y="84766"/>
                </a:cubicBezTo>
                <a:cubicBezTo>
                  <a:pt x="303003" y="84766"/>
                  <a:pt x="304996" y="84597"/>
                  <a:pt x="306904" y="84257"/>
                </a:cubicBezTo>
                <a:lnTo>
                  <a:pt x="306904" y="93351"/>
                </a:lnTo>
                <a:close/>
                <a:moveTo>
                  <a:pt x="328915" y="93224"/>
                </a:moveTo>
                <a:lnTo>
                  <a:pt x="316896" y="93224"/>
                </a:lnTo>
                <a:lnTo>
                  <a:pt x="316896" y="25754"/>
                </a:lnTo>
                <a:lnTo>
                  <a:pt x="328915" y="25754"/>
                </a:lnTo>
                <a:lnTo>
                  <a:pt x="328915" y="93224"/>
                </a:lnTo>
                <a:moveTo>
                  <a:pt x="328915" y="12972"/>
                </a:moveTo>
                <a:lnTo>
                  <a:pt x="316896" y="12972"/>
                </a:lnTo>
                <a:lnTo>
                  <a:pt x="316896" y="0"/>
                </a:lnTo>
                <a:lnTo>
                  <a:pt x="328915" y="0"/>
                </a:lnTo>
                <a:lnTo>
                  <a:pt x="328915" y="12972"/>
                </a:lnTo>
                <a:close/>
                <a:moveTo>
                  <a:pt x="373920" y="24228"/>
                </a:moveTo>
                <a:cubicBezTo>
                  <a:pt x="383544" y="24228"/>
                  <a:pt x="391227" y="27302"/>
                  <a:pt x="396972" y="33449"/>
                </a:cubicBezTo>
                <a:cubicBezTo>
                  <a:pt x="402716" y="39596"/>
                  <a:pt x="405588" y="48286"/>
                  <a:pt x="405588" y="59521"/>
                </a:cubicBezTo>
                <a:cubicBezTo>
                  <a:pt x="405588" y="70713"/>
                  <a:pt x="402716" y="79393"/>
                  <a:pt x="396972" y="85561"/>
                </a:cubicBezTo>
                <a:cubicBezTo>
                  <a:pt x="391227" y="91729"/>
                  <a:pt x="383544" y="94813"/>
                  <a:pt x="373920" y="94813"/>
                </a:cubicBezTo>
                <a:cubicBezTo>
                  <a:pt x="364339" y="94813"/>
                  <a:pt x="356677" y="91729"/>
                  <a:pt x="350932" y="85561"/>
                </a:cubicBezTo>
                <a:cubicBezTo>
                  <a:pt x="345188" y="79393"/>
                  <a:pt x="342316" y="70713"/>
                  <a:pt x="342316" y="59521"/>
                </a:cubicBezTo>
                <a:cubicBezTo>
                  <a:pt x="342316" y="48286"/>
                  <a:pt x="345188" y="39596"/>
                  <a:pt x="350932" y="33449"/>
                </a:cubicBezTo>
                <a:cubicBezTo>
                  <a:pt x="356677" y="27302"/>
                  <a:pt x="364339" y="24228"/>
                  <a:pt x="373920" y="24228"/>
                </a:cubicBezTo>
                <a:moveTo>
                  <a:pt x="373920" y="85402"/>
                </a:moveTo>
                <a:cubicBezTo>
                  <a:pt x="379643" y="85402"/>
                  <a:pt x="384286" y="83229"/>
                  <a:pt x="387847" y="78884"/>
                </a:cubicBezTo>
                <a:cubicBezTo>
                  <a:pt x="391408" y="74539"/>
                  <a:pt x="393188" y="68084"/>
                  <a:pt x="393188" y="59521"/>
                </a:cubicBezTo>
                <a:cubicBezTo>
                  <a:pt x="393188" y="50915"/>
                  <a:pt x="391408" y="44439"/>
                  <a:pt x="387847" y="40094"/>
                </a:cubicBezTo>
                <a:cubicBezTo>
                  <a:pt x="384286" y="35748"/>
                  <a:pt x="379643" y="33576"/>
                  <a:pt x="373920" y="33576"/>
                </a:cubicBezTo>
                <a:cubicBezTo>
                  <a:pt x="368197" y="33576"/>
                  <a:pt x="363555" y="35748"/>
                  <a:pt x="359994" y="40094"/>
                </a:cubicBezTo>
                <a:cubicBezTo>
                  <a:pt x="356433" y="44439"/>
                  <a:pt x="354652" y="50915"/>
                  <a:pt x="354652" y="59521"/>
                </a:cubicBezTo>
                <a:cubicBezTo>
                  <a:pt x="354652" y="68084"/>
                  <a:pt x="356433" y="74539"/>
                  <a:pt x="359994" y="78884"/>
                </a:cubicBezTo>
                <a:cubicBezTo>
                  <a:pt x="363555" y="83229"/>
                  <a:pt x="368197" y="85402"/>
                  <a:pt x="373920" y="85402"/>
                </a:cubicBezTo>
                <a:close/>
                <a:moveTo>
                  <a:pt x="430992" y="34339"/>
                </a:moveTo>
                <a:cubicBezTo>
                  <a:pt x="436969" y="27598"/>
                  <a:pt x="443689" y="24228"/>
                  <a:pt x="451150" y="24228"/>
                </a:cubicBezTo>
                <a:cubicBezTo>
                  <a:pt x="466370" y="24228"/>
                  <a:pt x="473979" y="32516"/>
                  <a:pt x="473979" y="49092"/>
                </a:cubicBezTo>
                <a:lnTo>
                  <a:pt x="473979" y="93224"/>
                </a:lnTo>
                <a:lnTo>
                  <a:pt x="461961" y="93224"/>
                </a:lnTo>
                <a:lnTo>
                  <a:pt x="461961" y="49601"/>
                </a:lnTo>
                <a:cubicBezTo>
                  <a:pt x="461961" y="44089"/>
                  <a:pt x="460975" y="40126"/>
                  <a:pt x="459004" y="37709"/>
                </a:cubicBezTo>
                <a:cubicBezTo>
                  <a:pt x="457032" y="35293"/>
                  <a:pt x="453800" y="34085"/>
                  <a:pt x="449306" y="34085"/>
                </a:cubicBezTo>
                <a:cubicBezTo>
                  <a:pt x="443201" y="34085"/>
                  <a:pt x="437097" y="37688"/>
                  <a:pt x="430992" y="44895"/>
                </a:cubicBezTo>
                <a:lnTo>
                  <a:pt x="430992" y="93224"/>
                </a:lnTo>
                <a:lnTo>
                  <a:pt x="418973" y="93224"/>
                </a:lnTo>
                <a:lnTo>
                  <a:pt x="418973" y="25754"/>
                </a:lnTo>
                <a:lnTo>
                  <a:pt x="430992" y="25754"/>
                </a:lnTo>
                <a:lnTo>
                  <a:pt x="430992" y="34339"/>
                </a:lnTo>
                <a:close/>
                <a:moveTo>
                  <a:pt x="482531" y="93224"/>
                </a:moveTo>
                <a:lnTo>
                  <a:pt x="482531" y="93224"/>
                </a:lnTo>
                <a:close/>
                <a:moveTo>
                  <a:pt x="527524" y="0"/>
                </a:moveTo>
                <a:lnTo>
                  <a:pt x="562308" y="0"/>
                </a:lnTo>
                <a:cubicBezTo>
                  <a:pt x="569939" y="0"/>
                  <a:pt x="576329" y="710"/>
                  <a:pt x="581480" y="2130"/>
                </a:cubicBezTo>
                <a:cubicBezTo>
                  <a:pt x="586631" y="3550"/>
                  <a:pt x="590711" y="6624"/>
                  <a:pt x="593721" y="11351"/>
                </a:cubicBezTo>
                <a:cubicBezTo>
                  <a:pt x="596731" y="16078"/>
                  <a:pt x="598236" y="21366"/>
                  <a:pt x="598236" y="27217"/>
                </a:cubicBezTo>
                <a:cubicBezTo>
                  <a:pt x="598236" y="36628"/>
                  <a:pt x="595248" y="43771"/>
                  <a:pt x="589270" y="48647"/>
                </a:cubicBezTo>
                <a:cubicBezTo>
                  <a:pt x="583293" y="53522"/>
                  <a:pt x="574644" y="55960"/>
                  <a:pt x="563325" y="55960"/>
                </a:cubicBezTo>
                <a:lnTo>
                  <a:pt x="539860" y="55960"/>
                </a:lnTo>
                <a:lnTo>
                  <a:pt x="539860" y="93224"/>
                </a:lnTo>
                <a:lnTo>
                  <a:pt x="527524" y="93224"/>
                </a:lnTo>
                <a:lnTo>
                  <a:pt x="527524" y="0"/>
                </a:lnTo>
                <a:moveTo>
                  <a:pt x="539860" y="44895"/>
                </a:moveTo>
                <a:lnTo>
                  <a:pt x="563452" y="44895"/>
                </a:lnTo>
                <a:cubicBezTo>
                  <a:pt x="571380" y="44895"/>
                  <a:pt x="577029" y="43411"/>
                  <a:pt x="580399" y="40444"/>
                </a:cubicBezTo>
                <a:cubicBezTo>
                  <a:pt x="583769" y="37476"/>
                  <a:pt x="585455" y="33194"/>
                  <a:pt x="585455" y="27598"/>
                </a:cubicBezTo>
                <a:cubicBezTo>
                  <a:pt x="585455" y="23868"/>
                  <a:pt x="584522" y="20561"/>
                  <a:pt x="582657" y="17678"/>
                </a:cubicBezTo>
                <a:cubicBezTo>
                  <a:pt x="580791" y="14795"/>
                  <a:pt x="578428" y="12972"/>
                  <a:pt x="575566" y="12209"/>
                </a:cubicBezTo>
                <a:cubicBezTo>
                  <a:pt x="572705" y="11446"/>
                  <a:pt x="568582" y="11065"/>
                  <a:pt x="563198" y="11065"/>
                </a:cubicBezTo>
                <a:lnTo>
                  <a:pt x="539860" y="11065"/>
                </a:lnTo>
                <a:lnTo>
                  <a:pt x="539860" y="44895"/>
                </a:lnTo>
                <a:close/>
                <a:moveTo>
                  <a:pt x="647825" y="36692"/>
                </a:moveTo>
                <a:cubicBezTo>
                  <a:pt x="646129" y="36183"/>
                  <a:pt x="643691" y="35929"/>
                  <a:pt x="640512" y="35929"/>
                </a:cubicBezTo>
                <a:cubicBezTo>
                  <a:pt x="634407" y="35929"/>
                  <a:pt x="629172" y="39129"/>
                  <a:pt x="624805" y="45531"/>
                </a:cubicBezTo>
                <a:lnTo>
                  <a:pt x="624805" y="93224"/>
                </a:lnTo>
                <a:lnTo>
                  <a:pt x="612786" y="93224"/>
                </a:lnTo>
                <a:lnTo>
                  <a:pt x="612786" y="25754"/>
                </a:lnTo>
                <a:lnTo>
                  <a:pt x="624805" y="25754"/>
                </a:lnTo>
                <a:lnTo>
                  <a:pt x="624805" y="35166"/>
                </a:lnTo>
                <a:cubicBezTo>
                  <a:pt x="629850" y="27874"/>
                  <a:pt x="635700" y="24228"/>
                  <a:pt x="642356" y="24228"/>
                </a:cubicBezTo>
                <a:cubicBezTo>
                  <a:pt x="644052" y="24228"/>
                  <a:pt x="645875" y="24398"/>
                  <a:pt x="647825" y="24737"/>
                </a:cubicBezTo>
                <a:lnTo>
                  <a:pt x="647825" y="36692"/>
                </a:lnTo>
                <a:close/>
                <a:moveTo>
                  <a:pt x="684821" y="94813"/>
                </a:moveTo>
                <a:cubicBezTo>
                  <a:pt x="674901" y="94813"/>
                  <a:pt x="666931" y="91708"/>
                  <a:pt x="660911" y="85497"/>
                </a:cubicBezTo>
                <a:cubicBezTo>
                  <a:pt x="654891" y="79287"/>
                  <a:pt x="651881" y="70628"/>
                  <a:pt x="651881" y="59521"/>
                </a:cubicBezTo>
                <a:cubicBezTo>
                  <a:pt x="651881" y="48498"/>
                  <a:pt x="654796" y="39861"/>
                  <a:pt x="660625" y="33608"/>
                </a:cubicBezTo>
                <a:cubicBezTo>
                  <a:pt x="666454" y="27355"/>
                  <a:pt x="674074" y="24228"/>
                  <a:pt x="683486" y="24228"/>
                </a:cubicBezTo>
                <a:cubicBezTo>
                  <a:pt x="693109" y="24228"/>
                  <a:pt x="700793" y="27302"/>
                  <a:pt x="706537" y="33449"/>
                </a:cubicBezTo>
                <a:cubicBezTo>
                  <a:pt x="712281" y="39596"/>
                  <a:pt x="715154" y="48286"/>
                  <a:pt x="715154" y="59521"/>
                </a:cubicBezTo>
                <a:lnTo>
                  <a:pt x="715154" y="62382"/>
                </a:lnTo>
                <a:lnTo>
                  <a:pt x="664345" y="62382"/>
                </a:lnTo>
                <a:cubicBezTo>
                  <a:pt x="664853" y="70183"/>
                  <a:pt x="667005" y="75969"/>
                  <a:pt x="670799" y="79743"/>
                </a:cubicBezTo>
                <a:cubicBezTo>
                  <a:pt x="674593" y="83516"/>
                  <a:pt x="679267" y="85402"/>
                  <a:pt x="684821" y="85402"/>
                </a:cubicBezTo>
                <a:cubicBezTo>
                  <a:pt x="689018" y="85402"/>
                  <a:pt x="692802" y="84332"/>
                  <a:pt x="696172" y="82191"/>
                </a:cubicBezTo>
                <a:cubicBezTo>
                  <a:pt x="699542" y="80050"/>
                  <a:pt x="701312" y="77008"/>
                  <a:pt x="701482" y="73066"/>
                </a:cubicBezTo>
                <a:lnTo>
                  <a:pt x="713882" y="73066"/>
                </a:lnTo>
                <a:cubicBezTo>
                  <a:pt x="712949" y="80018"/>
                  <a:pt x="709801" y="85381"/>
                  <a:pt x="704439" y="89154"/>
                </a:cubicBezTo>
                <a:cubicBezTo>
                  <a:pt x="699076" y="92927"/>
                  <a:pt x="692537" y="94813"/>
                  <a:pt x="684821" y="94813"/>
                </a:cubicBezTo>
                <a:moveTo>
                  <a:pt x="702499" y="52971"/>
                </a:moveTo>
                <a:cubicBezTo>
                  <a:pt x="701524" y="46485"/>
                  <a:pt x="699341" y="41631"/>
                  <a:pt x="695949" y="38409"/>
                </a:cubicBezTo>
                <a:cubicBezTo>
                  <a:pt x="692558" y="35187"/>
                  <a:pt x="688403" y="33576"/>
                  <a:pt x="683486" y="33576"/>
                </a:cubicBezTo>
                <a:cubicBezTo>
                  <a:pt x="678695" y="33576"/>
                  <a:pt x="674583" y="35176"/>
                  <a:pt x="671149" y="38377"/>
                </a:cubicBezTo>
                <a:cubicBezTo>
                  <a:pt x="667715" y="41578"/>
                  <a:pt x="665532" y="46442"/>
                  <a:pt x="664599" y="52971"/>
                </a:cubicBezTo>
                <a:lnTo>
                  <a:pt x="702499" y="52971"/>
                </a:lnTo>
                <a:close/>
                <a:moveTo>
                  <a:pt x="771271" y="73829"/>
                </a:moveTo>
                <a:lnTo>
                  <a:pt x="771271" y="41779"/>
                </a:lnTo>
                <a:cubicBezTo>
                  <a:pt x="766099" y="36310"/>
                  <a:pt x="760185" y="33576"/>
                  <a:pt x="753529" y="33576"/>
                </a:cubicBezTo>
                <a:cubicBezTo>
                  <a:pt x="748400" y="33576"/>
                  <a:pt x="744298" y="35791"/>
                  <a:pt x="741225" y="40221"/>
                </a:cubicBezTo>
                <a:cubicBezTo>
                  <a:pt x="738151" y="44651"/>
                  <a:pt x="736614" y="51254"/>
                  <a:pt x="736614" y="60029"/>
                </a:cubicBezTo>
                <a:cubicBezTo>
                  <a:pt x="736614" y="68339"/>
                  <a:pt x="738066" y="74645"/>
                  <a:pt x="740970" y="78948"/>
                </a:cubicBezTo>
                <a:cubicBezTo>
                  <a:pt x="743874" y="83251"/>
                  <a:pt x="747891" y="85402"/>
                  <a:pt x="753021" y="85402"/>
                </a:cubicBezTo>
                <a:cubicBezTo>
                  <a:pt x="759719" y="85402"/>
                  <a:pt x="765802" y="81544"/>
                  <a:pt x="771271" y="73829"/>
                </a:cubicBezTo>
                <a:moveTo>
                  <a:pt x="771271" y="85148"/>
                </a:moveTo>
                <a:cubicBezTo>
                  <a:pt x="765930" y="91592"/>
                  <a:pt x="759507" y="94813"/>
                  <a:pt x="752003" y="94813"/>
                </a:cubicBezTo>
                <a:cubicBezTo>
                  <a:pt x="743185" y="94813"/>
                  <a:pt x="736360" y="91676"/>
                  <a:pt x="731527" y="85402"/>
                </a:cubicBezTo>
                <a:cubicBezTo>
                  <a:pt x="726694" y="79128"/>
                  <a:pt x="724278" y="70670"/>
                  <a:pt x="724278" y="60029"/>
                </a:cubicBezTo>
                <a:cubicBezTo>
                  <a:pt x="724278" y="49007"/>
                  <a:pt x="726980" y="40285"/>
                  <a:pt x="732386" y="33862"/>
                </a:cubicBezTo>
                <a:cubicBezTo>
                  <a:pt x="737791" y="27439"/>
                  <a:pt x="744584" y="24228"/>
                  <a:pt x="752766" y="24228"/>
                </a:cubicBezTo>
                <a:cubicBezTo>
                  <a:pt x="760058" y="24228"/>
                  <a:pt x="766226" y="26475"/>
                  <a:pt x="771271" y="30969"/>
                </a:cubicBezTo>
                <a:lnTo>
                  <a:pt x="771271" y="0"/>
                </a:lnTo>
                <a:lnTo>
                  <a:pt x="783226" y="0"/>
                </a:lnTo>
                <a:lnTo>
                  <a:pt x="783226" y="93224"/>
                </a:lnTo>
                <a:lnTo>
                  <a:pt x="771271" y="93224"/>
                </a:lnTo>
                <a:lnTo>
                  <a:pt x="771271" y="85148"/>
                </a:lnTo>
                <a:close/>
                <a:moveTo>
                  <a:pt x="812954" y="93224"/>
                </a:moveTo>
                <a:lnTo>
                  <a:pt x="800935" y="93224"/>
                </a:lnTo>
                <a:lnTo>
                  <a:pt x="800935" y="25754"/>
                </a:lnTo>
                <a:lnTo>
                  <a:pt x="812954" y="25754"/>
                </a:lnTo>
                <a:lnTo>
                  <a:pt x="812954" y="93224"/>
                </a:lnTo>
                <a:moveTo>
                  <a:pt x="812954" y="12972"/>
                </a:moveTo>
                <a:lnTo>
                  <a:pt x="800935" y="12972"/>
                </a:lnTo>
                <a:lnTo>
                  <a:pt x="800935" y="0"/>
                </a:lnTo>
                <a:lnTo>
                  <a:pt x="812954" y="0"/>
                </a:lnTo>
                <a:lnTo>
                  <a:pt x="812954" y="12972"/>
                </a:lnTo>
                <a:close/>
                <a:moveTo>
                  <a:pt x="857959" y="94813"/>
                </a:moveTo>
                <a:cubicBezTo>
                  <a:pt x="848378" y="94813"/>
                  <a:pt x="840716" y="91729"/>
                  <a:pt x="834971" y="85561"/>
                </a:cubicBezTo>
                <a:cubicBezTo>
                  <a:pt x="829227" y="79393"/>
                  <a:pt x="826355" y="70713"/>
                  <a:pt x="826355" y="59521"/>
                </a:cubicBezTo>
                <a:cubicBezTo>
                  <a:pt x="826355" y="48286"/>
                  <a:pt x="829227" y="39596"/>
                  <a:pt x="834971" y="33449"/>
                </a:cubicBezTo>
                <a:cubicBezTo>
                  <a:pt x="840716" y="27302"/>
                  <a:pt x="848378" y="24228"/>
                  <a:pt x="857959" y="24228"/>
                </a:cubicBezTo>
                <a:cubicBezTo>
                  <a:pt x="865336" y="24228"/>
                  <a:pt x="871494" y="26093"/>
                  <a:pt x="876432" y="29824"/>
                </a:cubicBezTo>
                <a:cubicBezTo>
                  <a:pt x="881371" y="33555"/>
                  <a:pt x="884286" y="38939"/>
                  <a:pt x="885176" y="45976"/>
                </a:cubicBezTo>
                <a:lnTo>
                  <a:pt x="872840" y="45976"/>
                </a:lnTo>
                <a:cubicBezTo>
                  <a:pt x="872670" y="41949"/>
                  <a:pt x="871154" y="38875"/>
                  <a:pt x="868293" y="36755"/>
                </a:cubicBezTo>
                <a:cubicBezTo>
                  <a:pt x="865431" y="34636"/>
                  <a:pt x="861987" y="33576"/>
                  <a:pt x="857959" y="33576"/>
                </a:cubicBezTo>
                <a:cubicBezTo>
                  <a:pt x="852236" y="33576"/>
                  <a:pt x="847594" y="35748"/>
                  <a:pt x="844033" y="40094"/>
                </a:cubicBezTo>
                <a:cubicBezTo>
                  <a:pt x="840472" y="44439"/>
                  <a:pt x="838691" y="50915"/>
                  <a:pt x="838691" y="59521"/>
                </a:cubicBezTo>
                <a:cubicBezTo>
                  <a:pt x="838691" y="68084"/>
                  <a:pt x="840472" y="74539"/>
                  <a:pt x="844033" y="78884"/>
                </a:cubicBezTo>
                <a:cubicBezTo>
                  <a:pt x="847594" y="83229"/>
                  <a:pt x="852236" y="85402"/>
                  <a:pt x="857959" y="85402"/>
                </a:cubicBezTo>
                <a:cubicBezTo>
                  <a:pt x="861987" y="85402"/>
                  <a:pt x="865431" y="84342"/>
                  <a:pt x="868293" y="82223"/>
                </a:cubicBezTo>
                <a:cubicBezTo>
                  <a:pt x="871154" y="80103"/>
                  <a:pt x="872670" y="77051"/>
                  <a:pt x="872840" y="73066"/>
                </a:cubicBezTo>
                <a:lnTo>
                  <a:pt x="885176" y="73066"/>
                </a:lnTo>
                <a:cubicBezTo>
                  <a:pt x="884286" y="80103"/>
                  <a:pt x="881371" y="85487"/>
                  <a:pt x="876432" y="89218"/>
                </a:cubicBezTo>
                <a:cubicBezTo>
                  <a:pt x="871494" y="92948"/>
                  <a:pt x="865336" y="94813"/>
                  <a:pt x="857959" y="94813"/>
                </a:cubicBezTo>
                <a:close/>
                <a:moveTo>
                  <a:pt x="921919" y="93351"/>
                </a:moveTo>
                <a:cubicBezTo>
                  <a:pt x="919290" y="93860"/>
                  <a:pt x="916429" y="94114"/>
                  <a:pt x="913334" y="94114"/>
                </a:cubicBezTo>
                <a:cubicBezTo>
                  <a:pt x="908416" y="94114"/>
                  <a:pt x="904813" y="93234"/>
                  <a:pt x="902523" y="91475"/>
                </a:cubicBezTo>
                <a:cubicBezTo>
                  <a:pt x="900234" y="89716"/>
                  <a:pt x="898814" y="87458"/>
                  <a:pt x="898263" y="84703"/>
                </a:cubicBezTo>
                <a:cubicBezTo>
                  <a:pt x="897712" y="81947"/>
                  <a:pt x="897436" y="78195"/>
                  <a:pt x="897436" y="73447"/>
                </a:cubicBezTo>
                <a:lnTo>
                  <a:pt x="897436" y="35166"/>
                </a:lnTo>
                <a:lnTo>
                  <a:pt x="889106" y="35166"/>
                </a:lnTo>
                <a:lnTo>
                  <a:pt x="889106" y="25754"/>
                </a:lnTo>
                <a:lnTo>
                  <a:pt x="897436" y="25754"/>
                </a:lnTo>
                <a:lnTo>
                  <a:pt x="897436" y="8966"/>
                </a:lnTo>
                <a:lnTo>
                  <a:pt x="909391" y="8966"/>
                </a:lnTo>
                <a:lnTo>
                  <a:pt x="909391" y="25754"/>
                </a:lnTo>
                <a:lnTo>
                  <a:pt x="920329" y="25754"/>
                </a:lnTo>
                <a:lnTo>
                  <a:pt x="920329" y="35166"/>
                </a:lnTo>
                <a:lnTo>
                  <a:pt x="909391" y="35166"/>
                </a:lnTo>
                <a:lnTo>
                  <a:pt x="909391" y="74083"/>
                </a:lnTo>
                <a:cubicBezTo>
                  <a:pt x="909391" y="78704"/>
                  <a:pt x="909974" y="81640"/>
                  <a:pt x="911140" y="82890"/>
                </a:cubicBezTo>
                <a:cubicBezTo>
                  <a:pt x="912306" y="84141"/>
                  <a:pt x="913906" y="84766"/>
                  <a:pt x="915941" y="84766"/>
                </a:cubicBezTo>
                <a:cubicBezTo>
                  <a:pt x="918018" y="84766"/>
                  <a:pt x="920011" y="84597"/>
                  <a:pt x="921919" y="84257"/>
                </a:cubicBezTo>
                <a:lnTo>
                  <a:pt x="921919" y="93351"/>
                </a:lnTo>
                <a:close/>
                <a:moveTo>
                  <a:pt x="943930" y="93224"/>
                </a:moveTo>
                <a:lnTo>
                  <a:pt x="931911" y="93224"/>
                </a:lnTo>
                <a:lnTo>
                  <a:pt x="931911" y="25754"/>
                </a:lnTo>
                <a:lnTo>
                  <a:pt x="943930" y="25754"/>
                </a:lnTo>
                <a:lnTo>
                  <a:pt x="943930" y="93224"/>
                </a:lnTo>
                <a:moveTo>
                  <a:pt x="943930" y="12972"/>
                </a:moveTo>
                <a:lnTo>
                  <a:pt x="931911" y="12972"/>
                </a:lnTo>
                <a:lnTo>
                  <a:pt x="931911" y="0"/>
                </a:lnTo>
                <a:lnTo>
                  <a:pt x="943930" y="0"/>
                </a:lnTo>
                <a:lnTo>
                  <a:pt x="943930" y="12972"/>
                </a:lnTo>
                <a:close/>
                <a:moveTo>
                  <a:pt x="988935" y="24228"/>
                </a:moveTo>
                <a:cubicBezTo>
                  <a:pt x="998559" y="24228"/>
                  <a:pt x="1006243" y="27302"/>
                  <a:pt x="1011987" y="33449"/>
                </a:cubicBezTo>
                <a:cubicBezTo>
                  <a:pt x="1017731" y="39596"/>
                  <a:pt x="1020603" y="48286"/>
                  <a:pt x="1020603" y="59521"/>
                </a:cubicBezTo>
                <a:cubicBezTo>
                  <a:pt x="1020603" y="70713"/>
                  <a:pt x="1017731" y="79393"/>
                  <a:pt x="1011987" y="85561"/>
                </a:cubicBezTo>
                <a:cubicBezTo>
                  <a:pt x="1006243" y="91729"/>
                  <a:pt x="998559" y="94813"/>
                  <a:pt x="988935" y="94813"/>
                </a:cubicBezTo>
                <a:cubicBezTo>
                  <a:pt x="979354" y="94813"/>
                  <a:pt x="971692" y="91729"/>
                  <a:pt x="965947" y="85561"/>
                </a:cubicBezTo>
                <a:cubicBezTo>
                  <a:pt x="960203" y="79393"/>
                  <a:pt x="957331" y="70713"/>
                  <a:pt x="957331" y="59521"/>
                </a:cubicBezTo>
                <a:cubicBezTo>
                  <a:pt x="957331" y="48286"/>
                  <a:pt x="960203" y="39596"/>
                  <a:pt x="965947" y="33449"/>
                </a:cubicBezTo>
                <a:cubicBezTo>
                  <a:pt x="971692" y="27302"/>
                  <a:pt x="979354" y="24228"/>
                  <a:pt x="988935" y="24228"/>
                </a:cubicBezTo>
                <a:moveTo>
                  <a:pt x="988935" y="85402"/>
                </a:moveTo>
                <a:cubicBezTo>
                  <a:pt x="994658" y="85402"/>
                  <a:pt x="999301" y="83229"/>
                  <a:pt x="1002862" y="78884"/>
                </a:cubicBezTo>
                <a:cubicBezTo>
                  <a:pt x="1006423" y="74539"/>
                  <a:pt x="1008203" y="68084"/>
                  <a:pt x="1008203" y="59521"/>
                </a:cubicBezTo>
                <a:cubicBezTo>
                  <a:pt x="1008203" y="50915"/>
                  <a:pt x="1006423" y="44439"/>
                  <a:pt x="1002862" y="40094"/>
                </a:cubicBezTo>
                <a:cubicBezTo>
                  <a:pt x="999301" y="35748"/>
                  <a:pt x="994658" y="33576"/>
                  <a:pt x="988935" y="33576"/>
                </a:cubicBezTo>
                <a:cubicBezTo>
                  <a:pt x="983212" y="33576"/>
                  <a:pt x="978570" y="35748"/>
                  <a:pt x="975009" y="40094"/>
                </a:cubicBezTo>
                <a:cubicBezTo>
                  <a:pt x="971448" y="44439"/>
                  <a:pt x="969667" y="50915"/>
                  <a:pt x="969667" y="59521"/>
                </a:cubicBezTo>
                <a:cubicBezTo>
                  <a:pt x="969667" y="68084"/>
                  <a:pt x="971448" y="74539"/>
                  <a:pt x="975009" y="78884"/>
                </a:cubicBezTo>
                <a:cubicBezTo>
                  <a:pt x="978570" y="83229"/>
                  <a:pt x="983212" y="85402"/>
                  <a:pt x="988935" y="85402"/>
                </a:cubicBezTo>
                <a:close/>
                <a:moveTo>
                  <a:pt x="1046007" y="34339"/>
                </a:moveTo>
                <a:cubicBezTo>
                  <a:pt x="1051984" y="27598"/>
                  <a:pt x="1058703" y="24228"/>
                  <a:pt x="1066165" y="24228"/>
                </a:cubicBezTo>
                <a:cubicBezTo>
                  <a:pt x="1081384" y="24228"/>
                  <a:pt x="1088994" y="32516"/>
                  <a:pt x="1088994" y="49092"/>
                </a:cubicBezTo>
                <a:lnTo>
                  <a:pt x="1088994" y="93224"/>
                </a:lnTo>
                <a:lnTo>
                  <a:pt x="1076975" y="93224"/>
                </a:lnTo>
                <a:lnTo>
                  <a:pt x="1076975" y="49601"/>
                </a:lnTo>
                <a:cubicBezTo>
                  <a:pt x="1076975" y="44089"/>
                  <a:pt x="1075990" y="40126"/>
                  <a:pt x="1074018" y="37709"/>
                </a:cubicBezTo>
                <a:cubicBezTo>
                  <a:pt x="1072047" y="35293"/>
                  <a:pt x="1068814" y="34085"/>
                  <a:pt x="1064321" y="34085"/>
                </a:cubicBezTo>
                <a:cubicBezTo>
                  <a:pt x="1058216" y="34085"/>
                  <a:pt x="1052111" y="37688"/>
                  <a:pt x="1046007" y="44895"/>
                </a:cubicBezTo>
                <a:lnTo>
                  <a:pt x="1046007" y="93224"/>
                </a:lnTo>
                <a:lnTo>
                  <a:pt x="1033988" y="93224"/>
                </a:lnTo>
                <a:lnTo>
                  <a:pt x="1033988" y="25754"/>
                </a:lnTo>
                <a:lnTo>
                  <a:pt x="1046007" y="25754"/>
                </a:lnTo>
                <a:lnTo>
                  <a:pt x="1046007" y="34339"/>
                </a:lnTo>
                <a:close/>
              </a:path>
            </a:pathLst>
          </a:custGeom>
          <a:solidFill xmlns:a="http://schemas.openxmlformats.org/drawingml/2006/main">
            <a:srgbClr val="000000"/>
          </a:solidFill>
          <a:ln xmlns:a="http://schemas.openxmlformats.org/drawingml/2006/main" w="0" cap="flat">
            <a:noFill/>
            <a:miter/>
          </a:ln>
        </p:spPr>
      </p:sp>
      <p:sp>
        <p:nvSpPr>
          <p:cNvPr id="80" name="Vector element">
            <a:extLst xmlns:a="http://schemas.openxmlformats.org/drawingml/2006/main">
              <a:ext uri="{FF2B5EF4-FFF2-40B4-BE49-F238E27FC236}">
                <a16:creationId xmlns:a16="http://schemas.microsoft.com/office/drawing/2014/main" id="{9B99D9A6-AF38-4A73-9A6B-5E92E94C7C66}"/>
              </a:ext>
            </a:extLst>
          </p:cNvPr>
          <p:cNvSpPr>
            <a:spLocks xmlns:a="http://schemas.openxmlformats.org/drawingml/2006/main" noGrp="1"/>
          </p:cNvSpPr>
          <p:nvPr/>
        </p:nvSpPr>
        <p:spPr>
          <a:xfrm xmlns:a="http://schemas.openxmlformats.org/drawingml/2006/main">
            <a:off x="3994268" y="2923356"/>
            <a:ext cx="182978" cy="651"/>
          </a:xfrm>
          <a:custGeom xmlns:a="http://schemas.openxmlformats.org/drawingml/2006/main">
            <a:pathLst>
              <a:path w="182978" h="651" fill="none">
                <a:moveTo>
                  <a:pt x="182978" y="651"/>
                </a:moveTo>
                <a:lnTo>
                  <a:pt x="0" y="0"/>
                </a:lnTo>
              </a:path>
            </a:pathLst>
          </a:custGeom>
          <a:noFill xmlns:a="http://schemas.openxmlformats.org/drawingml/2006/main"/>
          <a:ln xmlns:a="http://schemas.openxmlformats.org/drawingml/2006/main" w="16279" cap="rnd">
            <a:solidFill>
              <a:srgbClr val="000000"/>
            </a:solidFill>
            <a:round/>
          </a:ln>
        </p:spPr>
      </p:sp>
      <p:sp>
        <p:nvSpPr>
          <p:cNvPr id="81" name="Vector element">
            <a:extLst xmlns:a="http://schemas.openxmlformats.org/drawingml/2006/main">
              <a:ext uri="{FF2B5EF4-FFF2-40B4-BE49-F238E27FC236}">
                <a16:creationId xmlns:a16="http://schemas.microsoft.com/office/drawing/2014/main" id="{5B01F3BC-D80C-4A80-BB81-EC04811E5ADD}"/>
              </a:ext>
            </a:extLst>
          </p:cNvPr>
          <p:cNvSpPr>
            <a:spLocks xmlns:a="http://schemas.openxmlformats.org/drawingml/2006/main" noGrp="1"/>
          </p:cNvSpPr>
          <p:nvPr/>
        </p:nvSpPr>
        <p:spPr>
          <a:xfrm xmlns:a="http://schemas.openxmlformats.org/drawingml/2006/main">
            <a:off x="4157059" y="2880379"/>
            <a:ext cx="87908" cy="87256"/>
          </a:xfrm>
          <a:custGeom xmlns:a="http://schemas.openxmlformats.org/drawingml/2006/main">
            <a:pathLst>
              <a:path w="87908" h="87256">
                <a:moveTo>
                  <a:pt x="87908" y="44279"/>
                </a:moveTo>
                <a:cubicBezTo>
                  <a:pt x="54047" y="45582"/>
                  <a:pt x="22140" y="61210"/>
                  <a:pt x="0" y="87256"/>
                </a:cubicBezTo>
                <a:cubicBezTo>
                  <a:pt x="14326" y="59907"/>
                  <a:pt x="14326" y="27349"/>
                  <a:pt x="651" y="0"/>
                </a:cubicBezTo>
                <a:cubicBezTo>
                  <a:pt x="22140" y="26047"/>
                  <a:pt x="54047" y="41675"/>
                  <a:pt x="87908" y="44279"/>
                </a:cubicBezTo>
              </a:path>
            </a:pathLst>
          </a:custGeom>
          <a:solidFill xmlns:a="http://schemas.openxmlformats.org/drawingml/2006/main">
            <a:srgbClr val="000000"/>
          </a:solidFill>
          <a:ln xmlns:a="http://schemas.openxmlformats.org/drawingml/2006/main" w="0" cap="flat">
            <a:noFill/>
            <a:miter/>
          </a:ln>
        </p:spPr>
      </p:sp>
      <p:sp>
        <p:nvSpPr>
          <p:cNvPr id="82" name="Vector element">
            <a:extLst xmlns:a="http://schemas.openxmlformats.org/drawingml/2006/main">
              <a:ext uri="{FF2B5EF4-FFF2-40B4-BE49-F238E27FC236}">
                <a16:creationId xmlns:a16="http://schemas.microsoft.com/office/drawing/2014/main" id="{57AA7DBF-EFF5-4A95-970B-D8DFA101F3DD}"/>
              </a:ext>
            </a:extLst>
          </p:cNvPr>
          <p:cNvSpPr>
            <a:spLocks xmlns:a="http://schemas.openxmlformats.org/drawingml/2006/main" noGrp="1"/>
          </p:cNvSpPr>
          <p:nvPr/>
        </p:nvSpPr>
        <p:spPr>
          <a:xfrm xmlns:a="http://schemas.openxmlformats.org/drawingml/2006/main">
            <a:off x="1629229" y="3138241"/>
            <a:ext cx="2949787" cy="522887"/>
          </a:xfrm>
          <a:custGeom xmlns:a="http://schemas.openxmlformats.org/drawingml/2006/main">
            <a:pathLst>
              <a:path w="2949787" h="522887" fill="none">
                <a:moveTo>
                  <a:pt x="2949787" y="0"/>
                </a:moveTo>
                <a:cubicBezTo>
                  <a:pt x="2720576" y="370514"/>
                  <a:pt x="2025130" y="522887"/>
                  <a:pt x="1401312" y="507910"/>
                </a:cubicBezTo>
                <a:cubicBezTo>
                  <a:pt x="750144" y="491631"/>
                  <a:pt x="176466" y="292374"/>
                  <a:pt x="0" y="123071"/>
                </a:cubicBezTo>
              </a:path>
            </a:pathLst>
          </a:custGeom>
          <a:noFill xmlns:a="http://schemas.openxmlformats.org/drawingml/2006/main"/>
          <a:ln xmlns:a="http://schemas.openxmlformats.org/drawingml/2006/main" w="16279" cap="rnd">
            <a:solidFill>
              <a:srgbClr val="000000"/>
            </a:solidFill>
            <a:custDash>
              <a:ds d="99993" sp="199993"/>
            </a:custDash>
            <a:round/>
          </a:ln>
        </p:spPr>
      </p:sp>
      <p:sp>
        <p:nvSpPr>
          <p:cNvPr id="83" name="Vector element">
            <a:extLst xmlns:a="http://schemas.openxmlformats.org/drawingml/2006/main">
              <a:ext uri="{FF2B5EF4-FFF2-40B4-BE49-F238E27FC236}">
                <a16:creationId xmlns:a16="http://schemas.microsoft.com/office/drawing/2014/main" id="{A594DD48-B388-48BA-BB36-F9992A097631}"/>
              </a:ext>
            </a:extLst>
          </p:cNvPr>
          <p:cNvSpPr>
            <a:spLocks xmlns:a="http://schemas.openxmlformats.org/drawingml/2006/main" noGrp="1"/>
          </p:cNvSpPr>
          <p:nvPr/>
        </p:nvSpPr>
        <p:spPr>
          <a:xfrm xmlns:a="http://schemas.openxmlformats.org/drawingml/2006/main">
            <a:off x="4531480" y="3078334"/>
            <a:ext cx="79442" cy="97675"/>
          </a:xfrm>
          <a:custGeom xmlns:a="http://schemas.openxmlformats.org/drawingml/2006/main">
            <a:pathLst>
              <a:path w="79442" h="97675">
                <a:moveTo>
                  <a:pt x="79442" y="0"/>
                </a:moveTo>
                <a:cubicBezTo>
                  <a:pt x="65117" y="30605"/>
                  <a:pt x="64466" y="65768"/>
                  <a:pt x="76838" y="97675"/>
                </a:cubicBezTo>
                <a:cubicBezTo>
                  <a:pt x="59256" y="72280"/>
                  <a:pt x="30605" y="57303"/>
                  <a:pt x="0" y="56652"/>
                </a:cubicBezTo>
                <a:cubicBezTo>
                  <a:pt x="32558" y="49489"/>
                  <a:pt x="61861" y="28651"/>
                  <a:pt x="79442" y="0"/>
                </a:cubicBezTo>
              </a:path>
            </a:pathLst>
          </a:custGeom>
          <a:solidFill xmlns:a="http://schemas.openxmlformats.org/drawingml/2006/main">
            <a:srgbClr val="000000"/>
          </a:solidFill>
          <a:ln xmlns:a="http://schemas.openxmlformats.org/drawingml/2006/main" w="0" cap="flat">
            <a:noFill/>
            <a:miter/>
          </a:ln>
        </p:spPr>
      </p:sp>
      <p:sp>
        <p:nvSpPr>
          <p:cNvPr id="84" name="Vector element">
            <a:extLst xmlns:a="http://schemas.openxmlformats.org/drawingml/2006/main">
              <a:ext uri="{FF2B5EF4-FFF2-40B4-BE49-F238E27FC236}">
                <a16:creationId xmlns:a16="http://schemas.microsoft.com/office/drawing/2014/main" id="{4E9E5057-6D68-44CD-8AB5-893AE86D0DC0}"/>
              </a:ext>
            </a:extLst>
          </p:cNvPr>
          <p:cNvSpPr>
            <a:spLocks xmlns:a="http://schemas.openxmlformats.org/drawingml/2006/main" noGrp="1"/>
          </p:cNvSpPr>
          <p:nvPr/>
        </p:nvSpPr>
        <p:spPr>
          <a:xfrm xmlns:a="http://schemas.openxmlformats.org/drawingml/2006/main">
            <a:off x="4610923" y="2425213"/>
            <a:ext cx="10" cy="345770"/>
          </a:xfrm>
          <a:custGeom xmlns:a="http://schemas.openxmlformats.org/drawingml/2006/main">
            <a:pathLst>
              <a:path w="1" h="345770" fill="none">
                <a:moveTo>
                  <a:pt x="0" y="0"/>
                </a:moveTo>
                <a:lnTo>
                  <a:pt x="0" y="345770"/>
                </a:lnTo>
              </a:path>
            </a:pathLst>
          </a:custGeom>
          <a:noFill xmlns:a="http://schemas.openxmlformats.org/drawingml/2006/main"/>
          <a:ln xmlns:a="http://schemas.openxmlformats.org/drawingml/2006/main" w="16279" cap="rnd">
            <a:solidFill>
              <a:srgbClr val="000000"/>
            </a:solidFill>
            <a:round/>
          </a:ln>
        </p:spPr>
      </p:sp>
      <p:sp>
        <p:nvSpPr>
          <p:cNvPr id="85" name="Vector element">
            <a:extLst xmlns:a="http://schemas.openxmlformats.org/drawingml/2006/main">
              <a:ext uri="{FF2B5EF4-FFF2-40B4-BE49-F238E27FC236}">
                <a16:creationId xmlns:a16="http://schemas.microsoft.com/office/drawing/2014/main" id="{07FA4966-3F7C-4C5C-A46D-3B816BC221F4}"/>
              </a:ext>
            </a:extLst>
          </p:cNvPr>
          <p:cNvSpPr>
            <a:spLocks xmlns:a="http://schemas.openxmlformats.org/drawingml/2006/main" noGrp="1"/>
          </p:cNvSpPr>
          <p:nvPr/>
        </p:nvSpPr>
        <p:spPr>
          <a:xfrm xmlns:a="http://schemas.openxmlformats.org/drawingml/2006/main">
            <a:off x="4567294" y="2358143"/>
            <a:ext cx="87256" cy="87256"/>
          </a:xfrm>
          <a:custGeom xmlns:a="http://schemas.openxmlformats.org/drawingml/2006/main">
            <a:pathLst>
              <a:path w="87256" h="87256">
                <a:moveTo>
                  <a:pt x="43628" y="0"/>
                </a:moveTo>
                <a:cubicBezTo>
                  <a:pt x="45582" y="33210"/>
                  <a:pt x="61210" y="65117"/>
                  <a:pt x="87256" y="87256"/>
                </a:cubicBezTo>
                <a:cubicBezTo>
                  <a:pt x="59907" y="72931"/>
                  <a:pt x="27349" y="72931"/>
                  <a:pt x="0" y="87256"/>
                </a:cubicBezTo>
                <a:cubicBezTo>
                  <a:pt x="26047" y="65117"/>
                  <a:pt x="41675" y="33210"/>
                  <a:pt x="43628" y="0"/>
                </a:cubicBezTo>
              </a:path>
            </a:pathLst>
          </a:custGeom>
          <a:solidFill xmlns:a="http://schemas.openxmlformats.org/drawingml/2006/main">
            <a:srgbClr val="000000"/>
          </a:solidFill>
          <a:ln xmlns:a="http://schemas.openxmlformats.org/drawingml/2006/main" w="0" cap="flat">
            <a:noFill/>
            <a:miter/>
          </a:ln>
        </p:spPr>
      </p:sp>
      <p:sp>
        <p:nvSpPr>
          <p:cNvPr id="86" name="Text Patch">
            <a:extLst xmlns:a="http://schemas.openxmlformats.org/drawingml/2006/main">
              <a:ext uri="{FF2B5EF4-FFF2-40B4-BE49-F238E27FC236}">
                <a16:creationId xmlns:a16="http://schemas.microsoft.com/office/drawing/2014/main" id="{0C639ACA-89AB-4139-8506-5648F11F5360}"/>
              </a:ext>
            </a:extLst>
          </p:cNvPr>
          <p:cNvSpPr>
            <a:spLocks xmlns:a="http://schemas.openxmlformats.org/drawingml/2006/main" noGrp="1"/>
          </p:cNvSpPr>
          <p:nvPr/>
        </p:nvSpPr>
        <p:spPr>
          <a:xfrm xmlns:a="http://schemas.openxmlformats.org/drawingml/2006/main">
            <a:off x="3593804" y="3163528"/>
            <a:ext cx="313845" cy="94813"/>
          </a:xfrm>
          <a:custGeom xmlns:a="http://schemas.openxmlformats.org/drawingml/2006/main">
            <a:pathLst>
              <a:path w="313845"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788" y="75482"/>
                </a:moveTo>
                <a:lnTo>
                  <a:pt x="127788" y="60538"/>
                </a:lnTo>
                <a:lnTo>
                  <a:pt x="119584" y="60538"/>
                </a:lnTo>
                <a:cubicBezTo>
                  <a:pt x="102203" y="60538"/>
                  <a:pt x="93512" y="65265"/>
                  <a:pt x="93512" y="74719"/>
                </a:cubicBezTo>
                <a:cubicBezTo>
                  <a:pt x="93512" y="78153"/>
                  <a:pt x="94784" y="80792"/>
                  <a:pt x="97328" y="82636"/>
                </a:cubicBezTo>
                <a:cubicBezTo>
                  <a:pt x="99871" y="84480"/>
                  <a:pt x="103305" y="85402"/>
                  <a:pt x="107629" y="85402"/>
                </a:cubicBezTo>
                <a:cubicBezTo>
                  <a:pt x="111572" y="85402"/>
                  <a:pt x="115387" y="84512"/>
                  <a:pt x="119076" y="82731"/>
                </a:cubicBezTo>
                <a:cubicBezTo>
                  <a:pt x="122764" y="80951"/>
                  <a:pt x="125668" y="78534"/>
                  <a:pt x="127788" y="75482"/>
                </a:cubicBezTo>
                <a:moveTo>
                  <a:pt x="127788" y="86292"/>
                </a:moveTo>
                <a:cubicBezTo>
                  <a:pt x="121683" y="91973"/>
                  <a:pt x="113819" y="94813"/>
                  <a:pt x="104196" y="94813"/>
                </a:cubicBezTo>
                <a:cubicBezTo>
                  <a:pt x="97497" y="94813"/>
                  <a:pt x="91986" y="93001"/>
                  <a:pt x="87662" y="89376"/>
                </a:cubicBezTo>
                <a:cubicBezTo>
                  <a:pt x="83338" y="85752"/>
                  <a:pt x="81176" y="81078"/>
                  <a:pt x="81176" y="75355"/>
                </a:cubicBezTo>
                <a:cubicBezTo>
                  <a:pt x="81176" y="59584"/>
                  <a:pt x="94763" y="51699"/>
                  <a:pt x="121937" y="51699"/>
                </a:cubicBezTo>
                <a:lnTo>
                  <a:pt x="127788" y="51699"/>
                </a:lnTo>
                <a:cubicBezTo>
                  <a:pt x="127788" y="46866"/>
                  <a:pt x="127533" y="43358"/>
                  <a:pt x="127025" y="41175"/>
                </a:cubicBezTo>
                <a:cubicBezTo>
                  <a:pt x="126516" y="38992"/>
                  <a:pt x="125096" y="37179"/>
                  <a:pt x="122764" y="35738"/>
                </a:cubicBezTo>
                <a:cubicBezTo>
                  <a:pt x="120432" y="34296"/>
                  <a:pt x="116723" y="33576"/>
                  <a:pt x="111636" y="33576"/>
                </a:cubicBezTo>
                <a:cubicBezTo>
                  <a:pt x="100952" y="33576"/>
                  <a:pt x="95441" y="37391"/>
                  <a:pt x="95102" y="45022"/>
                </a:cubicBezTo>
                <a:lnTo>
                  <a:pt x="83147" y="45022"/>
                </a:lnTo>
                <a:cubicBezTo>
                  <a:pt x="84037" y="31159"/>
                  <a:pt x="93746" y="24228"/>
                  <a:pt x="112272" y="24228"/>
                </a:cubicBezTo>
                <a:cubicBezTo>
                  <a:pt x="120920" y="24228"/>
                  <a:pt x="127660" y="25945"/>
                  <a:pt x="132493" y="29379"/>
                </a:cubicBezTo>
                <a:cubicBezTo>
                  <a:pt x="137326" y="32813"/>
                  <a:pt x="139743" y="39553"/>
                  <a:pt x="139743" y="49601"/>
                </a:cubicBezTo>
                <a:lnTo>
                  <a:pt x="139743" y="93224"/>
                </a:lnTo>
                <a:lnTo>
                  <a:pt x="127788" y="93224"/>
                </a:lnTo>
                <a:lnTo>
                  <a:pt x="127788" y="86292"/>
                </a:lnTo>
                <a:close/>
                <a:moveTo>
                  <a:pt x="184159" y="93351"/>
                </a:moveTo>
                <a:cubicBezTo>
                  <a:pt x="181531" y="93860"/>
                  <a:pt x="178669" y="94114"/>
                  <a:pt x="175574" y="94114"/>
                </a:cubicBezTo>
                <a:cubicBezTo>
                  <a:pt x="170657" y="94114"/>
                  <a:pt x="167053" y="93234"/>
                  <a:pt x="164764" y="91475"/>
                </a:cubicBezTo>
                <a:cubicBezTo>
                  <a:pt x="162475" y="89716"/>
                  <a:pt x="161054" y="87458"/>
                  <a:pt x="160503" y="84703"/>
                </a:cubicBezTo>
                <a:cubicBezTo>
                  <a:pt x="159952" y="81947"/>
                  <a:pt x="159677" y="78195"/>
                  <a:pt x="159677" y="73447"/>
                </a:cubicBezTo>
                <a:lnTo>
                  <a:pt x="159677" y="35166"/>
                </a:lnTo>
                <a:lnTo>
                  <a:pt x="151346" y="35166"/>
                </a:lnTo>
                <a:lnTo>
                  <a:pt x="151346" y="25754"/>
                </a:lnTo>
                <a:lnTo>
                  <a:pt x="159677" y="25754"/>
                </a:lnTo>
                <a:lnTo>
                  <a:pt x="159677" y="8966"/>
                </a:lnTo>
                <a:lnTo>
                  <a:pt x="171632" y="8966"/>
                </a:lnTo>
                <a:lnTo>
                  <a:pt x="171632" y="25754"/>
                </a:lnTo>
                <a:lnTo>
                  <a:pt x="182569" y="25754"/>
                </a:lnTo>
                <a:lnTo>
                  <a:pt x="182569" y="35166"/>
                </a:lnTo>
                <a:lnTo>
                  <a:pt x="171632" y="35166"/>
                </a:lnTo>
                <a:lnTo>
                  <a:pt x="171632" y="74083"/>
                </a:lnTo>
                <a:cubicBezTo>
                  <a:pt x="171632" y="78704"/>
                  <a:pt x="172215" y="81640"/>
                  <a:pt x="173380" y="82890"/>
                </a:cubicBezTo>
                <a:cubicBezTo>
                  <a:pt x="174546" y="84141"/>
                  <a:pt x="176147" y="84766"/>
                  <a:pt x="178181" y="84766"/>
                </a:cubicBezTo>
                <a:cubicBezTo>
                  <a:pt x="180259" y="84766"/>
                  <a:pt x="182251" y="84597"/>
                  <a:pt x="184159" y="84257"/>
                </a:cubicBezTo>
                <a:lnTo>
                  <a:pt x="184159" y="93351"/>
                </a:lnTo>
                <a:close/>
                <a:moveTo>
                  <a:pt x="221287" y="94813"/>
                </a:moveTo>
                <a:cubicBezTo>
                  <a:pt x="211706" y="94813"/>
                  <a:pt x="204044" y="91729"/>
                  <a:pt x="198299" y="85561"/>
                </a:cubicBezTo>
                <a:cubicBezTo>
                  <a:pt x="192555" y="79393"/>
                  <a:pt x="189683" y="70713"/>
                  <a:pt x="189683" y="59521"/>
                </a:cubicBezTo>
                <a:cubicBezTo>
                  <a:pt x="189683" y="48286"/>
                  <a:pt x="192555" y="39596"/>
                  <a:pt x="198299" y="33449"/>
                </a:cubicBezTo>
                <a:cubicBezTo>
                  <a:pt x="204044" y="27302"/>
                  <a:pt x="211706" y="24228"/>
                  <a:pt x="221287" y="24228"/>
                </a:cubicBezTo>
                <a:cubicBezTo>
                  <a:pt x="228664" y="24228"/>
                  <a:pt x="234821" y="26093"/>
                  <a:pt x="239760" y="29824"/>
                </a:cubicBezTo>
                <a:cubicBezTo>
                  <a:pt x="244699" y="33555"/>
                  <a:pt x="247614" y="38939"/>
                  <a:pt x="248504" y="45976"/>
                </a:cubicBezTo>
                <a:lnTo>
                  <a:pt x="236167" y="45976"/>
                </a:lnTo>
                <a:cubicBezTo>
                  <a:pt x="235998" y="41949"/>
                  <a:pt x="234482" y="38875"/>
                  <a:pt x="231621" y="36755"/>
                </a:cubicBezTo>
                <a:cubicBezTo>
                  <a:pt x="228759" y="34636"/>
                  <a:pt x="225315" y="33576"/>
                  <a:pt x="221287" y="33576"/>
                </a:cubicBezTo>
                <a:cubicBezTo>
                  <a:pt x="215564" y="33576"/>
                  <a:pt x="210922" y="35748"/>
                  <a:pt x="207361" y="40094"/>
                </a:cubicBezTo>
                <a:cubicBezTo>
                  <a:pt x="203800" y="44439"/>
                  <a:pt x="202019" y="50915"/>
                  <a:pt x="202019" y="59521"/>
                </a:cubicBezTo>
                <a:cubicBezTo>
                  <a:pt x="202019" y="68084"/>
                  <a:pt x="203800" y="74539"/>
                  <a:pt x="207361" y="78884"/>
                </a:cubicBezTo>
                <a:cubicBezTo>
                  <a:pt x="210922" y="83229"/>
                  <a:pt x="215564" y="85402"/>
                  <a:pt x="221287" y="85402"/>
                </a:cubicBezTo>
                <a:cubicBezTo>
                  <a:pt x="225315" y="85402"/>
                  <a:pt x="228759" y="84342"/>
                  <a:pt x="231621" y="82223"/>
                </a:cubicBezTo>
                <a:cubicBezTo>
                  <a:pt x="234482" y="80103"/>
                  <a:pt x="235998" y="77051"/>
                  <a:pt x="236167" y="73066"/>
                </a:cubicBezTo>
                <a:lnTo>
                  <a:pt x="248504" y="73066"/>
                </a:lnTo>
                <a:cubicBezTo>
                  <a:pt x="247614" y="80103"/>
                  <a:pt x="244699" y="85487"/>
                  <a:pt x="239760" y="89218"/>
                </a:cubicBezTo>
                <a:cubicBezTo>
                  <a:pt x="234821" y="92948"/>
                  <a:pt x="228664" y="94813"/>
                  <a:pt x="221287" y="94813"/>
                </a:cubicBezTo>
                <a:close/>
                <a:moveTo>
                  <a:pt x="270857" y="34339"/>
                </a:moveTo>
                <a:cubicBezTo>
                  <a:pt x="276835" y="27598"/>
                  <a:pt x="283554" y="24228"/>
                  <a:pt x="291016" y="24228"/>
                </a:cubicBezTo>
                <a:cubicBezTo>
                  <a:pt x="306235" y="24228"/>
                  <a:pt x="313845" y="32516"/>
                  <a:pt x="313845" y="49092"/>
                </a:cubicBezTo>
                <a:lnTo>
                  <a:pt x="313845" y="93224"/>
                </a:lnTo>
                <a:lnTo>
                  <a:pt x="301826" y="93224"/>
                </a:lnTo>
                <a:lnTo>
                  <a:pt x="301826" y="49601"/>
                </a:lnTo>
                <a:cubicBezTo>
                  <a:pt x="301826" y="44089"/>
                  <a:pt x="300840" y="40126"/>
                  <a:pt x="298869" y="37709"/>
                </a:cubicBezTo>
                <a:cubicBezTo>
                  <a:pt x="296898" y="35293"/>
                  <a:pt x="293665" y="34085"/>
                  <a:pt x="289172" y="34085"/>
                </a:cubicBezTo>
                <a:cubicBezTo>
                  <a:pt x="283067" y="34085"/>
                  <a:pt x="276962" y="37688"/>
                  <a:pt x="270857" y="44895"/>
                </a:cubicBezTo>
                <a:lnTo>
                  <a:pt x="270857" y="93224"/>
                </a:lnTo>
                <a:lnTo>
                  <a:pt x="258839" y="93224"/>
                </a:lnTo>
                <a:lnTo>
                  <a:pt x="258839" y="0"/>
                </a:lnTo>
                <a:lnTo>
                  <a:pt x="270857" y="0"/>
                </a:lnTo>
                <a:lnTo>
                  <a:pt x="270857" y="34339"/>
                </a:lnTo>
                <a:close/>
              </a:path>
            </a:pathLst>
          </a:custGeom>
          <a:solidFill xmlns:a="http://schemas.openxmlformats.org/drawingml/2006/main">
            <a:srgbClr val="000000"/>
          </a:solidFill>
          <a:ln xmlns:a="http://schemas.openxmlformats.org/drawingml/2006/main" w="0" cap="flat">
            <a:noFill/>
            <a:miter/>
          </a:ln>
        </p:spPr>
      </p:sp>
      <p:sp>
        <p:nvSpPr>
          <p:cNvPr id="87" name="Text Hunks">
            <a:extLst xmlns:a="http://schemas.openxmlformats.org/drawingml/2006/main">
              <a:ext uri="{FF2B5EF4-FFF2-40B4-BE49-F238E27FC236}">
                <a16:creationId xmlns:a16="http://schemas.microsoft.com/office/drawing/2014/main" id="{98501A78-6519-42A5-9A31-63F4E7A7A580}"/>
              </a:ext>
            </a:extLst>
          </p:cNvPr>
          <p:cNvSpPr>
            <a:spLocks xmlns:a="http://schemas.openxmlformats.org/drawingml/2006/main" noGrp="1"/>
          </p:cNvSpPr>
          <p:nvPr/>
        </p:nvSpPr>
        <p:spPr>
          <a:xfrm xmlns:a="http://schemas.openxmlformats.org/drawingml/2006/main">
            <a:off x="3576223" y="3293762"/>
            <a:ext cx="353513" cy="94813"/>
          </a:xfrm>
          <a:custGeom xmlns:a="http://schemas.openxmlformats.org/drawingml/2006/main">
            <a:pathLst>
              <a:path w="353513" h="94813">
                <a:moveTo>
                  <a:pt x="73193" y="93224"/>
                </a:moveTo>
                <a:lnTo>
                  <a:pt x="60793" y="93224"/>
                </a:lnTo>
                <a:lnTo>
                  <a:pt x="60793" y="49346"/>
                </a:lnTo>
                <a:lnTo>
                  <a:pt x="12337" y="49346"/>
                </a:lnTo>
                <a:lnTo>
                  <a:pt x="12337" y="93224"/>
                </a:lnTo>
                <a:lnTo>
                  <a:pt x="0" y="93224"/>
                </a:lnTo>
                <a:lnTo>
                  <a:pt x="0" y="0"/>
                </a:lnTo>
                <a:lnTo>
                  <a:pt x="12337" y="0"/>
                </a:lnTo>
                <a:lnTo>
                  <a:pt x="12337" y="38282"/>
                </a:lnTo>
                <a:lnTo>
                  <a:pt x="60793" y="38282"/>
                </a:lnTo>
                <a:lnTo>
                  <a:pt x="60793" y="0"/>
                </a:lnTo>
                <a:lnTo>
                  <a:pt x="73193" y="0"/>
                </a:lnTo>
                <a:lnTo>
                  <a:pt x="73193" y="93224"/>
                </a:lnTo>
                <a:close/>
                <a:moveTo>
                  <a:pt x="134989" y="84639"/>
                </a:moveTo>
                <a:cubicBezTo>
                  <a:pt x="129012" y="91422"/>
                  <a:pt x="122292" y="94813"/>
                  <a:pt x="114831" y="94813"/>
                </a:cubicBezTo>
                <a:cubicBezTo>
                  <a:pt x="99612" y="94813"/>
                  <a:pt x="92002" y="86504"/>
                  <a:pt x="92002" y="69886"/>
                </a:cubicBezTo>
                <a:lnTo>
                  <a:pt x="92002" y="25754"/>
                </a:lnTo>
                <a:lnTo>
                  <a:pt x="104021" y="25754"/>
                </a:lnTo>
                <a:lnTo>
                  <a:pt x="104021" y="69377"/>
                </a:lnTo>
                <a:cubicBezTo>
                  <a:pt x="104021" y="74888"/>
                  <a:pt x="104996" y="78852"/>
                  <a:pt x="106946" y="81269"/>
                </a:cubicBezTo>
                <a:cubicBezTo>
                  <a:pt x="108896" y="83685"/>
                  <a:pt x="112118" y="84893"/>
                  <a:pt x="116611" y="84893"/>
                </a:cubicBezTo>
                <a:cubicBezTo>
                  <a:pt x="123310" y="84893"/>
                  <a:pt x="129436" y="81290"/>
                  <a:pt x="134989" y="74083"/>
                </a:cubicBezTo>
                <a:lnTo>
                  <a:pt x="134989" y="25754"/>
                </a:lnTo>
                <a:lnTo>
                  <a:pt x="146944" y="25754"/>
                </a:lnTo>
                <a:lnTo>
                  <a:pt x="146944" y="93224"/>
                </a:lnTo>
                <a:lnTo>
                  <a:pt x="134989" y="93224"/>
                </a:lnTo>
                <a:lnTo>
                  <a:pt x="134989" y="84639"/>
                </a:lnTo>
                <a:close/>
                <a:moveTo>
                  <a:pt x="177180" y="34339"/>
                </a:moveTo>
                <a:cubicBezTo>
                  <a:pt x="183157" y="27598"/>
                  <a:pt x="189877" y="24228"/>
                  <a:pt x="197338" y="24228"/>
                </a:cubicBezTo>
                <a:cubicBezTo>
                  <a:pt x="212558" y="24228"/>
                  <a:pt x="220167" y="32516"/>
                  <a:pt x="220167" y="49092"/>
                </a:cubicBezTo>
                <a:lnTo>
                  <a:pt x="220167" y="93224"/>
                </a:lnTo>
                <a:lnTo>
                  <a:pt x="208149" y="93224"/>
                </a:lnTo>
                <a:lnTo>
                  <a:pt x="208149" y="49601"/>
                </a:lnTo>
                <a:cubicBezTo>
                  <a:pt x="208149" y="44089"/>
                  <a:pt x="207163" y="40126"/>
                  <a:pt x="205192" y="37709"/>
                </a:cubicBezTo>
                <a:cubicBezTo>
                  <a:pt x="203220" y="35293"/>
                  <a:pt x="199988" y="34085"/>
                  <a:pt x="195494" y="34085"/>
                </a:cubicBezTo>
                <a:cubicBezTo>
                  <a:pt x="189389" y="34085"/>
                  <a:pt x="183285" y="37688"/>
                  <a:pt x="177180" y="44895"/>
                </a:cubicBezTo>
                <a:lnTo>
                  <a:pt x="177180" y="93224"/>
                </a:lnTo>
                <a:lnTo>
                  <a:pt x="165161" y="93224"/>
                </a:lnTo>
                <a:lnTo>
                  <a:pt x="165161" y="25754"/>
                </a:lnTo>
                <a:lnTo>
                  <a:pt x="177180" y="25754"/>
                </a:lnTo>
                <a:lnTo>
                  <a:pt x="177180" y="34339"/>
                </a:lnTo>
                <a:close/>
                <a:moveTo>
                  <a:pt x="293158" y="93224"/>
                </a:moveTo>
                <a:lnTo>
                  <a:pt x="278850" y="93224"/>
                </a:lnTo>
                <a:lnTo>
                  <a:pt x="256911" y="58948"/>
                </a:lnTo>
                <a:lnTo>
                  <a:pt x="249407" y="66389"/>
                </a:lnTo>
                <a:lnTo>
                  <a:pt x="249407" y="93224"/>
                </a:lnTo>
                <a:lnTo>
                  <a:pt x="237389" y="93224"/>
                </a:lnTo>
                <a:lnTo>
                  <a:pt x="237389" y="0"/>
                </a:lnTo>
                <a:lnTo>
                  <a:pt x="249407" y="0"/>
                </a:lnTo>
                <a:lnTo>
                  <a:pt x="249407" y="52844"/>
                </a:lnTo>
                <a:lnTo>
                  <a:pt x="275416" y="25754"/>
                </a:lnTo>
                <a:lnTo>
                  <a:pt x="290550" y="25754"/>
                </a:lnTo>
                <a:lnTo>
                  <a:pt x="264987" y="50872"/>
                </a:lnTo>
                <a:lnTo>
                  <a:pt x="293158" y="93224"/>
                </a:lnTo>
                <a:close/>
                <a:moveTo>
                  <a:pt x="326424" y="94813"/>
                </a:moveTo>
                <a:cubicBezTo>
                  <a:pt x="307983" y="94813"/>
                  <a:pt x="298338" y="87564"/>
                  <a:pt x="297490" y="73066"/>
                </a:cubicBezTo>
                <a:lnTo>
                  <a:pt x="309509" y="73066"/>
                </a:lnTo>
                <a:cubicBezTo>
                  <a:pt x="309594" y="81290"/>
                  <a:pt x="315190" y="85402"/>
                  <a:pt x="326297" y="85402"/>
                </a:cubicBezTo>
                <a:cubicBezTo>
                  <a:pt x="331257" y="85402"/>
                  <a:pt x="335040" y="84374"/>
                  <a:pt x="337648" y="82318"/>
                </a:cubicBezTo>
                <a:cubicBezTo>
                  <a:pt x="340255" y="80262"/>
                  <a:pt x="341558" y="77686"/>
                  <a:pt x="341558" y="74592"/>
                </a:cubicBezTo>
                <a:cubicBezTo>
                  <a:pt x="341558" y="71539"/>
                  <a:pt x="340287" y="69388"/>
                  <a:pt x="337743" y="68137"/>
                </a:cubicBezTo>
                <a:cubicBezTo>
                  <a:pt x="335199" y="66887"/>
                  <a:pt x="329953" y="65265"/>
                  <a:pt x="322004" y="63273"/>
                </a:cubicBezTo>
                <a:cubicBezTo>
                  <a:pt x="314056" y="61280"/>
                  <a:pt x="308248" y="59054"/>
                  <a:pt x="304581" y="56596"/>
                </a:cubicBezTo>
                <a:cubicBezTo>
                  <a:pt x="300913" y="54137"/>
                  <a:pt x="299080" y="49813"/>
                  <a:pt x="299080" y="43623"/>
                </a:cubicBezTo>
                <a:cubicBezTo>
                  <a:pt x="299080" y="38027"/>
                  <a:pt x="301359" y="33396"/>
                  <a:pt x="305916" y="29729"/>
                </a:cubicBezTo>
                <a:cubicBezTo>
                  <a:pt x="310473" y="26062"/>
                  <a:pt x="316567" y="24228"/>
                  <a:pt x="324198" y="24228"/>
                </a:cubicBezTo>
                <a:cubicBezTo>
                  <a:pt x="341876" y="24228"/>
                  <a:pt x="350906" y="30523"/>
                  <a:pt x="351288" y="43114"/>
                </a:cubicBezTo>
                <a:lnTo>
                  <a:pt x="339333" y="43114"/>
                </a:lnTo>
                <a:cubicBezTo>
                  <a:pt x="338909" y="36755"/>
                  <a:pt x="334140" y="33576"/>
                  <a:pt x="325025" y="33576"/>
                </a:cubicBezTo>
                <a:cubicBezTo>
                  <a:pt x="320997" y="33576"/>
                  <a:pt x="317659" y="34339"/>
                  <a:pt x="315009" y="35865"/>
                </a:cubicBezTo>
                <a:cubicBezTo>
                  <a:pt x="312360" y="37391"/>
                  <a:pt x="311035" y="39617"/>
                  <a:pt x="311035" y="42542"/>
                </a:cubicBezTo>
                <a:cubicBezTo>
                  <a:pt x="311035" y="45170"/>
                  <a:pt x="312052" y="47068"/>
                  <a:pt x="314087" y="48233"/>
                </a:cubicBezTo>
                <a:cubicBezTo>
                  <a:pt x="316122" y="49399"/>
                  <a:pt x="321220" y="50968"/>
                  <a:pt x="329381" y="52939"/>
                </a:cubicBezTo>
                <a:cubicBezTo>
                  <a:pt x="337542" y="54910"/>
                  <a:pt x="343604" y="57210"/>
                  <a:pt x="347568" y="59839"/>
                </a:cubicBezTo>
                <a:cubicBezTo>
                  <a:pt x="351532" y="62467"/>
                  <a:pt x="353513" y="67003"/>
                  <a:pt x="353513" y="73447"/>
                </a:cubicBezTo>
                <a:cubicBezTo>
                  <a:pt x="353513" y="79594"/>
                  <a:pt x="351065" y="84692"/>
                  <a:pt x="346169" y="88741"/>
                </a:cubicBezTo>
                <a:cubicBezTo>
                  <a:pt x="341272" y="92789"/>
                  <a:pt x="334691" y="94813"/>
                  <a:pt x="326424" y="94813"/>
                </a:cubicBezTo>
                <a:close/>
              </a:path>
            </a:pathLst>
          </a:custGeom>
          <a:solidFill xmlns:a="http://schemas.openxmlformats.org/drawingml/2006/main">
            <a:srgbClr val="000000"/>
          </a:solidFill>
          <a:ln xmlns:a="http://schemas.openxmlformats.org/drawingml/2006/main" w="0" cap="flat">
            <a:noFill/>
            <a:miter/>
          </a:ln>
        </p:spPr>
      </p:sp>
      <p:sp>
        <p:nvSpPr>
          <p:cNvPr id="88" name="Vector element">
            <a:extLst xmlns:a="http://schemas.openxmlformats.org/drawingml/2006/main">
              <a:ext uri="{FF2B5EF4-FFF2-40B4-BE49-F238E27FC236}">
                <a16:creationId xmlns:a16="http://schemas.microsoft.com/office/drawing/2014/main" id="{A6F0598B-FA2C-4DBC-847C-FB1AB6FF64FA}"/>
              </a:ext>
            </a:extLst>
          </p:cNvPr>
          <p:cNvSpPr>
            <a:spLocks xmlns:a="http://schemas.openxmlformats.org/drawingml/2006/main" noGrp="1"/>
          </p:cNvSpPr>
          <p:nvPr/>
        </p:nvSpPr>
        <p:spPr>
          <a:xfrm xmlns:a="http://schemas.openxmlformats.org/drawingml/2006/main">
            <a:off x="4244967" y="2770983"/>
            <a:ext cx="731912" cy="307351"/>
          </a:xfrm>
          <a:custGeom xmlns:a="http://schemas.openxmlformats.org/drawingml/2006/main">
            <a:pathLst>
              <a:path w="731912" h="307351">
                <a:moveTo>
                  <a:pt x="0" y="0"/>
                </a:moveTo>
                <a:lnTo>
                  <a:pt x="0" y="307351"/>
                </a:lnTo>
                <a:lnTo>
                  <a:pt x="731912" y="307351"/>
                </a:lnTo>
                <a:lnTo>
                  <a:pt x="731912" y="0"/>
                </a:lnTo>
                <a:lnTo>
                  <a:pt x="0" y="0"/>
                </a:lnTo>
                <a:close/>
              </a:path>
            </a:pathLst>
          </a:custGeom>
          <a:solidFill xmlns:a="http://schemas.openxmlformats.org/drawingml/2006/main">
            <a:srgbClr val="A4B3D5"/>
          </a:solidFill>
          <a:ln xmlns:a="http://schemas.openxmlformats.org/drawingml/2006/main" w="0" cap="flat">
            <a:noFill/>
            <a:miter/>
          </a:ln>
        </p:spPr>
      </p:sp>
      <p:sp>
        <p:nvSpPr>
          <p:cNvPr id="89" name="Vector element">
            <a:extLst xmlns:a="http://schemas.openxmlformats.org/drawingml/2006/main">
              <a:ext uri="{FF2B5EF4-FFF2-40B4-BE49-F238E27FC236}">
                <a16:creationId xmlns:a16="http://schemas.microsoft.com/office/drawing/2014/main" id="{B5A5D246-8A84-412D-AAB8-32A35B6F4463}"/>
              </a:ext>
            </a:extLst>
          </p:cNvPr>
          <p:cNvSpPr>
            <a:spLocks xmlns:a="http://schemas.openxmlformats.org/drawingml/2006/main" noGrp="1"/>
          </p:cNvSpPr>
          <p:nvPr/>
        </p:nvSpPr>
        <p:spPr>
          <a:xfrm xmlns:a="http://schemas.openxmlformats.org/drawingml/2006/main">
            <a:off x="4244967" y="2770983"/>
            <a:ext cx="731912" cy="307351"/>
          </a:xfrm>
          <a:custGeom xmlns:a="http://schemas.openxmlformats.org/drawingml/2006/main">
            <a:pathLst>
              <a:path w="731912" h="307351" fill="none">
                <a:moveTo>
                  <a:pt x="0" y="0"/>
                </a:moveTo>
                <a:lnTo>
                  <a:pt x="0" y="307351"/>
                </a:lnTo>
                <a:lnTo>
                  <a:pt x="731912" y="307351"/>
                </a:lnTo>
                <a:lnTo>
                  <a:pt x="731912" y="0"/>
                </a:lnTo>
                <a:lnTo>
                  <a:pt x="0" y="0"/>
                </a:lnTo>
                <a:close/>
              </a:path>
            </a:pathLst>
          </a:custGeom>
          <a:noFill xmlns:a="http://schemas.openxmlformats.org/drawingml/2006/main"/>
          <a:ln xmlns:a="http://schemas.openxmlformats.org/drawingml/2006/main" w="8140" cap="rnd">
            <a:solidFill>
              <a:srgbClr val="000000"/>
            </a:solidFill>
            <a:round/>
          </a:ln>
        </p:spPr>
      </p:sp>
      <p:sp>
        <p:nvSpPr>
          <p:cNvPr id="90" name="Vector element">
            <a:extLst xmlns:a="http://schemas.openxmlformats.org/drawingml/2006/main">
              <a:ext uri="{FF2B5EF4-FFF2-40B4-BE49-F238E27FC236}">
                <a16:creationId xmlns:a16="http://schemas.microsoft.com/office/drawing/2014/main" id="{829E39AA-0173-4700-A5E0-D630882155B3}"/>
              </a:ext>
            </a:extLst>
          </p:cNvPr>
          <p:cNvSpPr>
            <a:spLocks xmlns:a="http://schemas.openxmlformats.org/drawingml/2006/main" noGrp="1"/>
          </p:cNvSpPr>
          <p:nvPr/>
        </p:nvSpPr>
        <p:spPr>
          <a:xfrm xmlns:a="http://schemas.openxmlformats.org/drawingml/2006/main">
            <a:off x="4244967" y="3078334"/>
            <a:ext cx="10" cy="10"/>
          </a:xfrm>
          <a:custGeom xmlns:a="http://schemas.openxmlformats.org/drawingml/2006/main">
            <a:pathLst>
              <a:path w="1" h="1" fill="none">
                <a:moveTo>
                  <a:pt x="0" y="0"/>
                </a:moveTo>
                <a:close/>
              </a:path>
            </a:pathLst>
          </a:custGeom>
          <a:noFill xmlns:a="http://schemas.openxmlformats.org/drawingml/2006/main"/>
          <a:ln xmlns:a="http://schemas.openxmlformats.org/drawingml/2006/main" w="8140" cap="rnd">
            <a:solidFill>
              <a:srgbClr val="000000"/>
            </a:solidFill>
            <a:round/>
          </a:ln>
        </p:spPr>
      </p:sp>
      <p:sp>
        <p:nvSpPr>
          <p:cNvPr id="91" name="Text Patch ">
            <a:extLst xmlns:a="http://schemas.openxmlformats.org/drawingml/2006/main">
              <a:ext uri="{FF2B5EF4-FFF2-40B4-BE49-F238E27FC236}">
                <a16:creationId xmlns:a16="http://schemas.microsoft.com/office/drawing/2014/main" id="{EB91CF8F-F968-4EE2-BEE8-F45D710C3851}"/>
              </a:ext>
            </a:extLst>
          </p:cNvPr>
          <p:cNvSpPr>
            <a:spLocks xmlns:a="http://schemas.openxmlformats.org/drawingml/2006/main" noGrp="1"/>
          </p:cNvSpPr>
          <p:nvPr/>
        </p:nvSpPr>
        <p:spPr>
          <a:xfrm xmlns:a="http://schemas.openxmlformats.org/drawingml/2006/main">
            <a:off x="4454648" y="2798876"/>
            <a:ext cx="322291" cy="94813"/>
          </a:xfrm>
          <a:custGeom xmlns:a="http://schemas.openxmlformats.org/drawingml/2006/main">
            <a:pathLst>
              <a:path w="322291"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813" y="75482"/>
                </a:moveTo>
                <a:lnTo>
                  <a:pt x="127813" y="60538"/>
                </a:lnTo>
                <a:lnTo>
                  <a:pt x="119610" y="60538"/>
                </a:lnTo>
                <a:cubicBezTo>
                  <a:pt x="102229" y="60538"/>
                  <a:pt x="93538" y="65265"/>
                  <a:pt x="93538" y="74719"/>
                </a:cubicBezTo>
                <a:cubicBezTo>
                  <a:pt x="93538" y="78153"/>
                  <a:pt x="94810" y="80792"/>
                  <a:pt x="97353" y="82636"/>
                </a:cubicBezTo>
                <a:cubicBezTo>
                  <a:pt x="99897" y="84480"/>
                  <a:pt x="103331" y="85402"/>
                  <a:pt x="107655" y="85402"/>
                </a:cubicBezTo>
                <a:cubicBezTo>
                  <a:pt x="111598" y="85402"/>
                  <a:pt x="115413" y="84512"/>
                  <a:pt x="119101" y="82731"/>
                </a:cubicBezTo>
                <a:cubicBezTo>
                  <a:pt x="122790" y="80951"/>
                  <a:pt x="125694" y="78534"/>
                  <a:pt x="127813" y="75482"/>
                </a:cubicBezTo>
                <a:moveTo>
                  <a:pt x="127813" y="86292"/>
                </a:moveTo>
                <a:cubicBezTo>
                  <a:pt x="121709" y="91973"/>
                  <a:pt x="113845" y="94813"/>
                  <a:pt x="104221" y="94813"/>
                </a:cubicBezTo>
                <a:cubicBezTo>
                  <a:pt x="97523" y="94813"/>
                  <a:pt x="92012" y="93001"/>
                  <a:pt x="87688" y="89376"/>
                </a:cubicBezTo>
                <a:cubicBezTo>
                  <a:pt x="83364" y="85752"/>
                  <a:pt x="81201" y="81078"/>
                  <a:pt x="81201" y="75355"/>
                </a:cubicBezTo>
                <a:cubicBezTo>
                  <a:pt x="81201" y="59584"/>
                  <a:pt x="94789" y="51699"/>
                  <a:pt x="121963" y="51699"/>
                </a:cubicBezTo>
                <a:lnTo>
                  <a:pt x="127813" y="51699"/>
                </a:lnTo>
                <a:cubicBezTo>
                  <a:pt x="127813" y="46866"/>
                  <a:pt x="127559" y="43358"/>
                  <a:pt x="127050" y="41175"/>
                </a:cubicBezTo>
                <a:cubicBezTo>
                  <a:pt x="126542" y="38992"/>
                  <a:pt x="125121" y="37179"/>
                  <a:pt x="122790" y="35738"/>
                </a:cubicBezTo>
                <a:cubicBezTo>
                  <a:pt x="120458" y="34296"/>
                  <a:pt x="116749" y="33576"/>
                  <a:pt x="111661" y="33576"/>
                </a:cubicBezTo>
                <a:cubicBezTo>
                  <a:pt x="100978" y="33576"/>
                  <a:pt x="95467" y="37391"/>
                  <a:pt x="95128" y="45022"/>
                </a:cubicBezTo>
                <a:lnTo>
                  <a:pt x="83173" y="45022"/>
                </a:lnTo>
                <a:cubicBezTo>
                  <a:pt x="84063" y="31159"/>
                  <a:pt x="93771" y="24228"/>
                  <a:pt x="112297" y="24228"/>
                </a:cubicBezTo>
                <a:cubicBezTo>
                  <a:pt x="120946" y="24228"/>
                  <a:pt x="127686" y="25945"/>
                  <a:pt x="132519" y="29379"/>
                </a:cubicBezTo>
                <a:cubicBezTo>
                  <a:pt x="137352" y="32813"/>
                  <a:pt x="139768" y="39553"/>
                  <a:pt x="139768" y="49601"/>
                </a:cubicBezTo>
                <a:lnTo>
                  <a:pt x="139768" y="93224"/>
                </a:lnTo>
                <a:lnTo>
                  <a:pt x="127813" y="93224"/>
                </a:lnTo>
                <a:lnTo>
                  <a:pt x="127813" y="86292"/>
                </a:lnTo>
                <a:close/>
                <a:moveTo>
                  <a:pt x="184184" y="93351"/>
                </a:moveTo>
                <a:cubicBezTo>
                  <a:pt x="181556" y="93860"/>
                  <a:pt x="178694" y="94114"/>
                  <a:pt x="175599" y="94114"/>
                </a:cubicBezTo>
                <a:cubicBezTo>
                  <a:pt x="170682" y="94114"/>
                  <a:pt x="167078" y="93234"/>
                  <a:pt x="164789" y="91475"/>
                </a:cubicBezTo>
                <a:cubicBezTo>
                  <a:pt x="162500" y="89716"/>
                  <a:pt x="161079" y="87458"/>
                  <a:pt x="160528" y="84703"/>
                </a:cubicBezTo>
                <a:cubicBezTo>
                  <a:pt x="159977" y="81947"/>
                  <a:pt x="159702" y="78195"/>
                  <a:pt x="159702" y="73447"/>
                </a:cubicBezTo>
                <a:lnTo>
                  <a:pt x="159702" y="35166"/>
                </a:lnTo>
                <a:lnTo>
                  <a:pt x="151371" y="35166"/>
                </a:lnTo>
                <a:lnTo>
                  <a:pt x="151371" y="25754"/>
                </a:lnTo>
                <a:lnTo>
                  <a:pt x="159702" y="25754"/>
                </a:lnTo>
                <a:lnTo>
                  <a:pt x="159702" y="8966"/>
                </a:lnTo>
                <a:lnTo>
                  <a:pt x="171657" y="8966"/>
                </a:lnTo>
                <a:lnTo>
                  <a:pt x="171657" y="25754"/>
                </a:lnTo>
                <a:lnTo>
                  <a:pt x="182594" y="25754"/>
                </a:lnTo>
                <a:lnTo>
                  <a:pt x="182594" y="35166"/>
                </a:lnTo>
                <a:lnTo>
                  <a:pt x="171657" y="35166"/>
                </a:lnTo>
                <a:lnTo>
                  <a:pt x="171657" y="74083"/>
                </a:lnTo>
                <a:cubicBezTo>
                  <a:pt x="171657" y="78704"/>
                  <a:pt x="172240" y="81640"/>
                  <a:pt x="173405" y="82890"/>
                </a:cubicBezTo>
                <a:cubicBezTo>
                  <a:pt x="174571" y="84141"/>
                  <a:pt x="176172" y="84766"/>
                  <a:pt x="178207" y="84766"/>
                </a:cubicBezTo>
                <a:cubicBezTo>
                  <a:pt x="180284" y="84766"/>
                  <a:pt x="182276" y="84597"/>
                  <a:pt x="184184" y="84257"/>
                </a:cubicBezTo>
                <a:lnTo>
                  <a:pt x="184184" y="93351"/>
                </a:lnTo>
                <a:close/>
                <a:moveTo>
                  <a:pt x="221338" y="94813"/>
                </a:moveTo>
                <a:cubicBezTo>
                  <a:pt x="211757" y="94813"/>
                  <a:pt x="204094" y="91729"/>
                  <a:pt x="198350" y="85561"/>
                </a:cubicBezTo>
                <a:cubicBezTo>
                  <a:pt x="192606" y="79393"/>
                  <a:pt x="189734" y="70713"/>
                  <a:pt x="189734" y="59521"/>
                </a:cubicBezTo>
                <a:cubicBezTo>
                  <a:pt x="189734" y="48286"/>
                  <a:pt x="192606" y="39596"/>
                  <a:pt x="198350" y="33449"/>
                </a:cubicBezTo>
                <a:cubicBezTo>
                  <a:pt x="204094" y="27302"/>
                  <a:pt x="211757" y="24228"/>
                  <a:pt x="221338" y="24228"/>
                </a:cubicBezTo>
                <a:cubicBezTo>
                  <a:pt x="228715" y="24228"/>
                  <a:pt x="234872" y="26093"/>
                  <a:pt x="239811" y="29824"/>
                </a:cubicBezTo>
                <a:cubicBezTo>
                  <a:pt x="244750" y="33555"/>
                  <a:pt x="247665" y="38939"/>
                  <a:pt x="248555" y="45976"/>
                </a:cubicBezTo>
                <a:lnTo>
                  <a:pt x="236218" y="45976"/>
                </a:lnTo>
                <a:cubicBezTo>
                  <a:pt x="236049" y="41949"/>
                  <a:pt x="234533" y="38875"/>
                  <a:pt x="231672" y="36755"/>
                </a:cubicBezTo>
                <a:cubicBezTo>
                  <a:pt x="228810" y="34636"/>
                  <a:pt x="225365" y="33576"/>
                  <a:pt x="221338" y="33576"/>
                </a:cubicBezTo>
                <a:cubicBezTo>
                  <a:pt x="215615" y="33576"/>
                  <a:pt x="210973" y="35748"/>
                  <a:pt x="207412" y="40094"/>
                </a:cubicBezTo>
                <a:cubicBezTo>
                  <a:pt x="203851" y="44439"/>
                  <a:pt x="202070" y="50915"/>
                  <a:pt x="202070" y="59521"/>
                </a:cubicBezTo>
                <a:cubicBezTo>
                  <a:pt x="202070" y="68084"/>
                  <a:pt x="203851" y="74539"/>
                  <a:pt x="207412" y="78884"/>
                </a:cubicBezTo>
                <a:cubicBezTo>
                  <a:pt x="210973" y="83229"/>
                  <a:pt x="215615" y="85402"/>
                  <a:pt x="221338" y="85402"/>
                </a:cubicBezTo>
                <a:cubicBezTo>
                  <a:pt x="225365" y="85402"/>
                  <a:pt x="228810" y="84342"/>
                  <a:pt x="231672" y="82223"/>
                </a:cubicBezTo>
                <a:cubicBezTo>
                  <a:pt x="234533" y="80103"/>
                  <a:pt x="236049" y="77051"/>
                  <a:pt x="236218" y="73066"/>
                </a:cubicBezTo>
                <a:lnTo>
                  <a:pt x="248555" y="73066"/>
                </a:lnTo>
                <a:cubicBezTo>
                  <a:pt x="247665" y="80103"/>
                  <a:pt x="244750" y="85487"/>
                  <a:pt x="239811" y="89218"/>
                </a:cubicBezTo>
                <a:cubicBezTo>
                  <a:pt x="234872" y="92948"/>
                  <a:pt x="228715" y="94813"/>
                  <a:pt x="221338" y="94813"/>
                </a:cubicBezTo>
                <a:close/>
                <a:moveTo>
                  <a:pt x="270934" y="34339"/>
                </a:moveTo>
                <a:cubicBezTo>
                  <a:pt x="276911" y="27598"/>
                  <a:pt x="283631" y="24228"/>
                  <a:pt x="291092" y="24228"/>
                </a:cubicBezTo>
                <a:cubicBezTo>
                  <a:pt x="306312" y="24228"/>
                  <a:pt x="313921" y="32516"/>
                  <a:pt x="313921" y="49092"/>
                </a:cubicBezTo>
                <a:lnTo>
                  <a:pt x="313921" y="93224"/>
                </a:lnTo>
                <a:lnTo>
                  <a:pt x="301903" y="93224"/>
                </a:lnTo>
                <a:lnTo>
                  <a:pt x="301903" y="49601"/>
                </a:lnTo>
                <a:cubicBezTo>
                  <a:pt x="301903" y="44089"/>
                  <a:pt x="300917" y="40126"/>
                  <a:pt x="298946" y="37709"/>
                </a:cubicBezTo>
                <a:cubicBezTo>
                  <a:pt x="296974" y="35293"/>
                  <a:pt x="293742" y="34085"/>
                  <a:pt x="289248" y="34085"/>
                </a:cubicBezTo>
                <a:cubicBezTo>
                  <a:pt x="283143" y="34085"/>
                  <a:pt x="277039" y="37688"/>
                  <a:pt x="270934" y="44895"/>
                </a:cubicBezTo>
                <a:lnTo>
                  <a:pt x="270934" y="93224"/>
                </a:lnTo>
                <a:lnTo>
                  <a:pt x="258915" y="93224"/>
                </a:lnTo>
                <a:lnTo>
                  <a:pt x="258915" y="0"/>
                </a:lnTo>
                <a:lnTo>
                  <a:pt x="270934" y="0"/>
                </a:lnTo>
                <a:lnTo>
                  <a:pt x="270934" y="34339"/>
                </a:lnTo>
                <a:close/>
                <a:moveTo>
                  <a:pt x="322291" y="93224"/>
                </a:moveTo>
                <a:lnTo>
                  <a:pt x="322291" y="93224"/>
                </a:lnTo>
                <a:close/>
              </a:path>
            </a:pathLst>
          </a:custGeom>
          <a:solidFill xmlns:a="http://schemas.openxmlformats.org/drawingml/2006/main">
            <a:srgbClr val="000000"/>
          </a:solidFill>
          <a:ln xmlns:a="http://schemas.openxmlformats.org/drawingml/2006/main" w="0" cap="flat">
            <a:noFill/>
            <a:miter/>
          </a:ln>
        </p:spPr>
      </p:sp>
      <p:sp>
        <p:nvSpPr>
          <p:cNvPr id="92" name="Text Generation">
            <a:extLst xmlns:a="http://schemas.openxmlformats.org/drawingml/2006/main">
              <a:ext uri="{FF2B5EF4-FFF2-40B4-BE49-F238E27FC236}">
                <a16:creationId xmlns:a16="http://schemas.microsoft.com/office/drawing/2014/main" id="{E5194538-A3E3-452F-A3DF-E6F385B25904}"/>
              </a:ext>
            </a:extLst>
          </p:cNvPr>
          <p:cNvSpPr>
            <a:spLocks xmlns:a="http://schemas.openxmlformats.org/drawingml/2006/main" noGrp="1"/>
          </p:cNvSpPr>
          <p:nvPr/>
        </p:nvSpPr>
        <p:spPr>
          <a:xfrm xmlns:a="http://schemas.openxmlformats.org/drawingml/2006/main">
            <a:off x="4294043" y="2927520"/>
            <a:ext cx="630025" cy="96403"/>
          </a:xfrm>
          <a:custGeom xmlns:a="http://schemas.openxmlformats.org/drawingml/2006/main">
            <a:pathLst>
              <a:path w="630025" h="96403">
                <a:moveTo>
                  <a:pt x="45086" y="96403"/>
                </a:moveTo>
                <a:cubicBezTo>
                  <a:pt x="31689" y="96403"/>
                  <a:pt x="20826" y="92016"/>
                  <a:pt x="12496" y="83240"/>
                </a:cubicBezTo>
                <a:cubicBezTo>
                  <a:pt x="4165" y="74465"/>
                  <a:pt x="0" y="62785"/>
                  <a:pt x="0" y="48202"/>
                </a:cubicBezTo>
                <a:cubicBezTo>
                  <a:pt x="0" y="33576"/>
                  <a:pt x="4112" y="21886"/>
                  <a:pt x="12337" y="13131"/>
                </a:cubicBezTo>
                <a:cubicBezTo>
                  <a:pt x="20561" y="4377"/>
                  <a:pt x="31350" y="0"/>
                  <a:pt x="44704" y="0"/>
                </a:cubicBezTo>
                <a:cubicBezTo>
                  <a:pt x="55938" y="0"/>
                  <a:pt x="65276" y="2703"/>
                  <a:pt x="72716" y="8108"/>
                </a:cubicBezTo>
                <a:cubicBezTo>
                  <a:pt x="80156" y="13513"/>
                  <a:pt x="84321" y="20752"/>
                  <a:pt x="85211" y="29824"/>
                </a:cubicBezTo>
                <a:lnTo>
                  <a:pt x="72430" y="29824"/>
                </a:lnTo>
                <a:cubicBezTo>
                  <a:pt x="71921" y="23804"/>
                  <a:pt x="69208" y="19088"/>
                  <a:pt x="64290" y="15675"/>
                </a:cubicBezTo>
                <a:cubicBezTo>
                  <a:pt x="59372" y="12262"/>
                  <a:pt x="52886" y="10556"/>
                  <a:pt x="44831" y="10556"/>
                </a:cubicBezTo>
                <a:cubicBezTo>
                  <a:pt x="35208" y="10556"/>
                  <a:pt x="27461" y="13842"/>
                  <a:pt x="21589" y="20413"/>
                </a:cubicBezTo>
                <a:cubicBezTo>
                  <a:pt x="15717" y="26984"/>
                  <a:pt x="12782" y="36247"/>
                  <a:pt x="12782" y="48202"/>
                </a:cubicBezTo>
                <a:cubicBezTo>
                  <a:pt x="12782" y="60114"/>
                  <a:pt x="15749" y="69367"/>
                  <a:pt x="21684" y="75959"/>
                </a:cubicBezTo>
                <a:cubicBezTo>
                  <a:pt x="27619" y="82551"/>
                  <a:pt x="35378" y="85847"/>
                  <a:pt x="44959" y="85847"/>
                </a:cubicBezTo>
                <a:cubicBezTo>
                  <a:pt x="58397" y="85847"/>
                  <a:pt x="68381" y="81417"/>
                  <a:pt x="74910" y="72557"/>
                </a:cubicBezTo>
                <a:lnTo>
                  <a:pt x="74910" y="58376"/>
                </a:lnTo>
                <a:lnTo>
                  <a:pt x="50300" y="58376"/>
                </a:lnTo>
                <a:lnTo>
                  <a:pt x="50300" y="47248"/>
                </a:lnTo>
                <a:lnTo>
                  <a:pt x="86865" y="47248"/>
                </a:lnTo>
                <a:lnTo>
                  <a:pt x="86865" y="94813"/>
                </a:lnTo>
                <a:lnTo>
                  <a:pt x="78153" y="94813"/>
                </a:lnTo>
                <a:lnTo>
                  <a:pt x="74910" y="85021"/>
                </a:lnTo>
                <a:cubicBezTo>
                  <a:pt x="68593" y="92609"/>
                  <a:pt x="58652" y="96403"/>
                  <a:pt x="45086" y="96403"/>
                </a:cubicBezTo>
                <a:close/>
                <a:moveTo>
                  <a:pt x="132696" y="96403"/>
                </a:moveTo>
                <a:cubicBezTo>
                  <a:pt x="122776" y="96403"/>
                  <a:pt x="114806" y="93298"/>
                  <a:pt x="108786" y="87087"/>
                </a:cubicBezTo>
                <a:cubicBezTo>
                  <a:pt x="102766" y="80877"/>
                  <a:pt x="99756" y="72218"/>
                  <a:pt x="99756" y="61111"/>
                </a:cubicBezTo>
                <a:cubicBezTo>
                  <a:pt x="99756" y="50088"/>
                  <a:pt x="102670" y="41450"/>
                  <a:pt x="108500" y="35197"/>
                </a:cubicBezTo>
                <a:cubicBezTo>
                  <a:pt x="114329" y="28944"/>
                  <a:pt x="121949" y="25818"/>
                  <a:pt x="131360" y="25818"/>
                </a:cubicBezTo>
                <a:cubicBezTo>
                  <a:pt x="140984" y="25818"/>
                  <a:pt x="148668" y="28891"/>
                  <a:pt x="154412" y="35038"/>
                </a:cubicBezTo>
                <a:cubicBezTo>
                  <a:pt x="160156" y="41185"/>
                  <a:pt x="163028" y="49876"/>
                  <a:pt x="163028" y="61111"/>
                </a:cubicBezTo>
                <a:lnTo>
                  <a:pt x="163028" y="63972"/>
                </a:lnTo>
                <a:lnTo>
                  <a:pt x="112220" y="63972"/>
                </a:lnTo>
                <a:cubicBezTo>
                  <a:pt x="112728" y="71773"/>
                  <a:pt x="114880" y="77559"/>
                  <a:pt x="118674" y="81332"/>
                </a:cubicBezTo>
                <a:cubicBezTo>
                  <a:pt x="122468" y="85105"/>
                  <a:pt x="127142" y="86992"/>
                  <a:pt x="132696" y="86992"/>
                </a:cubicBezTo>
                <a:cubicBezTo>
                  <a:pt x="136893" y="86992"/>
                  <a:pt x="140676" y="85921"/>
                  <a:pt x="144047" y="83781"/>
                </a:cubicBezTo>
                <a:cubicBezTo>
                  <a:pt x="147417" y="81640"/>
                  <a:pt x="149187" y="78598"/>
                  <a:pt x="149357" y="74655"/>
                </a:cubicBezTo>
                <a:lnTo>
                  <a:pt x="161757" y="74655"/>
                </a:lnTo>
                <a:cubicBezTo>
                  <a:pt x="160824" y="81608"/>
                  <a:pt x="157676" y="86971"/>
                  <a:pt x="152313" y="90744"/>
                </a:cubicBezTo>
                <a:cubicBezTo>
                  <a:pt x="146951" y="94517"/>
                  <a:pt x="140411" y="96403"/>
                  <a:pt x="132696" y="96403"/>
                </a:cubicBezTo>
                <a:moveTo>
                  <a:pt x="150374" y="54561"/>
                </a:moveTo>
                <a:cubicBezTo>
                  <a:pt x="149399" y="48074"/>
                  <a:pt x="147216" y="43220"/>
                  <a:pt x="143824" y="39998"/>
                </a:cubicBezTo>
                <a:cubicBezTo>
                  <a:pt x="140433" y="36777"/>
                  <a:pt x="136278" y="35166"/>
                  <a:pt x="131360" y="35166"/>
                </a:cubicBezTo>
                <a:cubicBezTo>
                  <a:pt x="126570" y="35166"/>
                  <a:pt x="122458" y="36766"/>
                  <a:pt x="119024" y="39967"/>
                </a:cubicBezTo>
                <a:cubicBezTo>
                  <a:pt x="115590" y="43167"/>
                  <a:pt x="113407" y="48032"/>
                  <a:pt x="112474" y="54561"/>
                </a:cubicBezTo>
                <a:lnTo>
                  <a:pt x="150374" y="54561"/>
                </a:lnTo>
                <a:close/>
                <a:moveTo>
                  <a:pt x="188406" y="35929"/>
                </a:moveTo>
                <a:cubicBezTo>
                  <a:pt x="194384" y="29188"/>
                  <a:pt x="201103" y="25818"/>
                  <a:pt x="208564" y="25818"/>
                </a:cubicBezTo>
                <a:cubicBezTo>
                  <a:pt x="223784" y="25818"/>
                  <a:pt x="231393" y="34106"/>
                  <a:pt x="231393" y="50682"/>
                </a:cubicBezTo>
                <a:lnTo>
                  <a:pt x="231393" y="94813"/>
                </a:lnTo>
                <a:lnTo>
                  <a:pt x="219375" y="94813"/>
                </a:lnTo>
                <a:lnTo>
                  <a:pt x="219375" y="51190"/>
                </a:lnTo>
                <a:cubicBezTo>
                  <a:pt x="219375" y="45679"/>
                  <a:pt x="218389" y="41715"/>
                  <a:pt x="216418" y="39299"/>
                </a:cubicBezTo>
                <a:cubicBezTo>
                  <a:pt x="214446" y="36883"/>
                  <a:pt x="211214" y="35674"/>
                  <a:pt x="206720" y="35674"/>
                </a:cubicBezTo>
                <a:cubicBezTo>
                  <a:pt x="200616" y="35674"/>
                  <a:pt x="194511" y="39278"/>
                  <a:pt x="188406" y="46485"/>
                </a:cubicBezTo>
                <a:lnTo>
                  <a:pt x="188406" y="94813"/>
                </a:lnTo>
                <a:lnTo>
                  <a:pt x="176388" y="94813"/>
                </a:lnTo>
                <a:lnTo>
                  <a:pt x="176388" y="27344"/>
                </a:lnTo>
                <a:lnTo>
                  <a:pt x="188406" y="27344"/>
                </a:lnTo>
                <a:lnTo>
                  <a:pt x="188406" y="35929"/>
                </a:lnTo>
                <a:close/>
                <a:moveTo>
                  <a:pt x="277438" y="96403"/>
                </a:moveTo>
                <a:cubicBezTo>
                  <a:pt x="267517" y="96403"/>
                  <a:pt x="259547" y="93298"/>
                  <a:pt x="253528" y="87087"/>
                </a:cubicBezTo>
                <a:cubicBezTo>
                  <a:pt x="247508" y="80877"/>
                  <a:pt x="244498" y="72218"/>
                  <a:pt x="244498" y="61111"/>
                </a:cubicBezTo>
                <a:cubicBezTo>
                  <a:pt x="244498" y="50088"/>
                  <a:pt x="247412" y="41450"/>
                  <a:pt x="253241" y="35197"/>
                </a:cubicBezTo>
                <a:cubicBezTo>
                  <a:pt x="259071" y="28944"/>
                  <a:pt x="266691" y="25818"/>
                  <a:pt x="276102" y="25818"/>
                </a:cubicBezTo>
                <a:cubicBezTo>
                  <a:pt x="285726" y="25818"/>
                  <a:pt x="293409" y="28891"/>
                  <a:pt x="299154" y="35038"/>
                </a:cubicBezTo>
                <a:cubicBezTo>
                  <a:pt x="304898" y="41185"/>
                  <a:pt x="307770" y="49876"/>
                  <a:pt x="307770" y="61111"/>
                </a:cubicBezTo>
                <a:lnTo>
                  <a:pt x="307770" y="63972"/>
                </a:lnTo>
                <a:lnTo>
                  <a:pt x="256961" y="63972"/>
                </a:lnTo>
                <a:cubicBezTo>
                  <a:pt x="257470" y="71773"/>
                  <a:pt x="259622" y="77559"/>
                  <a:pt x="263416" y="81332"/>
                </a:cubicBezTo>
                <a:cubicBezTo>
                  <a:pt x="267210" y="85105"/>
                  <a:pt x="271884" y="86992"/>
                  <a:pt x="277438" y="86992"/>
                </a:cubicBezTo>
                <a:cubicBezTo>
                  <a:pt x="281635" y="86992"/>
                  <a:pt x="285418" y="85921"/>
                  <a:pt x="288789" y="83781"/>
                </a:cubicBezTo>
                <a:cubicBezTo>
                  <a:pt x="292159" y="81640"/>
                  <a:pt x="293929" y="78598"/>
                  <a:pt x="294098" y="74655"/>
                </a:cubicBezTo>
                <a:lnTo>
                  <a:pt x="306498" y="74655"/>
                </a:lnTo>
                <a:cubicBezTo>
                  <a:pt x="305566" y="81608"/>
                  <a:pt x="302418" y="86971"/>
                  <a:pt x="297055" y="90744"/>
                </a:cubicBezTo>
                <a:cubicBezTo>
                  <a:pt x="291692" y="94517"/>
                  <a:pt x="285153" y="96403"/>
                  <a:pt x="277438" y="96403"/>
                </a:cubicBezTo>
                <a:moveTo>
                  <a:pt x="295116" y="54561"/>
                </a:moveTo>
                <a:cubicBezTo>
                  <a:pt x="294141" y="48074"/>
                  <a:pt x="291957" y="43220"/>
                  <a:pt x="288566" y="39998"/>
                </a:cubicBezTo>
                <a:cubicBezTo>
                  <a:pt x="285174" y="36777"/>
                  <a:pt x="281020" y="35166"/>
                  <a:pt x="276102" y="35166"/>
                </a:cubicBezTo>
                <a:cubicBezTo>
                  <a:pt x="271312" y="35166"/>
                  <a:pt x="267200" y="36766"/>
                  <a:pt x="263766" y="39967"/>
                </a:cubicBezTo>
                <a:cubicBezTo>
                  <a:pt x="260332" y="43167"/>
                  <a:pt x="258148" y="48032"/>
                  <a:pt x="257216" y="54561"/>
                </a:cubicBezTo>
                <a:lnTo>
                  <a:pt x="295116" y="54561"/>
                </a:lnTo>
                <a:close/>
                <a:moveTo>
                  <a:pt x="356167" y="38282"/>
                </a:moveTo>
                <a:cubicBezTo>
                  <a:pt x="354471" y="37773"/>
                  <a:pt x="352033" y="37518"/>
                  <a:pt x="348854" y="37518"/>
                </a:cubicBezTo>
                <a:cubicBezTo>
                  <a:pt x="342749" y="37518"/>
                  <a:pt x="337514" y="40719"/>
                  <a:pt x="333147" y="47121"/>
                </a:cubicBezTo>
                <a:lnTo>
                  <a:pt x="333147" y="94813"/>
                </a:lnTo>
                <a:lnTo>
                  <a:pt x="321128" y="94813"/>
                </a:lnTo>
                <a:lnTo>
                  <a:pt x="321128" y="27344"/>
                </a:lnTo>
                <a:lnTo>
                  <a:pt x="333147" y="27344"/>
                </a:lnTo>
                <a:lnTo>
                  <a:pt x="333147" y="36755"/>
                </a:lnTo>
                <a:cubicBezTo>
                  <a:pt x="338192" y="29464"/>
                  <a:pt x="344042" y="25818"/>
                  <a:pt x="350698" y="25818"/>
                </a:cubicBezTo>
                <a:cubicBezTo>
                  <a:pt x="352394" y="25818"/>
                  <a:pt x="354217" y="25987"/>
                  <a:pt x="356167" y="26326"/>
                </a:cubicBezTo>
                <a:lnTo>
                  <a:pt x="356167" y="38282"/>
                </a:lnTo>
                <a:close/>
                <a:moveTo>
                  <a:pt x="407190" y="77072"/>
                </a:moveTo>
                <a:lnTo>
                  <a:pt x="407190" y="62128"/>
                </a:lnTo>
                <a:lnTo>
                  <a:pt x="398987" y="62128"/>
                </a:lnTo>
                <a:cubicBezTo>
                  <a:pt x="381606" y="62128"/>
                  <a:pt x="372915" y="66855"/>
                  <a:pt x="372915" y="76309"/>
                </a:cubicBezTo>
                <a:cubicBezTo>
                  <a:pt x="372915" y="79743"/>
                  <a:pt x="374187" y="82382"/>
                  <a:pt x="376730" y="84226"/>
                </a:cubicBezTo>
                <a:cubicBezTo>
                  <a:pt x="379274" y="86070"/>
                  <a:pt x="382708" y="86992"/>
                  <a:pt x="387032" y="86992"/>
                </a:cubicBezTo>
                <a:cubicBezTo>
                  <a:pt x="390975" y="86992"/>
                  <a:pt x="394790" y="86102"/>
                  <a:pt x="398478" y="84321"/>
                </a:cubicBezTo>
                <a:cubicBezTo>
                  <a:pt x="402167" y="82541"/>
                  <a:pt x="405070" y="80124"/>
                  <a:pt x="407190" y="77072"/>
                </a:cubicBezTo>
                <a:moveTo>
                  <a:pt x="407190" y="87882"/>
                </a:moveTo>
                <a:cubicBezTo>
                  <a:pt x="401085" y="93563"/>
                  <a:pt x="393221" y="96403"/>
                  <a:pt x="383598" y="96403"/>
                </a:cubicBezTo>
                <a:cubicBezTo>
                  <a:pt x="376900" y="96403"/>
                  <a:pt x="371389" y="94591"/>
                  <a:pt x="367065" y="90966"/>
                </a:cubicBezTo>
                <a:cubicBezTo>
                  <a:pt x="362740" y="87342"/>
                  <a:pt x="360578" y="82668"/>
                  <a:pt x="360578" y="76945"/>
                </a:cubicBezTo>
                <a:cubicBezTo>
                  <a:pt x="360578" y="61174"/>
                  <a:pt x="374165" y="53289"/>
                  <a:pt x="401340" y="53289"/>
                </a:cubicBezTo>
                <a:lnTo>
                  <a:pt x="407190" y="53289"/>
                </a:lnTo>
                <a:cubicBezTo>
                  <a:pt x="407190" y="48456"/>
                  <a:pt x="406936" y="44948"/>
                  <a:pt x="406427" y="42765"/>
                </a:cubicBezTo>
                <a:cubicBezTo>
                  <a:pt x="405918" y="40581"/>
                  <a:pt x="404498" y="38769"/>
                  <a:pt x="402167" y="37328"/>
                </a:cubicBezTo>
                <a:cubicBezTo>
                  <a:pt x="399835" y="35886"/>
                  <a:pt x="396125" y="35166"/>
                  <a:pt x="391038" y="35166"/>
                </a:cubicBezTo>
                <a:cubicBezTo>
                  <a:pt x="380355" y="35166"/>
                  <a:pt x="374844" y="38981"/>
                  <a:pt x="374505" y="46612"/>
                </a:cubicBezTo>
                <a:lnTo>
                  <a:pt x="362550" y="46612"/>
                </a:lnTo>
                <a:cubicBezTo>
                  <a:pt x="363440" y="32749"/>
                  <a:pt x="373148" y="25818"/>
                  <a:pt x="391674" y="25818"/>
                </a:cubicBezTo>
                <a:cubicBezTo>
                  <a:pt x="400322" y="25818"/>
                  <a:pt x="407063" y="27535"/>
                  <a:pt x="411896" y="30969"/>
                </a:cubicBezTo>
                <a:cubicBezTo>
                  <a:pt x="416729" y="34402"/>
                  <a:pt x="419145" y="41143"/>
                  <a:pt x="419145" y="51190"/>
                </a:cubicBezTo>
                <a:lnTo>
                  <a:pt x="419145" y="94813"/>
                </a:lnTo>
                <a:lnTo>
                  <a:pt x="407190" y="94813"/>
                </a:lnTo>
                <a:lnTo>
                  <a:pt x="407190" y="87882"/>
                </a:lnTo>
                <a:close/>
                <a:moveTo>
                  <a:pt x="463027" y="94941"/>
                </a:moveTo>
                <a:cubicBezTo>
                  <a:pt x="460399" y="95449"/>
                  <a:pt x="457537" y="95704"/>
                  <a:pt x="454443" y="95704"/>
                </a:cubicBezTo>
                <a:cubicBezTo>
                  <a:pt x="449525" y="95704"/>
                  <a:pt x="445922" y="94824"/>
                  <a:pt x="443632" y="93065"/>
                </a:cubicBezTo>
                <a:cubicBezTo>
                  <a:pt x="441343" y="91305"/>
                  <a:pt x="439923" y="89048"/>
                  <a:pt x="439372" y="86292"/>
                </a:cubicBezTo>
                <a:cubicBezTo>
                  <a:pt x="438821" y="83537"/>
                  <a:pt x="438545" y="79785"/>
                  <a:pt x="438545" y="75037"/>
                </a:cubicBezTo>
                <a:lnTo>
                  <a:pt x="438545" y="36755"/>
                </a:lnTo>
                <a:lnTo>
                  <a:pt x="430215" y="36755"/>
                </a:lnTo>
                <a:lnTo>
                  <a:pt x="430215" y="27344"/>
                </a:lnTo>
                <a:lnTo>
                  <a:pt x="438545" y="27344"/>
                </a:lnTo>
                <a:lnTo>
                  <a:pt x="438545" y="10556"/>
                </a:lnTo>
                <a:lnTo>
                  <a:pt x="450500" y="10556"/>
                </a:lnTo>
                <a:lnTo>
                  <a:pt x="450500" y="27344"/>
                </a:lnTo>
                <a:lnTo>
                  <a:pt x="461438" y="27344"/>
                </a:lnTo>
                <a:lnTo>
                  <a:pt x="461438" y="36755"/>
                </a:lnTo>
                <a:lnTo>
                  <a:pt x="450500" y="36755"/>
                </a:lnTo>
                <a:lnTo>
                  <a:pt x="450500" y="75673"/>
                </a:lnTo>
                <a:cubicBezTo>
                  <a:pt x="450500" y="80294"/>
                  <a:pt x="451083" y="83229"/>
                  <a:pt x="452249" y="84480"/>
                </a:cubicBezTo>
                <a:cubicBezTo>
                  <a:pt x="453415" y="85731"/>
                  <a:pt x="455015" y="86356"/>
                  <a:pt x="457050" y="86356"/>
                </a:cubicBezTo>
                <a:cubicBezTo>
                  <a:pt x="459127" y="86356"/>
                  <a:pt x="461120" y="86186"/>
                  <a:pt x="463027" y="85847"/>
                </a:cubicBezTo>
                <a:lnTo>
                  <a:pt x="463027" y="94941"/>
                </a:lnTo>
                <a:close/>
                <a:moveTo>
                  <a:pt x="485013" y="94813"/>
                </a:moveTo>
                <a:lnTo>
                  <a:pt x="472994" y="94813"/>
                </a:lnTo>
                <a:lnTo>
                  <a:pt x="472994" y="27344"/>
                </a:lnTo>
                <a:lnTo>
                  <a:pt x="485013" y="27344"/>
                </a:lnTo>
                <a:lnTo>
                  <a:pt x="485013" y="94813"/>
                </a:lnTo>
                <a:moveTo>
                  <a:pt x="485013" y="14562"/>
                </a:moveTo>
                <a:lnTo>
                  <a:pt x="472994" y="14562"/>
                </a:lnTo>
                <a:lnTo>
                  <a:pt x="472994" y="1590"/>
                </a:lnTo>
                <a:lnTo>
                  <a:pt x="485013" y="1590"/>
                </a:lnTo>
                <a:lnTo>
                  <a:pt x="485013" y="14562"/>
                </a:lnTo>
                <a:close/>
                <a:moveTo>
                  <a:pt x="529992" y="25818"/>
                </a:moveTo>
                <a:cubicBezTo>
                  <a:pt x="539615" y="25818"/>
                  <a:pt x="547299" y="28891"/>
                  <a:pt x="553043" y="35038"/>
                </a:cubicBezTo>
                <a:cubicBezTo>
                  <a:pt x="558788" y="41185"/>
                  <a:pt x="561660" y="49876"/>
                  <a:pt x="561660" y="61111"/>
                </a:cubicBezTo>
                <a:cubicBezTo>
                  <a:pt x="561660" y="72302"/>
                  <a:pt x="558788" y="80983"/>
                  <a:pt x="553043" y="87151"/>
                </a:cubicBezTo>
                <a:cubicBezTo>
                  <a:pt x="547299" y="93319"/>
                  <a:pt x="539615" y="96403"/>
                  <a:pt x="529992" y="96403"/>
                </a:cubicBezTo>
                <a:cubicBezTo>
                  <a:pt x="520411" y="96403"/>
                  <a:pt x="512748" y="93319"/>
                  <a:pt x="507004" y="87151"/>
                </a:cubicBezTo>
                <a:cubicBezTo>
                  <a:pt x="501259" y="80983"/>
                  <a:pt x="498387" y="72302"/>
                  <a:pt x="498387" y="61111"/>
                </a:cubicBezTo>
                <a:cubicBezTo>
                  <a:pt x="498387" y="49876"/>
                  <a:pt x="501259" y="41185"/>
                  <a:pt x="507004" y="35038"/>
                </a:cubicBezTo>
                <a:cubicBezTo>
                  <a:pt x="512748" y="28891"/>
                  <a:pt x="520411" y="25818"/>
                  <a:pt x="529992" y="25818"/>
                </a:cubicBezTo>
                <a:moveTo>
                  <a:pt x="529992" y="86992"/>
                </a:moveTo>
                <a:cubicBezTo>
                  <a:pt x="535715" y="86992"/>
                  <a:pt x="540357" y="84819"/>
                  <a:pt x="543918" y="80474"/>
                </a:cubicBezTo>
                <a:cubicBezTo>
                  <a:pt x="547479" y="76128"/>
                  <a:pt x="549260" y="69674"/>
                  <a:pt x="549260" y="61111"/>
                </a:cubicBezTo>
                <a:cubicBezTo>
                  <a:pt x="549260" y="52505"/>
                  <a:pt x="547479" y="46029"/>
                  <a:pt x="543918" y="41684"/>
                </a:cubicBezTo>
                <a:cubicBezTo>
                  <a:pt x="540357" y="37338"/>
                  <a:pt x="535715" y="35166"/>
                  <a:pt x="529992" y="35166"/>
                </a:cubicBezTo>
                <a:cubicBezTo>
                  <a:pt x="524269" y="35166"/>
                  <a:pt x="519626" y="37338"/>
                  <a:pt x="516065" y="41684"/>
                </a:cubicBezTo>
                <a:cubicBezTo>
                  <a:pt x="512504" y="46029"/>
                  <a:pt x="510724" y="52505"/>
                  <a:pt x="510724" y="61111"/>
                </a:cubicBezTo>
                <a:cubicBezTo>
                  <a:pt x="510724" y="69674"/>
                  <a:pt x="512504" y="76128"/>
                  <a:pt x="516065" y="80474"/>
                </a:cubicBezTo>
                <a:cubicBezTo>
                  <a:pt x="519626" y="84819"/>
                  <a:pt x="524269" y="86992"/>
                  <a:pt x="529992" y="86992"/>
                </a:cubicBezTo>
                <a:close/>
                <a:moveTo>
                  <a:pt x="587037" y="35929"/>
                </a:moveTo>
                <a:cubicBezTo>
                  <a:pt x="593015" y="29188"/>
                  <a:pt x="599734" y="25818"/>
                  <a:pt x="607196" y="25818"/>
                </a:cubicBezTo>
                <a:cubicBezTo>
                  <a:pt x="622415" y="25818"/>
                  <a:pt x="630025" y="34106"/>
                  <a:pt x="630025" y="50682"/>
                </a:cubicBezTo>
                <a:lnTo>
                  <a:pt x="630025" y="94813"/>
                </a:lnTo>
                <a:lnTo>
                  <a:pt x="618006" y="94813"/>
                </a:lnTo>
                <a:lnTo>
                  <a:pt x="618006" y="51190"/>
                </a:lnTo>
                <a:cubicBezTo>
                  <a:pt x="618006" y="45679"/>
                  <a:pt x="617020" y="41715"/>
                  <a:pt x="615049" y="39299"/>
                </a:cubicBezTo>
                <a:cubicBezTo>
                  <a:pt x="613078" y="36883"/>
                  <a:pt x="609845" y="35674"/>
                  <a:pt x="605351" y="35674"/>
                </a:cubicBezTo>
                <a:cubicBezTo>
                  <a:pt x="599247" y="35674"/>
                  <a:pt x="593142" y="39278"/>
                  <a:pt x="587037" y="46485"/>
                </a:cubicBezTo>
                <a:lnTo>
                  <a:pt x="587037" y="94813"/>
                </a:lnTo>
                <a:lnTo>
                  <a:pt x="575019" y="94813"/>
                </a:lnTo>
                <a:lnTo>
                  <a:pt x="575019" y="27344"/>
                </a:lnTo>
                <a:lnTo>
                  <a:pt x="587037" y="27344"/>
                </a:lnTo>
                <a:lnTo>
                  <a:pt x="587037" y="35929"/>
                </a:lnTo>
                <a:close/>
              </a:path>
            </a:pathLst>
          </a:custGeom>
          <a:solidFill xmlns:a="http://schemas.openxmlformats.org/drawingml/2006/main">
            <a:srgbClr val="000000"/>
          </a:solidFill>
          <a:ln xmlns:a="http://schemas.openxmlformats.org/drawingml/2006/main" w="0" cap="flat">
            <a:noFill/>
            <a:miter/>
          </a:ln>
        </p:spPr>
      </p:sp>
      <p:sp>
        <p:nvSpPr>
          <p:cNvPr id="93" name="Text Candidate ">
            <a:extLst xmlns:a="http://schemas.openxmlformats.org/drawingml/2006/main">
              <a:ext uri="{FF2B5EF4-FFF2-40B4-BE49-F238E27FC236}">
                <a16:creationId xmlns:a16="http://schemas.microsoft.com/office/drawing/2014/main" id="{E9FCF821-A787-4B71-B8FE-4B70B9C8959D}"/>
              </a:ext>
            </a:extLst>
          </p:cNvPr>
          <p:cNvSpPr>
            <a:spLocks xmlns:a="http://schemas.openxmlformats.org/drawingml/2006/main" noGrp="1"/>
          </p:cNvSpPr>
          <p:nvPr/>
        </p:nvSpPr>
        <p:spPr>
          <a:xfrm xmlns:a="http://schemas.openxmlformats.org/drawingml/2006/main">
            <a:off x="4312276" y="2062770"/>
            <a:ext cx="588164" cy="96403"/>
          </a:xfrm>
          <a:custGeom xmlns:a="http://schemas.openxmlformats.org/drawingml/2006/main">
            <a:pathLst>
              <a:path w="588164" h="96403">
                <a:moveTo>
                  <a:pt x="43369" y="96403"/>
                </a:moveTo>
                <a:cubicBezTo>
                  <a:pt x="30184" y="96403"/>
                  <a:pt x="19660" y="92069"/>
                  <a:pt x="11796" y="83399"/>
                </a:cubicBezTo>
                <a:cubicBezTo>
                  <a:pt x="3932" y="74729"/>
                  <a:pt x="0" y="62997"/>
                  <a:pt x="0" y="48202"/>
                </a:cubicBezTo>
                <a:cubicBezTo>
                  <a:pt x="0" y="33406"/>
                  <a:pt x="3932" y="21674"/>
                  <a:pt x="11796" y="13004"/>
                </a:cubicBezTo>
                <a:cubicBezTo>
                  <a:pt x="19660" y="4335"/>
                  <a:pt x="30184" y="0"/>
                  <a:pt x="43369" y="0"/>
                </a:cubicBezTo>
                <a:cubicBezTo>
                  <a:pt x="53501" y="0"/>
                  <a:pt x="62128" y="2734"/>
                  <a:pt x="69250" y="8203"/>
                </a:cubicBezTo>
                <a:cubicBezTo>
                  <a:pt x="76372" y="13672"/>
                  <a:pt x="80378" y="20879"/>
                  <a:pt x="81269" y="29824"/>
                </a:cubicBezTo>
                <a:lnTo>
                  <a:pt x="68551" y="29824"/>
                </a:lnTo>
                <a:cubicBezTo>
                  <a:pt x="68042" y="23931"/>
                  <a:pt x="65488" y="19247"/>
                  <a:pt x="60888" y="15770"/>
                </a:cubicBezTo>
                <a:cubicBezTo>
                  <a:pt x="56288" y="12294"/>
                  <a:pt x="50491" y="10556"/>
                  <a:pt x="43496" y="10556"/>
                </a:cubicBezTo>
                <a:cubicBezTo>
                  <a:pt x="34042" y="10556"/>
                  <a:pt x="26560" y="13810"/>
                  <a:pt x="21048" y="20317"/>
                </a:cubicBezTo>
                <a:cubicBezTo>
                  <a:pt x="15537" y="26825"/>
                  <a:pt x="12782" y="36119"/>
                  <a:pt x="12782" y="48202"/>
                </a:cubicBezTo>
                <a:cubicBezTo>
                  <a:pt x="12782" y="60241"/>
                  <a:pt x="15516" y="69526"/>
                  <a:pt x="20985" y="76054"/>
                </a:cubicBezTo>
                <a:cubicBezTo>
                  <a:pt x="26454" y="82583"/>
                  <a:pt x="33873" y="85847"/>
                  <a:pt x="43242" y="85847"/>
                </a:cubicBezTo>
                <a:cubicBezTo>
                  <a:pt x="50533" y="85847"/>
                  <a:pt x="56426" y="84067"/>
                  <a:pt x="60920" y="80506"/>
                </a:cubicBezTo>
                <a:cubicBezTo>
                  <a:pt x="65413" y="76945"/>
                  <a:pt x="67957" y="71857"/>
                  <a:pt x="68551" y="65244"/>
                </a:cubicBezTo>
                <a:lnTo>
                  <a:pt x="81269" y="65244"/>
                </a:lnTo>
                <a:cubicBezTo>
                  <a:pt x="80378" y="75164"/>
                  <a:pt x="76478" y="82837"/>
                  <a:pt x="69568" y="88264"/>
                </a:cubicBezTo>
                <a:cubicBezTo>
                  <a:pt x="62658" y="93690"/>
                  <a:pt x="53925" y="96403"/>
                  <a:pt x="43369" y="96403"/>
                </a:cubicBezTo>
                <a:close/>
                <a:moveTo>
                  <a:pt x="139483" y="77072"/>
                </a:moveTo>
                <a:lnTo>
                  <a:pt x="139483" y="62128"/>
                </a:lnTo>
                <a:lnTo>
                  <a:pt x="131280" y="62128"/>
                </a:lnTo>
                <a:cubicBezTo>
                  <a:pt x="113898" y="62128"/>
                  <a:pt x="105207" y="66855"/>
                  <a:pt x="105207" y="76309"/>
                </a:cubicBezTo>
                <a:cubicBezTo>
                  <a:pt x="105207" y="79743"/>
                  <a:pt x="106479" y="82382"/>
                  <a:pt x="109023" y="84226"/>
                </a:cubicBezTo>
                <a:cubicBezTo>
                  <a:pt x="111566" y="86070"/>
                  <a:pt x="115000" y="86992"/>
                  <a:pt x="119324" y="86992"/>
                </a:cubicBezTo>
                <a:cubicBezTo>
                  <a:pt x="123267" y="86992"/>
                  <a:pt x="127083" y="86102"/>
                  <a:pt x="130771" y="84321"/>
                </a:cubicBezTo>
                <a:cubicBezTo>
                  <a:pt x="134459" y="82541"/>
                  <a:pt x="137363" y="80124"/>
                  <a:pt x="139483" y="77072"/>
                </a:cubicBezTo>
                <a:moveTo>
                  <a:pt x="139483" y="87882"/>
                </a:moveTo>
                <a:cubicBezTo>
                  <a:pt x="133378" y="93563"/>
                  <a:pt x="125514" y="96403"/>
                  <a:pt x="115891" y="96403"/>
                </a:cubicBezTo>
                <a:cubicBezTo>
                  <a:pt x="109192" y="96403"/>
                  <a:pt x="103681" y="94591"/>
                  <a:pt x="99357" y="90966"/>
                </a:cubicBezTo>
                <a:cubicBezTo>
                  <a:pt x="95033" y="87342"/>
                  <a:pt x="92871" y="82668"/>
                  <a:pt x="92871" y="76945"/>
                </a:cubicBezTo>
                <a:cubicBezTo>
                  <a:pt x="92871" y="61174"/>
                  <a:pt x="106458" y="53289"/>
                  <a:pt x="133632" y="53289"/>
                </a:cubicBezTo>
                <a:lnTo>
                  <a:pt x="139483" y="53289"/>
                </a:lnTo>
                <a:cubicBezTo>
                  <a:pt x="139483" y="48456"/>
                  <a:pt x="139228" y="44948"/>
                  <a:pt x="138720" y="42765"/>
                </a:cubicBezTo>
                <a:cubicBezTo>
                  <a:pt x="138211" y="40581"/>
                  <a:pt x="136791" y="38769"/>
                  <a:pt x="134459" y="37328"/>
                </a:cubicBezTo>
                <a:cubicBezTo>
                  <a:pt x="132127" y="35886"/>
                  <a:pt x="128418" y="35166"/>
                  <a:pt x="123331" y="35166"/>
                </a:cubicBezTo>
                <a:cubicBezTo>
                  <a:pt x="112647" y="35166"/>
                  <a:pt x="107136" y="38981"/>
                  <a:pt x="106797" y="46612"/>
                </a:cubicBezTo>
                <a:lnTo>
                  <a:pt x="94842" y="46612"/>
                </a:lnTo>
                <a:cubicBezTo>
                  <a:pt x="95732" y="32749"/>
                  <a:pt x="105441" y="25818"/>
                  <a:pt x="123967" y="25818"/>
                </a:cubicBezTo>
                <a:cubicBezTo>
                  <a:pt x="132615" y="25818"/>
                  <a:pt x="139356" y="27535"/>
                  <a:pt x="144188" y="30969"/>
                </a:cubicBezTo>
                <a:cubicBezTo>
                  <a:pt x="149021" y="34402"/>
                  <a:pt x="151438" y="41143"/>
                  <a:pt x="151438" y="51190"/>
                </a:cubicBezTo>
                <a:lnTo>
                  <a:pt x="151438" y="94813"/>
                </a:lnTo>
                <a:lnTo>
                  <a:pt x="139483" y="94813"/>
                </a:lnTo>
                <a:lnTo>
                  <a:pt x="139483" y="87882"/>
                </a:lnTo>
                <a:close/>
                <a:moveTo>
                  <a:pt x="181165" y="35929"/>
                </a:moveTo>
                <a:cubicBezTo>
                  <a:pt x="187143" y="29188"/>
                  <a:pt x="193862" y="25818"/>
                  <a:pt x="201323" y="25818"/>
                </a:cubicBezTo>
                <a:cubicBezTo>
                  <a:pt x="216543" y="25818"/>
                  <a:pt x="224152" y="34106"/>
                  <a:pt x="224152" y="50682"/>
                </a:cubicBezTo>
                <a:lnTo>
                  <a:pt x="224152" y="94813"/>
                </a:lnTo>
                <a:lnTo>
                  <a:pt x="212134" y="94813"/>
                </a:lnTo>
                <a:lnTo>
                  <a:pt x="212134" y="51190"/>
                </a:lnTo>
                <a:cubicBezTo>
                  <a:pt x="212134" y="45679"/>
                  <a:pt x="211148" y="41715"/>
                  <a:pt x="209177" y="39299"/>
                </a:cubicBezTo>
                <a:cubicBezTo>
                  <a:pt x="207206" y="36883"/>
                  <a:pt x="203973" y="35674"/>
                  <a:pt x="199479" y="35674"/>
                </a:cubicBezTo>
                <a:cubicBezTo>
                  <a:pt x="193375" y="35674"/>
                  <a:pt x="187270" y="39278"/>
                  <a:pt x="181165" y="46485"/>
                </a:cubicBezTo>
                <a:lnTo>
                  <a:pt x="181165" y="94813"/>
                </a:lnTo>
                <a:lnTo>
                  <a:pt x="169147" y="94813"/>
                </a:lnTo>
                <a:lnTo>
                  <a:pt x="169147" y="27344"/>
                </a:lnTo>
                <a:lnTo>
                  <a:pt x="181165" y="27344"/>
                </a:lnTo>
                <a:lnTo>
                  <a:pt x="181165" y="35929"/>
                </a:lnTo>
                <a:close/>
                <a:moveTo>
                  <a:pt x="284276" y="75418"/>
                </a:moveTo>
                <a:lnTo>
                  <a:pt x="284276" y="43369"/>
                </a:lnTo>
                <a:cubicBezTo>
                  <a:pt x="279104" y="37900"/>
                  <a:pt x="273190" y="35166"/>
                  <a:pt x="266534" y="35166"/>
                </a:cubicBezTo>
                <a:cubicBezTo>
                  <a:pt x="261405" y="35166"/>
                  <a:pt x="257303" y="37381"/>
                  <a:pt x="254230" y="41811"/>
                </a:cubicBezTo>
                <a:cubicBezTo>
                  <a:pt x="251156" y="46241"/>
                  <a:pt x="249619" y="52844"/>
                  <a:pt x="249619" y="61619"/>
                </a:cubicBezTo>
                <a:cubicBezTo>
                  <a:pt x="249619" y="69928"/>
                  <a:pt x="251071" y="76234"/>
                  <a:pt x="253975" y="80537"/>
                </a:cubicBezTo>
                <a:cubicBezTo>
                  <a:pt x="256879" y="84840"/>
                  <a:pt x="260896" y="86992"/>
                  <a:pt x="266026" y="86992"/>
                </a:cubicBezTo>
                <a:cubicBezTo>
                  <a:pt x="272724" y="86992"/>
                  <a:pt x="278807" y="83134"/>
                  <a:pt x="284276" y="75418"/>
                </a:cubicBezTo>
                <a:moveTo>
                  <a:pt x="284276" y="86737"/>
                </a:moveTo>
                <a:cubicBezTo>
                  <a:pt x="278935" y="93181"/>
                  <a:pt x="272512" y="96403"/>
                  <a:pt x="265008" y="96403"/>
                </a:cubicBezTo>
                <a:cubicBezTo>
                  <a:pt x="256190" y="96403"/>
                  <a:pt x="249365" y="93266"/>
                  <a:pt x="244532" y="86992"/>
                </a:cubicBezTo>
                <a:cubicBezTo>
                  <a:pt x="239699" y="80718"/>
                  <a:pt x="237283" y="72260"/>
                  <a:pt x="237283" y="61619"/>
                </a:cubicBezTo>
                <a:cubicBezTo>
                  <a:pt x="237283" y="50597"/>
                  <a:pt x="239985" y="41874"/>
                  <a:pt x="245391" y="35452"/>
                </a:cubicBezTo>
                <a:cubicBezTo>
                  <a:pt x="250796" y="29029"/>
                  <a:pt x="257589" y="25818"/>
                  <a:pt x="265771" y="25818"/>
                </a:cubicBezTo>
                <a:cubicBezTo>
                  <a:pt x="273063" y="25818"/>
                  <a:pt x="279231" y="28065"/>
                  <a:pt x="284276" y="32558"/>
                </a:cubicBezTo>
                <a:lnTo>
                  <a:pt x="284276" y="1590"/>
                </a:lnTo>
                <a:lnTo>
                  <a:pt x="296231" y="1590"/>
                </a:lnTo>
                <a:lnTo>
                  <a:pt x="296231" y="94813"/>
                </a:lnTo>
                <a:lnTo>
                  <a:pt x="284276" y="94813"/>
                </a:lnTo>
                <a:lnTo>
                  <a:pt x="284276" y="86737"/>
                </a:lnTo>
                <a:close/>
                <a:moveTo>
                  <a:pt x="325959" y="94813"/>
                </a:moveTo>
                <a:lnTo>
                  <a:pt x="313941" y="94813"/>
                </a:lnTo>
                <a:lnTo>
                  <a:pt x="313941" y="27344"/>
                </a:lnTo>
                <a:lnTo>
                  <a:pt x="325959" y="27344"/>
                </a:lnTo>
                <a:lnTo>
                  <a:pt x="325959" y="94813"/>
                </a:lnTo>
                <a:moveTo>
                  <a:pt x="325959" y="14562"/>
                </a:moveTo>
                <a:lnTo>
                  <a:pt x="313941" y="14562"/>
                </a:lnTo>
                <a:lnTo>
                  <a:pt x="313941" y="1590"/>
                </a:lnTo>
                <a:lnTo>
                  <a:pt x="325959" y="1590"/>
                </a:lnTo>
                <a:lnTo>
                  <a:pt x="325959" y="14562"/>
                </a:lnTo>
                <a:close/>
                <a:moveTo>
                  <a:pt x="386353" y="75418"/>
                </a:moveTo>
                <a:lnTo>
                  <a:pt x="386353" y="43369"/>
                </a:lnTo>
                <a:cubicBezTo>
                  <a:pt x="381181" y="37900"/>
                  <a:pt x="375267" y="35166"/>
                  <a:pt x="368612" y="35166"/>
                </a:cubicBezTo>
                <a:cubicBezTo>
                  <a:pt x="363482" y="35166"/>
                  <a:pt x="359380" y="37381"/>
                  <a:pt x="356307" y="41811"/>
                </a:cubicBezTo>
                <a:cubicBezTo>
                  <a:pt x="353233" y="46241"/>
                  <a:pt x="351696" y="52844"/>
                  <a:pt x="351696" y="61619"/>
                </a:cubicBezTo>
                <a:cubicBezTo>
                  <a:pt x="351696" y="69928"/>
                  <a:pt x="353148" y="76234"/>
                  <a:pt x="356052" y="80537"/>
                </a:cubicBezTo>
                <a:cubicBezTo>
                  <a:pt x="358956" y="84840"/>
                  <a:pt x="362973" y="86992"/>
                  <a:pt x="368103" y="86992"/>
                </a:cubicBezTo>
                <a:cubicBezTo>
                  <a:pt x="374801" y="86992"/>
                  <a:pt x="380884" y="83134"/>
                  <a:pt x="386353" y="75418"/>
                </a:cubicBezTo>
                <a:moveTo>
                  <a:pt x="386353" y="86737"/>
                </a:moveTo>
                <a:cubicBezTo>
                  <a:pt x="381012" y="93181"/>
                  <a:pt x="374589" y="96403"/>
                  <a:pt x="367085" y="96403"/>
                </a:cubicBezTo>
                <a:cubicBezTo>
                  <a:pt x="358267" y="96403"/>
                  <a:pt x="351442" y="93266"/>
                  <a:pt x="346609" y="86992"/>
                </a:cubicBezTo>
                <a:cubicBezTo>
                  <a:pt x="341776" y="80718"/>
                  <a:pt x="339360" y="72260"/>
                  <a:pt x="339360" y="61619"/>
                </a:cubicBezTo>
                <a:cubicBezTo>
                  <a:pt x="339360" y="50597"/>
                  <a:pt x="342062" y="41874"/>
                  <a:pt x="347468" y="35452"/>
                </a:cubicBezTo>
                <a:cubicBezTo>
                  <a:pt x="352873" y="29029"/>
                  <a:pt x="359666" y="25818"/>
                  <a:pt x="367848" y="25818"/>
                </a:cubicBezTo>
                <a:cubicBezTo>
                  <a:pt x="375140" y="25818"/>
                  <a:pt x="381308" y="28065"/>
                  <a:pt x="386353" y="32558"/>
                </a:cubicBezTo>
                <a:lnTo>
                  <a:pt x="386353" y="1590"/>
                </a:lnTo>
                <a:lnTo>
                  <a:pt x="398308" y="1590"/>
                </a:lnTo>
                <a:lnTo>
                  <a:pt x="398308" y="94813"/>
                </a:lnTo>
                <a:lnTo>
                  <a:pt x="386353" y="94813"/>
                </a:lnTo>
                <a:lnTo>
                  <a:pt x="386353" y="86737"/>
                </a:lnTo>
                <a:close/>
                <a:moveTo>
                  <a:pt x="458751" y="77072"/>
                </a:moveTo>
                <a:lnTo>
                  <a:pt x="458751" y="62128"/>
                </a:lnTo>
                <a:lnTo>
                  <a:pt x="450547" y="62128"/>
                </a:lnTo>
                <a:cubicBezTo>
                  <a:pt x="433166" y="62128"/>
                  <a:pt x="424475" y="66855"/>
                  <a:pt x="424475" y="76309"/>
                </a:cubicBezTo>
                <a:cubicBezTo>
                  <a:pt x="424475" y="79743"/>
                  <a:pt x="425747" y="82382"/>
                  <a:pt x="428291" y="84226"/>
                </a:cubicBezTo>
                <a:cubicBezTo>
                  <a:pt x="430834" y="86070"/>
                  <a:pt x="434268" y="86992"/>
                  <a:pt x="438592" y="86992"/>
                </a:cubicBezTo>
                <a:cubicBezTo>
                  <a:pt x="442535" y="86992"/>
                  <a:pt x="446350" y="86102"/>
                  <a:pt x="450039" y="84321"/>
                </a:cubicBezTo>
                <a:cubicBezTo>
                  <a:pt x="453727" y="82541"/>
                  <a:pt x="456631" y="80124"/>
                  <a:pt x="458751" y="77072"/>
                </a:cubicBezTo>
                <a:moveTo>
                  <a:pt x="458751" y="87882"/>
                </a:moveTo>
                <a:cubicBezTo>
                  <a:pt x="452646" y="93563"/>
                  <a:pt x="444782" y="96403"/>
                  <a:pt x="435159" y="96403"/>
                </a:cubicBezTo>
                <a:cubicBezTo>
                  <a:pt x="428460" y="96403"/>
                  <a:pt x="422949" y="94591"/>
                  <a:pt x="418625" y="90966"/>
                </a:cubicBezTo>
                <a:cubicBezTo>
                  <a:pt x="414301" y="87342"/>
                  <a:pt x="412139" y="82668"/>
                  <a:pt x="412139" y="76945"/>
                </a:cubicBezTo>
                <a:cubicBezTo>
                  <a:pt x="412139" y="61174"/>
                  <a:pt x="425726" y="53289"/>
                  <a:pt x="452900" y="53289"/>
                </a:cubicBezTo>
                <a:lnTo>
                  <a:pt x="458751" y="53289"/>
                </a:lnTo>
                <a:cubicBezTo>
                  <a:pt x="458751" y="48456"/>
                  <a:pt x="458496" y="44948"/>
                  <a:pt x="457988" y="42765"/>
                </a:cubicBezTo>
                <a:cubicBezTo>
                  <a:pt x="457479" y="40581"/>
                  <a:pt x="456059" y="38769"/>
                  <a:pt x="453727" y="37328"/>
                </a:cubicBezTo>
                <a:cubicBezTo>
                  <a:pt x="451395" y="35886"/>
                  <a:pt x="447686" y="35166"/>
                  <a:pt x="442599" y="35166"/>
                </a:cubicBezTo>
                <a:cubicBezTo>
                  <a:pt x="431915" y="35166"/>
                  <a:pt x="426404" y="38981"/>
                  <a:pt x="426065" y="46612"/>
                </a:cubicBezTo>
                <a:lnTo>
                  <a:pt x="414110" y="46612"/>
                </a:lnTo>
                <a:cubicBezTo>
                  <a:pt x="415000" y="32749"/>
                  <a:pt x="424708" y="25818"/>
                  <a:pt x="443235" y="25818"/>
                </a:cubicBezTo>
                <a:cubicBezTo>
                  <a:pt x="451883" y="25818"/>
                  <a:pt x="458623" y="27535"/>
                  <a:pt x="463456" y="30969"/>
                </a:cubicBezTo>
                <a:cubicBezTo>
                  <a:pt x="468289" y="34402"/>
                  <a:pt x="470706" y="41143"/>
                  <a:pt x="470706" y="51190"/>
                </a:cubicBezTo>
                <a:lnTo>
                  <a:pt x="470706" y="94813"/>
                </a:lnTo>
                <a:lnTo>
                  <a:pt x="458751" y="94813"/>
                </a:lnTo>
                <a:lnTo>
                  <a:pt x="458751" y="87882"/>
                </a:lnTo>
                <a:close/>
                <a:moveTo>
                  <a:pt x="514614" y="94941"/>
                </a:moveTo>
                <a:cubicBezTo>
                  <a:pt x="511985" y="95449"/>
                  <a:pt x="509124" y="95704"/>
                  <a:pt x="506029" y="95704"/>
                </a:cubicBezTo>
                <a:cubicBezTo>
                  <a:pt x="501111" y="95704"/>
                  <a:pt x="497508" y="94824"/>
                  <a:pt x="495219" y="93065"/>
                </a:cubicBezTo>
                <a:cubicBezTo>
                  <a:pt x="492929" y="91305"/>
                  <a:pt x="491509" y="89048"/>
                  <a:pt x="490958" y="86292"/>
                </a:cubicBezTo>
                <a:cubicBezTo>
                  <a:pt x="490407" y="83537"/>
                  <a:pt x="490131" y="79785"/>
                  <a:pt x="490131" y="75037"/>
                </a:cubicBezTo>
                <a:lnTo>
                  <a:pt x="490131" y="36755"/>
                </a:lnTo>
                <a:lnTo>
                  <a:pt x="481801" y="36755"/>
                </a:lnTo>
                <a:lnTo>
                  <a:pt x="481801" y="27344"/>
                </a:lnTo>
                <a:lnTo>
                  <a:pt x="490131" y="27344"/>
                </a:lnTo>
                <a:lnTo>
                  <a:pt x="490131" y="10556"/>
                </a:lnTo>
                <a:lnTo>
                  <a:pt x="502086" y="10556"/>
                </a:lnTo>
                <a:lnTo>
                  <a:pt x="502086" y="27344"/>
                </a:lnTo>
                <a:lnTo>
                  <a:pt x="513024" y="27344"/>
                </a:lnTo>
                <a:lnTo>
                  <a:pt x="513024" y="36755"/>
                </a:lnTo>
                <a:lnTo>
                  <a:pt x="502086" y="36755"/>
                </a:lnTo>
                <a:lnTo>
                  <a:pt x="502086" y="75673"/>
                </a:lnTo>
                <a:cubicBezTo>
                  <a:pt x="502086" y="80294"/>
                  <a:pt x="502669" y="83229"/>
                  <a:pt x="503835" y="84480"/>
                </a:cubicBezTo>
                <a:cubicBezTo>
                  <a:pt x="505001" y="85731"/>
                  <a:pt x="506601" y="86356"/>
                  <a:pt x="508636" y="86356"/>
                </a:cubicBezTo>
                <a:cubicBezTo>
                  <a:pt x="510714" y="86356"/>
                  <a:pt x="512706" y="86186"/>
                  <a:pt x="514614" y="85847"/>
                </a:cubicBezTo>
                <a:lnTo>
                  <a:pt x="514614" y="94941"/>
                </a:lnTo>
                <a:close/>
                <a:moveTo>
                  <a:pt x="553286" y="96403"/>
                </a:moveTo>
                <a:cubicBezTo>
                  <a:pt x="543365" y="96403"/>
                  <a:pt x="535395" y="93298"/>
                  <a:pt x="529375" y="87087"/>
                </a:cubicBezTo>
                <a:cubicBezTo>
                  <a:pt x="523356" y="80877"/>
                  <a:pt x="520346" y="72218"/>
                  <a:pt x="520346" y="61111"/>
                </a:cubicBezTo>
                <a:cubicBezTo>
                  <a:pt x="520346" y="50088"/>
                  <a:pt x="523260" y="41450"/>
                  <a:pt x="529089" y="35197"/>
                </a:cubicBezTo>
                <a:cubicBezTo>
                  <a:pt x="534918" y="28944"/>
                  <a:pt x="542539" y="25818"/>
                  <a:pt x="551950" y="25818"/>
                </a:cubicBezTo>
                <a:cubicBezTo>
                  <a:pt x="561573" y="25818"/>
                  <a:pt x="569257" y="28891"/>
                  <a:pt x="575002" y="35038"/>
                </a:cubicBezTo>
                <a:cubicBezTo>
                  <a:pt x="580746" y="41185"/>
                  <a:pt x="583618" y="49876"/>
                  <a:pt x="583618" y="61111"/>
                </a:cubicBezTo>
                <a:lnTo>
                  <a:pt x="583618" y="63972"/>
                </a:lnTo>
                <a:lnTo>
                  <a:pt x="532809" y="63972"/>
                </a:lnTo>
                <a:cubicBezTo>
                  <a:pt x="533318" y="71773"/>
                  <a:pt x="535470" y="77559"/>
                  <a:pt x="539264" y="81332"/>
                </a:cubicBezTo>
                <a:cubicBezTo>
                  <a:pt x="543058" y="85105"/>
                  <a:pt x="547732" y="86992"/>
                  <a:pt x="553286" y="86992"/>
                </a:cubicBezTo>
                <a:cubicBezTo>
                  <a:pt x="557482" y="86992"/>
                  <a:pt x="561266" y="85921"/>
                  <a:pt x="564636" y="83781"/>
                </a:cubicBezTo>
                <a:cubicBezTo>
                  <a:pt x="568007" y="81640"/>
                  <a:pt x="569777" y="78598"/>
                  <a:pt x="569946" y="74655"/>
                </a:cubicBezTo>
                <a:lnTo>
                  <a:pt x="582346" y="74655"/>
                </a:lnTo>
                <a:cubicBezTo>
                  <a:pt x="581414" y="81608"/>
                  <a:pt x="578266" y="86971"/>
                  <a:pt x="572903" y="90744"/>
                </a:cubicBezTo>
                <a:cubicBezTo>
                  <a:pt x="567540" y="94517"/>
                  <a:pt x="561001" y="96403"/>
                  <a:pt x="553286" y="96403"/>
                </a:cubicBezTo>
                <a:moveTo>
                  <a:pt x="570964" y="54561"/>
                </a:moveTo>
                <a:cubicBezTo>
                  <a:pt x="569989" y="48074"/>
                  <a:pt x="567805" y="43220"/>
                  <a:pt x="564414" y="39998"/>
                </a:cubicBezTo>
                <a:cubicBezTo>
                  <a:pt x="561022" y="36777"/>
                  <a:pt x="556868" y="35166"/>
                  <a:pt x="551950" y="35166"/>
                </a:cubicBezTo>
                <a:cubicBezTo>
                  <a:pt x="547160" y="35166"/>
                  <a:pt x="543047" y="36766"/>
                  <a:pt x="539614" y="39967"/>
                </a:cubicBezTo>
                <a:cubicBezTo>
                  <a:pt x="536180" y="43167"/>
                  <a:pt x="533996" y="48032"/>
                  <a:pt x="533064" y="54561"/>
                </a:cubicBezTo>
                <a:lnTo>
                  <a:pt x="570964" y="54561"/>
                </a:lnTo>
                <a:close/>
                <a:moveTo>
                  <a:pt x="588164" y="94813"/>
                </a:moveTo>
                <a:lnTo>
                  <a:pt x="588164" y="94813"/>
                </a:lnTo>
                <a:close/>
              </a:path>
            </a:pathLst>
          </a:custGeom>
          <a:solidFill xmlns:a="http://schemas.openxmlformats.org/drawingml/2006/main">
            <a:srgbClr val="000000"/>
          </a:solidFill>
          <a:ln xmlns:a="http://schemas.openxmlformats.org/drawingml/2006/main" w="0" cap="flat">
            <a:noFill/>
            <a:miter/>
          </a:ln>
        </p:spPr>
      </p:sp>
      <p:sp>
        <p:nvSpPr>
          <p:cNvPr id="94" name="Text Patches">
            <a:extLst xmlns:a="http://schemas.openxmlformats.org/drawingml/2006/main">
              <a:ext uri="{FF2B5EF4-FFF2-40B4-BE49-F238E27FC236}">
                <a16:creationId xmlns:a16="http://schemas.microsoft.com/office/drawing/2014/main" id="{DE9D1691-7BB7-4438-996F-5485D4C12D82}"/>
              </a:ext>
            </a:extLst>
          </p:cNvPr>
          <p:cNvSpPr>
            <a:spLocks xmlns:a="http://schemas.openxmlformats.org/drawingml/2006/main" noGrp="1"/>
          </p:cNvSpPr>
          <p:nvPr/>
        </p:nvSpPr>
        <p:spPr>
          <a:xfrm xmlns:a="http://schemas.openxmlformats.org/drawingml/2006/main">
            <a:off x="4378461" y="2194593"/>
            <a:ext cx="455225" cy="94813"/>
          </a:xfrm>
          <a:custGeom xmlns:a="http://schemas.openxmlformats.org/drawingml/2006/main">
            <a:pathLst>
              <a:path w="455225"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813" y="75482"/>
                </a:moveTo>
                <a:lnTo>
                  <a:pt x="127813" y="60538"/>
                </a:lnTo>
                <a:lnTo>
                  <a:pt x="119610" y="60538"/>
                </a:lnTo>
                <a:cubicBezTo>
                  <a:pt x="102229" y="60538"/>
                  <a:pt x="93538" y="65265"/>
                  <a:pt x="93538" y="74719"/>
                </a:cubicBezTo>
                <a:cubicBezTo>
                  <a:pt x="93538" y="78153"/>
                  <a:pt x="94810" y="80792"/>
                  <a:pt x="97353" y="82636"/>
                </a:cubicBezTo>
                <a:cubicBezTo>
                  <a:pt x="99897" y="84480"/>
                  <a:pt x="103331" y="85402"/>
                  <a:pt x="107655" y="85402"/>
                </a:cubicBezTo>
                <a:cubicBezTo>
                  <a:pt x="111598" y="85402"/>
                  <a:pt x="115413" y="84512"/>
                  <a:pt x="119101" y="82731"/>
                </a:cubicBezTo>
                <a:cubicBezTo>
                  <a:pt x="122790" y="80951"/>
                  <a:pt x="125694" y="78534"/>
                  <a:pt x="127813" y="75482"/>
                </a:cubicBezTo>
                <a:moveTo>
                  <a:pt x="127813" y="86292"/>
                </a:moveTo>
                <a:cubicBezTo>
                  <a:pt x="121709" y="91973"/>
                  <a:pt x="113845" y="94813"/>
                  <a:pt x="104221" y="94813"/>
                </a:cubicBezTo>
                <a:cubicBezTo>
                  <a:pt x="97523" y="94813"/>
                  <a:pt x="92012" y="93001"/>
                  <a:pt x="87688" y="89376"/>
                </a:cubicBezTo>
                <a:cubicBezTo>
                  <a:pt x="83364" y="85752"/>
                  <a:pt x="81201" y="81078"/>
                  <a:pt x="81201" y="75355"/>
                </a:cubicBezTo>
                <a:cubicBezTo>
                  <a:pt x="81201" y="59584"/>
                  <a:pt x="94789" y="51699"/>
                  <a:pt x="121963" y="51699"/>
                </a:cubicBezTo>
                <a:lnTo>
                  <a:pt x="127813" y="51699"/>
                </a:lnTo>
                <a:cubicBezTo>
                  <a:pt x="127813" y="46866"/>
                  <a:pt x="127559" y="43358"/>
                  <a:pt x="127050" y="41175"/>
                </a:cubicBezTo>
                <a:cubicBezTo>
                  <a:pt x="126542" y="38992"/>
                  <a:pt x="125121" y="37179"/>
                  <a:pt x="122790" y="35738"/>
                </a:cubicBezTo>
                <a:cubicBezTo>
                  <a:pt x="120458" y="34296"/>
                  <a:pt x="116749" y="33576"/>
                  <a:pt x="111661" y="33576"/>
                </a:cubicBezTo>
                <a:cubicBezTo>
                  <a:pt x="100978" y="33576"/>
                  <a:pt x="95467" y="37391"/>
                  <a:pt x="95128" y="45022"/>
                </a:cubicBezTo>
                <a:lnTo>
                  <a:pt x="83173" y="45022"/>
                </a:lnTo>
                <a:cubicBezTo>
                  <a:pt x="84063" y="31159"/>
                  <a:pt x="93771" y="24228"/>
                  <a:pt x="112297" y="24228"/>
                </a:cubicBezTo>
                <a:cubicBezTo>
                  <a:pt x="120946" y="24228"/>
                  <a:pt x="127686" y="25945"/>
                  <a:pt x="132519" y="29379"/>
                </a:cubicBezTo>
                <a:cubicBezTo>
                  <a:pt x="137352" y="32813"/>
                  <a:pt x="139768" y="39553"/>
                  <a:pt x="139768" y="49601"/>
                </a:cubicBezTo>
                <a:lnTo>
                  <a:pt x="139768" y="93224"/>
                </a:lnTo>
                <a:lnTo>
                  <a:pt x="127813" y="93224"/>
                </a:lnTo>
                <a:lnTo>
                  <a:pt x="127813" y="86292"/>
                </a:lnTo>
                <a:close/>
                <a:moveTo>
                  <a:pt x="184184" y="93351"/>
                </a:moveTo>
                <a:cubicBezTo>
                  <a:pt x="181556" y="93860"/>
                  <a:pt x="178694" y="94114"/>
                  <a:pt x="175600" y="94114"/>
                </a:cubicBezTo>
                <a:cubicBezTo>
                  <a:pt x="170682" y="94114"/>
                  <a:pt x="167078" y="93234"/>
                  <a:pt x="164789" y="91475"/>
                </a:cubicBezTo>
                <a:cubicBezTo>
                  <a:pt x="162500" y="89716"/>
                  <a:pt x="161080" y="87458"/>
                  <a:pt x="160529" y="84703"/>
                </a:cubicBezTo>
                <a:cubicBezTo>
                  <a:pt x="159978" y="81947"/>
                  <a:pt x="159702" y="78195"/>
                  <a:pt x="159702" y="73447"/>
                </a:cubicBezTo>
                <a:lnTo>
                  <a:pt x="159702" y="35166"/>
                </a:lnTo>
                <a:lnTo>
                  <a:pt x="151372" y="35166"/>
                </a:lnTo>
                <a:lnTo>
                  <a:pt x="151372" y="25754"/>
                </a:lnTo>
                <a:lnTo>
                  <a:pt x="159702" y="25754"/>
                </a:lnTo>
                <a:lnTo>
                  <a:pt x="159702" y="8966"/>
                </a:lnTo>
                <a:lnTo>
                  <a:pt x="171657" y="8966"/>
                </a:lnTo>
                <a:lnTo>
                  <a:pt x="171657" y="25754"/>
                </a:lnTo>
                <a:lnTo>
                  <a:pt x="182595" y="25754"/>
                </a:lnTo>
                <a:lnTo>
                  <a:pt x="182595" y="35166"/>
                </a:lnTo>
                <a:lnTo>
                  <a:pt x="171657" y="35166"/>
                </a:lnTo>
                <a:lnTo>
                  <a:pt x="171657" y="74083"/>
                </a:lnTo>
                <a:cubicBezTo>
                  <a:pt x="171657" y="78704"/>
                  <a:pt x="172240" y="81640"/>
                  <a:pt x="173406" y="82890"/>
                </a:cubicBezTo>
                <a:cubicBezTo>
                  <a:pt x="174572" y="84141"/>
                  <a:pt x="176172" y="84766"/>
                  <a:pt x="178207" y="84766"/>
                </a:cubicBezTo>
                <a:cubicBezTo>
                  <a:pt x="180284" y="84766"/>
                  <a:pt x="182277" y="84597"/>
                  <a:pt x="184184" y="84257"/>
                </a:cubicBezTo>
                <a:lnTo>
                  <a:pt x="184184" y="93351"/>
                </a:lnTo>
                <a:close/>
                <a:moveTo>
                  <a:pt x="221338" y="94813"/>
                </a:moveTo>
                <a:cubicBezTo>
                  <a:pt x="211757" y="94813"/>
                  <a:pt x="204094" y="91729"/>
                  <a:pt x="198350" y="85561"/>
                </a:cubicBezTo>
                <a:cubicBezTo>
                  <a:pt x="192606" y="79393"/>
                  <a:pt x="189734" y="70713"/>
                  <a:pt x="189734" y="59521"/>
                </a:cubicBezTo>
                <a:cubicBezTo>
                  <a:pt x="189734" y="48286"/>
                  <a:pt x="192606" y="39596"/>
                  <a:pt x="198350" y="33449"/>
                </a:cubicBezTo>
                <a:cubicBezTo>
                  <a:pt x="204094" y="27302"/>
                  <a:pt x="211757" y="24228"/>
                  <a:pt x="221338" y="24228"/>
                </a:cubicBezTo>
                <a:cubicBezTo>
                  <a:pt x="228715" y="24228"/>
                  <a:pt x="234872" y="26093"/>
                  <a:pt x="239811" y="29824"/>
                </a:cubicBezTo>
                <a:cubicBezTo>
                  <a:pt x="244750" y="33555"/>
                  <a:pt x="247665" y="38939"/>
                  <a:pt x="248555" y="45976"/>
                </a:cubicBezTo>
                <a:lnTo>
                  <a:pt x="236218" y="45976"/>
                </a:lnTo>
                <a:cubicBezTo>
                  <a:pt x="236049" y="41949"/>
                  <a:pt x="234533" y="38875"/>
                  <a:pt x="231672" y="36755"/>
                </a:cubicBezTo>
                <a:cubicBezTo>
                  <a:pt x="228810" y="34636"/>
                  <a:pt x="225365" y="33576"/>
                  <a:pt x="221338" y="33576"/>
                </a:cubicBezTo>
                <a:cubicBezTo>
                  <a:pt x="215615" y="33576"/>
                  <a:pt x="210973" y="35748"/>
                  <a:pt x="207412" y="40094"/>
                </a:cubicBezTo>
                <a:cubicBezTo>
                  <a:pt x="203851" y="44439"/>
                  <a:pt x="202070" y="50915"/>
                  <a:pt x="202070" y="59521"/>
                </a:cubicBezTo>
                <a:cubicBezTo>
                  <a:pt x="202070" y="68084"/>
                  <a:pt x="203851" y="74539"/>
                  <a:pt x="207412" y="78884"/>
                </a:cubicBezTo>
                <a:cubicBezTo>
                  <a:pt x="210973" y="83229"/>
                  <a:pt x="215615" y="85402"/>
                  <a:pt x="221338" y="85402"/>
                </a:cubicBezTo>
                <a:cubicBezTo>
                  <a:pt x="225365" y="85402"/>
                  <a:pt x="228810" y="84342"/>
                  <a:pt x="231672" y="82223"/>
                </a:cubicBezTo>
                <a:cubicBezTo>
                  <a:pt x="234533" y="80103"/>
                  <a:pt x="236049" y="77051"/>
                  <a:pt x="236218" y="73066"/>
                </a:cubicBezTo>
                <a:lnTo>
                  <a:pt x="248555" y="73066"/>
                </a:lnTo>
                <a:cubicBezTo>
                  <a:pt x="247665" y="80103"/>
                  <a:pt x="244750" y="85487"/>
                  <a:pt x="239811" y="89218"/>
                </a:cubicBezTo>
                <a:cubicBezTo>
                  <a:pt x="234872" y="92948"/>
                  <a:pt x="228715" y="94813"/>
                  <a:pt x="221338" y="94813"/>
                </a:cubicBezTo>
                <a:close/>
                <a:moveTo>
                  <a:pt x="270935" y="34339"/>
                </a:moveTo>
                <a:cubicBezTo>
                  <a:pt x="276912" y="27598"/>
                  <a:pt x="283631" y="24228"/>
                  <a:pt x="291093" y="24228"/>
                </a:cubicBezTo>
                <a:cubicBezTo>
                  <a:pt x="306312" y="24228"/>
                  <a:pt x="313922" y="32516"/>
                  <a:pt x="313922" y="49092"/>
                </a:cubicBezTo>
                <a:lnTo>
                  <a:pt x="313922" y="93224"/>
                </a:lnTo>
                <a:lnTo>
                  <a:pt x="301903" y="93224"/>
                </a:lnTo>
                <a:lnTo>
                  <a:pt x="301903" y="49601"/>
                </a:lnTo>
                <a:cubicBezTo>
                  <a:pt x="301903" y="44089"/>
                  <a:pt x="300917" y="40126"/>
                  <a:pt x="298946" y="37709"/>
                </a:cubicBezTo>
                <a:cubicBezTo>
                  <a:pt x="296975" y="35293"/>
                  <a:pt x="293742" y="34085"/>
                  <a:pt x="289249" y="34085"/>
                </a:cubicBezTo>
                <a:cubicBezTo>
                  <a:pt x="283144" y="34085"/>
                  <a:pt x="277039" y="37688"/>
                  <a:pt x="270935" y="44895"/>
                </a:cubicBezTo>
                <a:lnTo>
                  <a:pt x="270935" y="93224"/>
                </a:lnTo>
                <a:lnTo>
                  <a:pt x="258916" y="93224"/>
                </a:lnTo>
                <a:lnTo>
                  <a:pt x="258916" y="0"/>
                </a:lnTo>
                <a:lnTo>
                  <a:pt x="270935" y="0"/>
                </a:lnTo>
                <a:lnTo>
                  <a:pt x="270935" y="34339"/>
                </a:lnTo>
                <a:close/>
                <a:moveTo>
                  <a:pt x="359809" y="94813"/>
                </a:moveTo>
                <a:cubicBezTo>
                  <a:pt x="349889" y="94813"/>
                  <a:pt x="341919" y="91708"/>
                  <a:pt x="335899" y="85497"/>
                </a:cubicBezTo>
                <a:cubicBezTo>
                  <a:pt x="329879" y="79287"/>
                  <a:pt x="326870" y="70628"/>
                  <a:pt x="326870" y="59521"/>
                </a:cubicBezTo>
                <a:cubicBezTo>
                  <a:pt x="326870" y="48498"/>
                  <a:pt x="329784" y="39861"/>
                  <a:pt x="335613" y="33608"/>
                </a:cubicBezTo>
                <a:cubicBezTo>
                  <a:pt x="341442" y="27355"/>
                  <a:pt x="349063" y="24228"/>
                  <a:pt x="358474" y="24228"/>
                </a:cubicBezTo>
                <a:cubicBezTo>
                  <a:pt x="368097" y="24228"/>
                  <a:pt x="375781" y="27302"/>
                  <a:pt x="381526" y="33449"/>
                </a:cubicBezTo>
                <a:cubicBezTo>
                  <a:pt x="387270" y="39596"/>
                  <a:pt x="390142" y="48286"/>
                  <a:pt x="390142" y="59521"/>
                </a:cubicBezTo>
                <a:lnTo>
                  <a:pt x="390142" y="62382"/>
                </a:lnTo>
                <a:lnTo>
                  <a:pt x="339333" y="62382"/>
                </a:lnTo>
                <a:cubicBezTo>
                  <a:pt x="339842" y="70183"/>
                  <a:pt x="341993" y="75969"/>
                  <a:pt x="345788" y="79743"/>
                </a:cubicBezTo>
                <a:cubicBezTo>
                  <a:pt x="349582" y="83516"/>
                  <a:pt x="354256" y="85402"/>
                  <a:pt x="359809" y="85402"/>
                </a:cubicBezTo>
                <a:cubicBezTo>
                  <a:pt x="364006" y="85402"/>
                  <a:pt x="367790" y="84332"/>
                  <a:pt x="371160" y="82191"/>
                </a:cubicBezTo>
                <a:cubicBezTo>
                  <a:pt x="374531" y="80050"/>
                  <a:pt x="376301" y="77008"/>
                  <a:pt x="376470" y="73066"/>
                </a:cubicBezTo>
                <a:lnTo>
                  <a:pt x="388870" y="73066"/>
                </a:lnTo>
                <a:cubicBezTo>
                  <a:pt x="387938" y="80018"/>
                  <a:pt x="384790" y="85381"/>
                  <a:pt x="379427" y="89154"/>
                </a:cubicBezTo>
                <a:cubicBezTo>
                  <a:pt x="374064" y="92927"/>
                  <a:pt x="367525" y="94813"/>
                  <a:pt x="359809" y="94813"/>
                </a:cubicBezTo>
                <a:moveTo>
                  <a:pt x="377488" y="52971"/>
                </a:moveTo>
                <a:cubicBezTo>
                  <a:pt x="376513" y="46485"/>
                  <a:pt x="374329" y="41631"/>
                  <a:pt x="370938" y="38409"/>
                </a:cubicBezTo>
                <a:cubicBezTo>
                  <a:pt x="367546" y="35187"/>
                  <a:pt x="363392" y="33576"/>
                  <a:pt x="358474" y="33576"/>
                </a:cubicBezTo>
                <a:cubicBezTo>
                  <a:pt x="353684" y="33576"/>
                  <a:pt x="349571" y="35176"/>
                  <a:pt x="346137" y="38377"/>
                </a:cubicBezTo>
                <a:cubicBezTo>
                  <a:pt x="342704" y="41578"/>
                  <a:pt x="340520" y="46442"/>
                  <a:pt x="339588" y="52971"/>
                </a:cubicBezTo>
                <a:lnTo>
                  <a:pt x="377488" y="52971"/>
                </a:lnTo>
                <a:close/>
                <a:moveTo>
                  <a:pt x="428135" y="94813"/>
                </a:moveTo>
                <a:cubicBezTo>
                  <a:pt x="409694" y="94813"/>
                  <a:pt x="400050" y="87564"/>
                  <a:pt x="399202" y="73066"/>
                </a:cubicBezTo>
                <a:lnTo>
                  <a:pt x="411220" y="73066"/>
                </a:lnTo>
                <a:cubicBezTo>
                  <a:pt x="411305" y="81290"/>
                  <a:pt x="416901" y="85402"/>
                  <a:pt x="428008" y="85402"/>
                </a:cubicBezTo>
                <a:cubicBezTo>
                  <a:pt x="432968" y="85402"/>
                  <a:pt x="436752" y="84374"/>
                  <a:pt x="439359" y="82318"/>
                </a:cubicBezTo>
                <a:cubicBezTo>
                  <a:pt x="441966" y="80262"/>
                  <a:pt x="443270" y="77686"/>
                  <a:pt x="443270" y="74592"/>
                </a:cubicBezTo>
                <a:cubicBezTo>
                  <a:pt x="443270" y="71539"/>
                  <a:pt x="441998" y="69388"/>
                  <a:pt x="439455" y="68137"/>
                </a:cubicBezTo>
                <a:cubicBezTo>
                  <a:pt x="436911" y="66887"/>
                  <a:pt x="431665" y="65265"/>
                  <a:pt x="423716" y="63273"/>
                </a:cubicBezTo>
                <a:cubicBezTo>
                  <a:pt x="415767" y="61280"/>
                  <a:pt x="409959" y="59054"/>
                  <a:pt x="406292" y="56596"/>
                </a:cubicBezTo>
                <a:cubicBezTo>
                  <a:pt x="402625" y="54137"/>
                  <a:pt x="400792" y="49813"/>
                  <a:pt x="400792" y="43623"/>
                </a:cubicBezTo>
                <a:cubicBezTo>
                  <a:pt x="400792" y="38027"/>
                  <a:pt x="403070" y="33396"/>
                  <a:pt x="407628" y="29729"/>
                </a:cubicBezTo>
                <a:cubicBezTo>
                  <a:pt x="412185" y="26062"/>
                  <a:pt x="418279" y="24228"/>
                  <a:pt x="425910" y="24228"/>
                </a:cubicBezTo>
                <a:cubicBezTo>
                  <a:pt x="443588" y="24228"/>
                  <a:pt x="452618" y="30523"/>
                  <a:pt x="452999" y="43114"/>
                </a:cubicBezTo>
                <a:lnTo>
                  <a:pt x="441044" y="43114"/>
                </a:lnTo>
                <a:cubicBezTo>
                  <a:pt x="440620" y="36755"/>
                  <a:pt x="435851" y="33576"/>
                  <a:pt x="426736" y="33576"/>
                </a:cubicBezTo>
                <a:cubicBezTo>
                  <a:pt x="422709" y="33576"/>
                  <a:pt x="419371" y="34339"/>
                  <a:pt x="416721" y="35865"/>
                </a:cubicBezTo>
                <a:cubicBezTo>
                  <a:pt x="414071" y="37391"/>
                  <a:pt x="412747" y="39617"/>
                  <a:pt x="412747" y="42542"/>
                </a:cubicBezTo>
                <a:cubicBezTo>
                  <a:pt x="412747" y="45170"/>
                  <a:pt x="413764" y="47068"/>
                  <a:pt x="415799" y="48233"/>
                </a:cubicBezTo>
                <a:cubicBezTo>
                  <a:pt x="417834" y="49399"/>
                  <a:pt x="422932" y="50968"/>
                  <a:pt x="431092" y="52939"/>
                </a:cubicBezTo>
                <a:cubicBezTo>
                  <a:pt x="439253" y="54910"/>
                  <a:pt x="445316" y="57210"/>
                  <a:pt x="449279" y="59839"/>
                </a:cubicBezTo>
                <a:cubicBezTo>
                  <a:pt x="453243" y="62467"/>
                  <a:pt x="455225" y="67003"/>
                  <a:pt x="455225" y="73447"/>
                </a:cubicBezTo>
                <a:cubicBezTo>
                  <a:pt x="455225" y="79594"/>
                  <a:pt x="452777" y="84692"/>
                  <a:pt x="447880" y="88741"/>
                </a:cubicBezTo>
                <a:cubicBezTo>
                  <a:pt x="442984" y="92789"/>
                  <a:pt x="436402" y="94813"/>
                  <a:pt x="428135" y="94813"/>
                </a:cubicBezTo>
                <a:close/>
              </a:path>
            </a:pathLst>
          </a:custGeom>
          <a:solidFill xmlns:a="http://schemas.openxmlformats.org/drawingml/2006/main">
            <a:srgbClr val="000000"/>
          </a:solidFill>
          <a:ln xmlns:a="http://schemas.openxmlformats.org/drawingml/2006/main" w="0" cap="flat">
            <a:noFill/>
            <a:miter/>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1c3dabbf56b54199"/>
          <a:stretch xmlns:a="http://schemas.openxmlformats.org/drawingml/2006/main"/>
        </p:blipFill>
        <p:spPr>
          <a:xfrm xmlns:a="http://schemas.openxmlformats.org/drawingml/2006/main">
            <a:off x="5465895" y="1506416"/>
            <a:ext cx="493585" cy="493585"/>
          </a:xfrm>
          <a:prstGeom xmlns:a="http://schemas.openxmlformats.org/drawingml/2006/main" prst="rect">
            <a:avLst/>
          </a:prstGeom>
        </p:spPr>
      </p:pic>
      <p:sp>
        <p:nvSpPr>
          <p:cNvPr id="96" name="Text Plausible">
            <a:extLst xmlns:a="http://schemas.openxmlformats.org/drawingml/2006/main">
              <a:ext uri="{FF2B5EF4-FFF2-40B4-BE49-F238E27FC236}">
                <a16:creationId xmlns:a16="http://schemas.microsoft.com/office/drawing/2014/main" id="{6343EA8B-D613-4E8F-8124-0DA462C8B93D}"/>
              </a:ext>
            </a:extLst>
          </p:cNvPr>
          <p:cNvSpPr>
            <a:spLocks xmlns:a="http://schemas.openxmlformats.org/drawingml/2006/main" noGrp="1"/>
          </p:cNvSpPr>
          <p:nvPr/>
        </p:nvSpPr>
        <p:spPr>
          <a:xfrm xmlns:a="http://schemas.openxmlformats.org/drawingml/2006/main">
            <a:off x="5450282" y="2036359"/>
            <a:ext cx="516027" cy="94813"/>
          </a:xfrm>
          <a:custGeom xmlns:a="http://schemas.openxmlformats.org/drawingml/2006/main">
            <a:pathLst>
              <a:path w="516027"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97334" y="93224"/>
                </a:moveTo>
                <a:lnTo>
                  <a:pt x="85315" y="93224"/>
                </a:lnTo>
                <a:lnTo>
                  <a:pt x="85315" y="0"/>
                </a:lnTo>
                <a:lnTo>
                  <a:pt x="97334" y="0"/>
                </a:lnTo>
                <a:lnTo>
                  <a:pt x="97334" y="93224"/>
                </a:lnTo>
                <a:close/>
                <a:moveTo>
                  <a:pt x="157781" y="75482"/>
                </a:moveTo>
                <a:lnTo>
                  <a:pt x="157781" y="60538"/>
                </a:lnTo>
                <a:lnTo>
                  <a:pt x="149578" y="60538"/>
                </a:lnTo>
                <a:cubicBezTo>
                  <a:pt x="132196" y="60538"/>
                  <a:pt x="123505" y="65265"/>
                  <a:pt x="123505" y="74719"/>
                </a:cubicBezTo>
                <a:cubicBezTo>
                  <a:pt x="123505" y="78153"/>
                  <a:pt x="124777" y="80792"/>
                  <a:pt x="127321" y="82636"/>
                </a:cubicBezTo>
                <a:cubicBezTo>
                  <a:pt x="129865" y="84480"/>
                  <a:pt x="133298" y="85402"/>
                  <a:pt x="137623" y="85402"/>
                </a:cubicBezTo>
                <a:cubicBezTo>
                  <a:pt x="141565" y="85402"/>
                  <a:pt x="145381" y="84512"/>
                  <a:pt x="149069" y="82731"/>
                </a:cubicBezTo>
                <a:cubicBezTo>
                  <a:pt x="152757" y="80951"/>
                  <a:pt x="155661" y="78534"/>
                  <a:pt x="157781" y="75482"/>
                </a:cubicBezTo>
                <a:moveTo>
                  <a:pt x="157781" y="86292"/>
                </a:moveTo>
                <a:cubicBezTo>
                  <a:pt x="151676" y="91973"/>
                  <a:pt x="143812" y="94813"/>
                  <a:pt x="134189" y="94813"/>
                </a:cubicBezTo>
                <a:cubicBezTo>
                  <a:pt x="127491" y="94813"/>
                  <a:pt x="121979" y="93001"/>
                  <a:pt x="117655" y="89376"/>
                </a:cubicBezTo>
                <a:cubicBezTo>
                  <a:pt x="113331" y="85752"/>
                  <a:pt x="111169" y="81078"/>
                  <a:pt x="111169" y="75355"/>
                </a:cubicBezTo>
                <a:cubicBezTo>
                  <a:pt x="111169" y="59584"/>
                  <a:pt x="124756" y="51699"/>
                  <a:pt x="151930" y="51699"/>
                </a:cubicBezTo>
                <a:lnTo>
                  <a:pt x="157781" y="51699"/>
                </a:lnTo>
                <a:cubicBezTo>
                  <a:pt x="157781" y="46866"/>
                  <a:pt x="157526" y="43358"/>
                  <a:pt x="157018" y="41175"/>
                </a:cubicBezTo>
                <a:cubicBezTo>
                  <a:pt x="156509" y="38992"/>
                  <a:pt x="155089" y="37179"/>
                  <a:pt x="152757" y="35738"/>
                </a:cubicBezTo>
                <a:cubicBezTo>
                  <a:pt x="150425" y="34296"/>
                  <a:pt x="146716" y="33576"/>
                  <a:pt x="141629" y="33576"/>
                </a:cubicBezTo>
                <a:cubicBezTo>
                  <a:pt x="130946" y="33576"/>
                  <a:pt x="125434" y="37391"/>
                  <a:pt x="125095" y="45022"/>
                </a:cubicBezTo>
                <a:lnTo>
                  <a:pt x="113140" y="45022"/>
                </a:lnTo>
                <a:cubicBezTo>
                  <a:pt x="114031" y="31159"/>
                  <a:pt x="123739" y="24228"/>
                  <a:pt x="142265" y="24228"/>
                </a:cubicBezTo>
                <a:cubicBezTo>
                  <a:pt x="150913" y="24228"/>
                  <a:pt x="157654" y="25945"/>
                  <a:pt x="162486" y="29379"/>
                </a:cubicBezTo>
                <a:cubicBezTo>
                  <a:pt x="167319" y="32813"/>
                  <a:pt x="169736" y="39553"/>
                  <a:pt x="169736" y="49601"/>
                </a:cubicBezTo>
                <a:lnTo>
                  <a:pt x="169736" y="93224"/>
                </a:lnTo>
                <a:lnTo>
                  <a:pt x="157781" y="93224"/>
                </a:lnTo>
                <a:lnTo>
                  <a:pt x="157781" y="86292"/>
                </a:lnTo>
                <a:close/>
                <a:moveTo>
                  <a:pt x="230230" y="84639"/>
                </a:moveTo>
                <a:cubicBezTo>
                  <a:pt x="224252" y="91422"/>
                  <a:pt x="217533" y="94813"/>
                  <a:pt x="210071" y="94813"/>
                </a:cubicBezTo>
                <a:cubicBezTo>
                  <a:pt x="194852" y="94813"/>
                  <a:pt x="187242" y="86504"/>
                  <a:pt x="187242" y="69886"/>
                </a:cubicBezTo>
                <a:lnTo>
                  <a:pt x="187242" y="25754"/>
                </a:lnTo>
                <a:lnTo>
                  <a:pt x="199261" y="25754"/>
                </a:lnTo>
                <a:lnTo>
                  <a:pt x="199261" y="69377"/>
                </a:lnTo>
                <a:cubicBezTo>
                  <a:pt x="199261" y="74888"/>
                  <a:pt x="200236" y="78852"/>
                  <a:pt x="202186" y="81269"/>
                </a:cubicBezTo>
                <a:cubicBezTo>
                  <a:pt x="204136" y="83685"/>
                  <a:pt x="207358" y="84893"/>
                  <a:pt x="211852" y="84893"/>
                </a:cubicBezTo>
                <a:cubicBezTo>
                  <a:pt x="218550" y="84893"/>
                  <a:pt x="224676" y="81290"/>
                  <a:pt x="230230" y="74083"/>
                </a:cubicBezTo>
                <a:lnTo>
                  <a:pt x="230230" y="25754"/>
                </a:lnTo>
                <a:lnTo>
                  <a:pt x="242185" y="25754"/>
                </a:lnTo>
                <a:lnTo>
                  <a:pt x="242185" y="93224"/>
                </a:lnTo>
                <a:lnTo>
                  <a:pt x="230230" y="93224"/>
                </a:lnTo>
                <a:lnTo>
                  <a:pt x="230230" y="84639"/>
                </a:lnTo>
                <a:close/>
                <a:moveTo>
                  <a:pt x="284047" y="94813"/>
                </a:moveTo>
                <a:cubicBezTo>
                  <a:pt x="265605" y="94813"/>
                  <a:pt x="255961" y="87564"/>
                  <a:pt x="255113" y="73066"/>
                </a:cubicBezTo>
                <a:lnTo>
                  <a:pt x="267132" y="73066"/>
                </a:lnTo>
                <a:cubicBezTo>
                  <a:pt x="267216" y="81290"/>
                  <a:pt x="272812" y="85402"/>
                  <a:pt x="283919" y="85402"/>
                </a:cubicBezTo>
                <a:cubicBezTo>
                  <a:pt x="288879" y="85402"/>
                  <a:pt x="292663" y="84374"/>
                  <a:pt x="295270" y="82318"/>
                </a:cubicBezTo>
                <a:cubicBezTo>
                  <a:pt x="297878" y="80262"/>
                  <a:pt x="299181" y="77686"/>
                  <a:pt x="299181" y="74592"/>
                </a:cubicBezTo>
                <a:cubicBezTo>
                  <a:pt x="299181" y="71539"/>
                  <a:pt x="297909" y="69388"/>
                  <a:pt x="295366" y="68137"/>
                </a:cubicBezTo>
                <a:cubicBezTo>
                  <a:pt x="292822" y="66887"/>
                  <a:pt x="287576" y="65265"/>
                  <a:pt x="279627" y="63273"/>
                </a:cubicBezTo>
                <a:cubicBezTo>
                  <a:pt x="271678" y="61280"/>
                  <a:pt x="265870" y="59054"/>
                  <a:pt x="262203" y="56596"/>
                </a:cubicBezTo>
                <a:cubicBezTo>
                  <a:pt x="258536" y="54137"/>
                  <a:pt x="256703" y="49813"/>
                  <a:pt x="256703" y="43623"/>
                </a:cubicBezTo>
                <a:cubicBezTo>
                  <a:pt x="256703" y="38027"/>
                  <a:pt x="258981" y="33396"/>
                  <a:pt x="263539" y="29729"/>
                </a:cubicBezTo>
                <a:cubicBezTo>
                  <a:pt x="268096" y="26062"/>
                  <a:pt x="274190" y="24228"/>
                  <a:pt x="281821" y="24228"/>
                </a:cubicBezTo>
                <a:cubicBezTo>
                  <a:pt x="299499" y="24228"/>
                  <a:pt x="308529" y="30523"/>
                  <a:pt x="308910" y="43114"/>
                </a:cubicBezTo>
                <a:lnTo>
                  <a:pt x="296955" y="43114"/>
                </a:lnTo>
                <a:cubicBezTo>
                  <a:pt x="296532" y="36755"/>
                  <a:pt x="291762" y="33576"/>
                  <a:pt x="282648" y="33576"/>
                </a:cubicBezTo>
                <a:cubicBezTo>
                  <a:pt x="278620" y="33576"/>
                  <a:pt x="275282" y="34339"/>
                  <a:pt x="272632" y="35865"/>
                </a:cubicBezTo>
                <a:cubicBezTo>
                  <a:pt x="269982" y="37391"/>
                  <a:pt x="268658" y="39617"/>
                  <a:pt x="268658" y="42542"/>
                </a:cubicBezTo>
                <a:cubicBezTo>
                  <a:pt x="268658" y="45170"/>
                  <a:pt x="269675" y="47068"/>
                  <a:pt x="271710" y="48233"/>
                </a:cubicBezTo>
                <a:cubicBezTo>
                  <a:pt x="273745" y="49399"/>
                  <a:pt x="278843" y="50968"/>
                  <a:pt x="287004" y="52939"/>
                </a:cubicBezTo>
                <a:cubicBezTo>
                  <a:pt x="295164" y="54910"/>
                  <a:pt x="301227" y="57210"/>
                  <a:pt x="305190" y="59839"/>
                </a:cubicBezTo>
                <a:cubicBezTo>
                  <a:pt x="309154" y="62467"/>
                  <a:pt x="311136" y="67003"/>
                  <a:pt x="311136" y="73447"/>
                </a:cubicBezTo>
                <a:cubicBezTo>
                  <a:pt x="311136" y="79594"/>
                  <a:pt x="308688" y="84692"/>
                  <a:pt x="303791" y="88741"/>
                </a:cubicBezTo>
                <a:cubicBezTo>
                  <a:pt x="298895" y="92789"/>
                  <a:pt x="292313" y="94813"/>
                  <a:pt x="284047" y="94813"/>
                </a:cubicBezTo>
                <a:close/>
                <a:moveTo>
                  <a:pt x="337120" y="93224"/>
                </a:moveTo>
                <a:lnTo>
                  <a:pt x="325102" y="93224"/>
                </a:lnTo>
                <a:lnTo>
                  <a:pt x="325102" y="25754"/>
                </a:lnTo>
                <a:lnTo>
                  <a:pt x="337120" y="25754"/>
                </a:lnTo>
                <a:lnTo>
                  <a:pt x="337120" y="93224"/>
                </a:lnTo>
                <a:moveTo>
                  <a:pt x="337120" y="12972"/>
                </a:moveTo>
                <a:lnTo>
                  <a:pt x="325102" y="12972"/>
                </a:lnTo>
                <a:lnTo>
                  <a:pt x="325102" y="0"/>
                </a:lnTo>
                <a:lnTo>
                  <a:pt x="337120" y="0"/>
                </a:lnTo>
                <a:lnTo>
                  <a:pt x="337120" y="12972"/>
                </a:lnTo>
                <a:close/>
                <a:moveTo>
                  <a:pt x="366852" y="33830"/>
                </a:moveTo>
                <a:cubicBezTo>
                  <a:pt x="372194" y="27429"/>
                  <a:pt x="378617" y="24228"/>
                  <a:pt x="386120" y="24228"/>
                </a:cubicBezTo>
                <a:cubicBezTo>
                  <a:pt x="394938" y="24228"/>
                  <a:pt x="401763" y="27355"/>
                  <a:pt x="406596" y="33608"/>
                </a:cubicBezTo>
                <a:cubicBezTo>
                  <a:pt x="411429" y="39861"/>
                  <a:pt x="413846" y="48308"/>
                  <a:pt x="413846" y="58948"/>
                </a:cubicBezTo>
                <a:cubicBezTo>
                  <a:pt x="413846" y="70013"/>
                  <a:pt x="411143" y="78757"/>
                  <a:pt x="405738" y="85180"/>
                </a:cubicBezTo>
                <a:cubicBezTo>
                  <a:pt x="400333" y="91602"/>
                  <a:pt x="393518" y="94813"/>
                  <a:pt x="385294" y="94813"/>
                </a:cubicBezTo>
                <a:cubicBezTo>
                  <a:pt x="378002" y="94813"/>
                  <a:pt x="371855" y="92545"/>
                  <a:pt x="366852" y="88009"/>
                </a:cubicBezTo>
                <a:lnTo>
                  <a:pt x="366852" y="93224"/>
                </a:lnTo>
                <a:lnTo>
                  <a:pt x="354834" y="93224"/>
                </a:lnTo>
                <a:lnTo>
                  <a:pt x="354834" y="0"/>
                </a:lnTo>
                <a:lnTo>
                  <a:pt x="366852" y="0"/>
                </a:lnTo>
                <a:lnTo>
                  <a:pt x="366852" y="33830"/>
                </a:lnTo>
                <a:moveTo>
                  <a:pt x="366852" y="77199"/>
                </a:moveTo>
                <a:cubicBezTo>
                  <a:pt x="371982" y="82668"/>
                  <a:pt x="377875" y="85402"/>
                  <a:pt x="384530" y="85402"/>
                </a:cubicBezTo>
                <a:cubicBezTo>
                  <a:pt x="389702" y="85402"/>
                  <a:pt x="393815" y="83187"/>
                  <a:pt x="396867" y="78757"/>
                </a:cubicBezTo>
                <a:cubicBezTo>
                  <a:pt x="399919" y="74327"/>
                  <a:pt x="401446" y="67724"/>
                  <a:pt x="401446" y="58948"/>
                </a:cubicBezTo>
                <a:cubicBezTo>
                  <a:pt x="401446" y="50639"/>
                  <a:pt x="400004" y="44333"/>
                  <a:pt x="397121" y="40030"/>
                </a:cubicBezTo>
                <a:cubicBezTo>
                  <a:pt x="394239" y="35727"/>
                  <a:pt x="390211" y="33576"/>
                  <a:pt x="385039" y="33576"/>
                </a:cubicBezTo>
                <a:cubicBezTo>
                  <a:pt x="378383" y="33576"/>
                  <a:pt x="372321" y="37434"/>
                  <a:pt x="366852" y="45149"/>
                </a:cubicBezTo>
                <a:lnTo>
                  <a:pt x="366852" y="77199"/>
                </a:lnTo>
                <a:close/>
                <a:moveTo>
                  <a:pt x="439301" y="93224"/>
                </a:moveTo>
                <a:lnTo>
                  <a:pt x="427283" y="93224"/>
                </a:lnTo>
                <a:lnTo>
                  <a:pt x="427283" y="0"/>
                </a:lnTo>
                <a:lnTo>
                  <a:pt x="439301" y="0"/>
                </a:lnTo>
                <a:lnTo>
                  <a:pt x="439301" y="93224"/>
                </a:lnTo>
                <a:close/>
                <a:moveTo>
                  <a:pt x="485695" y="94813"/>
                </a:moveTo>
                <a:cubicBezTo>
                  <a:pt x="475774" y="94813"/>
                  <a:pt x="467804" y="91708"/>
                  <a:pt x="461785" y="85497"/>
                </a:cubicBezTo>
                <a:cubicBezTo>
                  <a:pt x="455765" y="79287"/>
                  <a:pt x="452755" y="70628"/>
                  <a:pt x="452755" y="59521"/>
                </a:cubicBezTo>
                <a:cubicBezTo>
                  <a:pt x="452755" y="48498"/>
                  <a:pt x="455669" y="39861"/>
                  <a:pt x="461498" y="33608"/>
                </a:cubicBezTo>
                <a:cubicBezTo>
                  <a:pt x="467328" y="27355"/>
                  <a:pt x="474948" y="24228"/>
                  <a:pt x="484359" y="24228"/>
                </a:cubicBezTo>
                <a:cubicBezTo>
                  <a:pt x="493983" y="24228"/>
                  <a:pt x="501666" y="27302"/>
                  <a:pt x="507411" y="33449"/>
                </a:cubicBezTo>
                <a:cubicBezTo>
                  <a:pt x="513155" y="39596"/>
                  <a:pt x="516027" y="48286"/>
                  <a:pt x="516027" y="59521"/>
                </a:cubicBezTo>
                <a:lnTo>
                  <a:pt x="516027" y="62382"/>
                </a:lnTo>
                <a:lnTo>
                  <a:pt x="465218" y="62382"/>
                </a:lnTo>
                <a:cubicBezTo>
                  <a:pt x="465727" y="70183"/>
                  <a:pt x="467879" y="75969"/>
                  <a:pt x="471673" y="79743"/>
                </a:cubicBezTo>
                <a:cubicBezTo>
                  <a:pt x="475467" y="83516"/>
                  <a:pt x="480141" y="85402"/>
                  <a:pt x="485695" y="85402"/>
                </a:cubicBezTo>
                <a:cubicBezTo>
                  <a:pt x="489892" y="85402"/>
                  <a:pt x="493675" y="84332"/>
                  <a:pt x="497046" y="82191"/>
                </a:cubicBezTo>
                <a:cubicBezTo>
                  <a:pt x="500416" y="80050"/>
                  <a:pt x="502186" y="77008"/>
                  <a:pt x="502355" y="73066"/>
                </a:cubicBezTo>
                <a:lnTo>
                  <a:pt x="514755" y="73066"/>
                </a:lnTo>
                <a:cubicBezTo>
                  <a:pt x="513823" y="80018"/>
                  <a:pt x="510675" y="85381"/>
                  <a:pt x="505312" y="89154"/>
                </a:cubicBezTo>
                <a:cubicBezTo>
                  <a:pt x="499949" y="92927"/>
                  <a:pt x="493410" y="94813"/>
                  <a:pt x="485695" y="94813"/>
                </a:cubicBezTo>
                <a:moveTo>
                  <a:pt x="503373" y="52971"/>
                </a:moveTo>
                <a:cubicBezTo>
                  <a:pt x="502398" y="46485"/>
                  <a:pt x="500214" y="41631"/>
                  <a:pt x="496823" y="38409"/>
                </a:cubicBezTo>
                <a:cubicBezTo>
                  <a:pt x="493431" y="35187"/>
                  <a:pt x="489277" y="33576"/>
                  <a:pt x="484359" y="33576"/>
                </a:cubicBezTo>
                <a:cubicBezTo>
                  <a:pt x="479569" y="33576"/>
                  <a:pt x="475457" y="35176"/>
                  <a:pt x="472023" y="38377"/>
                </a:cubicBezTo>
                <a:cubicBezTo>
                  <a:pt x="468589" y="41578"/>
                  <a:pt x="466405" y="46442"/>
                  <a:pt x="465473" y="52971"/>
                </a:cubicBezTo>
                <a:lnTo>
                  <a:pt x="503373" y="52971"/>
                </a:lnTo>
                <a:close/>
              </a:path>
            </a:pathLst>
          </a:custGeom>
          <a:solidFill xmlns:a="http://schemas.openxmlformats.org/drawingml/2006/main">
            <a:srgbClr val="000000"/>
          </a:solidFill>
          <a:ln xmlns:a="http://schemas.openxmlformats.org/drawingml/2006/main" w="0" cap="flat">
            <a:noFill/>
            <a:miter/>
          </a:ln>
        </p:spPr>
      </p:sp>
      <p:sp>
        <p:nvSpPr>
          <p:cNvPr id="97" name="Text Patch">
            <a:extLst xmlns:a="http://schemas.openxmlformats.org/drawingml/2006/main">
              <a:ext uri="{FF2B5EF4-FFF2-40B4-BE49-F238E27FC236}">
                <a16:creationId xmlns:a16="http://schemas.microsoft.com/office/drawing/2014/main" id="{B1AB4294-8987-4FF5-81D3-26A7AB1753A6}"/>
              </a:ext>
            </a:extLst>
          </p:cNvPr>
          <p:cNvSpPr>
            <a:spLocks xmlns:a="http://schemas.openxmlformats.org/drawingml/2006/main" noGrp="1"/>
          </p:cNvSpPr>
          <p:nvPr/>
        </p:nvSpPr>
        <p:spPr>
          <a:xfrm xmlns:a="http://schemas.openxmlformats.org/drawingml/2006/main">
            <a:off x="5549259" y="2166593"/>
            <a:ext cx="313857" cy="94813"/>
          </a:xfrm>
          <a:custGeom xmlns:a="http://schemas.openxmlformats.org/drawingml/2006/main">
            <a:pathLst>
              <a:path w="313857"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787" y="75482"/>
                </a:moveTo>
                <a:lnTo>
                  <a:pt x="127787" y="60538"/>
                </a:lnTo>
                <a:lnTo>
                  <a:pt x="119584" y="60538"/>
                </a:lnTo>
                <a:cubicBezTo>
                  <a:pt x="102202" y="60538"/>
                  <a:pt x="93512" y="65265"/>
                  <a:pt x="93512" y="74719"/>
                </a:cubicBezTo>
                <a:cubicBezTo>
                  <a:pt x="93512" y="78153"/>
                  <a:pt x="94784" y="80792"/>
                  <a:pt x="97327" y="82636"/>
                </a:cubicBezTo>
                <a:cubicBezTo>
                  <a:pt x="99871" y="84480"/>
                  <a:pt x="103305" y="85402"/>
                  <a:pt x="107629" y="85402"/>
                </a:cubicBezTo>
                <a:cubicBezTo>
                  <a:pt x="111571" y="85402"/>
                  <a:pt x="115387" y="84512"/>
                  <a:pt x="119075" y="82731"/>
                </a:cubicBezTo>
                <a:cubicBezTo>
                  <a:pt x="122763" y="80951"/>
                  <a:pt x="125667" y="78534"/>
                  <a:pt x="127787" y="75482"/>
                </a:cubicBezTo>
                <a:moveTo>
                  <a:pt x="127787" y="86292"/>
                </a:moveTo>
                <a:cubicBezTo>
                  <a:pt x="121682" y="91973"/>
                  <a:pt x="113818" y="94813"/>
                  <a:pt x="104195" y="94813"/>
                </a:cubicBezTo>
                <a:cubicBezTo>
                  <a:pt x="97497" y="94813"/>
                  <a:pt x="91986" y="93001"/>
                  <a:pt x="87661" y="89376"/>
                </a:cubicBezTo>
                <a:cubicBezTo>
                  <a:pt x="83337" y="85752"/>
                  <a:pt x="81175" y="81078"/>
                  <a:pt x="81175" y="75355"/>
                </a:cubicBezTo>
                <a:cubicBezTo>
                  <a:pt x="81175" y="59584"/>
                  <a:pt x="94762" y="51699"/>
                  <a:pt x="121937" y="51699"/>
                </a:cubicBezTo>
                <a:lnTo>
                  <a:pt x="127787" y="51699"/>
                </a:lnTo>
                <a:cubicBezTo>
                  <a:pt x="127787" y="46866"/>
                  <a:pt x="127533" y="43358"/>
                  <a:pt x="127024" y="41175"/>
                </a:cubicBezTo>
                <a:cubicBezTo>
                  <a:pt x="126515" y="38992"/>
                  <a:pt x="125095" y="37179"/>
                  <a:pt x="122763" y="35738"/>
                </a:cubicBezTo>
                <a:cubicBezTo>
                  <a:pt x="120432" y="34296"/>
                  <a:pt x="116722" y="33576"/>
                  <a:pt x="111635" y="33576"/>
                </a:cubicBezTo>
                <a:cubicBezTo>
                  <a:pt x="100952" y="33576"/>
                  <a:pt x="95441" y="37391"/>
                  <a:pt x="95102" y="45022"/>
                </a:cubicBezTo>
                <a:lnTo>
                  <a:pt x="83146" y="45022"/>
                </a:lnTo>
                <a:cubicBezTo>
                  <a:pt x="84037" y="31159"/>
                  <a:pt x="93745" y="24228"/>
                  <a:pt x="112271" y="24228"/>
                </a:cubicBezTo>
                <a:cubicBezTo>
                  <a:pt x="120919" y="24228"/>
                  <a:pt x="127660" y="25945"/>
                  <a:pt x="132493" y="29379"/>
                </a:cubicBezTo>
                <a:cubicBezTo>
                  <a:pt x="137326" y="32813"/>
                  <a:pt x="139742" y="39553"/>
                  <a:pt x="139742" y="49601"/>
                </a:cubicBezTo>
                <a:lnTo>
                  <a:pt x="139742" y="93224"/>
                </a:lnTo>
                <a:lnTo>
                  <a:pt x="127787" y="93224"/>
                </a:lnTo>
                <a:lnTo>
                  <a:pt x="127787" y="86292"/>
                </a:lnTo>
                <a:close/>
                <a:moveTo>
                  <a:pt x="184171" y="93351"/>
                </a:moveTo>
                <a:cubicBezTo>
                  <a:pt x="181543" y="93860"/>
                  <a:pt x="178681" y="94114"/>
                  <a:pt x="175587" y="94114"/>
                </a:cubicBezTo>
                <a:cubicBezTo>
                  <a:pt x="170669" y="94114"/>
                  <a:pt x="167066" y="93234"/>
                  <a:pt x="164776" y="91475"/>
                </a:cubicBezTo>
                <a:cubicBezTo>
                  <a:pt x="162487" y="89716"/>
                  <a:pt x="161067" y="87458"/>
                  <a:pt x="160516" y="84703"/>
                </a:cubicBezTo>
                <a:cubicBezTo>
                  <a:pt x="159965" y="81947"/>
                  <a:pt x="159689" y="78195"/>
                  <a:pt x="159689" y="73447"/>
                </a:cubicBezTo>
                <a:lnTo>
                  <a:pt x="159689" y="35166"/>
                </a:lnTo>
                <a:lnTo>
                  <a:pt x="151359" y="35166"/>
                </a:lnTo>
                <a:lnTo>
                  <a:pt x="151359" y="25754"/>
                </a:lnTo>
                <a:lnTo>
                  <a:pt x="159689" y="25754"/>
                </a:lnTo>
                <a:lnTo>
                  <a:pt x="159689" y="8966"/>
                </a:lnTo>
                <a:lnTo>
                  <a:pt x="171644" y="8966"/>
                </a:lnTo>
                <a:lnTo>
                  <a:pt x="171644" y="25754"/>
                </a:lnTo>
                <a:lnTo>
                  <a:pt x="182582" y="25754"/>
                </a:lnTo>
                <a:lnTo>
                  <a:pt x="182582" y="35166"/>
                </a:lnTo>
                <a:lnTo>
                  <a:pt x="171644" y="35166"/>
                </a:lnTo>
                <a:lnTo>
                  <a:pt x="171644" y="74083"/>
                </a:lnTo>
                <a:cubicBezTo>
                  <a:pt x="171644" y="78704"/>
                  <a:pt x="172227" y="81640"/>
                  <a:pt x="173393" y="82890"/>
                </a:cubicBezTo>
                <a:cubicBezTo>
                  <a:pt x="174559" y="84141"/>
                  <a:pt x="176159" y="84766"/>
                  <a:pt x="178194" y="84766"/>
                </a:cubicBezTo>
                <a:cubicBezTo>
                  <a:pt x="180271" y="84766"/>
                  <a:pt x="182264" y="84597"/>
                  <a:pt x="184171" y="84257"/>
                </a:cubicBezTo>
                <a:lnTo>
                  <a:pt x="184171" y="93351"/>
                </a:lnTo>
                <a:close/>
                <a:moveTo>
                  <a:pt x="221300" y="94813"/>
                </a:moveTo>
                <a:cubicBezTo>
                  <a:pt x="211719" y="94813"/>
                  <a:pt x="204056" y="91729"/>
                  <a:pt x="198312" y="85561"/>
                </a:cubicBezTo>
                <a:cubicBezTo>
                  <a:pt x="192568" y="79393"/>
                  <a:pt x="189696" y="70713"/>
                  <a:pt x="189696" y="59521"/>
                </a:cubicBezTo>
                <a:cubicBezTo>
                  <a:pt x="189696" y="48286"/>
                  <a:pt x="192568" y="39596"/>
                  <a:pt x="198312" y="33449"/>
                </a:cubicBezTo>
                <a:cubicBezTo>
                  <a:pt x="204056" y="27302"/>
                  <a:pt x="211719" y="24228"/>
                  <a:pt x="221300" y="24228"/>
                </a:cubicBezTo>
                <a:cubicBezTo>
                  <a:pt x="228677" y="24228"/>
                  <a:pt x="234834" y="26093"/>
                  <a:pt x="239773" y="29824"/>
                </a:cubicBezTo>
                <a:cubicBezTo>
                  <a:pt x="244712" y="33555"/>
                  <a:pt x="247627" y="38939"/>
                  <a:pt x="248517" y="45976"/>
                </a:cubicBezTo>
                <a:lnTo>
                  <a:pt x="236180" y="45976"/>
                </a:lnTo>
                <a:cubicBezTo>
                  <a:pt x="236011" y="41949"/>
                  <a:pt x="234495" y="38875"/>
                  <a:pt x="231633" y="36755"/>
                </a:cubicBezTo>
                <a:cubicBezTo>
                  <a:pt x="228772" y="34636"/>
                  <a:pt x="225327" y="33576"/>
                  <a:pt x="221300" y="33576"/>
                </a:cubicBezTo>
                <a:cubicBezTo>
                  <a:pt x="215577" y="33576"/>
                  <a:pt x="210935" y="35748"/>
                  <a:pt x="207374" y="40094"/>
                </a:cubicBezTo>
                <a:cubicBezTo>
                  <a:pt x="203813" y="44439"/>
                  <a:pt x="202032" y="50915"/>
                  <a:pt x="202032" y="59521"/>
                </a:cubicBezTo>
                <a:cubicBezTo>
                  <a:pt x="202032" y="68084"/>
                  <a:pt x="203813" y="74539"/>
                  <a:pt x="207374" y="78884"/>
                </a:cubicBezTo>
                <a:cubicBezTo>
                  <a:pt x="210935" y="83229"/>
                  <a:pt x="215577" y="85402"/>
                  <a:pt x="221300" y="85402"/>
                </a:cubicBezTo>
                <a:cubicBezTo>
                  <a:pt x="225327" y="85402"/>
                  <a:pt x="228772" y="84342"/>
                  <a:pt x="231633" y="82223"/>
                </a:cubicBezTo>
                <a:cubicBezTo>
                  <a:pt x="234495" y="80103"/>
                  <a:pt x="236011" y="77051"/>
                  <a:pt x="236180" y="73066"/>
                </a:cubicBezTo>
                <a:lnTo>
                  <a:pt x="248517" y="73066"/>
                </a:lnTo>
                <a:cubicBezTo>
                  <a:pt x="247627" y="80103"/>
                  <a:pt x="244712" y="85487"/>
                  <a:pt x="239773" y="89218"/>
                </a:cubicBezTo>
                <a:cubicBezTo>
                  <a:pt x="234834" y="92948"/>
                  <a:pt x="228677" y="94813"/>
                  <a:pt x="221300" y="94813"/>
                </a:cubicBezTo>
                <a:close/>
                <a:moveTo>
                  <a:pt x="270870" y="34339"/>
                </a:moveTo>
                <a:cubicBezTo>
                  <a:pt x="276848" y="27598"/>
                  <a:pt x="283567" y="24228"/>
                  <a:pt x="291028" y="24228"/>
                </a:cubicBezTo>
                <a:cubicBezTo>
                  <a:pt x="306248" y="24228"/>
                  <a:pt x="313857" y="32516"/>
                  <a:pt x="313857" y="49092"/>
                </a:cubicBezTo>
                <a:lnTo>
                  <a:pt x="313857" y="93224"/>
                </a:lnTo>
                <a:lnTo>
                  <a:pt x="301839" y="93224"/>
                </a:lnTo>
                <a:lnTo>
                  <a:pt x="301839" y="49601"/>
                </a:lnTo>
                <a:cubicBezTo>
                  <a:pt x="301839" y="44089"/>
                  <a:pt x="300853" y="40126"/>
                  <a:pt x="298882" y="37709"/>
                </a:cubicBezTo>
                <a:cubicBezTo>
                  <a:pt x="296911" y="35293"/>
                  <a:pt x="293678" y="34085"/>
                  <a:pt x="289184" y="34085"/>
                </a:cubicBezTo>
                <a:cubicBezTo>
                  <a:pt x="283080" y="34085"/>
                  <a:pt x="276975" y="37688"/>
                  <a:pt x="270870" y="44895"/>
                </a:cubicBezTo>
                <a:lnTo>
                  <a:pt x="270870" y="93224"/>
                </a:lnTo>
                <a:lnTo>
                  <a:pt x="258852" y="93224"/>
                </a:lnTo>
                <a:lnTo>
                  <a:pt x="258852" y="0"/>
                </a:lnTo>
                <a:lnTo>
                  <a:pt x="270870" y="0"/>
                </a:lnTo>
                <a:lnTo>
                  <a:pt x="270870" y="34339"/>
                </a:lnTo>
                <a:close/>
              </a:path>
            </a:pathLst>
          </a:custGeom>
          <a:solidFill xmlns:a="http://schemas.openxmlformats.org/drawingml/2006/main">
            <a:srgbClr val="000000"/>
          </a:solidFill>
          <a:ln xmlns:a="http://schemas.openxmlformats.org/drawingml/2006/main" w="0" cap="flat">
            <a:noFill/>
            <a:miter/>
          </a:ln>
        </p:spPr>
      </p:sp>
      <p:sp>
        <p:nvSpPr>
          <p:cNvPr id="98" name="Vector element">
            <a:extLst xmlns:a="http://schemas.openxmlformats.org/drawingml/2006/main">
              <a:ext uri="{FF2B5EF4-FFF2-40B4-BE49-F238E27FC236}">
                <a16:creationId xmlns:a16="http://schemas.microsoft.com/office/drawing/2014/main" id="{F206E1C1-75C9-42CB-AD42-3B1672006DBB}"/>
              </a:ext>
            </a:extLst>
          </p:cNvPr>
          <p:cNvSpPr>
            <a:spLocks xmlns:a="http://schemas.openxmlformats.org/drawingml/2006/main" noGrp="1"/>
          </p:cNvSpPr>
          <p:nvPr/>
        </p:nvSpPr>
        <p:spPr>
          <a:xfrm xmlns:a="http://schemas.openxmlformats.org/drawingml/2006/main">
            <a:off x="5550557" y="1777302"/>
            <a:ext cx="233118" cy="10"/>
          </a:xfrm>
          <a:custGeom xmlns:a="http://schemas.openxmlformats.org/drawingml/2006/main">
            <a:pathLst>
              <a:path w="233118" h="1" fill="none">
                <a:moveTo>
                  <a:pt x="233118" y="0"/>
                </a:moveTo>
                <a:lnTo>
                  <a:pt x="0" y="0"/>
                </a:lnTo>
              </a:path>
            </a:pathLst>
          </a:custGeom>
          <a:noFill xmlns:a="http://schemas.openxmlformats.org/drawingml/2006/main"/>
          <a:ln xmlns:a="http://schemas.openxmlformats.org/drawingml/2006/main" w="16279" cap="rnd">
            <a:solidFill>
              <a:srgbClr val="00B050"/>
            </a:solidFill>
            <a:round/>
          </a:ln>
        </p:spPr>
      </p:sp>
      <p:sp>
        <p:nvSpPr>
          <p:cNvPr id="99" name="Vector element">
            <a:extLst xmlns:a="http://schemas.openxmlformats.org/drawingml/2006/main">
              <a:ext uri="{FF2B5EF4-FFF2-40B4-BE49-F238E27FC236}">
                <a16:creationId xmlns:a16="http://schemas.microsoft.com/office/drawing/2014/main" id="{E1128C56-591F-4068-AE35-E9C10A044D9D}"/>
              </a:ext>
            </a:extLst>
          </p:cNvPr>
          <p:cNvSpPr>
            <a:spLocks xmlns:a="http://schemas.openxmlformats.org/drawingml/2006/main" noGrp="1"/>
          </p:cNvSpPr>
          <p:nvPr/>
        </p:nvSpPr>
        <p:spPr>
          <a:xfrm xmlns:a="http://schemas.openxmlformats.org/drawingml/2006/main">
            <a:off x="5552511" y="1882791"/>
            <a:ext cx="131536" cy="10"/>
          </a:xfrm>
          <a:custGeom xmlns:a="http://schemas.openxmlformats.org/drawingml/2006/main">
            <a:pathLst>
              <a:path w="131536" h="1" fill="none">
                <a:moveTo>
                  <a:pt x="131536" y="0"/>
                </a:moveTo>
                <a:lnTo>
                  <a:pt x="0" y="0"/>
                </a:lnTo>
              </a:path>
            </a:pathLst>
          </a:custGeom>
          <a:noFill xmlns:a="http://schemas.openxmlformats.org/drawingml/2006/main"/>
          <a:ln xmlns:a="http://schemas.openxmlformats.org/drawingml/2006/main" w="16279" cap="rnd">
            <a:solidFill>
              <a:srgbClr val="00B050"/>
            </a:solidFill>
            <a:round/>
          </a:ln>
        </p:spPr>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7ccc78e233a347d8"/>
          <a:stretch xmlns:a="http://schemas.openxmlformats.org/drawingml/2006/main"/>
        </p:blipFill>
        <p:spPr>
          <a:xfrm xmlns:a="http://schemas.openxmlformats.org/drawingml/2006/main">
            <a:off x="5679186" y="1378788"/>
            <a:ext cx="379562" cy="372468"/>
          </a:xfrm>
          <a:prstGeom xmlns:a="http://schemas.openxmlformats.org/drawingml/2006/main" prst="rect">
            <a:avLst/>
          </a:prstGeom>
        </p:spPr>
      </p:pic>
      <p:pic>
        <p:nvPicPr>
          <p:cNvPr id="238" name=""/>
          <p:cNvPicPr>
            <a:picLocks xmlns:a="http://schemas.openxmlformats.org/drawingml/2006/main" noChangeAspect="1"/>
          </p:cNvPicPr>
          <p:nvPr/>
        </p:nvPicPr>
        <p:blipFill>
          <a:blip xmlns:r="http://schemas.openxmlformats.org/officeDocument/2006/relationships" xmlns:a="http://schemas.openxmlformats.org/drawingml/2006/main" r:embed="R83c7d914f6ba4f38"/>
          <a:stretch xmlns:a="http://schemas.openxmlformats.org/drawingml/2006/main"/>
        </p:blipFill>
        <p:spPr>
          <a:xfrm xmlns:a="http://schemas.openxmlformats.org/drawingml/2006/main">
            <a:off x="3128866" y="689349"/>
            <a:ext cx="440189" cy="436639"/>
          </a:xfrm>
          <a:prstGeom xmlns:a="http://schemas.openxmlformats.org/drawingml/2006/main" prst="rect">
            <a:avLst/>
          </a:prstGeom>
        </p:spPr>
      </p:pic>
      <p:sp>
        <p:nvSpPr>
          <p:cNvPr id="102" name="Text Patch">
            <a:extLst xmlns:a="http://schemas.openxmlformats.org/drawingml/2006/main">
              <a:ext uri="{FF2B5EF4-FFF2-40B4-BE49-F238E27FC236}">
                <a16:creationId xmlns:a16="http://schemas.microsoft.com/office/drawing/2014/main" id="{14F4E11C-07F4-4081-A294-A6B7D0F8B145}"/>
              </a:ext>
            </a:extLst>
          </p:cNvPr>
          <p:cNvSpPr>
            <a:spLocks xmlns:a="http://schemas.openxmlformats.org/drawingml/2006/main" noGrp="1"/>
          </p:cNvSpPr>
          <p:nvPr/>
        </p:nvSpPr>
        <p:spPr>
          <a:xfrm xmlns:a="http://schemas.openxmlformats.org/drawingml/2006/main">
            <a:off x="4434462" y="430582"/>
            <a:ext cx="313844" cy="94813"/>
          </a:xfrm>
          <a:custGeom xmlns:a="http://schemas.openxmlformats.org/drawingml/2006/main">
            <a:pathLst>
              <a:path w="313844" h="94813">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787" y="75482"/>
                </a:moveTo>
                <a:lnTo>
                  <a:pt x="127787" y="60538"/>
                </a:lnTo>
                <a:lnTo>
                  <a:pt x="119584" y="60538"/>
                </a:lnTo>
                <a:cubicBezTo>
                  <a:pt x="102202" y="60538"/>
                  <a:pt x="93512" y="65265"/>
                  <a:pt x="93512" y="74719"/>
                </a:cubicBezTo>
                <a:cubicBezTo>
                  <a:pt x="93512" y="78153"/>
                  <a:pt x="94784" y="80792"/>
                  <a:pt x="97327" y="82636"/>
                </a:cubicBezTo>
                <a:cubicBezTo>
                  <a:pt x="99871" y="84480"/>
                  <a:pt x="103305" y="85402"/>
                  <a:pt x="107629" y="85402"/>
                </a:cubicBezTo>
                <a:cubicBezTo>
                  <a:pt x="111571" y="85402"/>
                  <a:pt x="115387" y="84512"/>
                  <a:pt x="119075" y="82731"/>
                </a:cubicBezTo>
                <a:cubicBezTo>
                  <a:pt x="122763" y="80951"/>
                  <a:pt x="125667" y="78534"/>
                  <a:pt x="127787" y="75482"/>
                </a:cubicBezTo>
                <a:moveTo>
                  <a:pt x="127787" y="86292"/>
                </a:moveTo>
                <a:cubicBezTo>
                  <a:pt x="121682" y="91973"/>
                  <a:pt x="113818" y="94813"/>
                  <a:pt x="104195" y="94813"/>
                </a:cubicBezTo>
                <a:cubicBezTo>
                  <a:pt x="97497" y="94813"/>
                  <a:pt x="91986" y="93001"/>
                  <a:pt x="87661" y="89376"/>
                </a:cubicBezTo>
                <a:cubicBezTo>
                  <a:pt x="83337" y="85752"/>
                  <a:pt x="81175" y="81078"/>
                  <a:pt x="81175" y="75355"/>
                </a:cubicBezTo>
                <a:cubicBezTo>
                  <a:pt x="81175" y="59584"/>
                  <a:pt x="94762" y="51699"/>
                  <a:pt x="121937" y="51699"/>
                </a:cubicBezTo>
                <a:lnTo>
                  <a:pt x="127787" y="51699"/>
                </a:lnTo>
                <a:cubicBezTo>
                  <a:pt x="127787" y="46866"/>
                  <a:pt x="127533" y="43358"/>
                  <a:pt x="127024" y="41175"/>
                </a:cubicBezTo>
                <a:cubicBezTo>
                  <a:pt x="126515" y="38992"/>
                  <a:pt x="125095" y="37179"/>
                  <a:pt x="122763" y="35738"/>
                </a:cubicBezTo>
                <a:cubicBezTo>
                  <a:pt x="120432" y="34296"/>
                  <a:pt x="116722" y="33576"/>
                  <a:pt x="111635" y="33576"/>
                </a:cubicBezTo>
                <a:cubicBezTo>
                  <a:pt x="100952" y="33576"/>
                  <a:pt x="95441" y="37391"/>
                  <a:pt x="95102" y="45022"/>
                </a:cubicBezTo>
                <a:lnTo>
                  <a:pt x="83146" y="45022"/>
                </a:lnTo>
                <a:cubicBezTo>
                  <a:pt x="84037" y="31159"/>
                  <a:pt x="93745" y="24228"/>
                  <a:pt x="112271" y="24228"/>
                </a:cubicBezTo>
                <a:cubicBezTo>
                  <a:pt x="120919" y="24228"/>
                  <a:pt x="127660" y="25945"/>
                  <a:pt x="132493" y="29379"/>
                </a:cubicBezTo>
                <a:cubicBezTo>
                  <a:pt x="137326" y="32813"/>
                  <a:pt x="139742" y="39553"/>
                  <a:pt x="139742" y="49601"/>
                </a:cubicBezTo>
                <a:lnTo>
                  <a:pt x="139742" y="93224"/>
                </a:lnTo>
                <a:lnTo>
                  <a:pt x="127787" y="93224"/>
                </a:lnTo>
                <a:lnTo>
                  <a:pt x="127787" y="86292"/>
                </a:lnTo>
                <a:close/>
                <a:moveTo>
                  <a:pt x="184159" y="93351"/>
                </a:moveTo>
                <a:cubicBezTo>
                  <a:pt x="181530" y="93860"/>
                  <a:pt x="178669" y="94114"/>
                  <a:pt x="175574" y="94114"/>
                </a:cubicBezTo>
                <a:cubicBezTo>
                  <a:pt x="170656" y="94114"/>
                  <a:pt x="167053" y="93234"/>
                  <a:pt x="164764" y="91475"/>
                </a:cubicBezTo>
                <a:cubicBezTo>
                  <a:pt x="162474" y="89716"/>
                  <a:pt x="161054" y="87458"/>
                  <a:pt x="160503" y="84703"/>
                </a:cubicBezTo>
                <a:cubicBezTo>
                  <a:pt x="159952" y="81947"/>
                  <a:pt x="159676" y="78195"/>
                  <a:pt x="159676" y="73447"/>
                </a:cubicBezTo>
                <a:lnTo>
                  <a:pt x="159676" y="35166"/>
                </a:lnTo>
                <a:lnTo>
                  <a:pt x="151346" y="35166"/>
                </a:lnTo>
                <a:lnTo>
                  <a:pt x="151346" y="25754"/>
                </a:lnTo>
                <a:lnTo>
                  <a:pt x="159676" y="25754"/>
                </a:lnTo>
                <a:lnTo>
                  <a:pt x="159676" y="8966"/>
                </a:lnTo>
                <a:lnTo>
                  <a:pt x="171631" y="8966"/>
                </a:lnTo>
                <a:lnTo>
                  <a:pt x="171631" y="25754"/>
                </a:lnTo>
                <a:lnTo>
                  <a:pt x="182569" y="25754"/>
                </a:lnTo>
                <a:lnTo>
                  <a:pt x="182569" y="35166"/>
                </a:lnTo>
                <a:lnTo>
                  <a:pt x="171631" y="35166"/>
                </a:lnTo>
                <a:lnTo>
                  <a:pt x="171631" y="74083"/>
                </a:lnTo>
                <a:cubicBezTo>
                  <a:pt x="171631" y="78704"/>
                  <a:pt x="172214" y="81640"/>
                  <a:pt x="173380" y="82890"/>
                </a:cubicBezTo>
                <a:cubicBezTo>
                  <a:pt x="174546" y="84141"/>
                  <a:pt x="176146" y="84766"/>
                  <a:pt x="178181" y="84766"/>
                </a:cubicBezTo>
                <a:cubicBezTo>
                  <a:pt x="180258" y="84766"/>
                  <a:pt x="182251" y="84597"/>
                  <a:pt x="184159" y="84257"/>
                </a:cubicBezTo>
                <a:lnTo>
                  <a:pt x="184159" y="93351"/>
                </a:lnTo>
                <a:close/>
                <a:moveTo>
                  <a:pt x="221287" y="94813"/>
                </a:moveTo>
                <a:cubicBezTo>
                  <a:pt x="211706" y="94813"/>
                  <a:pt x="204043" y="91729"/>
                  <a:pt x="198299" y="85561"/>
                </a:cubicBezTo>
                <a:cubicBezTo>
                  <a:pt x="192554" y="79393"/>
                  <a:pt x="189682" y="70713"/>
                  <a:pt x="189682" y="59521"/>
                </a:cubicBezTo>
                <a:cubicBezTo>
                  <a:pt x="189682" y="48286"/>
                  <a:pt x="192554" y="39596"/>
                  <a:pt x="198299" y="33449"/>
                </a:cubicBezTo>
                <a:cubicBezTo>
                  <a:pt x="204043" y="27302"/>
                  <a:pt x="211706" y="24228"/>
                  <a:pt x="221287" y="24228"/>
                </a:cubicBezTo>
                <a:cubicBezTo>
                  <a:pt x="228663" y="24228"/>
                  <a:pt x="234821" y="26093"/>
                  <a:pt x="239760" y="29824"/>
                </a:cubicBezTo>
                <a:cubicBezTo>
                  <a:pt x="244699" y="33555"/>
                  <a:pt x="247613" y="38939"/>
                  <a:pt x="248503" y="45976"/>
                </a:cubicBezTo>
                <a:lnTo>
                  <a:pt x="236167" y="45976"/>
                </a:lnTo>
                <a:cubicBezTo>
                  <a:pt x="235997" y="41949"/>
                  <a:pt x="234482" y="38875"/>
                  <a:pt x="231620" y="36755"/>
                </a:cubicBezTo>
                <a:cubicBezTo>
                  <a:pt x="228758" y="34636"/>
                  <a:pt x="225314" y="33576"/>
                  <a:pt x="221287" y="33576"/>
                </a:cubicBezTo>
                <a:cubicBezTo>
                  <a:pt x="215563" y="33576"/>
                  <a:pt x="210921" y="35748"/>
                  <a:pt x="207360" y="40094"/>
                </a:cubicBezTo>
                <a:cubicBezTo>
                  <a:pt x="203799" y="44439"/>
                  <a:pt x="202019" y="50915"/>
                  <a:pt x="202019" y="59521"/>
                </a:cubicBezTo>
                <a:cubicBezTo>
                  <a:pt x="202019" y="68084"/>
                  <a:pt x="203799" y="74539"/>
                  <a:pt x="207360" y="78884"/>
                </a:cubicBezTo>
                <a:cubicBezTo>
                  <a:pt x="210921" y="83229"/>
                  <a:pt x="215563" y="85402"/>
                  <a:pt x="221287" y="85402"/>
                </a:cubicBezTo>
                <a:cubicBezTo>
                  <a:pt x="225314" y="85402"/>
                  <a:pt x="228758" y="84342"/>
                  <a:pt x="231620" y="82223"/>
                </a:cubicBezTo>
                <a:cubicBezTo>
                  <a:pt x="234482" y="80103"/>
                  <a:pt x="235997" y="77051"/>
                  <a:pt x="236167" y="73066"/>
                </a:cubicBezTo>
                <a:lnTo>
                  <a:pt x="248503" y="73066"/>
                </a:lnTo>
                <a:cubicBezTo>
                  <a:pt x="247613" y="80103"/>
                  <a:pt x="244699" y="85487"/>
                  <a:pt x="239760" y="89218"/>
                </a:cubicBezTo>
                <a:cubicBezTo>
                  <a:pt x="234821" y="92948"/>
                  <a:pt x="228663" y="94813"/>
                  <a:pt x="221287" y="94813"/>
                </a:cubicBezTo>
                <a:close/>
                <a:moveTo>
                  <a:pt x="270857" y="34339"/>
                </a:moveTo>
                <a:cubicBezTo>
                  <a:pt x="276834" y="27598"/>
                  <a:pt x="283554" y="24228"/>
                  <a:pt x="291015" y="24228"/>
                </a:cubicBezTo>
                <a:cubicBezTo>
                  <a:pt x="306234" y="24228"/>
                  <a:pt x="313844" y="32516"/>
                  <a:pt x="313844" y="49092"/>
                </a:cubicBezTo>
                <a:lnTo>
                  <a:pt x="313844" y="93224"/>
                </a:lnTo>
                <a:lnTo>
                  <a:pt x="301825" y="93224"/>
                </a:lnTo>
                <a:lnTo>
                  <a:pt x="301825" y="49601"/>
                </a:lnTo>
                <a:cubicBezTo>
                  <a:pt x="301825" y="44089"/>
                  <a:pt x="300840" y="40126"/>
                  <a:pt x="298868" y="37709"/>
                </a:cubicBezTo>
                <a:cubicBezTo>
                  <a:pt x="296897" y="35293"/>
                  <a:pt x="293665" y="34085"/>
                  <a:pt x="289171" y="34085"/>
                </a:cubicBezTo>
                <a:cubicBezTo>
                  <a:pt x="283066" y="34085"/>
                  <a:pt x="276962" y="37688"/>
                  <a:pt x="270857" y="44895"/>
                </a:cubicBezTo>
                <a:lnTo>
                  <a:pt x="270857" y="93224"/>
                </a:lnTo>
                <a:lnTo>
                  <a:pt x="258838" y="93224"/>
                </a:lnTo>
                <a:lnTo>
                  <a:pt x="258838" y="0"/>
                </a:lnTo>
                <a:lnTo>
                  <a:pt x="270857" y="0"/>
                </a:lnTo>
                <a:lnTo>
                  <a:pt x="270857" y="34339"/>
                </a:lnTo>
                <a:close/>
              </a:path>
            </a:pathLst>
          </a:custGeom>
          <a:solidFill xmlns:a="http://schemas.openxmlformats.org/drawingml/2006/main">
            <a:srgbClr val="000000"/>
          </a:solidFill>
          <a:ln xmlns:a="http://schemas.openxmlformats.org/drawingml/2006/main" w="0" cap="flat">
            <a:noFill/>
            <a:miter/>
          </a:ln>
        </p:spPr>
      </p:sp>
      <p:sp>
        <p:nvSpPr>
          <p:cNvPr id="103" name="Text Verification">
            <a:extLst xmlns:a="http://schemas.openxmlformats.org/drawingml/2006/main">
              <a:ext uri="{FF2B5EF4-FFF2-40B4-BE49-F238E27FC236}">
                <a16:creationId xmlns:a16="http://schemas.microsoft.com/office/drawing/2014/main" id="{54255151-A32C-4985-B62B-2C98EF3FB5F1}"/>
              </a:ext>
            </a:extLst>
          </p:cNvPr>
          <p:cNvSpPr>
            <a:spLocks xmlns:a="http://schemas.openxmlformats.org/drawingml/2006/main" noGrp="1"/>
          </p:cNvSpPr>
          <p:nvPr/>
        </p:nvSpPr>
        <p:spPr>
          <a:xfrm xmlns:a="http://schemas.openxmlformats.org/drawingml/2006/main">
            <a:off x="4267864" y="559225"/>
            <a:ext cx="637204" cy="96403"/>
          </a:xfrm>
          <a:custGeom xmlns:a="http://schemas.openxmlformats.org/drawingml/2006/main">
            <a:pathLst>
              <a:path w="637204" h="96403">
                <a:moveTo>
                  <a:pt x="85211" y="1590"/>
                </a:moveTo>
                <a:lnTo>
                  <a:pt x="48965" y="94813"/>
                </a:lnTo>
                <a:lnTo>
                  <a:pt x="36247" y="94813"/>
                </a:lnTo>
                <a:lnTo>
                  <a:pt x="0" y="1590"/>
                </a:lnTo>
                <a:lnTo>
                  <a:pt x="13163" y="1590"/>
                </a:lnTo>
                <a:lnTo>
                  <a:pt x="42606" y="81523"/>
                </a:lnTo>
                <a:lnTo>
                  <a:pt x="72048" y="1590"/>
                </a:lnTo>
                <a:lnTo>
                  <a:pt x="85211" y="1590"/>
                </a:lnTo>
                <a:close/>
                <a:moveTo>
                  <a:pt x="123517" y="96403"/>
                </a:moveTo>
                <a:cubicBezTo>
                  <a:pt x="113597" y="96403"/>
                  <a:pt x="105627" y="93298"/>
                  <a:pt x="99607" y="87087"/>
                </a:cubicBezTo>
                <a:cubicBezTo>
                  <a:pt x="93587" y="80877"/>
                  <a:pt x="90577" y="72218"/>
                  <a:pt x="90577" y="61111"/>
                </a:cubicBezTo>
                <a:cubicBezTo>
                  <a:pt x="90577" y="50088"/>
                  <a:pt x="93492" y="41450"/>
                  <a:pt x="99321" y="35197"/>
                </a:cubicBezTo>
                <a:cubicBezTo>
                  <a:pt x="105150" y="28944"/>
                  <a:pt x="112771" y="25818"/>
                  <a:pt x="122182" y="25818"/>
                </a:cubicBezTo>
                <a:cubicBezTo>
                  <a:pt x="131805" y="25818"/>
                  <a:pt x="139489" y="28891"/>
                  <a:pt x="145233" y="35038"/>
                </a:cubicBezTo>
                <a:cubicBezTo>
                  <a:pt x="150978" y="41185"/>
                  <a:pt x="153850" y="49876"/>
                  <a:pt x="153850" y="61111"/>
                </a:cubicBezTo>
                <a:lnTo>
                  <a:pt x="153850" y="63972"/>
                </a:lnTo>
                <a:lnTo>
                  <a:pt x="103041" y="63972"/>
                </a:lnTo>
                <a:cubicBezTo>
                  <a:pt x="103550" y="71773"/>
                  <a:pt x="105701" y="77559"/>
                  <a:pt x="109496" y="81332"/>
                </a:cubicBezTo>
                <a:cubicBezTo>
                  <a:pt x="113290" y="85105"/>
                  <a:pt x="117964" y="86992"/>
                  <a:pt x="123517" y="86992"/>
                </a:cubicBezTo>
                <a:cubicBezTo>
                  <a:pt x="127714" y="86992"/>
                  <a:pt x="131498" y="85921"/>
                  <a:pt x="134868" y="83781"/>
                </a:cubicBezTo>
                <a:cubicBezTo>
                  <a:pt x="138239" y="81640"/>
                  <a:pt x="140008" y="78598"/>
                  <a:pt x="140178" y="74655"/>
                </a:cubicBezTo>
                <a:lnTo>
                  <a:pt x="152578" y="74655"/>
                </a:lnTo>
                <a:cubicBezTo>
                  <a:pt x="151646" y="81608"/>
                  <a:pt x="148498" y="86971"/>
                  <a:pt x="143135" y="90744"/>
                </a:cubicBezTo>
                <a:cubicBezTo>
                  <a:pt x="137772" y="94517"/>
                  <a:pt x="131233" y="96403"/>
                  <a:pt x="123517" y="96403"/>
                </a:cubicBezTo>
                <a:moveTo>
                  <a:pt x="141195" y="54561"/>
                </a:moveTo>
                <a:cubicBezTo>
                  <a:pt x="140220" y="48074"/>
                  <a:pt x="138037" y="43220"/>
                  <a:pt x="134646" y="39998"/>
                </a:cubicBezTo>
                <a:cubicBezTo>
                  <a:pt x="131254" y="36777"/>
                  <a:pt x="127100" y="35166"/>
                  <a:pt x="122182" y="35166"/>
                </a:cubicBezTo>
                <a:cubicBezTo>
                  <a:pt x="117391" y="35166"/>
                  <a:pt x="113279" y="36766"/>
                  <a:pt x="109845" y="39967"/>
                </a:cubicBezTo>
                <a:cubicBezTo>
                  <a:pt x="106411" y="43167"/>
                  <a:pt x="104228" y="48032"/>
                  <a:pt x="103296" y="54561"/>
                </a:cubicBezTo>
                <a:lnTo>
                  <a:pt x="141195" y="54561"/>
                </a:lnTo>
                <a:close/>
                <a:moveTo>
                  <a:pt x="202781" y="38282"/>
                </a:moveTo>
                <a:cubicBezTo>
                  <a:pt x="201085" y="37773"/>
                  <a:pt x="198648" y="37518"/>
                  <a:pt x="195468" y="37518"/>
                </a:cubicBezTo>
                <a:cubicBezTo>
                  <a:pt x="189363" y="37518"/>
                  <a:pt x="184128" y="40719"/>
                  <a:pt x="179761" y="47121"/>
                </a:cubicBezTo>
                <a:lnTo>
                  <a:pt x="179761" y="94813"/>
                </a:lnTo>
                <a:lnTo>
                  <a:pt x="167743" y="94813"/>
                </a:lnTo>
                <a:lnTo>
                  <a:pt x="167743" y="27344"/>
                </a:lnTo>
                <a:lnTo>
                  <a:pt x="179761" y="27344"/>
                </a:lnTo>
                <a:lnTo>
                  <a:pt x="179761" y="36755"/>
                </a:lnTo>
                <a:cubicBezTo>
                  <a:pt x="184806" y="29464"/>
                  <a:pt x="190656" y="25818"/>
                  <a:pt x="197312" y="25818"/>
                </a:cubicBezTo>
                <a:cubicBezTo>
                  <a:pt x="199008" y="25818"/>
                  <a:pt x="200831" y="25987"/>
                  <a:pt x="202781" y="26326"/>
                </a:cubicBezTo>
                <a:lnTo>
                  <a:pt x="202781" y="38282"/>
                </a:lnTo>
                <a:close/>
                <a:moveTo>
                  <a:pt x="223025" y="94813"/>
                </a:moveTo>
                <a:lnTo>
                  <a:pt x="211006" y="94813"/>
                </a:lnTo>
                <a:lnTo>
                  <a:pt x="211006" y="27344"/>
                </a:lnTo>
                <a:lnTo>
                  <a:pt x="223025" y="27344"/>
                </a:lnTo>
                <a:lnTo>
                  <a:pt x="223025" y="94813"/>
                </a:lnTo>
                <a:moveTo>
                  <a:pt x="223025" y="14562"/>
                </a:moveTo>
                <a:lnTo>
                  <a:pt x="211006" y="14562"/>
                </a:lnTo>
                <a:lnTo>
                  <a:pt x="211006" y="1590"/>
                </a:lnTo>
                <a:lnTo>
                  <a:pt x="223025" y="1590"/>
                </a:lnTo>
                <a:lnTo>
                  <a:pt x="223025" y="14562"/>
                </a:lnTo>
                <a:close/>
                <a:moveTo>
                  <a:pt x="254649" y="36755"/>
                </a:moveTo>
                <a:lnTo>
                  <a:pt x="254649" y="94813"/>
                </a:lnTo>
                <a:lnTo>
                  <a:pt x="242694" y="94813"/>
                </a:lnTo>
                <a:lnTo>
                  <a:pt x="242694" y="36755"/>
                </a:lnTo>
                <a:lnTo>
                  <a:pt x="232774" y="36755"/>
                </a:lnTo>
                <a:lnTo>
                  <a:pt x="232774" y="27344"/>
                </a:lnTo>
                <a:lnTo>
                  <a:pt x="242694" y="27344"/>
                </a:lnTo>
                <a:lnTo>
                  <a:pt x="242694" y="21366"/>
                </a:lnTo>
                <a:cubicBezTo>
                  <a:pt x="242694" y="7122"/>
                  <a:pt x="248989" y="0"/>
                  <a:pt x="261580" y="0"/>
                </a:cubicBezTo>
                <a:cubicBezTo>
                  <a:pt x="265438" y="0"/>
                  <a:pt x="268427" y="254"/>
                  <a:pt x="270546" y="763"/>
                </a:cubicBezTo>
                <a:lnTo>
                  <a:pt x="270546" y="11192"/>
                </a:lnTo>
                <a:cubicBezTo>
                  <a:pt x="268172" y="10768"/>
                  <a:pt x="265756" y="10556"/>
                  <a:pt x="263297" y="10556"/>
                </a:cubicBezTo>
                <a:cubicBezTo>
                  <a:pt x="260372" y="10556"/>
                  <a:pt x="258199" y="11372"/>
                  <a:pt x="256779" y="13004"/>
                </a:cubicBezTo>
                <a:cubicBezTo>
                  <a:pt x="255359" y="14636"/>
                  <a:pt x="254649" y="17466"/>
                  <a:pt x="254649" y="21494"/>
                </a:cubicBezTo>
                <a:lnTo>
                  <a:pt x="254649" y="27344"/>
                </a:lnTo>
                <a:lnTo>
                  <a:pt x="267431" y="27344"/>
                </a:lnTo>
                <a:lnTo>
                  <a:pt x="267431" y="36755"/>
                </a:lnTo>
                <a:lnTo>
                  <a:pt x="254649" y="36755"/>
                </a:lnTo>
                <a:close/>
                <a:moveTo>
                  <a:pt x="288714" y="94813"/>
                </a:moveTo>
                <a:lnTo>
                  <a:pt x="276696" y="94813"/>
                </a:lnTo>
                <a:lnTo>
                  <a:pt x="276696" y="27344"/>
                </a:lnTo>
                <a:lnTo>
                  <a:pt x="288714" y="27344"/>
                </a:lnTo>
                <a:lnTo>
                  <a:pt x="288714" y="94813"/>
                </a:lnTo>
                <a:moveTo>
                  <a:pt x="288714" y="14562"/>
                </a:moveTo>
                <a:lnTo>
                  <a:pt x="276696" y="14562"/>
                </a:lnTo>
                <a:lnTo>
                  <a:pt x="276696" y="1590"/>
                </a:lnTo>
                <a:lnTo>
                  <a:pt x="288714" y="1590"/>
                </a:lnTo>
                <a:lnTo>
                  <a:pt x="288714" y="14562"/>
                </a:lnTo>
                <a:close/>
                <a:moveTo>
                  <a:pt x="333629" y="96403"/>
                </a:moveTo>
                <a:cubicBezTo>
                  <a:pt x="324048" y="96403"/>
                  <a:pt x="316385" y="93319"/>
                  <a:pt x="310641" y="87151"/>
                </a:cubicBezTo>
                <a:cubicBezTo>
                  <a:pt x="304897" y="80983"/>
                  <a:pt x="302024" y="72302"/>
                  <a:pt x="302024" y="61111"/>
                </a:cubicBezTo>
                <a:cubicBezTo>
                  <a:pt x="302024" y="49876"/>
                  <a:pt x="304897" y="41185"/>
                  <a:pt x="310641" y="35038"/>
                </a:cubicBezTo>
                <a:cubicBezTo>
                  <a:pt x="316385" y="28891"/>
                  <a:pt x="324048" y="25818"/>
                  <a:pt x="333629" y="25818"/>
                </a:cubicBezTo>
                <a:cubicBezTo>
                  <a:pt x="341005" y="25818"/>
                  <a:pt x="347163" y="27683"/>
                  <a:pt x="352102" y="31414"/>
                </a:cubicBezTo>
                <a:cubicBezTo>
                  <a:pt x="357041" y="35144"/>
                  <a:pt x="359955" y="40528"/>
                  <a:pt x="360846" y="47566"/>
                </a:cubicBezTo>
                <a:lnTo>
                  <a:pt x="348509" y="47566"/>
                </a:lnTo>
                <a:cubicBezTo>
                  <a:pt x="348340" y="43538"/>
                  <a:pt x="346824" y="40465"/>
                  <a:pt x="343962" y="38345"/>
                </a:cubicBezTo>
                <a:cubicBezTo>
                  <a:pt x="341101" y="36225"/>
                  <a:pt x="337656" y="35166"/>
                  <a:pt x="333629" y="35166"/>
                </a:cubicBezTo>
                <a:cubicBezTo>
                  <a:pt x="327906" y="35166"/>
                  <a:pt x="323264" y="37338"/>
                  <a:pt x="319703" y="41684"/>
                </a:cubicBezTo>
                <a:cubicBezTo>
                  <a:pt x="316142" y="46029"/>
                  <a:pt x="314361" y="52505"/>
                  <a:pt x="314361" y="61111"/>
                </a:cubicBezTo>
                <a:cubicBezTo>
                  <a:pt x="314361" y="69674"/>
                  <a:pt x="316142" y="76128"/>
                  <a:pt x="319703" y="80474"/>
                </a:cubicBezTo>
                <a:cubicBezTo>
                  <a:pt x="323264" y="84819"/>
                  <a:pt x="327906" y="86992"/>
                  <a:pt x="333629" y="86992"/>
                </a:cubicBezTo>
                <a:cubicBezTo>
                  <a:pt x="337656" y="86992"/>
                  <a:pt x="341101" y="85932"/>
                  <a:pt x="343962" y="83812"/>
                </a:cubicBezTo>
                <a:cubicBezTo>
                  <a:pt x="346824" y="81693"/>
                  <a:pt x="348340" y="78640"/>
                  <a:pt x="348509" y="74655"/>
                </a:cubicBezTo>
                <a:lnTo>
                  <a:pt x="360846" y="74655"/>
                </a:lnTo>
                <a:cubicBezTo>
                  <a:pt x="359955" y="81693"/>
                  <a:pt x="357041" y="87077"/>
                  <a:pt x="352102" y="90807"/>
                </a:cubicBezTo>
                <a:cubicBezTo>
                  <a:pt x="347163" y="94538"/>
                  <a:pt x="341005" y="96403"/>
                  <a:pt x="333629" y="96403"/>
                </a:cubicBezTo>
                <a:close/>
                <a:moveTo>
                  <a:pt x="414030" y="77072"/>
                </a:moveTo>
                <a:lnTo>
                  <a:pt x="414030" y="62128"/>
                </a:lnTo>
                <a:lnTo>
                  <a:pt x="405827" y="62128"/>
                </a:lnTo>
                <a:cubicBezTo>
                  <a:pt x="388445" y="62128"/>
                  <a:pt x="379755" y="66855"/>
                  <a:pt x="379755" y="76309"/>
                </a:cubicBezTo>
                <a:cubicBezTo>
                  <a:pt x="379755" y="79743"/>
                  <a:pt x="381026" y="82382"/>
                  <a:pt x="383570" y="84226"/>
                </a:cubicBezTo>
                <a:cubicBezTo>
                  <a:pt x="386114" y="86070"/>
                  <a:pt x="389548" y="86992"/>
                  <a:pt x="393872" y="86992"/>
                </a:cubicBezTo>
                <a:cubicBezTo>
                  <a:pt x="397814" y="86992"/>
                  <a:pt x="401630" y="86102"/>
                  <a:pt x="405318" y="84321"/>
                </a:cubicBezTo>
                <a:cubicBezTo>
                  <a:pt x="409006" y="82541"/>
                  <a:pt x="411910" y="80124"/>
                  <a:pt x="414030" y="77072"/>
                </a:cubicBezTo>
                <a:moveTo>
                  <a:pt x="414030" y="87882"/>
                </a:moveTo>
                <a:cubicBezTo>
                  <a:pt x="407925" y="93563"/>
                  <a:pt x="400061" y="96403"/>
                  <a:pt x="390438" y="96403"/>
                </a:cubicBezTo>
                <a:cubicBezTo>
                  <a:pt x="383740" y="96403"/>
                  <a:pt x="378228" y="94591"/>
                  <a:pt x="373904" y="90966"/>
                </a:cubicBezTo>
                <a:cubicBezTo>
                  <a:pt x="369580" y="87342"/>
                  <a:pt x="367418" y="82668"/>
                  <a:pt x="367418" y="76945"/>
                </a:cubicBezTo>
                <a:cubicBezTo>
                  <a:pt x="367418" y="61174"/>
                  <a:pt x="381005" y="53289"/>
                  <a:pt x="408180" y="53289"/>
                </a:cubicBezTo>
                <a:lnTo>
                  <a:pt x="414030" y="53289"/>
                </a:lnTo>
                <a:cubicBezTo>
                  <a:pt x="414030" y="48456"/>
                  <a:pt x="413776" y="44948"/>
                  <a:pt x="413267" y="42765"/>
                </a:cubicBezTo>
                <a:cubicBezTo>
                  <a:pt x="412758" y="40581"/>
                  <a:pt x="411338" y="38769"/>
                  <a:pt x="409006" y="37328"/>
                </a:cubicBezTo>
                <a:cubicBezTo>
                  <a:pt x="406675" y="35886"/>
                  <a:pt x="402965" y="35166"/>
                  <a:pt x="397878" y="35166"/>
                </a:cubicBezTo>
                <a:cubicBezTo>
                  <a:pt x="387195" y="35166"/>
                  <a:pt x="381684" y="38981"/>
                  <a:pt x="381344" y="46612"/>
                </a:cubicBezTo>
                <a:lnTo>
                  <a:pt x="369389" y="46612"/>
                </a:lnTo>
                <a:cubicBezTo>
                  <a:pt x="370280" y="32749"/>
                  <a:pt x="379988" y="25818"/>
                  <a:pt x="398514" y="25818"/>
                </a:cubicBezTo>
                <a:cubicBezTo>
                  <a:pt x="407162" y="25818"/>
                  <a:pt x="413903" y="27535"/>
                  <a:pt x="418736" y="30969"/>
                </a:cubicBezTo>
                <a:cubicBezTo>
                  <a:pt x="423569" y="34402"/>
                  <a:pt x="425985" y="41143"/>
                  <a:pt x="425985" y="51190"/>
                </a:cubicBezTo>
                <a:lnTo>
                  <a:pt x="425985" y="94813"/>
                </a:lnTo>
                <a:lnTo>
                  <a:pt x="414030" y="94813"/>
                </a:lnTo>
                <a:lnTo>
                  <a:pt x="414030" y="87882"/>
                </a:lnTo>
                <a:close/>
                <a:moveTo>
                  <a:pt x="469803" y="94941"/>
                </a:moveTo>
                <a:cubicBezTo>
                  <a:pt x="467174" y="95449"/>
                  <a:pt x="464313" y="95704"/>
                  <a:pt x="461218" y="95704"/>
                </a:cubicBezTo>
                <a:cubicBezTo>
                  <a:pt x="456300" y="95704"/>
                  <a:pt x="452697" y="94824"/>
                  <a:pt x="450407" y="93065"/>
                </a:cubicBezTo>
                <a:cubicBezTo>
                  <a:pt x="448118" y="91305"/>
                  <a:pt x="446698" y="89048"/>
                  <a:pt x="446147" y="86292"/>
                </a:cubicBezTo>
                <a:cubicBezTo>
                  <a:pt x="445596" y="83537"/>
                  <a:pt x="445320" y="79785"/>
                  <a:pt x="445320" y="75037"/>
                </a:cubicBezTo>
                <a:lnTo>
                  <a:pt x="445320" y="36755"/>
                </a:lnTo>
                <a:lnTo>
                  <a:pt x="436990" y="36755"/>
                </a:lnTo>
                <a:lnTo>
                  <a:pt x="436990" y="27344"/>
                </a:lnTo>
                <a:lnTo>
                  <a:pt x="445320" y="27344"/>
                </a:lnTo>
                <a:lnTo>
                  <a:pt x="445320" y="10556"/>
                </a:lnTo>
                <a:lnTo>
                  <a:pt x="457275" y="10556"/>
                </a:lnTo>
                <a:lnTo>
                  <a:pt x="457275" y="27344"/>
                </a:lnTo>
                <a:lnTo>
                  <a:pt x="468213" y="27344"/>
                </a:lnTo>
                <a:lnTo>
                  <a:pt x="468213" y="36755"/>
                </a:lnTo>
                <a:lnTo>
                  <a:pt x="457275" y="36755"/>
                </a:lnTo>
                <a:lnTo>
                  <a:pt x="457275" y="75673"/>
                </a:lnTo>
                <a:cubicBezTo>
                  <a:pt x="457275" y="80294"/>
                  <a:pt x="457858" y="83229"/>
                  <a:pt x="459024" y="84480"/>
                </a:cubicBezTo>
                <a:cubicBezTo>
                  <a:pt x="460190" y="85731"/>
                  <a:pt x="461790" y="86356"/>
                  <a:pt x="463825" y="86356"/>
                </a:cubicBezTo>
                <a:cubicBezTo>
                  <a:pt x="465902" y="86356"/>
                  <a:pt x="467895" y="86186"/>
                  <a:pt x="469803" y="85847"/>
                </a:cubicBezTo>
                <a:lnTo>
                  <a:pt x="469803" y="94941"/>
                </a:lnTo>
                <a:close/>
                <a:moveTo>
                  <a:pt x="491722" y="94813"/>
                </a:moveTo>
                <a:lnTo>
                  <a:pt x="479704" y="94813"/>
                </a:lnTo>
                <a:lnTo>
                  <a:pt x="479704" y="27344"/>
                </a:lnTo>
                <a:lnTo>
                  <a:pt x="491722" y="27344"/>
                </a:lnTo>
                <a:lnTo>
                  <a:pt x="491722" y="94813"/>
                </a:lnTo>
                <a:moveTo>
                  <a:pt x="491722" y="14562"/>
                </a:moveTo>
                <a:lnTo>
                  <a:pt x="479704" y="14562"/>
                </a:lnTo>
                <a:lnTo>
                  <a:pt x="479704" y="1590"/>
                </a:lnTo>
                <a:lnTo>
                  <a:pt x="491722" y="1590"/>
                </a:lnTo>
                <a:lnTo>
                  <a:pt x="491722" y="14562"/>
                </a:lnTo>
                <a:close/>
                <a:moveTo>
                  <a:pt x="536637" y="25818"/>
                </a:moveTo>
                <a:cubicBezTo>
                  <a:pt x="546260" y="25818"/>
                  <a:pt x="553944" y="28891"/>
                  <a:pt x="559688" y="35038"/>
                </a:cubicBezTo>
                <a:cubicBezTo>
                  <a:pt x="565432" y="41185"/>
                  <a:pt x="568305" y="49876"/>
                  <a:pt x="568305" y="61111"/>
                </a:cubicBezTo>
                <a:cubicBezTo>
                  <a:pt x="568305" y="72302"/>
                  <a:pt x="565432" y="80983"/>
                  <a:pt x="559688" y="87151"/>
                </a:cubicBezTo>
                <a:cubicBezTo>
                  <a:pt x="553944" y="93319"/>
                  <a:pt x="546260" y="96403"/>
                  <a:pt x="536637" y="96403"/>
                </a:cubicBezTo>
                <a:cubicBezTo>
                  <a:pt x="527056" y="96403"/>
                  <a:pt x="519393" y="93319"/>
                  <a:pt x="513649" y="87151"/>
                </a:cubicBezTo>
                <a:cubicBezTo>
                  <a:pt x="507904" y="80983"/>
                  <a:pt x="505032" y="72302"/>
                  <a:pt x="505032" y="61111"/>
                </a:cubicBezTo>
                <a:cubicBezTo>
                  <a:pt x="505032" y="49876"/>
                  <a:pt x="507904" y="41185"/>
                  <a:pt x="513649" y="35038"/>
                </a:cubicBezTo>
                <a:cubicBezTo>
                  <a:pt x="519393" y="28891"/>
                  <a:pt x="527056" y="25818"/>
                  <a:pt x="536637" y="25818"/>
                </a:cubicBezTo>
                <a:moveTo>
                  <a:pt x="536637" y="86992"/>
                </a:moveTo>
                <a:cubicBezTo>
                  <a:pt x="542360" y="86992"/>
                  <a:pt x="547002" y="84819"/>
                  <a:pt x="550563" y="80474"/>
                </a:cubicBezTo>
                <a:cubicBezTo>
                  <a:pt x="554124" y="76128"/>
                  <a:pt x="555905" y="69674"/>
                  <a:pt x="555905" y="61111"/>
                </a:cubicBezTo>
                <a:cubicBezTo>
                  <a:pt x="555905" y="52505"/>
                  <a:pt x="554124" y="46029"/>
                  <a:pt x="550563" y="41684"/>
                </a:cubicBezTo>
                <a:cubicBezTo>
                  <a:pt x="547002" y="37338"/>
                  <a:pt x="542360" y="35166"/>
                  <a:pt x="536637" y="35166"/>
                </a:cubicBezTo>
                <a:cubicBezTo>
                  <a:pt x="530913" y="35166"/>
                  <a:pt x="526271" y="37338"/>
                  <a:pt x="522710" y="41684"/>
                </a:cubicBezTo>
                <a:cubicBezTo>
                  <a:pt x="519149" y="46029"/>
                  <a:pt x="517369" y="52505"/>
                  <a:pt x="517369" y="61111"/>
                </a:cubicBezTo>
                <a:cubicBezTo>
                  <a:pt x="517369" y="69674"/>
                  <a:pt x="519149" y="76128"/>
                  <a:pt x="522710" y="80474"/>
                </a:cubicBezTo>
                <a:cubicBezTo>
                  <a:pt x="526271" y="84819"/>
                  <a:pt x="530913" y="86992"/>
                  <a:pt x="536637" y="86992"/>
                </a:cubicBezTo>
                <a:close/>
                <a:moveTo>
                  <a:pt x="594216" y="35929"/>
                </a:moveTo>
                <a:cubicBezTo>
                  <a:pt x="600194" y="29188"/>
                  <a:pt x="606913" y="25818"/>
                  <a:pt x="614375" y="25818"/>
                </a:cubicBezTo>
                <a:cubicBezTo>
                  <a:pt x="629594" y="25818"/>
                  <a:pt x="637204" y="34106"/>
                  <a:pt x="637204" y="50682"/>
                </a:cubicBezTo>
                <a:lnTo>
                  <a:pt x="637204" y="94813"/>
                </a:lnTo>
                <a:lnTo>
                  <a:pt x="625185" y="94813"/>
                </a:lnTo>
                <a:lnTo>
                  <a:pt x="625185" y="51190"/>
                </a:lnTo>
                <a:cubicBezTo>
                  <a:pt x="625185" y="45679"/>
                  <a:pt x="624199" y="41715"/>
                  <a:pt x="622228" y="39299"/>
                </a:cubicBezTo>
                <a:cubicBezTo>
                  <a:pt x="620257" y="36883"/>
                  <a:pt x="617024" y="35674"/>
                  <a:pt x="612530" y="35674"/>
                </a:cubicBezTo>
                <a:cubicBezTo>
                  <a:pt x="606426" y="35674"/>
                  <a:pt x="600321" y="39278"/>
                  <a:pt x="594216" y="46485"/>
                </a:cubicBezTo>
                <a:lnTo>
                  <a:pt x="594216" y="94813"/>
                </a:lnTo>
                <a:lnTo>
                  <a:pt x="582198" y="94813"/>
                </a:lnTo>
                <a:lnTo>
                  <a:pt x="582198" y="27344"/>
                </a:lnTo>
                <a:lnTo>
                  <a:pt x="594216" y="27344"/>
                </a:lnTo>
                <a:lnTo>
                  <a:pt x="594216" y="35929"/>
                </a:lnTo>
                <a:close/>
              </a:path>
            </a:pathLst>
          </a:custGeom>
          <a:solidFill xmlns:a="http://schemas.openxmlformats.org/drawingml/2006/main">
            <a:srgbClr val="000000"/>
          </a:solidFill>
          <a:ln xmlns:a="http://schemas.openxmlformats.org/drawingml/2006/main" w="0" cap="flat">
            <a:noFill/>
            <a:miter/>
          </a:ln>
        </p:spPr>
      </p:sp>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ee4741f271d144f4"/>
          <a:stretch xmlns:a="http://schemas.openxmlformats.org/drawingml/2006/main"/>
        </p:blipFill>
        <p:spPr>
          <a:xfrm xmlns:a="http://schemas.openxmlformats.org/drawingml/2006/main">
            <a:off x="4382689" y="675527"/>
            <a:ext cx="550236" cy="550236"/>
          </a:xfrm>
          <a:prstGeom xmlns:a="http://schemas.openxmlformats.org/drawingml/2006/main" prst="rect">
            <a:avLst/>
          </a:prstGeom>
        </p:spPr>
      </p:pic>
      <p:sp>
        <p:nvSpPr>
          <p:cNvPr id="105" name="Text Patch Quality ">
            <a:extLst xmlns:a="http://schemas.openxmlformats.org/drawingml/2006/main">
              <a:ext uri="{FF2B5EF4-FFF2-40B4-BE49-F238E27FC236}">
                <a16:creationId xmlns:a16="http://schemas.microsoft.com/office/drawing/2014/main" id="{BC42CA82-45D8-4560-B581-E88F64D27E86}"/>
              </a:ext>
            </a:extLst>
          </p:cNvPr>
          <p:cNvSpPr>
            <a:spLocks xmlns:a="http://schemas.openxmlformats.org/drawingml/2006/main" noGrp="1"/>
          </p:cNvSpPr>
          <p:nvPr/>
        </p:nvSpPr>
        <p:spPr>
          <a:xfrm xmlns:a="http://schemas.openxmlformats.org/drawingml/2006/main">
            <a:off x="2971940" y="425085"/>
            <a:ext cx="763847" cy="122157"/>
          </a:xfrm>
          <a:custGeom xmlns:a="http://schemas.openxmlformats.org/drawingml/2006/main">
            <a:pathLst>
              <a:path w="763847" h="122157">
                <a:moveTo>
                  <a:pt x="0" y="1590"/>
                </a:moveTo>
                <a:lnTo>
                  <a:pt x="34784" y="1590"/>
                </a:lnTo>
                <a:cubicBezTo>
                  <a:pt x="42415" y="1590"/>
                  <a:pt x="48806" y="2300"/>
                  <a:pt x="53957" y="3720"/>
                </a:cubicBezTo>
                <a:cubicBezTo>
                  <a:pt x="59107" y="5140"/>
                  <a:pt x="63188" y="8214"/>
                  <a:pt x="66198" y="12941"/>
                </a:cubicBezTo>
                <a:cubicBezTo>
                  <a:pt x="69208" y="17668"/>
                  <a:pt x="70713" y="22956"/>
                  <a:pt x="70713" y="28807"/>
                </a:cubicBezTo>
                <a:cubicBezTo>
                  <a:pt x="70713" y="38218"/>
                  <a:pt x="67724" y="45361"/>
                  <a:pt x="61746" y="50237"/>
                </a:cubicBezTo>
                <a:cubicBezTo>
                  <a:pt x="55769" y="55112"/>
                  <a:pt x="47121" y="57549"/>
                  <a:pt x="35801" y="57549"/>
                </a:cubicBezTo>
                <a:lnTo>
                  <a:pt x="12337" y="57549"/>
                </a:lnTo>
                <a:lnTo>
                  <a:pt x="12337" y="94813"/>
                </a:lnTo>
                <a:lnTo>
                  <a:pt x="0" y="94813"/>
                </a:lnTo>
                <a:lnTo>
                  <a:pt x="0" y="1590"/>
                </a:lnTo>
                <a:moveTo>
                  <a:pt x="12337" y="46485"/>
                </a:moveTo>
                <a:lnTo>
                  <a:pt x="35929" y="46485"/>
                </a:lnTo>
                <a:cubicBezTo>
                  <a:pt x="43856" y="46485"/>
                  <a:pt x="49505" y="45001"/>
                  <a:pt x="52876" y="42033"/>
                </a:cubicBezTo>
                <a:cubicBezTo>
                  <a:pt x="56246" y="39066"/>
                  <a:pt x="57931" y="34784"/>
                  <a:pt x="57931" y="29188"/>
                </a:cubicBezTo>
                <a:cubicBezTo>
                  <a:pt x="57931" y="25457"/>
                  <a:pt x="56998" y="22151"/>
                  <a:pt x="55133" y="19268"/>
                </a:cubicBezTo>
                <a:cubicBezTo>
                  <a:pt x="53268" y="16385"/>
                  <a:pt x="50904" y="14562"/>
                  <a:pt x="48043" y="13799"/>
                </a:cubicBezTo>
                <a:cubicBezTo>
                  <a:pt x="45181" y="13036"/>
                  <a:pt x="41058" y="12655"/>
                  <a:pt x="35674" y="12655"/>
                </a:cubicBezTo>
                <a:lnTo>
                  <a:pt x="12337" y="12655"/>
                </a:lnTo>
                <a:lnTo>
                  <a:pt x="12337" y="46485"/>
                </a:lnTo>
                <a:close/>
                <a:moveTo>
                  <a:pt x="127852" y="77072"/>
                </a:moveTo>
                <a:lnTo>
                  <a:pt x="127852" y="62128"/>
                </a:lnTo>
                <a:lnTo>
                  <a:pt x="119649" y="62128"/>
                </a:lnTo>
                <a:cubicBezTo>
                  <a:pt x="102268" y="62128"/>
                  <a:pt x="93577" y="66855"/>
                  <a:pt x="93577" y="76309"/>
                </a:cubicBezTo>
                <a:cubicBezTo>
                  <a:pt x="93577" y="79743"/>
                  <a:pt x="94849" y="82382"/>
                  <a:pt x="97393" y="84226"/>
                </a:cubicBezTo>
                <a:cubicBezTo>
                  <a:pt x="99936" y="86070"/>
                  <a:pt x="103370" y="86992"/>
                  <a:pt x="107694" y="86992"/>
                </a:cubicBezTo>
                <a:cubicBezTo>
                  <a:pt x="111637" y="86992"/>
                  <a:pt x="115452" y="86102"/>
                  <a:pt x="119141" y="84321"/>
                </a:cubicBezTo>
                <a:cubicBezTo>
                  <a:pt x="122829" y="82541"/>
                  <a:pt x="125733" y="80124"/>
                  <a:pt x="127852" y="77072"/>
                </a:cubicBezTo>
                <a:moveTo>
                  <a:pt x="127852" y="87882"/>
                </a:moveTo>
                <a:cubicBezTo>
                  <a:pt x="121748" y="93563"/>
                  <a:pt x="113884" y="96403"/>
                  <a:pt x="104260" y="96403"/>
                </a:cubicBezTo>
                <a:cubicBezTo>
                  <a:pt x="97562" y="96403"/>
                  <a:pt x="92051" y="94591"/>
                  <a:pt x="87727" y="90966"/>
                </a:cubicBezTo>
                <a:cubicBezTo>
                  <a:pt x="83403" y="87342"/>
                  <a:pt x="81241" y="82668"/>
                  <a:pt x="81241" y="76945"/>
                </a:cubicBezTo>
                <a:cubicBezTo>
                  <a:pt x="81241" y="61174"/>
                  <a:pt x="94828" y="53289"/>
                  <a:pt x="122002" y="53289"/>
                </a:cubicBezTo>
                <a:lnTo>
                  <a:pt x="127852" y="53289"/>
                </a:lnTo>
                <a:cubicBezTo>
                  <a:pt x="127852" y="48456"/>
                  <a:pt x="127598" y="44948"/>
                  <a:pt x="127089" y="42765"/>
                </a:cubicBezTo>
                <a:cubicBezTo>
                  <a:pt x="126581" y="40581"/>
                  <a:pt x="125160" y="38769"/>
                  <a:pt x="122829" y="37328"/>
                </a:cubicBezTo>
                <a:cubicBezTo>
                  <a:pt x="120497" y="35886"/>
                  <a:pt x="116788" y="35166"/>
                  <a:pt x="111700" y="35166"/>
                </a:cubicBezTo>
                <a:cubicBezTo>
                  <a:pt x="101017" y="35166"/>
                  <a:pt x="95506" y="38981"/>
                  <a:pt x="95167" y="46612"/>
                </a:cubicBezTo>
                <a:lnTo>
                  <a:pt x="83212" y="46612"/>
                </a:lnTo>
                <a:cubicBezTo>
                  <a:pt x="84102" y="32749"/>
                  <a:pt x="93810" y="25818"/>
                  <a:pt x="112336" y="25818"/>
                </a:cubicBezTo>
                <a:cubicBezTo>
                  <a:pt x="120985" y="25818"/>
                  <a:pt x="127725" y="27535"/>
                  <a:pt x="132558" y="30969"/>
                </a:cubicBezTo>
                <a:cubicBezTo>
                  <a:pt x="137391" y="34402"/>
                  <a:pt x="139807" y="41143"/>
                  <a:pt x="139807" y="51190"/>
                </a:cubicBezTo>
                <a:lnTo>
                  <a:pt x="139807" y="94813"/>
                </a:lnTo>
                <a:lnTo>
                  <a:pt x="127852" y="94813"/>
                </a:lnTo>
                <a:lnTo>
                  <a:pt x="127852" y="87882"/>
                </a:lnTo>
                <a:close/>
                <a:moveTo>
                  <a:pt x="184223" y="94941"/>
                </a:moveTo>
                <a:cubicBezTo>
                  <a:pt x="181595" y="95449"/>
                  <a:pt x="178733" y="95704"/>
                  <a:pt x="175638" y="95704"/>
                </a:cubicBezTo>
                <a:cubicBezTo>
                  <a:pt x="170721" y="95704"/>
                  <a:pt x="167117" y="94824"/>
                  <a:pt x="164828" y="93065"/>
                </a:cubicBezTo>
                <a:cubicBezTo>
                  <a:pt x="162539" y="91305"/>
                  <a:pt x="161119" y="89048"/>
                  <a:pt x="160568" y="86292"/>
                </a:cubicBezTo>
                <a:cubicBezTo>
                  <a:pt x="160016" y="83537"/>
                  <a:pt x="159741" y="79785"/>
                  <a:pt x="159741" y="75037"/>
                </a:cubicBezTo>
                <a:lnTo>
                  <a:pt x="159741" y="36755"/>
                </a:lnTo>
                <a:lnTo>
                  <a:pt x="151410" y="36755"/>
                </a:lnTo>
                <a:lnTo>
                  <a:pt x="151410" y="27344"/>
                </a:lnTo>
                <a:lnTo>
                  <a:pt x="159741" y="27344"/>
                </a:lnTo>
                <a:lnTo>
                  <a:pt x="159741" y="10556"/>
                </a:lnTo>
                <a:lnTo>
                  <a:pt x="171696" y="10556"/>
                </a:lnTo>
                <a:lnTo>
                  <a:pt x="171696" y="27344"/>
                </a:lnTo>
                <a:lnTo>
                  <a:pt x="182633" y="27344"/>
                </a:lnTo>
                <a:lnTo>
                  <a:pt x="182633" y="36755"/>
                </a:lnTo>
                <a:lnTo>
                  <a:pt x="171696" y="36755"/>
                </a:lnTo>
                <a:lnTo>
                  <a:pt x="171696" y="75673"/>
                </a:lnTo>
                <a:cubicBezTo>
                  <a:pt x="171696" y="80294"/>
                  <a:pt x="172279" y="83229"/>
                  <a:pt x="173445" y="84480"/>
                </a:cubicBezTo>
                <a:cubicBezTo>
                  <a:pt x="174610" y="85731"/>
                  <a:pt x="176211" y="86356"/>
                  <a:pt x="178246" y="86356"/>
                </a:cubicBezTo>
                <a:cubicBezTo>
                  <a:pt x="180323" y="86356"/>
                  <a:pt x="182315" y="86186"/>
                  <a:pt x="184223" y="85847"/>
                </a:cubicBezTo>
                <a:lnTo>
                  <a:pt x="184223" y="94941"/>
                </a:lnTo>
                <a:close/>
                <a:moveTo>
                  <a:pt x="221417" y="96403"/>
                </a:moveTo>
                <a:cubicBezTo>
                  <a:pt x="211836" y="96403"/>
                  <a:pt x="204173" y="93319"/>
                  <a:pt x="198429" y="87151"/>
                </a:cubicBezTo>
                <a:cubicBezTo>
                  <a:pt x="192684" y="80983"/>
                  <a:pt x="189812" y="72302"/>
                  <a:pt x="189812" y="61111"/>
                </a:cubicBezTo>
                <a:cubicBezTo>
                  <a:pt x="189812" y="49876"/>
                  <a:pt x="192684" y="41185"/>
                  <a:pt x="198429" y="35038"/>
                </a:cubicBezTo>
                <a:cubicBezTo>
                  <a:pt x="204173" y="28891"/>
                  <a:pt x="211836" y="25818"/>
                  <a:pt x="221417" y="25818"/>
                </a:cubicBezTo>
                <a:cubicBezTo>
                  <a:pt x="228793" y="25818"/>
                  <a:pt x="234951" y="27683"/>
                  <a:pt x="239890" y="31414"/>
                </a:cubicBezTo>
                <a:cubicBezTo>
                  <a:pt x="244829" y="35144"/>
                  <a:pt x="247743" y="40528"/>
                  <a:pt x="248633" y="47566"/>
                </a:cubicBezTo>
                <a:lnTo>
                  <a:pt x="236297" y="47566"/>
                </a:lnTo>
                <a:cubicBezTo>
                  <a:pt x="236127" y="43538"/>
                  <a:pt x="234612" y="40465"/>
                  <a:pt x="231750" y="38345"/>
                </a:cubicBezTo>
                <a:cubicBezTo>
                  <a:pt x="228889" y="36225"/>
                  <a:pt x="225444" y="35166"/>
                  <a:pt x="221417" y="35166"/>
                </a:cubicBezTo>
                <a:cubicBezTo>
                  <a:pt x="215693" y="35166"/>
                  <a:pt x="211051" y="37338"/>
                  <a:pt x="207490" y="41684"/>
                </a:cubicBezTo>
                <a:cubicBezTo>
                  <a:pt x="203929" y="46029"/>
                  <a:pt x="202149" y="52505"/>
                  <a:pt x="202149" y="61111"/>
                </a:cubicBezTo>
                <a:cubicBezTo>
                  <a:pt x="202149" y="69674"/>
                  <a:pt x="203929" y="76128"/>
                  <a:pt x="207490" y="80474"/>
                </a:cubicBezTo>
                <a:cubicBezTo>
                  <a:pt x="211051" y="84819"/>
                  <a:pt x="215693" y="86992"/>
                  <a:pt x="221417" y="86992"/>
                </a:cubicBezTo>
                <a:cubicBezTo>
                  <a:pt x="225444" y="86992"/>
                  <a:pt x="228889" y="85932"/>
                  <a:pt x="231750" y="83812"/>
                </a:cubicBezTo>
                <a:cubicBezTo>
                  <a:pt x="234612" y="81693"/>
                  <a:pt x="236127" y="78640"/>
                  <a:pt x="236297" y="74655"/>
                </a:cubicBezTo>
                <a:lnTo>
                  <a:pt x="248633" y="74655"/>
                </a:lnTo>
                <a:cubicBezTo>
                  <a:pt x="247743" y="81693"/>
                  <a:pt x="244829" y="87077"/>
                  <a:pt x="239890" y="90807"/>
                </a:cubicBezTo>
                <a:cubicBezTo>
                  <a:pt x="234951" y="94538"/>
                  <a:pt x="228793" y="96403"/>
                  <a:pt x="221417" y="96403"/>
                </a:cubicBezTo>
                <a:close/>
                <a:moveTo>
                  <a:pt x="271052" y="35929"/>
                </a:moveTo>
                <a:cubicBezTo>
                  <a:pt x="277029" y="29188"/>
                  <a:pt x="283749" y="25818"/>
                  <a:pt x="291210" y="25818"/>
                </a:cubicBezTo>
                <a:cubicBezTo>
                  <a:pt x="306429" y="25818"/>
                  <a:pt x="314039" y="34106"/>
                  <a:pt x="314039" y="50682"/>
                </a:cubicBezTo>
                <a:lnTo>
                  <a:pt x="314039" y="94813"/>
                </a:lnTo>
                <a:lnTo>
                  <a:pt x="302020" y="94813"/>
                </a:lnTo>
                <a:lnTo>
                  <a:pt x="302020" y="51190"/>
                </a:lnTo>
                <a:cubicBezTo>
                  <a:pt x="302020" y="45679"/>
                  <a:pt x="301035" y="41715"/>
                  <a:pt x="299063" y="39299"/>
                </a:cubicBezTo>
                <a:cubicBezTo>
                  <a:pt x="297092" y="36883"/>
                  <a:pt x="293860" y="35674"/>
                  <a:pt x="289366" y="35674"/>
                </a:cubicBezTo>
                <a:cubicBezTo>
                  <a:pt x="283261" y="35674"/>
                  <a:pt x="277156" y="39278"/>
                  <a:pt x="271052" y="46485"/>
                </a:cubicBezTo>
                <a:lnTo>
                  <a:pt x="271052" y="94813"/>
                </a:lnTo>
                <a:lnTo>
                  <a:pt x="259033" y="94813"/>
                </a:lnTo>
                <a:lnTo>
                  <a:pt x="259033" y="1590"/>
                </a:lnTo>
                <a:lnTo>
                  <a:pt x="271052" y="1590"/>
                </a:lnTo>
                <a:lnTo>
                  <a:pt x="271052" y="35929"/>
                </a:lnTo>
                <a:close/>
                <a:moveTo>
                  <a:pt x="322447" y="94813"/>
                </a:moveTo>
                <a:lnTo>
                  <a:pt x="322447" y="94813"/>
                </a:lnTo>
                <a:close/>
                <a:moveTo>
                  <a:pt x="454575" y="93542"/>
                </a:moveTo>
                <a:lnTo>
                  <a:pt x="447262" y="102254"/>
                </a:lnTo>
                <a:lnTo>
                  <a:pt x="431873" y="90108"/>
                </a:lnTo>
                <a:cubicBezTo>
                  <a:pt x="424963" y="94305"/>
                  <a:pt x="417162" y="96403"/>
                  <a:pt x="408471" y="96403"/>
                </a:cubicBezTo>
                <a:cubicBezTo>
                  <a:pt x="395372" y="96403"/>
                  <a:pt x="384646" y="91984"/>
                  <a:pt x="376295" y="83145"/>
                </a:cubicBezTo>
                <a:cubicBezTo>
                  <a:pt x="367943" y="74306"/>
                  <a:pt x="363767" y="62658"/>
                  <a:pt x="363767" y="48202"/>
                </a:cubicBezTo>
                <a:cubicBezTo>
                  <a:pt x="363767" y="33703"/>
                  <a:pt x="367943" y="22045"/>
                  <a:pt x="376295" y="13227"/>
                </a:cubicBezTo>
                <a:cubicBezTo>
                  <a:pt x="384646" y="4409"/>
                  <a:pt x="395372" y="0"/>
                  <a:pt x="408471" y="0"/>
                </a:cubicBezTo>
                <a:cubicBezTo>
                  <a:pt x="421529" y="0"/>
                  <a:pt x="432212" y="4409"/>
                  <a:pt x="440521" y="13227"/>
                </a:cubicBezTo>
                <a:cubicBezTo>
                  <a:pt x="448830" y="22045"/>
                  <a:pt x="452985" y="33703"/>
                  <a:pt x="452985" y="48202"/>
                </a:cubicBezTo>
                <a:cubicBezTo>
                  <a:pt x="452985" y="62276"/>
                  <a:pt x="448957" y="73829"/>
                  <a:pt x="440903" y="82858"/>
                </a:cubicBezTo>
                <a:lnTo>
                  <a:pt x="454575" y="93542"/>
                </a:lnTo>
                <a:moveTo>
                  <a:pt x="431618" y="75546"/>
                </a:moveTo>
                <a:cubicBezTo>
                  <a:pt x="437342" y="68763"/>
                  <a:pt x="440203" y="59648"/>
                  <a:pt x="440203" y="48202"/>
                </a:cubicBezTo>
                <a:cubicBezTo>
                  <a:pt x="440203" y="36331"/>
                  <a:pt x="437236" y="27090"/>
                  <a:pt x="431300" y="20476"/>
                </a:cubicBezTo>
                <a:cubicBezTo>
                  <a:pt x="425365" y="13863"/>
                  <a:pt x="417798" y="10556"/>
                  <a:pt x="408599" y="10556"/>
                </a:cubicBezTo>
                <a:cubicBezTo>
                  <a:pt x="399230" y="10556"/>
                  <a:pt x="391546" y="13863"/>
                  <a:pt x="385547" y="20476"/>
                </a:cubicBezTo>
                <a:cubicBezTo>
                  <a:pt x="379548" y="27090"/>
                  <a:pt x="376549" y="36331"/>
                  <a:pt x="376549" y="48202"/>
                </a:cubicBezTo>
                <a:cubicBezTo>
                  <a:pt x="376549" y="60029"/>
                  <a:pt x="379538" y="69261"/>
                  <a:pt x="385515" y="75895"/>
                </a:cubicBezTo>
                <a:cubicBezTo>
                  <a:pt x="391493" y="82530"/>
                  <a:pt x="399102" y="85847"/>
                  <a:pt x="408344" y="85847"/>
                </a:cubicBezTo>
                <a:cubicBezTo>
                  <a:pt x="413262" y="85847"/>
                  <a:pt x="417946" y="84809"/>
                  <a:pt x="422398" y="82731"/>
                </a:cubicBezTo>
                <a:lnTo>
                  <a:pt x="413114" y="75418"/>
                </a:lnTo>
                <a:lnTo>
                  <a:pt x="420426" y="66706"/>
                </a:lnTo>
                <a:lnTo>
                  <a:pt x="431618" y="75546"/>
                </a:lnTo>
                <a:close/>
                <a:moveTo>
                  <a:pt x="510400" y="86229"/>
                </a:moveTo>
                <a:cubicBezTo>
                  <a:pt x="504422" y="93012"/>
                  <a:pt x="497703" y="96403"/>
                  <a:pt x="490242" y="96403"/>
                </a:cubicBezTo>
                <a:cubicBezTo>
                  <a:pt x="475022" y="96403"/>
                  <a:pt x="467413" y="88094"/>
                  <a:pt x="467413" y="71476"/>
                </a:cubicBezTo>
                <a:lnTo>
                  <a:pt x="467413" y="27344"/>
                </a:lnTo>
                <a:lnTo>
                  <a:pt x="479431" y="27344"/>
                </a:lnTo>
                <a:lnTo>
                  <a:pt x="479431" y="70967"/>
                </a:lnTo>
                <a:cubicBezTo>
                  <a:pt x="479431" y="76478"/>
                  <a:pt x="480406" y="80442"/>
                  <a:pt x="482356" y="82858"/>
                </a:cubicBezTo>
                <a:cubicBezTo>
                  <a:pt x="484306" y="85275"/>
                  <a:pt x="487528" y="86483"/>
                  <a:pt x="492022" y="86483"/>
                </a:cubicBezTo>
                <a:cubicBezTo>
                  <a:pt x="498720" y="86483"/>
                  <a:pt x="504846" y="82880"/>
                  <a:pt x="510400" y="75673"/>
                </a:cubicBezTo>
                <a:lnTo>
                  <a:pt x="510400" y="27344"/>
                </a:lnTo>
                <a:lnTo>
                  <a:pt x="522355" y="27344"/>
                </a:lnTo>
                <a:lnTo>
                  <a:pt x="522355" y="94813"/>
                </a:lnTo>
                <a:lnTo>
                  <a:pt x="510400" y="94813"/>
                </a:lnTo>
                <a:lnTo>
                  <a:pt x="510400" y="86229"/>
                </a:lnTo>
                <a:close/>
                <a:moveTo>
                  <a:pt x="582653" y="77072"/>
                </a:moveTo>
                <a:lnTo>
                  <a:pt x="582653" y="62128"/>
                </a:lnTo>
                <a:lnTo>
                  <a:pt x="574450" y="62128"/>
                </a:lnTo>
                <a:cubicBezTo>
                  <a:pt x="557068" y="62128"/>
                  <a:pt x="548378" y="66855"/>
                  <a:pt x="548378" y="76309"/>
                </a:cubicBezTo>
                <a:cubicBezTo>
                  <a:pt x="548378" y="79743"/>
                  <a:pt x="549650" y="82382"/>
                  <a:pt x="552193" y="84226"/>
                </a:cubicBezTo>
                <a:cubicBezTo>
                  <a:pt x="554737" y="86070"/>
                  <a:pt x="558171" y="86992"/>
                  <a:pt x="562495" y="86992"/>
                </a:cubicBezTo>
                <a:cubicBezTo>
                  <a:pt x="566437" y="86992"/>
                  <a:pt x="570253" y="86102"/>
                  <a:pt x="573941" y="84321"/>
                </a:cubicBezTo>
                <a:cubicBezTo>
                  <a:pt x="577629" y="82541"/>
                  <a:pt x="580533" y="80124"/>
                  <a:pt x="582653" y="77072"/>
                </a:cubicBezTo>
                <a:moveTo>
                  <a:pt x="582653" y="87882"/>
                </a:moveTo>
                <a:cubicBezTo>
                  <a:pt x="576548" y="93563"/>
                  <a:pt x="568684" y="96403"/>
                  <a:pt x="559061" y="96403"/>
                </a:cubicBezTo>
                <a:cubicBezTo>
                  <a:pt x="552363" y="96403"/>
                  <a:pt x="546852" y="94591"/>
                  <a:pt x="542527" y="90966"/>
                </a:cubicBezTo>
                <a:cubicBezTo>
                  <a:pt x="538203" y="87342"/>
                  <a:pt x="536041" y="82668"/>
                  <a:pt x="536041" y="76945"/>
                </a:cubicBezTo>
                <a:cubicBezTo>
                  <a:pt x="536041" y="61174"/>
                  <a:pt x="549628" y="53289"/>
                  <a:pt x="576803" y="53289"/>
                </a:cubicBezTo>
                <a:lnTo>
                  <a:pt x="582653" y="53289"/>
                </a:lnTo>
                <a:cubicBezTo>
                  <a:pt x="582653" y="48456"/>
                  <a:pt x="582399" y="44948"/>
                  <a:pt x="581890" y="42765"/>
                </a:cubicBezTo>
                <a:cubicBezTo>
                  <a:pt x="581381" y="40581"/>
                  <a:pt x="579961" y="38769"/>
                  <a:pt x="577629" y="37328"/>
                </a:cubicBezTo>
                <a:cubicBezTo>
                  <a:pt x="575298" y="35886"/>
                  <a:pt x="571588" y="35166"/>
                  <a:pt x="566501" y="35166"/>
                </a:cubicBezTo>
                <a:cubicBezTo>
                  <a:pt x="555818" y="35166"/>
                  <a:pt x="550307" y="38981"/>
                  <a:pt x="549968" y="46612"/>
                </a:cubicBezTo>
                <a:lnTo>
                  <a:pt x="538012" y="46612"/>
                </a:lnTo>
                <a:cubicBezTo>
                  <a:pt x="538903" y="32749"/>
                  <a:pt x="548611" y="25818"/>
                  <a:pt x="567137" y="25818"/>
                </a:cubicBezTo>
                <a:cubicBezTo>
                  <a:pt x="575785" y="25818"/>
                  <a:pt x="582526" y="27535"/>
                  <a:pt x="587359" y="30969"/>
                </a:cubicBezTo>
                <a:cubicBezTo>
                  <a:pt x="592192" y="34402"/>
                  <a:pt x="594608" y="41143"/>
                  <a:pt x="594608" y="51190"/>
                </a:cubicBezTo>
                <a:lnTo>
                  <a:pt x="594608" y="94813"/>
                </a:lnTo>
                <a:lnTo>
                  <a:pt x="582653" y="94813"/>
                </a:lnTo>
                <a:lnTo>
                  <a:pt x="582653" y="87882"/>
                </a:lnTo>
                <a:close/>
                <a:moveTo>
                  <a:pt x="624856" y="94813"/>
                </a:moveTo>
                <a:lnTo>
                  <a:pt x="612838" y="94813"/>
                </a:lnTo>
                <a:lnTo>
                  <a:pt x="612838" y="1590"/>
                </a:lnTo>
                <a:lnTo>
                  <a:pt x="624856" y="1590"/>
                </a:lnTo>
                <a:lnTo>
                  <a:pt x="624856" y="94813"/>
                </a:lnTo>
                <a:close/>
                <a:moveTo>
                  <a:pt x="654158" y="94813"/>
                </a:moveTo>
                <a:lnTo>
                  <a:pt x="642140" y="94813"/>
                </a:lnTo>
                <a:lnTo>
                  <a:pt x="642140" y="27344"/>
                </a:lnTo>
                <a:lnTo>
                  <a:pt x="654158" y="27344"/>
                </a:lnTo>
                <a:lnTo>
                  <a:pt x="654158" y="94813"/>
                </a:lnTo>
                <a:moveTo>
                  <a:pt x="654158" y="14562"/>
                </a:moveTo>
                <a:lnTo>
                  <a:pt x="642140" y="14562"/>
                </a:lnTo>
                <a:lnTo>
                  <a:pt x="642140" y="1590"/>
                </a:lnTo>
                <a:lnTo>
                  <a:pt x="654158" y="1590"/>
                </a:lnTo>
                <a:lnTo>
                  <a:pt x="654158" y="14562"/>
                </a:lnTo>
                <a:close/>
                <a:moveTo>
                  <a:pt x="697876" y="94941"/>
                </a:moveTo>
                <a:cubicBezTo>
                  <a:pt x="695248" y="95449"/>
                  <a:pt x="692386" y="95704"/>
                  <a:pt x="689291" y="95704"/>
                </a:cubicBezTo>
                <a:cubicBezTo>
                  <a:pt x="684374" y="95704"/>
                  <a:pt x="680770" y="94824"/>
                  <a:pt x="678481" y="93065"/>
                </a:cubicBezTo>
                <a:cubicBezTo>
                  <a:pt x="676192" y="91305"/>
                  <a:pt x="674772" y="89048"/>
                  <a:pt x="674221" y="86292"/>
                </a:cubicBezTo>
                <a:cubicBezTo>
                  <a:pt x="673669" y="83537"/>
                  <a:pt x="673394" y="79785"/>
                  <a:pt x="673394" y="75037"/>
                </a:cubicBezTo>
                <a:lnTo>
                  <a:pt x="673394" y="36755"/>
                </a:lnTo>
                <a:lnTo>
                  <a:pt x="665063" y="36755"/>
                </a:lnTo>
                <a:lnTo>
                  <a:pt x="665063" y="27344"/>
                </a:lnTo>
                <a:lnTo>
                  <a:pt x="673394" y="27344"/>
                </a:lnTo>
                <a:lnTo>
                  <a:pt x="673394" y="10556"/>
                </a:lnTo>
                <a:lnTo>
                  <a:pt x="685349" y="10556"/>
                </a:lnTo>
                <a:lnTo>
                  <a:pt x="685349" y="27344"/>
                </a:lnTo>
                <a:lnTo>
                  <a:pt x="696286" y="27344"/>
                </a:lnTo>
                <a:lnTo>
                  <a:pt x="696286" y="36755"/>
                </a:lnTo>
                <a:lnTo>
                  <a:pt x="685349" y="36755"/>
                </a:lnTo>
                <a:lnTo>
                  <a:pt x="685349" y="75673"/>
                </a:lnTo>
                <a:cubicBezTo>
                  <a:pt x="685349" y="80294"/>
                  <a:pt x="685932" y="83229"/>
                  <a:pt x="687098" y="84480"/>
                </a:cubicBezTo>
                <a:cubicBezTo>
                  <a:pt x="688263" y="85731"/>
                  <a:pt x="689864" y="86356"/>
                  <a:pt x="691899" y="86356"/>
                </a:cubicBezTo>
                <a:cubicBezTo>
                  <a:pt x="693976" y="86356"/>
                  <a:pt x="695968" y="86186"/>
                  <a:pt x="697876" y="85847"/>
                </a:cubicBezTo>
                <a:lnTo>
                  <a:pt x="697876" y="94941"/>
                </a:lnTo>
                <a:close/>
                <a:moveTo>
                  <a:pt x="711541" y="111093"/>
                </a:moveTo>
                <a:cubicBezTo>
                  <a:pt x="717476" y="111093"/>
                  <a:pt x="722330" y="105666"/>
                  <a:pt x="726103" y="94813"/>
                </a:cubicBezTo>
                <a:lnTo>
                  <a:pt x="700604" y="27344"/>
                </a:lnTo>
                <a:lnTo>
                  <a:pt x="713576" y="27344"/>
                </a:lnTo>
                <a:lnTo>
                  <a:pt x="731445" y="80124"/>
                </a:lnTo>
                <a:lnTo>
                  <a:pt x="749314" y="27344"/>
                </a:lnTo>
                <a:lnTo>
                  <a:pt x="762286" y="27344"/>
                </a:lnTo>
                <a:lnTo>
                  <a:pt x="736787" y="94813"/>
                </a:lnTo>
                <a:cubicBezTo>
                  <a:pt x="734328" y="101257"/>
                  <a:pt x="732240" y="106228"/>
                  <a:pt x="730523" y="109725"/>
                </a:cubicBezTo>
                <a:cubicBezTo>
                  <a:pt x="728806" y="113223"/>
                  <a:pt x="726559" y="116169"/>
                  <a:pt x="723782" y="118565"/>
                </a:cubicBezTo>
                <a:cubicBezTo>
                  <a:pt x="721006" y="120960"/>
                  <a:pt x="717603" y="122157"/>
                  <a:pt x="713576" y="122157"/>
                </a:cubicBezTo>
                <a:cubicBezTo>
                  <a:pt x="710566" y="122157"/>
                  <a:pt x="707980" y="121861"/>
                  <a:pt x="705818" y="121267"/>
                </a:cubicBezTo>
                <a:lnTo>
                  <a:pt x="705818" y="110202"/>
                </a:lnTo>
                <a:cubicBezTo>
                  <a:pt x="707683" y="110796"/>
                  <a:pt x="709591" y="111093"/>
                  <a:pt x="711541" y="111093"/>
                </a:cubicBezTo>
                <a:close/>
                <a:moveTo>
                  <a:pt x="763847" y="94813"/>
                </a:moveTo>
                <a:lnTo>
                  <a:pt x="763847" y="94813"/>
                </a:lnTo>
                <a:close/>
              </a:path>
            </a:pathLst>
          </a:custGeom>
          <a:solidFill xmlns:a="http://schemas.openxmlformats.org/drawingml/2006/main">
            <a:srgbClr val="000000"/>
          </a:solidFill>
          <a:ln xmlns:a="http://schemas.openxmlformats.org/drawingml/2006/main" w="0" cap="flat">
            <a:noFill/>
            <a:miter/>
          </a:ln>
        </p:spPr>
      </p:sp>
      <p:sp>
        <p:nvSpPr>
          <p:cNvPr id="106" name="Text Assessment">
            <a:extLst xmlns:a="http://schemas.openxmlformats.org/drawingml/2006/main">
              <a:ext uri="{FF2B5EF4-FFF2-40B4-BE49-F238E27FC236}">
                <a16:creationId xmlns:a16="http://schemas.microsoft.com/office/drawing/2014/main" id="{4F3679C1-6DAC-4152-9E13-97370FC2E98A}"/>
              </a:ext>
            </a:extLst>
          </p:cNvPr>
          <p:cNvSpPr>
            <a:spLocks xmlns:a="http://schemas.openxmlformats.org/drawingml/2006/main" noGrp="1"/>
          </p:cNvSpPr>
          <p:nvPr/>
        </p:nvSpPr>
        <p:spPr>
          <a:xfrm xmlns:a="http://schemas.openxmlformats.org/drawingml/2006/main">
            <a:off x="2993942" y="556908"/>
            <a:ext cx="708447" cy="94813"/>
          </a:xfrm>
          <a:custGeom xmlns:a="http://schemas.openxmlformats.org/drawingml/2006/main">
            <a:pathLst>
              <a:path w="708447" h="94813">
                <a:moveTo>
                  <a:pt x="58758" y="55069"/>
                </a:moveTo>
                <a:lnTo>
                  <a:pt x="42351" y="11828"/>
                </a:lnTo>
                <a:lnTo>
                  <a:pt x="26708" y="55069"/>
                </a:lnTo>
                <a:lnTo>
                  <a:pt x="58758" y="55069"/>
                </a:lnTo>
                <a:moveTo>
                  <a:pt x="87119" y="93224"/>
                </a:moveTo>
                <a:lnTo>
                  <a:pt x="73193" y="93224"/>
                </a:lnTo>
                <a:lnTo>
                  <a:pt x="62382" y="64862"/>
                </a:lnTo>
                <a:lnTo>
                  <a:pt x="23338" y="64862"/>
                </a:lnTo>
                <a:lnTo>
                  <a:pt x="13036" y="93224"/>
                </a:lnTo>
                <a:lnTo>
                  <a:pt x="0" y="93224"/>
                </a:lnTo>
                <a:lnTo>
                  <a:pt x="35801" y="0"/>
                </a:lnTo>
                <a:lnTo>
                  <a:pt x="49092" y="0"/>
                </a:lnTo>
                <a:lnTo>
                  <a:pt x="87119" y="93224"/>
                </a:lnTo>
                <a:close/>
                <a:moveTo>
                  <a:pt x="119959" y="94813"/>
                </a:moveTo>
                <a:cubicBezTo>
                  <a:pt x="101518" y="94813"/>
                  <a:pt x="91873" y="87564"/>
                  <a:pt x="91025" y="73066"/>
                </a:cubicBezTo>
                <a:lnTo>
                  <a:pt x="103044" y="73066"/>
                </a:lnTo>
                <a:cubicBezTo>
                  <a:pt x="103129" y="81290"/>
                  <a:pt x="108725" y="85402"/>
                  <a:pt x="119832" y="85402"/>
                </a:cubicBezTo>
                <a:cubicBezTo>
                  <a:pt x="124792" y="85402"/>
                  <a:pt x="128575" y="84374"/>
                  <a:pt x="131183" y="82318"/>
                </a:cubicBezTo>
                <a:cubicBezTo>
                  <a:pt x="133790" y="80262"/>
                  <a:pt x="135093" y="77686"/>
                  <a:pt x="135093" y="74592"/>
                </a:cubicBezTo>
                <a:cubicBezTo>
                  <a:pt x="135093" y="71539"/>
                  <a:pt x="133822" y="69388"/>
                  <a:pt x="131278" y="68137"/>
                </a:cubicBezTo>
                <a:cubicBezTo>
                  <a:pt x="128734" y="66887"/>
                  <a:pt x="123488" y="65265"/>
                  <a:pt x="115539" y="63273"/>
                </a:cubicBezTo>
                <a:cubicBezTo>
                  <a:pt x="107590" y="61280"/>
                  <a:pt x="101783" y="59054"/>
                  <a:pt x="98116" y="56596"/>
                </a:cubicBezTo>
                <a:cubicBezTo>
                  <a:pt x="94448" y="54137"/>
                  <a:pt x="92615" y="49813"/>
                  <a:pt x="92615" y="43623"/>
                </a:cubicBezTo>
                <a:cubicBezTo>
                  <a:pt x="92615" y="38027"/>
                  <a:pt x="94894" y="33396"/>
                  <a:pt x="99451" y="29729"/>
                </a:cubicBezTo>
                <a:cubicBezTo>
                  <a:pt x="104008" y="26062"/>
                  <a:pt x="110102" y="24228"/>
                  <a:pt x="117733" y="24228"/>
                </a:cubicBezTo>
                <a:cubicBezTo>
                  <a:pt x="135411" y="24228"/>
                  <a:pt x="144441" y="30523"/>
                  <a:pt x="144823" y="43114"/>
                </a:cubicBezTo>
                <a:lnTo>
                  <a:pt x="132868" y="43114"/>
                </a:lnTo>
                <a:cubicBezTo>
                  <a:pt x="132444" y="36755"/>
                  <a:pt x="127675" y="33576"/>
                  <a:pt x="118560" y="33576"/>
                </a:cubicBezTo>
                <a:cubicBezTo>
                  <a:pt x="114532" y="33576"/>
                  <a:pt x="111194" y="34339"/>
                  <a:pt x="108544" y="35865"/>
                </a:cubicBezTo>
                <a:cubicBezTo>
                  <a:pt x="105895" y="37391"/>
                  <a:pt x="104570" y="39617"/>
                  <a:pt x="104570" y="42542"/>
                </a:cubicBezTo>
                <a:cubicBezTo>
                  <a:pt x="104570" y="45170"/>
                  <a:pt x="105587" y="47068"/>
                  <a:pt x="107622" y="48233"/>
                </a:cubicBezTo>
                <a:cubicBezTo>
                  <a:pt x="109657" y="49399"/>
                  <a:pt x="114755" y="50968"/>
                  <a:pt x="122916" y="52939"/>
                </a:cubicBezTo>
                <a:cubicBezTo>
                  <a:pt x="131077" y="54910"/>
                  <a:pt x="137139" y="57210"/>
                  <a:pt x="141103" y="59839"/>
                </a:cubicBezTo>
                <a:cubicBezTo>
                  <a:pt x="145067" y="62467"/>
                  <a:pt x="147048" y="67003"/>
                  <a:pt x="147048" y="73447"/>
                </a:cubicBezTo>
                <a:cubicBezTo>
                  <a:pt x="147048" y="79594"/>
                  <a:pt x="144600" y="84692"/>
                  <a:pt x="139704" y="88741"/>
                </a:cubicBezTo>
                <a:cubicBezTo>
                  <a:pt x="134807" y="92789"/>
                  <a:pt x="128226" y="94813"/>
                  <a:pt x="119959" y="94813"/>
                </a:cubicBezTo>
                <a:close/>
                <a:moveTo>
                  <a:pt x="185102" y="94813"/>
                </a:moveTo>
                <a:cubicBezTo>
                  <a:pt x="166661" y="94813"/>
                  <a:pt x="157016" y="87564"/>
                  <a:pt x="156168" y="73066"/>
                </a:cubicBezTo>
                <a:lnTo>
                  <a:pt x="168187" y="73066"/>
                </a:lnTo>
                <a:cubicBezTo>
                  <a:pt x="168271" y="81290"/>
                  <a:pt x="173867" y="85402"/>
                  <a:pt x="184975" y="85402"/>
                </a:cubicBezTo>
                <a:cubicBezTo>
                  <a:pt x="189935" y="85402"/>
                  <a:pt x="193718" y="84374"/>
                  <a:pt x="196325" y="82318"/>
                </a:cubicBezTo>
                <a:cubicBezTo>
                  <a:pt x="198933" y="80262"/>
                  <a:pt x="200236" y="77686"/>
                  <a:pt x="200236" y="74592"/>
                </a:cubicBezTo>
                <a:cubicBezTo>
                  <a:pt x="200236" y="71539"/>
                  <a:pt x="198965" y="69388"/>
                  <a:pt x="196421" y="68137"/>
                </a:cubicBezTo>
                <a:cubicBezTo>
                  <a:pt x="193877" y="66887"/>
                  <a:pt x="188631" y="65265"/>
                  <a:pt x="180682" y="63273"/>
                </a:cubicBezTo>
                <a:cubicBezTo>
                  <a:pt x="172733" y="61280"/>
                  <a:pt x="166925" y="59054"/>
                  <a:pt x="163258" y="56596"/>
                </a:cubicBezTo>
                <a:cubicBezTo>
                  <a:pt x="159591" y="54137"/>
                  <a:pt x="157758" y="49813"/>
                  <a:pt x="157758" y="43623"/>
                </a:cubicBezTo>
                <a:cubicBezTo>
                  <a:pt x="157758" y="38027"/>
                  <a:pt x="160036" y="33396"/>
                  <a:pt x="164594" y="29729"/>
                </a:cubicBezTo>
                <a:cubicBezTo>
                  <a:pt x="169151" y="26062"/>
                  <a:pt x="175245" y="24228"/>
                  <a:pt x="182876" y="24228"/>
                </a:cubicBezTo>
                <a:cubicBezTo>
                  <a:pt x="200554" y="24228"/>
                  <a:pt x="209584" y="30523"/>
                  <a:pt x="209966" y="43114"/>
                </a:cubicBezTo>
                <a:lnTo>
                  <a:pt x="198011" y="43114"/>
                </a:lnTo>
                <a:cubicBezTo>
                  <a:pt x="197587" y="36755"/>
                  <a:pt x="192817" y="33576"/>
                  <a:pt x="183703" y="33576"/>
                </a:cubicBezTo>
                <a:cubicBezTo>
                  <a:pt x="179675" y="33576"/>
                  <a:pt x="176337" y="34339"/>
                  <a:pt x="173687" y="35865"/>
                </a:cubicBezTo>
                <a:cubicBezTo>
                  <a:pt x="171038" y="37391"/>
                  <a:pt x="169713" y="39617"/>
                  <a:pt x="169713" y="42542"/>
                </a:cubicBezTo>
                <a:cubicBezTo>
                  <a:pt x="169713" y="45170"/>
                  <a:pt x="170730" y="47068"/>
                  <a:pt x="172765" y="48233"/>
                </a:cubicBezTo>
                <a:cubicBezTo>
                  <a:pt x="174800" y="49399"/>
                  <a:pt x="179898" y="50968"/>
                  <a:pt x="188059" y="52939"/>
                </a:cubicBezTo>
                <a:cubicBezTo>
                  <a:pt x="196220" y="54910"/>
                  <a:pt x="202282" y="57210"/>
                  <a:pt x="206246" y="59839"/>
                </a:cubicBezTo>
                <a:cubicBezTo>
                  <a:pt x="210209" y="62467"/>
                  <a:pt x="212191" y="67003"/>
                  <a:pt x="212191" y="73447"/>
                </a:cubicBezTo>
                <a:cubicBezTo>
                  <a:pt x="212191" y="79594"/>
                  <a:pt x="209743" y="84692"/>
                  <a:pt x="204847" y="88741"/>
                </a:cubicBezTo>
                <a:cubicBezTo>
                  <a:pt x="199950" y="92789"/>
                  <a:pt x="193369" y="94813"/>
                  <a:pt x="185102" y="94813"/>
                </a:cubicBezTo>
                <a:close/>
                <a:moveTo>
                  <a:pt x="254823" y="94813"/>
                </a:moveTo>
                <a:cubicBezTo>
                  <a:pt x="244903" y="94813"/>
                  <a:pt x="236933" y="91708"/>
                  <a:pt x="230913" y="85497"/>
                </a:cubicBezTo>
                <a:cubicBezTo>
                  <a:pt x="224893" y="79287"/>
                  <a:pt x="221883" y="70628"/>
                  <a:pt x="221883" y="59521"/>
                </a:cubicBezTo>
                <a:cubicBezTo>
                  <a:pt x="221883" y="48498"/>
                  <a:pt x="224798" y="39861"/>
                  <a:pt x="230627" y="33608"/>
                </a:cubicBezTo>
                <a:cubicBezTo>
                  <a:pt x="236456" y="27355"/>
                  <a:pt x="244076" y="24228"/>
                  <a:pt x="253488" y="24228"/>
                </a:cubicBezTo>
                <a:cubicBezTo>
                  <a:pt x="263111" y="24228"/>
                  <a:pt x="270795" y="27302"/>
                  <a:pt x="276539" y="33449"/>
                </a:cubicBezTo>
                <a:cubicBezTo>
                  <a:pt x="282284" y="39596"/>
                  <a:pt x="285156" y="48286"/>
                  <a:pt x="285156" y="59521"/>
                </a:cubicBezTo>
                <a:lnTo>
                  <a:pt x="285156" y="62382"/>
                </a:lnTo>
                <a:lnTo>
                  <a:pt x="234347" y="62382"/>
                </a:lnTo>
                <a:cubicBezTo>
                  <a:pt x="234856" y="70183"/>
                  <a:pt x="237007" y="75969"/>
                  <a:pt x="240801" y="79743"/>
                </a:cubicBezTo>
                <a:cubicBezTo>
                  <a:pt x="244596" y="83516"/>
                  <a:pt x="249270" y="85402"/>
                  <a:pt x="254823" y="85402"/>
                </a:cubicBezTo>
                <a:cubicBezTo>
                  <a:pt x="259020" y="85402"/>
                  <a:pt x="262804" y="84332"/>
                  <a:pt x="266174" y="82191"/>
                </a:cubicBezTo>
                <a:cubicBezTo>
                  <a:pt x="269544" y="80050"/>
                  <a:pt x="271314" y="77008"/>
                  <a:pt x="271484" y="73066"/>
                </a:cubicBezTo>
                <a:lnTo>
                  <a:pt x="283884" y="73066"/>
                </a:lnTo>
                <a:cubicBezTo>
                  <a:pt x="282951" y="80018"/>
                  <a:pt x="279804" y="85381"/>
                  <a:pt x="274441" y="89154"/>
                </a:cubicBezTo>
                <a:cubicBezTo>
                  <a:pt x="269078" y="92927"/>
                  <a:pt x="262539" y="94813"/>
                  <a:pt x="254823" y="94813"/>
                </a:cubicBezTo>
                <a:moveTo>
                  <a:pt x="272501" y="52971"/>
                </a:moveTo>
                <a:cubicBezTo>
                  <a:pt x="271526" y="46485"/>
                  <a:pt x="269343" y="41631"/>
                  <a:pt x="265951" y="38409"/>
                </a:cubicBezTo>
                <a:cubicBezTo>
                  <a:pt x="262560" y="35187"/>
                  <a:pt x="258405" y="33576"/>
                  <a:pt x="253488" y="33576"/>
                </a:cubicBezTo>
                <a:cubicBezTo>
                  <a:pt x="248697" y="33576"/>
                  <a:pt x="244585" y="35176"/>
                  <a:pt x="241151" y="38377"/>
                </a:cubicBezTo>
                <a:cubicBezTo>
                  <a:pt x="237717" y="41578"/>
                  <a:pt x="235534" y="46442"/>
                  <a:pt x="234601" y="52971"/>
                </a:cubicBezTo>
                <a:lnTo>
                  <a:pt x="272501" y="52971"/>
                </a:lnTo>
                <a:close/>
                <a:moveTo>
                  <a:pt x="322680" y="94813"/>
                </a:moveTo>
                <a:cubicBezTo>
                  <a:pt x="304239" y="94813"/>
                  <a:pt x="294595" y="87564"/>
                  <a:pt x="293747" y="73066"/>
                </a:cubicBezTo>
                <a:lnTo>
                  <a:pt x="305765" y="73066"/>
                </a:lnTo>
                <a:cubicBezTo>
                  <a:pt x="305850" y="81290"/>
                  <a:pt x="311446" y="85402"/>
                  <a:pt x="322553" y="85402"/>
                </a:cubicBezTo>
                <a:cubicBezTo>
                  <a:pt x="327513" y="85402"/>
                  <a:pt x="331297" y="84374"/>
                  <a:pt x="333904" y="82318"/>
                </a:cubicBezTo>
                <a:cubicBezTo>
                  <a:pt x="336511" y="80262"/>
                  <a:pt x="337815" y="77686"/>
                  <a:pt x="337815" y="74592"/>
                </a:cubicBezTo>
                <a:cubicBezTo>
                  <a:pt x="337815" y="71539"/>
                  <a:pt x="336543" y="69388"/>
                  <a:pt x="334000" y="68137"/>
                </a:cubicBezTo>
                <a:cubicBezTo>
                  <a:pt x="331456" y="66887"/>
                  <a:pt x="326210" y="65265"/>
                  <a:pt x="318261" y="63273"/>
                </a:cubicBezTo>
                <a:cubicBezTo>
                  <a:pt x="310312" y="61280"/>
                  <a:pt x="304504" y="59054"/>
                  <a:pt x="300837" y="56596"/>
                </a:cubicBezTo>
                <a:cubicBezTo>
                  <a:pt x="297170" y="54137"/>
                  <a:pt x="295337" y="49813"/>
                  <a:pt x="295337" y="43623"/>
                </a:cubicBezTo>
                <a:cubicBezTo>
                  <a:pt x="295337" y="38027"/>
                  <a:pt x="297615" y="33396"/>
                  <a:pt x="302173" y="29729"/>
                </a:cubicBezTo>
                <a:cubicBezTo>
                  <a:pt x="306730" y="26062"/>
                  <a:pt x="312824" y="24228"/>
                  <a:pt x="320455" y="24228"/>
                </a:cubicBezTo>
                <a:cubicBezTo>
                  <a:pt x="338133" y="24228"/>
                  <a:pt x="347163" y="30523"/>
                  <a:pt x="347544" y="43114"/>
                </a:cubicBezTo>
                <a:lnTo>
                  <a:pt x="335589" y="43114"/>
                </a:lnTo>
                <a:cubicBezTo>
                  <a:pt x="335165" y="36755"/>
                  <a:pt x="330396" y="33576"/>
                  <a:pt x="321281" y="33576"/>
                </a:cubicBezTo>
                <a:cubicBezTo>
                  <a:pt x="317254" y="33576"/>
                  <a:pt x="313916" y="34339"/>
                  <a:pt x="311266" y="35865"/>
                </a:cubicBezTo>
                <a:cubicBezTo>
                  <a:pt x="308616" y="37391"/>
                  <a:pt x="307292" y="39617"/>
                  <a:pt x="307292" y="42542"/>
                </a:cubicBezTo>
                <a:cubicBezTo>
                  <a:pt x="307292" y="45170"/>
                  <a:pt x="308309" y="47068"/>
                  <a:pt x="310344" y="48233"/>
                </a:cubicBezTo>
                <a:cubicBezTo>
                  <a:pt x="312379" y="49399"/>
                  <a:pt x="317477" y="50968"/>
                  <a:pt x="325637" y="52939"/>
                </a:cubicBezTo>
                <a:cubicBezTo>
                  <a:pt x="333798" y="54910"/>
                  <a:pt x="339861" y="57210"/>
                  <a:pt x="343824" y="59839"/>
                </a:cubicBezTo>
                <a:cubicBezTo>
                  <a:pt x="347788" y="62467"/>
                  <a:pt x="349770" y="67003"/>
                  <a:pt x="349770" y="73447"/>
                </a:cubicBezTo>
                <a:cubicBezTo>
                  <a:pt x="349770" y="79594"/>
                  <a:pt x="347322" y="84692"/>
                  <a:pt x="342425" y="88741"/>
                </a:cubicBezTo>
                <a:cubicBezTo>
                  <a:pt x="337529" y="92789"/>
                  <a:pt x="330947" y="94813"/>
                  <a:pt x="322680" y="94813"/>
                </a:cubicBezTo>
                <a:close/>
                <a:moveTo>
                  <a:pt x="387823" y="94813"/>
                </a:moveTo>
                <a:cubicBezTo>
                  <a:pt x="369382" y="94813"/>
                  <a:pt x="359738" y="87564"/>
                  <a:pt x="358890" y="73066"/>
                </a:cubicBezTo>
                <a:lnTo>
                  <a:pt x="370908" y="73066"/>
                </a:lnTo>
                <a:cubicBezTo>
                  <a:pt x="370993" y="81290"/>
                  <a:pt x="376589" y="85402"/>
                  <a:pt x="387696" y="85402"/>
                </a:cubicBezTo>
                <a:cubicBezTo>
                  <a:pt x="392656" y="85402"/>
                  <a:pt x="396440" y="84374"/>
                  <a:pt x="399047" y="82318"/>
                </a:cubicBezTo>
                <a:cubicBezTo>
                  <a:pt x="401654" y="80262"/>
                  <a:pt x="402958" y="77686"/>
                  <a:pt x="402958" y="74592"/>
                </a:cubicBezTo>
                <a:cubicBezTo>
                  <a:pt x="402958" y="71539"/>
                  <a:pt x="401686" y="69388"/>
                  <a:pt x="399143" y="68137"/>
                </a:cubicBezTo>
                <a:cubicBezTo>
                  <a:pt x="396599" y="66887"/>
                  <a:pt x="391353" y="65265"/>
                  <a:pt x="383404" y="63273"/>
                </a:cubicBezTo>
                <a:cubicBezTo>
                  <a:pt x="375455" y="61280"/>
                  <a:pt x="369647" y="59054"/>
                  <a:pt x="365980" y="56596"/>
                </a:cubicBezTo>
                <a:cubicBezTo>
                  <a:pt x="362313" y="54137"/>
                  <a:pt x="360480" y="49813"/>
                  <a:pt x="360480" y="43623"/>
                </a:cubicBezTo>
                <a:cubicBezTo>
                  <a:pt x="360480" y="38027"/>
                  <a:pt x="362758" y="33396"/>
                  <a:pt x="367316" y="29729"/>
                </a:cubicBezTo>
                <a:cubicBezTo>
                  <a:pt x="371873" y="26062"/>
                  <a:pt x="377967" y="24228"/>
                  <a:pt x="385598" y="24228"/>
                </a:cubicBezTo>
                <a:cubicBezTo>
                  <a:pt x="403276" y="24228"/>
                  <a:pt x="412306" y="30523"/>
                  <a:pt x="412687" y="43114"/>
                </a:cubicBezTo>
                <a:lnTo>
                  <a:pt x="400732" y="43114"/>
                </a:lnTo>
                <a:cubicBezTo>
                  <a:pt x="400308" y="36755"/>
                  <a:pt x="395539" y="33576"/>
                  <a:pt x="386424" y="33576"/>
                </a:cubicBezTo>
                <a:cubicBezTo>
                  <a:pt x="382397" y="33576"/>
                  <a:pt x="379059" y="34339"/>
                  <a:pt x="376409" y="35865"/>
                </a:cubicBezTo>
                <a:cubicBezTo>
                  <a:pt x="373759" y="37391"/>
                  <a:pt x="372435" y="39617"/>
                  <a:pt x="372435" y="42542"/>
                </a:cubicBezTo>
                <a:cubicBezTo>
                  <a:pt x="372435" y="45170"/>
                  <a:pt x="373452" y="47068"/>
                  <a:pt x="375487" y="48233"/>
                </a:cubicBezTo>
                <a:cubicBezTo>
                  <a:pt x="377522" y="49399"/>
                  <a:pt x="382620" y="50968"/>
                  <a:pt x="390780" y="52939"/>
                </a:cubicBezTo>
                <a:cubicBezTo>
                  <a:pt x="398941" y="54910"/>
                  <a:pt x="405004" y="57210"/>
                  <a:pt x="408967" y="59839"/>
                </a:cubicBezTo>
                <a:cubicBezTo>
                  <a:pt x="412931" y="62467"/>
                  <a:pt x="414913" y="67003"/>
                  <a:pt x="414913" y="73447"/>
                </a:cubicBezTo>
                <a:cubicBezTo>
                  <a:pt x="414913" y="79594"/>
                  <a:pt x="412465" y="84692"/>
                  <a:pt x="407568" y="88741"/>
                </a:cubicBezTo>
                <a:cubicBezTo>
                  <a:pt x="402672" y="92789"/>
                  <a:pt x="396090" y="94813"/>
                  <a:pt x="387823" y="94813"/>
                </a:cubicBezTo>
                <a:close/>
                <a:moveTo>
                  <a:pt x="520054" y="93224"/>
                </a:moveTo>
                <a:lnTo>
                  <a:pt x="508036" y="93224"/>
                </a:lnTo>
                <a:lnTo>
                  <a:pt x="508036" y="49601"/>
                </a:lnTo>
                <a:cubicBezTo>
                  <a:pt x="508036" y="44005"/>
                  <a:pt x="507230" y="40020"/>
                  <a:pt x="505619" y="37646"/>
                </a:cubicBezTo>
                <a:cubicBezTo>
                  <a:pt x="504008" y="35272"/>
                  <a:pt x="501316" y="34085"/>
                  <a:pt x="497543" y="34085"/>
                </a:cubicBezTo>
                <a:cubicBezTo>
                  <a:pt x="491735" y="34085"/>
                  <a:pt x="486034" y="37688"/>
                  <a:pt x="480438" y="44895"/>
                </a:cubicBezTo>
                <a:lnTo>
                  <a:pt x="480438" y="93224"/>
                </a:lnTo>
                <a:lnTo>
                  <a:pt x="468483" y="93224"/>
                </a:lnTo>
                <a:lnTo>
                  <a:pt x="468483" y="49601"/>
                </a:lnTo>
                <a:cubicBezTo>
                  <a:pt x="468483" y="44005"/>
                  <a:pt x="467677" y="40020"/>
                  <a:pt x="466066" y="37646"/>
                </a:cubicBezTo>
                <a:cubicBezTo>
                  <a:pt x="464455" y="35272"/>
                  <a:pt x="461742" y="34085"/>
                  <a:pt x="457927" y="34085"/>
                </a:cubicBezTo>
                <a:cubicBezTo>
                  <a:pt x="452119" y="34085"/>
                  <a:pt x="446438" y="37688"/>
                  <a:pt x="440884" y="44895"/>
                </a:cubicBezTo>
                <a:lnTo>
                  <a:pt x="440884" y="93224"/>
                </a:lnTo>
                <a:lnTo>
                  <a:pt x="428866" y="93224"/>
                </a:lnTo>
                <a:lnTo>
                  <a:pt x="428866" y="25754"/>
                </a:lnTo>
                <a:lnTo>
                  <a:pt x="440884" y="25754"/>
                </a:lnTo>
                <a:lnTo>
                  <a:pt x="440884" y="34339"/>
                </a:lnTo>
                <a:cubicBezTo>
                  <a:pt x="446565" y="27598"/>
                  <a:pt x="452860" y="24228"/>
                  <a:pt x="459771" y="24228"/>
                </a:cubicBezTo>
                <a:cubicBezTo>
                  <a:pt x="469648" y="24228"/>
                  <a:pt x="475944" y="28298"/>
                  <a:pt x="478657" y="36437"/>
                </a:cubicBezTo>
                <a:cubicBezTo>
                  <a:pt x="483151" y="31138"/>
                  <a:pt x="486966" y="27778"/>
                  <a:pt x="490103" y="26358"/>
                </a:cubicBezTo>
                <a:cubicBezTo>
                  <a:pt x="493240" y="24938"/>
                  <a:pt x="496314" y="24228"/>
                  <a:pt x="499324" y="24228"/>
                </a:cubicBezTo>
                <a:cubicBezTo>
                  <a:pt x="513144" y="24228"/>
                  <a:pt x="520054" y="32516"/>
                  <a:pt x="520054" y="49092"/>
                </a:cubicBezTo>
                <a:lnTo>
                  <a:pt x="520054" y="93224"/>
                </a:lnTo>
                <a:close/>
                <a:moveTo>
                  <a:pt x="566055" y="94813"/>
                </a:moveTo>
                <a:cubicBezTo>
                  <a:pt x="556135" y="94813"/>
                  <a:pt x="548165" y="91708"/>
                  <a:pt x="542145" y="85497"/>
                </a:cubicBezTo>
                <a:cubicBezTo>
                  <a:pt x="536125" y="79287"/>
                  <a:pt x="533115" y="70628"/>
                  <a:pt x="533115" y="59521"/>
                </a:cubicBezTo>
                <a:cubicBezTo>
                  <a:pt x="533115" y="48498"/>
                  <a:pt x="536030" y="39861"/>
                  <a:pt x="541859" y="33608"/>
                </a:cubicBezTo>
                <a:cubicBezTo>
                  <a:pt x="547688" y="27355"/>
                  <a:pt x="555308" y="24228"/>
                  <a:pt x="564720" y="24228"/>
                </a:cubicBezTo>
                <a:cubicBezTo>
                  <a:pt x="574343" y="24228"/>
                  <a:pt x="582027" y="27302"/>
                  <a:pt x="587771" y="33449"/>
                </a:cubicBezTo>
                <a:cubicBezTo>
                  <a:pt x="593516" y="39596"/>
                  <a:pt x="596388" y="48286"/>
                  <a:pt x="596388" y="59521"/>
                </a:cubicBezTo>
                <a:lnTo>
                  <a:pt x="596388" y="62382"/>
                </a:lnTo>
                <a:lnTo>
                  <a:pt x="545579" y="62382"/>
                </a:lnTo>
                <a:cubicBezTo>
                  <a:pt x="546088" y="70183"/>
                  <a:pt x="548239" y="75969"/>
                  <a:pt x="552033" y="79743"/>
                </a:cubicBezTo>
                <a:cubicBezTo>
                  <a:pt x="555828" y="83516"/>
                  <a:pt x="560502" y="85402"/>
                  <a:pt x="566055" y="85402"/>
                </a:cubicBezTo>
                <a:cubicBezTo>
                  <a:pt x="570252" y="85402"/>
                  <a:pt x="574036" y="84332"/>
                  <a:pt x="577406" y="82191"/>
                </a:cubicBezTo>
                <a:cubicBezTo>
                  <a:pt x="580776" y="80050"/>
                  <a:pt x="582546" y="77008"/>
                  <a:pt x="582716" y="73066"/>
                </a:cubicBezTo>
                <a:lnTo>
                  <a:pt x="595116" y="73066"/>
                </a:lnTo>
                <a:cubicBezTo>
                  <a:pt x="594183" y="80018"/>
                  <a:pt x="591036" y="85381"/>
                  <a:pt x="585673" y="89154"/>
                </a:cubicBezTo>
                <a:cubicBezTo>
                  <a:pt x="580310" y="92927"/>
                  <a:pt x="573771" y="94813"/>
                  <a:pt x="566055" y="94813"/>
                </a:cubicBezTo>
                <a:moveTo>
                  <a:pt x="583733" y="52971"/>
                </a:moveTo>
                <a:cubicBezTo>
                  <a:pt x="582758" y="46485"/>
                  <a:pt x="580575" y="41631"/>
                  <a:pt x="577183" y="38409"/>
                </a:cubicBezTo>
                <a:cubicBezTo>
                  <a:pt x="573792" y="35187"/>
                  <a:pt x="569637" y="33576"/>
                  <a:pt x="564720" y="33576"/>
                </a:cubicBezTo>
                <a:cubicBezTo>
                  <a:pt x="559929" y="33576"/>
                  <a:pt x="555817" y="35176"/>
                  <a:pt x="552383" y="38377"/>
                </a:cubicBezTo>
                <a:cubicBezTo>
                  <a:pt x="548949" y="41578"/>
                  <a:pt x="546766" y="46442"/>
                  <a:pt x="545833" y="52971"/>
                </a:cubicBezTo>
                <a:lnTo>
                  <a:pt x="583733" y="52971"/>
                </a:lnTo>
                <a:close/>
                <a:moveTo>
                  <a:pt x="621831" y="34339"/>
                </a:moveTo>
                <a:cubicBezTo>
                  <a:pt x="627808" y="27598"/>
                  <a:pt x="634527" y="24228"/>
                  <a:pt x="641989" y="24228"/>
                </a:cubicBezTo>
                <a:cubicBezTo>
                  <a:pt x="657208" y="24228"/>
                  <a:pt x="664818" y="32516"/>
                  <a:pt x="664818" y="49092"/>
                </a:cubicBezTo>
                <a:lnTo>
                  <a:pt x="664818" y="93224"/>
                </a:lnTo>
                <a:lnTo>
                  <a:pt x="652799" y="93224"/>
                </a:lnTo>
                <a:lnTo>
                  <a:pt x="652799" y="49601"/>
                </a:lnTo>
                <a:cubicBezTo>
                  <a:pt x="652799" y="44089"/>
                  <a:pt x="651813" y="40126"/>
                  <a:pt x="649842" y="37709"/>
                </a:cubicBezTo>
                <a:cubicBezTo>
                  <a:pt x="647871" y="35293"/>
                  <a:pt x="644638" y="34085"/>
                  <a:pt x="640145" y="34085"/>
                </a:cubicBezTo>
                <a:cubicBezTo>
                  <a:pt x="634040" y="34085"/>
                  <a:pt x="627935" y="37688"/>
                  <a:pt x="621831" y="44895"/>
                </a:cubicBezTo>
                <a:lnTo>
                  <a:pt x="621831" y="93224"/>
                </a:lnTo>
                <a:lnTo>
                  <a:pt x="609812" y="93224"/>
                </a:lnTo>
                <a:lnTo>
                  <a:pt x="609812" y="25754"/>
                </a:lnTo>
                <a:lnTo>
                  <a:pt x="621831" y="25754"/>
                </a:lnTo>
                <a:lnTo>
                  <a:pt x="621831" y="34339"/>
                </a:lnTo>
                <a:close/>
                <a:moveTo>
                  <a:pt x="708447" y="93351"/>
                </a:moveTo>
                <a:cubicBezTo>
                  <a:pt x="705819" y="93860"/>
                  <a:pt x="702957" y="94114"/>
                  <a:pt x="699862" y="94114"/>
                </a:cubicBezTo>
                <a:cubicBezTo>
                  <a:pt x="694945" y="94114"/>
                  <a:pt x="691341" y="93234"/>
                  <a:pt x="689052" y="91475"/>
                </a:cubicBezTo>
                <a:cubicBezTo>
                  <a:pt x="686763" y="89716"/>
                  <a:pt x="685343" y="87458"/>
                  <a:pt x="684792" y="84703"/>
                </a:cubicBezTo>
                <a:cubicBezTo>
                  <a:pt x="684240" y="81947"/>
                  <a:pt x="683965" y="78195"/>
                  <a:pt x="683965" y="73447"/>
                </a:cubicBezTo>
                <a:lnTo>
                  <a:pt x="683965" y="35166"/>
                </a:lnTo>
                <a:lnTo>
                  <a:pt x="675634" y="35166"/>
                </a:lnTo>
                <a:lnTo>
                  <a:pt x="675634" y="25754"/>
                </a:lnTo>
                <a:lnTo>
                  <a:pt x="683965" y="25754"/>
                </a:lnTo>
                <a:lnTo>
                  <a:pt x="683965" y="8966"/>
                </a:lnTo>
                <a:lnTo>
                  <a:pt x="695920" y="8966"/>
                </a:lnTo>
                <a:lnTo>
                  <a:pt x="695920" y="25754"/>
                </a:lnTo>
                <a:lnTo>
                  <a:pt x="706857" y="25754"/>
                </a:lnTo>
                <a:lnTo>
                  <a:pt x="706857" y="35166"/>
                </a:lnTo>
                <a:lnTo>
                  <a:pt x="695920" y="35166"/>
                </a:lnTo>
                <a:lnTo>
                  <a:pt x="695920" y="74083"/>
                </a:lnTo>
                <a:cubicBezTo>
                  <a:pt x="695920" y="78704"/>
                  <a:pt x="696503" y="81640"/>
                  <a:pt x="697669" y="82890"/>
                </a:cubicBezTo>
                <a:cubicBezTo>
                  <a:pt x="698834" y="84141"/>
                  <a:pt x="700435" y="84766"/>
                  <a:pt x="702470" y="84766"/>
                </a:cubicBezTo>
                <a:cubicBezTo>
                  <a:pt x="704547" y="84766"/>
                  <a:pt x="706539" y="84597"/>
                  <a:pt x="708447" y="84257"/>
                </a:cubicBezTo>
                <a:lnTo>
                  <a:pt x="708447" y="93351"/>
                </a:lnTo>
                <a:close/>
              </a:path>
            </a:pathLst>
          </a:custGeom>
          <a:solidFill xmlns:a="http://schemas.openxmlformats.org/drawingml/2006/main">
            <a:srgbClr val="000000"/>
          </a:solidFill>
          <a:ln xmlns:a="http://schemas.openxmlformats.org/drawingml/2006/main" w="0" cap="flat">
            <a:noFill/>
            <a:miter/>
          </a:ln>
        </p:spPr>
      </p:sp>
      <p:sp>
        <p:nvSpPr>
          <p:cNvPr id="107" name="Vector element">
            <a:extLst xmlns:a="http://schemas.openxmlformats.org/drawingml/2006/main">
              <a:ext uri="{FF2B5EF4-FFF2-40B4-BE49-F238E27FC236}">
                <a16:creationId xmlns:a16="http://schemas.microsoft.com/office/drawing/2014/main" id="{37100714-0282-476F-8A97-767394FDABEE}"/>
              </a:ext>
            </a:extLst>
          </p:cNvPr>
          <p:cNvSpPr>
            <a:spLocks xmlns:a="http://schemas.openxmlformats.org/drawingml/2006/main" noGrp="1"/>
          </p:cNvSpPr>
          <p:nvPr/>
        </p:nvSpPr>
        <p:spPr>
          <a:xfrm xmlns:a="http://schemas.openxmlformats.org/drawingml/2006/main">
            <a:off x="4607667" y="1240089"/>
            <a:ext cx="10" cy="257211"/>
          </a:xfrm>
          <a:custGeom xmlns:a="http://schemas.openxmlformats.org/drawingml/2006/main">
            <a:pathLst>
              <a:path w="1" h="257211" fill="none">
                <a:moveTo>
                  <a:pt x="0" y="0"/>
                </a:moveTo>
                <a:lnTo>
                  <a:pt x="0" y="257211"/>
                </a:lnTo>
              </a:path>
            </a:pathLst>
          </a:custGeom>
          <a:noFill xmlns:a="http://schemas.openxmlformats.org/drawingml/2006/main"/>
          <a:ln xmlns:a="http://schemas.openxmlformats.org/drawingml/2006/main" w="16279" cap="rnd">
            <a:solidFill>
              <a:srgbClr val="000000"/>
            </a:solidFill>
            <a:round/>
          </a:ln>
        </p:spPr>
      </p:sp>
      <p:sp>
        <p:nvSpPr>
          <p:cNvPr id="108" name="Vector element">
            <a:extLst xmlns:a="http://schemas.openxmlformats.org/drawingml/2006/main">
              <a:ext uri="{FF2B5EF4-FFF2-40B4-BE49-F238E27FC236}">
                <a16:creationId xmlns:a16="http://schemas.microsoft.com/office/drawing/2014/main" id="{31F16A2F-51CA-46F6-B6E1-54D1A1E17AA5}"/>
              </a:ext>
            </a:extLst>
          </p:cNvPr>
          <p:cNvSpPr>
            <a:spLocks xmlns:a="http://schemas.openxmlformats.org/drawingml/2006/main" noGrp="1"/>
          </p:cNvSpPr>
          <p:nvPr/>
        </p:nvSpPr>
        <p:spPr>
          <a:xfrm xmlns:a="http://schemas.openxmlformats.org/drawingml/2006/main">
            <a:off x="4564039" y="1173019"/>
            <a:ext cx="87256" cy="87256"/>
          </a:xfrm>
          <a:custGeom xmlns:a="http://schemas.openxmlformats.org/drawingml/2006/main">
            <a:pathLst>
              <a:path w="87256" h="87256">
                <a:moveTo>
                  <a:pt x="43628" y="0"/>
                </a:moveTo>
                <a:cubicBezTo>
                  <a:pt x="45582" y="33861"/>
                  <a:pt x="61210" y="65117"/>
                  <a:pt x="87256" y="87256"/>
                </a:cubicBezTo>
                <a:cubicBezTo>
                  <a:pt x="59256" y="72931"/>
                  <a:pt x="27349" y="72931"/>
                  <a:pt x="0" y="87256"/>
                </a:cubicBezTo>
                <a:cubicBezTo>
                  <a:pt x="25396" y="65117"/>
                  <a:pt x="41675" y="33861"/>
                  <a:pt x="43628" y="0"/>
                </a:cubicBezTo>
              </a:path>
            </a:pathLst>
          </a:custGeom>
          <a:solidFill xmlns:a="http://schemas.openxmlformats.org/drawingml/2006/main">
            <a:srgbClr val="000000"/>
          </a:solidFill>
          <a:ln xmlns:a="http://schemas.openxmlformats.org/drawingml/2006/main" w="0" cap="flat">
            <a:noFill/>
            <a:miter/>
          </a:ln>
        </p:spPr>
      </p:sp>
      <p:sp>
        <p:nvSpPr>
          <p:cNvPr id="109" name="Vector element">
            <a:extLst xmlns:a="http://schemas.openxmlformats.org/drawingml/2006/main">
              <a:ext uri="{FF2B5EF4-FFF2-40B4-BE49-F238E27FC236}">
                <a16:creationId xmlns:a16="http://schemas.microsoft.com/office/drawing/2014/main" id="{E73FF322-DDA4-406D-90CF-D2E549EB68DF}"/>
              </a:ext>
            </a:extLst>
          </p:cNvPr>
          <p:cNvSpPr>
            <a:spLocks xmlns:a="http://schemas.openxmlformats.org/drawingml/2006/main" noGrp="1"/>
          </p:cNvSpPr>
          <p:nvPr/>
        </p:nvSpPr>
        <p:spPr>
          <a:xfrm xmlns:a="http://schemas.openxmlformats.org/drawingml/2006/main">
            <a:off x="2311001" y="998506"/>
            <a:ext cx="703260" cy="10"/>
          </a:xfrm>
          <a:custGeom xmlns:a="http://schemas.openxmlformats.org/drawingml/2006/main">
            <a:pathLst>
              <a:path w="703260" h="1" fill="none">
                <a:moveTo>
                  <a:pt x="0" y="0"/>
                </a:moveTo>
                <a:lnTo>
                  <a:pt x="703260" y="0"/>
                </a:lnTo>
              </a:path>
            </a:pathLst>
          </a:custGeom>
          <a:noFill xmlns:a="http://schemas.openxmlformats.org/drawingml/2006/main"/>
          <a:ln xmlns:a="http://schemas.openxmlformats.org/drawingml/2006/main" w="16279" cap="rnd">
            <a:solidFill>
              <a:srgbClr val="000000"/>
            </a:solidFill>
            <a:round/>
          </a:ln>
        </p:spPr>
      </p:sp>
      <p:sp>
        <p:nvSpPr>
          <p:cNvPr id="110" name="Vector element">
            <a:extLst xmlns:a="http://schemas.openxmlformats.org/drawingml/2006/main">
              <a:ext uri="{FF2B5EF4-FFF2-40B4-BE49-F238E27FC236}">
                <a16:creationId xmlns:a16="http://schemas.microsoft.com/office/drawing/2014/main" id="{79934489-0BEE-4C7D-B09C-2B96A41B0D30}"/>
              </a:ext>
            </a:extLst>
          </p:cNvPr>
          <p:cNvSpPr>
            <a:spLocks xmlns:a="http://schemas.openxmlformats.org/drawingml/2006/main" noGrp="1"/>
          </p:cNvSpPr>
          <p:nvPr/>
        </p:nvSpPr>
        <p:spPr>
          <a:xfrm xmlns:a="http://schemas.openxmlformats.org/drawingml/2006/main">
            <a:off x="2243279" y="954878"/>
            <a:ext cx="87256" cy="87256"/>
          </a:xfrm>
          <a:custGeom xmlns:a="http://schemas.openxmlformats.org/drawingml/2006/main">
            <a:pathLst>
              <a:path w="87256" h="87256">
                <a:moveTo>
                  <a:pt x="0" y="43628"/>
                </a:moveTo>
                <a:cubicBezTo>
                  <a:pt x="33861" y="41675"/>
                  <a:pt x="65768" y="26047"/>
                  <a:pt x="87256" y="0"/>
                </a:cubicBezTo>
                <a:cubicBezTo>
                  <a:pt x="73582" y="27349"/>
                  <a:pt x="73582" y="59907"/>
                  <a:pt x="87256" y="87256"/>
                </a:cubicBezTo>
                <a:cubicBezTo>
                  <a:pt x="65768" y="61210"/>
                  <a:pt x="33861" y="45582"/>
                  <a:pt x="0" y="43628"/>
                </a:cubicBezTo>
              </a:path>
            </a:pathLst>
          </a:custGeom>
          <a:solidFill xmlns:a="http://schemas.openxmlformats.org/drawingml/2006/main">
            <a:srgbClr val="000000"/>
          </a:solidFill>
          <a:ln xmlns:a="http://schemas.openxmlformats.org/drawingml/2006/main" w="0" cap="flat">
            <a:noFill/>
            <a:miter/>
          </a:ln>
        </p:spPr>
      </p:sp>
      <p:pic>
        <p:nvPicPr>
          <p:cNvPr id="248" name=""/>
          <p:cNvPicPr>
            <a:picLocks xmlns:a="http://schemas.openxmlformats.org/drawingml/2006/main" noChangeAspect="1"/>
          </p:cNvPicPr>
          <p:nvPr/>
        </p:nvPicPr>
        <p:blipFill>
          <a:blip xmlns:r="http://schemas.openxmlformats.org/officeDocument/2006/relationships" xmlns:a="http://schemas.openxmlformats.org/drawingml/2006/main" r:embed="R9000cdcc58094017"/>
          <a:stretch xmlns:a="http://schemas.openxmlformats.org/drawingml/2006/main"/>
        </p:blipFill>
        <p:spPr>
          <a:xfrm xmlns:a="http://schemas.openxmlformats.org/drawingml/2006/main">
            <a:off x="1754253" y="689202"/>
            <a:ext cx="436933" cy="436933"/>
          </a:xfrm>
          <a:prstGeom xmlns:a="http://schemas.openxmlformats.org/drawingml/2006/main" prst="rect">
            <a:avLst/>
          </a:prstGeom>
        </p:spPr>
      </p:pic>
      <p:sp>
        <p:nvSpPr>
          <p:cNvPr id="112" name="Text Taint Trace-Guided ">
            <a:extLst xmlns:a="http://schemas.openxmlformats.org/drawingml/2006/main">
              <a:ext uri="{FF2B5EF4-FFF2-40B4-BE49-F238E27FC236}">
                <a16:creationId xmlns:a16="http://schemas.microsoft.com/office/drawing/2014/main" id="{918EC466-CCBD-43F7-B3DE-5076022C64EF}"/>
              </a:ext>
            </a:extLst>
          </p:cNvPr>
          <p:cNvSpPr>
            <a:spLocks xmlns:a="http://schemas.openxmlformats.org/drawingml/2006/main" noGrp="1"/>
          </p:cNvSpPr>
          <p:nvPr/>
        </p:nvSpPr>
        <p:spPr>
          <a:xfrm xmlns:a="http://schemas.openxmlformats.org/drawingml/2006/main">
            <a:off x="1415246" y="431596"/>
            <a:ext cx="1118670" cy="96403"/>
          </a:xfrm>
          <a:custGeom xmlns:a="http://schemas.openxmlformats.org/drawingml/2006/main">
            <a:pathLst>
              <a:path w="1118670" h="96403">
                <a:moveTo>
                  <a:pt x="73829" y="12655"/>
                </a:moveTo>
                <a:lnTo>
                  <a:pt x="42987" y="12655"/>
                </a:lnTo>
                <a:lnTo>
                  <a:pt x="42987" y="94813"/>
                </a:lnTo>
                <a:lnTo>
                  <a:pt x="30587" y="94813"/>
                </a:lnTo>
                <a:lnTo>
                  <a:pt x="30587" y="12655"/>
                </a:lnTo>
                <a:lnTo>
                  <a:pt x="0" y="12655"/>
                </a:lnTo>
                <a:lnTo>
                  <a:pt x="0" y="1590"/>
                </a:lnTo>
                <a:lnTo>
                  <a:pt x="73829" y="1590"/>
                </a:lnTo>
                <a:lnTo>
                  <a:pt x="73829" y="12655"/>
                </a:lnTo>
                <a:close/>
                <a:moveTo>
                  <a:pt x="128270" y="77072"/>
                </a:moveTo>
                <a:lnTo>
                  <a:pt x="128270" y="62128"/>
                </a:lnTo>
                <a:lnTo>
                  <a:pt x="120067" y="62128"/>
                </a:lnTo>
                <a:cubicBezTo>
                  <a:pt x="102685" y="62128"/>
                  <a:pt x="93995" y="66855"/>
                  <a:pt x="93995" y="76309"/>
                </a:cubicBezTo>
                <a:cubicBezTo>
                  <a:pt x="93995" y="79743"/>
                  <a:pt x="95266" y="82382"/>
                  <a:pt x="97810" y="84226"/>
                </a:cubicBezTo>
                <a:cubicBezTo>
                  <a:pt x="100354" y="86070"/>
                  <a:pt x="103787" y="86992"/>
                  <a:pt x="108112" y="86992"/>
                </a:cubicBezTo>
                <a:cubicBezTo>
                  <a:pt x="112054" y="86992"/>
                  <a:pt x="115870" y="86102"/>
                  <a:pt x="119558" y="84321"/>
                </a:cubicBezTo>
                <a:cubicBezTo>
                  <a:pt x="123246" y="82541"/>
                  <a:pt x="126150" y="80124"/>
                  <a:pt x="128270" y="77072"/>
                </a:cubicBezTo>
                <a:moveTo>
                  <a:pt x="128270" y="87882"/>
                </a:moveTo>
                <a:cubicBezTo>
                  <a:pt x="122165" y="93563"/>
                  <a:pt x="114301" y="96403"/>
                  <a:pt x="104678" y="96403"/>
                </a:cubicBezTo>
                <a:cubicBezTo>
                  <a:pt x="97980" y="96403"/>
                  <a:pt x="92468" y="94591"/>
                  <a:pt x="88144" y="90966"/>
                </a:cubicBezTo>
                <a:cubicBezTo>
                  <a:pt x="83820" y="87342"/>
                  <a:pt x="81658" y="82668"/>
                  <a:pt x="81658" y="76945"/>
                </a:cubicBezTo>
                <a:cubicBezTo>
                  <a:pt x="81658" y="61174"/>
                  <a:pt x="95245" y="53289"/>
                  <a:pt x="122419" y="53289"/>
                </a:cubicBezTo>
                <a:lnTo>
                  <a:pt x="128270" y="53289"/>
                </a:lnTo>
                <a:cubicBezTo>
                  <a:pt x="128270" y="48456"/>
                  <a:pt x="128015" y="44948"/>
                  <a:pt x="127507" y="42765"/>
                </a:cubicBezTo>
                <a:cubicBezTo>
                  <a:pt x="126998" y="40581"/>
                  <a:pt x="125578" y="38769"/>
                  <a:pt x="123246" y="37328"/>
                </a:cubicBezTo>
                <a:cubicBezTo>
                  <a:pt x="120915" y="35886"/>
                  <a:pt x="117205" y="35166"/>
                  <a:pt x="112118" y="35166"/>
                </a:cubicBezTo>
                <a:cubicBezTo>
                  <a:pt x="101435" y="35166"/>
                  <a:pt x="95923" y="38981"/>
                  <a:pt x="95584" y="46612"/>
                </a:cubicBezTo>
                <a:lnTo>
                  <a:pt x="83629" y="46612"/>
                </a:lnTo>
                <a:cubicBezTo>
                  <a:pt x="84520" y="32749"/>
                  <a:pt x="94228" y="25818"/>
                  <a:pt x="112754" y="25818"/>
                </a:cubicBezTo>
                <a:cubicBezTo>
                  <a:pt x="121402" y="25818"/>
                  <a:pt x="128143" y="27535"/>
                  <a:pt x="132976" y="30969"/>
                </a:cubicBezTo>
                <a:cubicBezTo>
                  <a:pt x="137808" y="34402"/>
                  <a:pt x="140225" y="41143"/>
                  <a:pt x="140225" y="51190"/>
                </a:cubicBezTo>
                <a:lnTo>
                  <a:pt x="140225" y="94813"/>
                </a:lnTo>
                <a:lnTo>
                  <a:pt x="128270" y="94813"/>
                </a:lnTo>
                <a:lnTo>
                  <a:pt x="128270" y="87882"/>
                </a:lnTo>
                <a:close/>
                <a:moveTo>
                  <a:pt x="169952" y="94813"/>
                </a:moveTo>
                <a:lnTo>
                  <a:pt x="157934" y="94813"/>
                </a:lnTo>
                <a:lnTo>
                  <a:pt x="157934" y="27344"/>
                </a:lnTo>
                <a:lnTo>
                  <a:pt x="169952" y="27344"/>
                </a:lnTo>
                <a:lnTo>
                  <a:pt x="169952" y="94813"/>
                </a:lnTo>
                <a:moveTo>
                  <a:pt x="169952" y="14562"/>
                </a:moveTo>
                <a:lnTo>
                  <a:pt x="157934" y="14562"/>
                </a:lnTo>
                <a:lnTo>
                  <a:pt x="157934" y="1590"/>
                </a:lnTo>
                <a:lnTo>
                  <a:pt x="169952" y="1590"/>
                </a:lnTo>
                <a:lnTo>
                  <a:pt x="169952" y="14562"/>
                </a:lnTo>
                <a:close/>
                <a:moveTo>
                  <a:pt x="199633" y="35929"/>
                </a:moveTo>
                <a:cubicBezTo>
                  <a:pt x="205610" y="29188"/>
                  <a:pt x="212330" y="25818"/>
                  <a:pt x="219791" y="25818"/>
                </a:cubicBezTo>
                <a:cubicBezTo>
                  <a:pt x="235010" y="25818"/>
                  <a:pt x="242620" y="34106"/>
                  <a:pt x="242620" y="50682"/>
                </a:cubicBezTo>
                <a:lnTo>
                  <a:pt x="242620" y="94813"/>
                </a:lnTo>
                <a:lnTo>
                  <a:pt x="230601" y="94813"/>
                </a:lnTo>
                <a:lnTo>
                  <a:pt x="230601" y="51190"/>
                </a:lnTo>
                <a:cubicBezTo>
                  <a:pt x="230601" y="45679"/>
                  <a:pt x="229616" y="41715"/>
                  <a:pt x="227644" y="39299"/>
                </a:cubicBezTo>
                <a:cubicBezTo>
                  <a:pt x="225673" y="36883"/>
                  <a:pt x="222440" y="35674"/>
                  <a:pt x="217947" y="35674"/>
                </a:cubicBezTo>
                <a:cubicBezTo>
                  <a:pt x="211842" y="35674"/>
                  <a:pt x="205737" y="39278"/>
                  <a:pt x="199633" y="46485"/>
                </a:cubicBezTo>
                <a:lnTo>
                  <a:pt x="199633" y="94813"/>
                </a:lnTo>
                <a:lnTo>
                  <a:pt x="187614" y="94813"/>
                </a:lnTo>
                <a:lnTo>
                  <a:pt x="187614" y="27344"/>
                </a:lnTo>
                <a:lnTo>
                  <a:pt x="199633" y="27344"/>
                </a:lnTo>
                <a:lnTo>
                  <a:pt x="199633" y="35929"/>
                </a:lnTo>
                <a:close/>
                <a:moveTo>
                  <a:pt x="286210" y="94941"/>
                </a:moveTo>
                <a:cubicBezTo>
                  <a:pt x="283582" y="95449"/>
                  <a:pt x="280720" y="95704"/>
                  <a:pt x="277625" y="95704"/>
                </a:cubicBezTo>
                <a:cubicBezTo>
                  <a:pt x="272708" y="95704"/>
                  <a:pt x="269104" y="94824"/>
                  <a:pt x="266815" y="93065"/>
                </a:cubicBezTo>
                <a:cubicBezTo>
                  <a:pt x="264526" y="91305"/>
                  <a:pt x="263106" y="89048"/>
                  <a:pt x="262554" y="86292"/>
                </a:cubicBezTo>
                <a:cubicBezTo>
                  <a:pt x="262003" y="83537"/>
                  <a:pt x="261728" y="79785"/>
                  <a:pt x="261728" y="75037"/>
                </a:cubicBezTo>
                <a:lnTo>
                  <a:pt x="261728" y="36755"/>
                </a:lnTo>
                <a:lnTo>
                  <a:pt x="253397" y="36755"/>
                </a:lnTo>
                <a:lnTo>
                  <a:pt x="253397" y="27344"/>
                </a:lnTo>
                <a:lnTo>
                  <a:pt x="261728" y="27344"/>
                </a:lnTo>
                <a:lnTo>
                  <a:pt x="261728" y="10556"/>
                </a:lnTo>
                <a:lnTo>
                  <a:pt x="273683" y="10556"/>
                </a:lnTo>
                <a:lnTo>
                  <a:pt x="273683" y="27344"/>
                </a:lnTo>
                <a:lnTo>
                  <a:pt x="284620" y="27344"/>
                </a:lnTo>
                <a:lnTo>
                  <a:pt x="284620" y="36755"/>
                </a:lnTo>
                <a:lnTo>
                  <a:pt x="273683" y="36755"/>
                </a:lnTo>
                <a:lnTo>
                  <a:pt x="273683" y="75673"/>
                </a:lnTo>
                <a:cubicBezTo>
                  <a:pt x="273683" y="80294"/>
                  <a:pt x="274266" y="83229"/>
                  <a:pt x="275432" y="84480"/>
                </a:cubicBezTo>
                <a:cubicBezTo>
                  <a:pt x="276597" y="85731"/>
                  <a:pt x="278198" y="86356"/>
                  <a:pt x="280233" y="86356"/>
                </a:cubicBezTo>
                <a:cubicBezTo>
                  <a:pt x="282310" y="86356"/>
                  <a:pt x="284302" y="86186"/>
                  <a:pt x="286210" y="85847"/>
                </a:cubicBezTo>
                <a:lnTo>
                  <a:pt x="286210" y="94941"/>
                </a:lnTo>
                <a:close/>
                <a:moveTo>
                  <a:pt x="287363" y="94813"/>
                </a:moveTo>
                <a:lnTo>
                  <a:pt x="287363" y="94813"/>
                </a:lnTo>
                <a:close/>
                <a:moveTo>
                  <a:pt x="398618" y="12655"/>
                </a:moveTo>
                <a:lnTo>
                  <a:pt x="367776" y="12655"/>
                </a:lnTo>
                <a:lnTo>
                  <a:pt x="367776" y="94813"/>
                </a:lnTo>
                <a:lnTo>
                  <a:pt x="355376" y="94813"/>
                </a:lnTo>
                <a:lnTo>
                  <a:pt x="355376" y="12655"/>
                </a:lnTo>
                <a:lnTo>
                  <a:pt x="324789" y="12655"/>
                </a:lnTo>
                <a:lnTo>
                  <a:pt x="324789" y="1590"/>
                </a:lnTo>
                <a:lnTo>
                  <a:pt x="398618" y="1590"/>
                </a:lnTo>
                <a:lnTo>
                  <a:pt x="398618" y="12655"/>
                </a:lnTo>
                <a:close/>
                <a:moveTo>
                  <a:pt x="445365" y="38282"/>
                </a:moveTo>
                <a:cubicBezTo>
                  <a:pt x="443669" y="37773"/>
                  <a:pt x="441231" y="37518"/>
                  <a:pt x="438052" y="37518"/>
                </a:cubicBezTo>
                <a:cubicBezTo>
                  <a:pt x="431947" y="37518"/>
                  <a:pt x="426711" y="40719"/>
                  <a:pt x="422345" y="47121"/>
                </a:cubicBezTo>
                <a:lnTo>
                  <a:pt x="422345" y="94813"/>
                </a:lnTo>
                <a:lnTo>
                  <a:pt x="410326" y="94813"/>
                </a:lnTo>
                <a:lnTo>
                  <a:pt x="410326" y="27344"/>
                </a:lnTo>
                <a:lnTo>
                  <a:pt x="422345" y="27344"/>
                </a:lnTo>
                <a:lnTo>
                  <a:pt x="422345" y="36755"/>
                </a:lnTo>
                <a:cubicBezTo>
                  <a:pt x="427390" y="29464"/>
                  <a:pt x="433240" y="25818"/>
                  <a:pt x="439896" y="25818"/>
                </a:cubicBezTo>
                <a:cubicBezTo>
                  <a:pt x="441592" y="25818"/>
                  <a:pt x="443414" y="25987"/>
                  <a:pt x="445365" y="26326"/>
                </a:cubicBezTo>
                <a:lnTo>
                  <a:pt x="445365" y="38282"/>
                </a:lnTo>
                <a:close/>
                <a:moveTo>
                  <a:pt x="496414" y="77072"/>
                </a:moveTo>
                <a:lnTo>
                  <a:pt x="496414" y="62128"/>
                </a:lnTo>
                <a:lnTo>
                  <a:pt x="488210" y="62128"/>
                </a:lnTo>
                <a:cubicBezTo>
                  <a:pt x="470829" y="62128"/>
                  <a:pt x="462138" y="66855"/>
                  <a:pt x="462138" y="76309"/>
                </a:cubicBezTo>
                <a:cubicBezTo>
                  <a:pt x="462138" y="79743"/>
                  <a:pt x="463410" y="82382"/>
                  <a:pt x="465954" y="84226"/>
                </a:cubicBezTo>
                <a:cubicBezTo>
                  <a:pt x="468497" y="86070"/>
                  <a:pt x="471931" y="86992"/>
                  <a:pt x="476255" y="86992"/>
                </a:cubicBezTo>
                <a:cubicBezTo>
                  <a:pt x="480198" y="86992"/>
                  <a:pt x="484013" y="86102"/>
                  <a:pt x="487702" y="84321"/>
                </a:cubicBezTo>
                <a:cubicBezTo>
                  <a:pt x="491390" y="82541"/>
                  <a:pt x="494294" y="80124"/>
                  <a:pt x="496414" y="77072"/>
                </a:cubicBezTo>
                <a:moveTo>
                  <a:pt x="496414" y="87882"/>
                </a:moveTo>
                <a:cubicBezTo>
                  <a:pt x="490309" y="93563"/>
                  <a:pt x="482445" y="96403"/>
                  <a:pt x="472821" y="96403"/>
                </a:cubicBezTo>
                <a:cubicBezTo>
                  <a:pt x="466123" y="96403"/>
                  <a:pt x="460612" y="94591"/>
                  <a:pt x="456288" y="90966"/>
                </a:cubicBezTo>
                <a:cubicBezTo>
                  <a:pt x="451964" y="87342"/>
                  <a:pt x="449802" y="82668"/>
                  <a:pt x="449802" y="76945"/>
                </a:cubicBezTo>
                <a:cubicBezTo>
                  <a:pt x="449802" y="61174"/>
                  <a:pt x="463389" y="53289"/>
                  <a:pt x="490563" y="53289"/>
                </a:cubicBezTo>
                <a:lnTo>
                  <a:pt x="496414" y="53289"/>
                </a:lnTo>
                <a:cubicBezTo>
                  <a:pt x="496414" y="48456"/>
                  <a:pt x="496159" y="44948"/>
                  <a:pt x="495650" y="42765"/>
                </a:cubicBezTo>
                <a:cubicBezTo>
                  <a:pt x="495142" y="40581"/>
                  <a:pt x="493722" y="38769"/>
                  <a:pt x="491390" y="37328"/>
                </a:cubicBezTo>
                <a:cubicBezTo>
                  <a:pt x="489058" y="35886"/>
                  <a:pt x="485349" y="35166"/>
                  <a:pt x="480262" y="35166"/>
                </a:cubicBezTo>
                <a:cubicBezTo>
                  <a:pt x="469578" y="35166"/>
                  <a:pt x="464067" y="38981"/>
                  <a:pt x="463728" y="46612"/>
                </a:cubicBezTo>
                <a:lnTo>
                  <a:pt x="451773" y="46612"/>
                </a:lnTo>
                <a:cubicBezTo>
                  <a:pt x="452663" y="32749"/>
                  <a:pt x="462371" y="25818"/>
                  <a:pt x="480897" y="25818"/>
                </a:cubicBezTo>
                <a:cubicBezTo>
                  <a:pt x="489546" y="25818"/>
                  <a:pt x="496286" y="27535"/>
                  <a:pt x="501119" y="30969"/>
                </a:cubicBezTo>
                <a:cubicBezTo>
                  <a:pt x="505952" y="34402"/>
                  <a:pt x="508369" y="41143"/>
                  <a:pt x="508369" y="51190"/>
                </a:cubicBezTo>
                <a:lnTo>
                  <a:pt x="508369" y="94813"/>
                </a:lnTo>
                <a:lnTo>
                  <a:pt x="496414" y="94813"/>
                </a:lnTo>
                <a:lnTo>
                  <a:pt x="496414" y="87882"/>
                </a:lnTo>
                <a:close/>
                <a:moveTo>
                  <a:pt x="553422" y="96403"/>
                </a:moveTo>
                <a:cubicBezTo>
                  <a:pt x="543841" y="96403"/>
                  <a:pt x="536178" y="93319"/>
                  <a:pt x="530434" y="87151"/>
                </a:cubicBezTo>
                <a:cubicBezTo>
                  <a:pt x="524689" y="80983"/>
                  <a:pt x="521817" y="72302"/>
                  <a:pt x="521817" y="61111"/>
                </a:cubicBezTo>
                <a:cubicBezTo>
                  <a:pt x="521817" y="49876"/>
                  <a:pt x="524689" y="41185"/>
                  <a:pt x="530434" y="35038"/>
                </a:cubicBezTo>
                <a:cubicBezTo>
                  <a:pt x="536178" y="28891"/>
                  <a:pt x="543841" y="25818"/>
                  <a:pt x="553422" y="25818"/>
                </a:cubicBezTo>
                <a:cubicBezTo>
                  <a:pt x="560798" y="25818"/>
                  <a:pt x="566956" y="27683"/>
                  <a:pt x="571895" y="31414"/>
                </a:cubicBezTo>
                <a:cubicBezTo>
                  <a:pt x="576834" y="35144"/>
                  <a:pt x="579748" y="40528"/>
                  <a:pt x="580638" y="47566"/>
                </a:cubicBezTo>
                <a:lnTo>
                  <a:pt x="568302" y="47566"/>
                </a:lnTo>
                <a:cubicBezTo>
                  <a:pt x="568132" y="43538"/>
                  <a:pt x="566617" y="40465"/>
                  <a:pt x="563755" y="38345"/>
                </a:cubicBezTo>
                <a:cubicBezTo>
                  <a:pt x="560894" y="36225"/>
                  <a:pt x="557449" y="35166"/>
                  <a:pt x="553422" y="35166"/>
                </a:cubicBezTo>
                <a:cubicBezTo>
                  <a:pt x="547699" y="35166"/>
                  <a:pt x="543056" y="37338"/>
                  <a:pt x="539495" y="41684"/>
                </a:cubicBezTo>
                <a:cubicBezTo>
                  <a:pt x="535934" y="46029"/>
                  <a:pt x="534154" y="52505"/>
                  <a:pt x="534154" y="61111"/>
                </a:cubicBezTo>
                <a:cubicBezTo>
                  <a:pt x="534154" y="69674"/>
                  <a:pt x="535934" y="76128"/>
                  <a:pt x="539495" y="80474"/>
                </a:cubicBezTo>
                <a:cubicBezTo>
                  <a:pt x="543056" y="84819"/>
                  <a:pt x="547699" y="86992"/>
                  <a:pt x="553422" y="86992"/>
                </a:cubicBezTo>
                <a:cubicBezTo>
                  <a:pt x="557449" y="86992"/>
                  <a:pt x="560894" y="85932"/>
                  <a:pt x="563755" y="83812"/>
                </a:cubicBezTo>
                <a:cubicBezTo>
                  <a:pt x="566617" y="81693"/>
                  <a:pt x="568132" y="78640"/>
                  <a:pt x="568302" y="74655"/>
                </a:cubicBezTo>
                <a:lnTo>
                  <a:pt x="580638" y="74655"/>
                </a:lnTo>
                <a:cubicBezTo>
                  <a:pt x="579748" y="81693"/>
                  <a:pt x="576834" y="87077"/>
                  <a:pt x="571895" y="90807"/>
                </a:cubicBezTo>
                <a:cubicBezTo>
                  <a:pt x="566956" y="94538"/>
                  <a:pt x="560798" y="96403"/>
                  <a:pt x="553422" y="96403"/>
                </a:cubicBezTo>
                <a:close/>
                <a:moveTo>
                  <a:pt x="619861" y="96403"/>
                </a:moveTo>
                <a:cubicBezTo>
                  <a:pt x="609941" y="96403"/>
                  <a:pt x="601971" y="93298"/>
                  <a:pt x="595951" y="87087"/>
                </a:cubicBezTo>
                <a:cubicBezTo>
                  <a:pt x="589931" y="80877"/>
                  <a:pt x="586921" y="72218"/>
                  <a:pt x="586921" y="61111"/>
                </a:cubicBezTo>
                <a:cubicBezTo>
                  <a:pt x="586921" y="50088"/>
                  <a:pt x="589835" y="41450"/>
                  <a:pt x="595664" y="35197"/>
                </a:cubicBezTo>
                <a:cubicBezTo>
                  <a:pt x="601494" y="28944"/>
                  <a:pt x="609114" y="25818"/>
                  <a:pt x="618525" y="25818"/>
                </a:cubicBezTo>
                <a:cubicBezTo>
                  <a:pt x="628149" y="25818"/>
                  <a:pt x="635832" y="28891"/>
                  <a:pt x="641577" y="35038"/>
                </a:cubicBezTo>
                <a:cubicBezTo>
                  <a:pt x="647321" y="41185"/>
                  <a:pt x="650193" y="49876"/>
                  <a:pt x="650193" y="61111"/>
                </a:cubicBezTo>
                <a:lnTo>
                  <a:pt x="650193" y="63972"/>
                </a:lnTo>
                <a:lnTo>
                  <a:pt x="599385" y="63972"/>
                </a:lnTo>
                <a:cubicBezTo>
                  <a:pt x="599893" y="71773"/>
                  <a:pt x="602045" y="77559"/>
                  <a:pt x="605839" y="81332"/>
                </a:cubicBezTo>
                <a:cubicBezTo>
                  <a:pt x="609633" y="85105"/>
                  <a:pt x="614307" y="86992"/>
                  <a:pt x="619861" y="86992"/>
                </a:cubicBezTo>
                <a:cubicBezTo>
                  <a:pt x="624058" y="86992"/>
                  <a:pt x="627841" y="85921"/>
                  <a:pt x="631212" y="83781"/>
                </a:cubicBezTo>
                <a:cubicBezTo>
                  <a:pt x="634582" y="81640"/>
                  <a:pt x="636352" y="78598"/>
                  <a:pt x="636521" y="74655"/>
                </a:cubicBezTo>
                <a:lnTo>
                  <a:pt x="648922" y="74655"/>
                </a:lnTo>
                <a:cubicBezTo>
                  <a:pt x="647989" y="81608"/>
                  <a:pt x="644841" y="86971"/>
                  <a:pt x="639478" y="90744"/>
                </a:cubicBezTo>
                <a:cubicBezTo>
                  <a:pt x="634116" y="94517"/>
                  <a:pt x="627576" y="96403"/>
                  <a:pt x="619861" y="96403"/>
                </a:cubicBezTo>
                <a:moveTo>
                  <a:pt x="637539" y="54561"/>
                </a:moveTo>
                <a:cubicBezTo>
                  <a:pt x="636564" y="48074"/>
                  <a:pt x="634381" y="43220"/>
                  <a:pt x="630989" y="39998"/>
                </a:cubicBezTo>
                <a:cubicBezTo>
                  <a:pt x="627598" y="36777"/>
                  <a:pt x="623443" y="35166"/>
                  <a:pt x="618525" y="35166"/>
                </a:cubicBezTo>
                <a:cubicBezTo>
                  <a:pt x="613735" y="35166"/>
                  <a:pt x="609623" y="36766"/>
                  <a:pt x="606189" y="39967"/>
                </a:cubicBezTo>
                <a:cubicBezTo>
                  <a:pt x="602755" y="43167"/>
                  <a:pt x="600572" y="48032"/>
                  <a:pt x="599639" y="54561"/>
                </a:cubicBezTo>
                <a:lnTo>
                  <a:pt x="637539" y="54561"/>
                </a:lnTo>
                <a:close/>
                <a:moveTo>
                  <a:pt x="693911" y="66834"/>
                </a:moveTo>
                <a:lnTo>
                  <a:pt x="658936" y="66834"/>
                </a:lnTo>
                <a:lnTo>
                  <a:pt x="658936" y="55324"/>
                </a:lnTo>
                <a:lnTo>
                  <a:pt x="693911" y="55324"/>
                </a:lnTo>
                <a:lnTo>
                  <a:pt x="693911" y="66834"/>
                </a:lnTo>
                <a:close/>
                <a:moveTo>
                  <a:pt x="749284" y="96403"/>
                </a:moveTo>
                <a:cubicBezTo>
                  <a:pt x="735888" y="96403"/>
                  <a:pt x="725024" y="92016"/>
                  <a:pt x="716694" y="83240"/>
                </a:cubicBezTo>
                <a:cubicBezTo>
                  <a:pt x="708364" y="74465"/>
                  <a:pt x="704199" y="62785"/>
                  <a:pt x="704199" y="48202"/>
                </a:cubicBezTo>
                <a:cubicBezTo>
                  <a:pt x="704199" y="33576"/>
                  <a:pt x="708311" y="21886"/>
                  <a:pt x="716535" y="13131"/>
                </a:cubicBezTo>
                <a:cubicBezTo>
                  <a:pt x="724759" y="4377"/>
                  <a:pt x="735549" y="0"/>
                  <a:pt x="748903" y="0"/>
                </a:cubicBezTo>
                <a:cubicBezTo>
                  <a:pt x="760137" y="0"/>
                  <a:pt x="769474" y="2703"/>
                  <a:pt x="776914" y="8108"/>
                </a:cubicBezTo>
                <a:cubicBezTo>
                  <a:pt x="784354" y="13513"/>
                  <a:pt x="788520" y="20752"/>
                  <a:pt x="789410" y="29824"/>
                </a:cubicBezTo>
                <a:lnTo>
                  <a:pt x="776628" y="29824"/>
                </a:lnTo>
                <a:cubicBezTo>
                  <a:pt x="776119" y="23804"/>
                  <a:pt x="773406" y="19088"/>
                  <a:pt x="768489" y="15675"/>
                </a:cubicBezTo>
                <a:cubicBezTo>
                  <a:pt x="763571" y="12262"/>
                  <a:pt x="757085" y="10556"/>
                  <a:pt x="749030" y="10556"/>
                </a:cubicBezTo>
                <a:cubicBezTo>
                  <a:pt x="739407" y="10556"/>
                  <a:pt x="731659" y="13842"/>
                  <a:pt x="725788" y="20413"/>
                </a:cubicBezTo>
                <a:cubicBezTo>
                  <a:pt x="719916" y="26984"/>
                  <a:pt x="716980" y="36247"/>
                  <a:pt x="716980" y="48202"/>
                </a:cubicBezTo>
                <a:cubicBezTo>
                  <a:pt x="716980" y="60114"/>
                  <a:pt x="719948" y="69367"/>
                  <a:pt x="725883" y="75959"/>
                </a:cubicBezTo>
                <a:cubicBezTo>
                  <a:pt x="731818" y="82551"/>
                  <a:pt x="739576" y="85847"/>
                  <a:pt x="749157" y="85847"/>
                </a:cubicBezTo>
                <a:cubicBezTo>
                  <a:pt x="762596" y="85847"/>
                  <a:pt x="772580" y="81417"/>
                  <a:pt x="779108" y="72557"/>
                </a:cubicBezTo>
                <a:lnTo>
                  <a:pt x="779108" y="58376"/>
                </a:lnTo>
                <a:lnTo>
                  <a:pt x="754499" y="58376"/>
                </a:lnTo>
                <a:lnTo>
                  <a:pt x="754499" y="47248"/>
                </a:lnTo>
                <a:lnTo>
                  <a:pt x="791063" y="47248"/>
                </a:lnTo>
                <a:lnTo>
                  <a:pt x="791063" y="94813"/>
                </a:lnTo>
                <a:lnTo>
                  <a:pt x="782351" y="94813"/>
                </a:lnTo>
                <a:lnTo>
                  <a:pt x="779108" y="85021"/>
                </a:lnTo>
                <a:cubicBezTo>
                  <a:pt x="772792" y="92609"/>
                  <a:pt x="762850" y="96403"/>
                  <a:pt x="749284" y="96403"/>
                </a:cubicBezTo>
                <a:close/>
                <a:moveTo>
                  <a:pt x="850974" y="86229"/>
                </a:moveTo>
                <a:cubicBezTo>
                  <a:pt x="844997" y="93012"/>
                  <a:pt x="838277" y="96403"/>
                  <a:pt x="830816" y="96403"/>
                </a:cubicBezTo>
                <a:cubicBezTo>
                  <a:pt x="815597" y="96403"/>
                  <a:pt x="807987" y="88094"/>
                  <a:pt x="807987" y="71476"/>
                </a:cubicBezTo>
                <a:lnTo>
                  <a:pt x="807987" y="27344"/>
                </a:lnTo>
                <a:lnTo>
                  <a:pt x="820006" y="27344"/>
                </a:lnTo>
                <a:lnTo>
                  <a:pt x="820006" y="70967"/>
                </a:lnTo>
                <a:cubicBezTo>
                  <a:pt x="820006" y="76478"/>
                  <a:pt x="820981" y="80442"/>
                  <a:pt x="822931" y="82858"/>
                </a:cubicBezTo>
                <a:cubicBezTo>
                  <a:pt x="824881" y="85275"/>
                  <a:pt x="828103" y="86483"/>
                  <a:pt x="832596" y="86483"/>
                </a:cubicBezTo>
                <a:cubicBezTo>
                  <a:pt x="839295" y="86483"/>
                  <a:pt x="845421" y="82880"/>
                  <a:pt x="850974" y="75673"/>
                </a:cubicBezTo>
                <a:lnTo>
                  <a:pt x="850974" y="27344"/>
                </a:lnTo>
                <a:lnTo>
                  <a:pt x="862929" y="27344"/>
                </a:lnTo>
                <a:lnTo>
                  <a:pt x="862929" y="94813"/>
                </a:lnTo>
                <a:lnTo>
                  <a:pt x="850974" y="94813"/>
                </a:lnTo>
                <a:lnTo>
                  <a:pt x="850974" y="86229"/>
                </a:lnTo>
                <a:close/>
                <a:moveTo>
                  <a:pt x="892657" y="94813"/>
                </a:moveTo>
                <a:lnTo>
                  <a:pt x="880638" y="94813"/>
                </a:lnTo>
                <a:lnTo>
                  <a:pt x="880638" y="27344"/>
                </a:lnTo>
                <a:lnTo>
                  <a:pt x="892657" y="27344"/>
                </a:lnTo>
                <a:lnTo>
                  <a:pt x="892657" y="94813"/>
                </a:lnTo>
                <a:moveTo>
                  <a:pt x="892657" y="14562"/>
                </a:moveTo>
                <a:lnTo>
                  <a:pt x="880638" y="14562"/>
                </a:lnTo>
                <a:lnTo>
                  <a:pt x="880638" y="1590"/>
                </a:lnTo>
                <a:lnTo>
                  <a:pt x="892657" y="1590"/>
                </a:lnTo>
                <a:lnTo>
                  <a:pt x="892657" y="14562"/>
                </a:lnTo>
                <a:close/>
                <a:moveTo>
                  <a:pt x="953051" y="75418"/>
                </a:moveTo>
                <a:lnTo>
                  <a:pt x="953051" y="43369"/>
                </a:lnTo>
                <a:cubicBezTo>
                  <a:pt x="947879" y="37900"/>
                  <a:pt x="941965" y="35166"/>
                  <a:pt x="935310" y="35166"/>
                </a:cubicBezTo>
                <a:cubicBezTo>
                  <a:pt x="930180" y="35166"/>
                  <a:pt x="926078" y="37381"/>
                  <a:pt x="923005" y="41811"/>
                </a:cubicBezTo>
                <a:cubicBezTo>
                  <a:pt x="919931" y="46241"/>
                  <a:pt x="918395" y="52844"/>
                  <a:pt x="918395" y="61619"/>
                </a:cubicBezTo>
                <a:cubicBezTo>
                  <a:pt x="918395" y="69928"/>
                  <a:pt x="919847" y="76234"/>
                  <a:pt x="922751" y="80537"/>
                </a:cubicBezTo>
                <a:cubicBezTo>
                  <a:pt x="925654" y="84840"/>
                  <a:pt x="929671" y="86992"/>
                  <a:pt x="934801" y="86992"/>
                </a:cubicBezTo>
                <a:cubicBezTo>
                  <a:pt x="941499" y="86992"/>
                  <a:pt x="947583" y="83134"/>
                  <a:pt x="953051" y="75418"/>
                </a:cubicBezTo>
                <a:moveTo>
                  <a:pt x="953051" y="86737"/>
                </a:moveTo>
                <a:cubicBezTo>
                  <a:pt x="947710" y="93181"/>
                  <a:pt x="941287" y="96403"/>
                  <a:pt x="933783" y="96403"/>
                </a:cubicBezTo>
                <a:cubicBezTo>
                  <a:pt x="924966" y="96403"/>
                  <a:pt x="918140" y="93266"/>
                  <a:pt x="913307" y="86992"/>
                </a:cubicBezTo>
                <a:cubicBezTo>
                  <a:pt x="908474" y="80718"/>
                  <a:pt x="906058" y="72260"/>
                  <a:pt x="906058" y="61619"/>
                </a:cubicBezTo>
                <a:cubicBezTo>
                  <a:pt x="906058" y="50597"/>
                  <a:pt x="908761" y="41874"/>
                  <a:pt x="914166" y="35452"/>
                </a:cubicBezTo>
                <a:cubicBezTo>
                  <a:pt x="919571" y="29029"/>
                  <a:pt x="926365" y="25818"/>
                  <a:pt x="934547" y="25818"/>
                </a:cubicBezTo>
                <a:cubicBezTo>
                  <a:pt x="941838" y="25818"/>
                  <a:pt x="948007" y="28065"/>
                  <a:pt x="953051" y="32558"/>
                </a:cubicBezTo>
                <a:lnTo>
                  <a:pt x="953051" y="1590"/>
                </a:lnTo>
                <a:lnTo>
                  <a:pt x="965006" y="1590"/>
                </a:lnTo>
                <a:lnTo>
                  <a:pt x="965006" y="94813"/>
                </a:lnTo>
                <a:lnTo>
                  <a:pt x="953051" y="94813"/>
                </a:lnTo>
                <a:lnTo>
                  <a:pt x="953051" y="86737"/>
                </a:lnTo>
                <a:close/>
                <a:moveTo>
                  <a:pt x="1011394" y="96403"/>
                </a:moveTo>
                <a:cubicBezTo>
                  <a:pt x="1001474" y="96403"/>
                  <a:pt x="993504" y="93298"/>
                  <a:pt x="987484" y="87087"/>
                </a:cubicBezTo>
                <a:cubicBezTo>
                  <a:pt x="981465" y="80877"/>
                  <a:pt x="978455" y="72218"/>
                  <a:pt x="978455" y="61111"/>
                </a:cubicBezTo>
                <a:cubicBezTo>
                  <a:pt x="978455" y="50088"/>
                  <a:pt x="981369" y="41450"/>
                  <a:pt x="987198" y="35197"/>
                </a:cubicBezTo>
                <a:cubicBezTo>
                  <a:pt x="993027" y="28944"/>
                  <a:pt x="1000648" y="25818"/>
                  <a:pt x="1010059" y="25818"/>
                </a:cubicBezTo>
                <a:cubicBezTo>
                  <a:pt x="1019682" y="25818"/>
                  <a:pt x="1027366" y="28891"/>
                  <a:pt x="1033111" y="35038"/>
                </a:cubicBezTo>
                <a:cubicBezTo>
                  <a:pt x="1038855" y="41185"/>
                  <a:pt x="1041727" y="49876"/>
                  <a:pt x="1041727" y="61111"/>
                </a:cubicBezTo>
                <a:lnTo>
                  <a:pt x="1041727" y="63972"/>
                </a:lnTo>
                <a:lnTo>
                  <a:pt x="990918" y="63972"/>
                </a:lnTo>
                <a:cubicBezTo>
                  <a:pt x="991427" y="71773"/>
                  <a:pt x="993579" y="77559"/>
                  <a:pt x="997373" y="81332"/>
                </a:cubicBezTo>
                <a:cubicBezTo>
                  <a:pt x="1001167" y="85105"/>
                  <a:pt x="1005841" y="86992"/>
                  <a:pt x="1011394" y="86992"/>
                </a:cubicBezTo>
                <a:cubicBezTo>
                  <a:pt x="1015591" y="86992"/>
                  <a:pt x="1019375" y="85921"/>
                  <a:pt x="1022745" y="83781"/>
                </a:cubicBezTo>
                <a:cubicBezTo>
                  <a:pt x="1026116" y="81640"/>
                  <a:pt x="1027886" y="78598"/>
                  <a:pt x="1028055" y="74655"/>
                </a:cubicBezTo>
                <a:lnTo>
                  <a:pt x="1040455" y="74655"/>
                </a:lnTo>
                <a:cubicBezTo>
                  <a:pt x="1039523" y="81608"/>
                  <a:pt x="1036375" y="86971"/>
                  <a:pt x="1031012" y="90744"/>
                </a:cubicBezTo>
                <a:cubicBezTo>
                  <a:pt x="1025649" y="94517"/>
                  <a:pt x="1019110" y="96403"/>
                  <a:pt x="1011394" y="96403"/>
                </a:cubicBezTo>
                <a:moveTo>
                  <a:pt x="1029073" y="54561"/>
                </a:moveTo>
                <a:cubicBezTo>
                  <a:pt x="1028098" y="48074"/>
                  <a:pt x="1025914" y="43220"/>
                  <a:pt x="1022523" y="39998"/>
                </a:cubicBezTo>
                <a:cubicBezTo>
                  <a:pt x="1019131" y="36777"/>
                  <a:pt x="1014977" y="35166"/>
                  <a:pt x="1010059" y="35166"/>
                </a:cubicBezTo>
                <a:cubicBezTo>
                  <a:pt x="1005269" y="35166"/>
                  <a:pt x="1001156" y="36766"/>
                  <a:pt x="997722" y="39967"/>
                </a:cubicBezTo>
                <a:cubicBezTo>
                  <a:pt x="994289" y="43167"/>
                  <a:pt x="992105" y="48032"/>
                  <a:pt x="991173" y="54561"/>
                </a:cubicBezTo>
                <a:lnTo>
                  <a:pt x="1029073" y="54561"/>
                </a:lnTo>
                <a:close/>
                <a:moveTo>
                  <a:pt x="1097845" y="75418"/>
                </a:moveTo>
                <a:lnTo>
                  <a:pt x="1097845" y="43369"/>
                </a:lnTo>
                <a:cubicBezTo>
                  <a:pt x="1092673" y="37900"/>
                  <a:pt x="1086759" y="35166"/>
                  <a:pt x="1080103" y="35166"/>
                </a:cubicBezTo>
                <a:cubicBezTo>
                  <a:pt x="1074974" y="35166"/>
                  <a:pt x="1070872" y="37381"/>
                  <a:pt x="1067798" y="41811"/>
                </a:cubicBezTo>
                <a:cubicBezTo>
                  <a:pt x="1064725" y="46241"/>
                  <a:pt x="1063188" y="52844"/>
                  <a:pt x="1063188" y="61619"/>
                </a:cubicBezTo>
                <a:cubicBezTo>
                  <a:pt x="1063188" y="69928"/>
                  <a:pt x="1064640" y="76234"/>
                  <a:pt x="1067544" y="80537"/>
                </a:cubicBezTo>
                <a:cubicBezTo>
                  <a:pt x="1070448" y="84840"/>
                  <a:pt x="1074465" y="86992"/>
                  <a:pt x="1079595" y="86992"/>
                </a:cubicBezTo>
                <a:cubicBezTo>
                  <a:pt x="1086293" y="86992"/>
                  <a:pt x="1092376" y="83134"/>
                  <a:pt x="1097845" y="75418"/>
                </a:cubicBezTo>
                <a:moveTo>
                  <a:pt x="1097845" y="86737"/>
                </a:moveTo>
                <a:cubicBezTo>
                  <a:pt x="1092503" y="93181"/>
                  <a:pt x="1086081" y="96403"/>
                  <a:pt x="1078577" y="96403"/>
                </a:cubicBezTo>
                <a:cubicBezTo>
                  <a:pt x="1069759" y="96403"/>
                  <a:pt x="1062934" y="93266"/>
                  <a:pt x="1058101" y="86992"/>
                </a:cubicBezTo>
                <a:cubicBezTo>
                  <a:pt x="1053268" y="80718"/>
                  <a:pt x="1050852" y="72260"/>
                  <a:pt x="1050852" y="61619"/>
                </a:cubicBezTo>
                <a:cubicBezTo>
                  <a:pt x="1050852" y="50597"/>
                  <a:pt x="1053554" y="41874"/>
                  <a:pt x="1058959" y="35452"/>
                </a:cubicBezTo>
                <a:cubicBezTo>
                  <a:pt x="1064365" y="29029"/>
                  <a:pt x="1071158" y="25818"/>
                  <a:pt x="1079340" y="25818"/>
                </a:cubicBezTo>
                <a:cubicBezTo>
                  <a:pt x="1086632" y="25818"/>
                  <a:pt x="1092800" y="28065"/>
                  <a:pt x="1097845" y="32558"/>
                </a:cubicBezTo>
                <a:lnTo>
                  <a:pt x="1097845" y="1590"/>
                </a:lnTo>
                <a:lnTo>
                  <a:pt x="1109800" y="1590"/>
                </a:lnTo>
                <a:lnTo>
                  <a:pt x="1109800" y="94813"/>
                </a:lnTo>
                <a:lnTo>
                  <a:pt x="1097845" y="94813"/>
                </a:lnTo>
                <a:lnTo>
                  <a:pt x="1097845" y="86737"/>
                </a:lnTo>
                <a:close/>
                <a:moveTo>
                  <a:pt x="1118670" y="94813"/>
                </a:moveTo>
                <a:lnTo>
                  <a:pt x="1118670" y="94813"/>
                </a:lnTo>
                <a:close/>
              </a:path>
            </a:pathLst>
          </a:custGeom>
          <a:solidFill xmlns:a="http://schemas.openxmlformats.org/drawingml/2006/main">
            <a:srgbClr val="000000"/>
          </a:solidFill>
          <a:ln xmlns:a="http://schemas.openxmlformats.org/drawingml/2006/main" w="0" cap="flat">
            <a:noFill/>
            <a:miter/>
          </a:ln>
        </p:spPr>
      </p:sp>
      <p:sp>
        <p:nvSpPr>
          <p:cNvPr id="113" name="Text Patch Ranking">
            <a:extLst xmlns:a="http://schemas.openxmlformats.org/drawingml/2006/main">
              <a:ext uri="{FF2B5EF4-FFF2-40B4-BE49-F238E27FC236}">
                <a16:creationId xmlns:a16="http://schemas.microsoft.com/office/drawing/2014/main" id="{A3F96F64-70F3-457E-8D41-8FB594B6D02D}"/>
              </a:ext>
            </a:extLst>
          </p:cNvPr>
          <p:cNvSpPr>
            <a:spLocks xmlns:a="http://schemas.openxmlformats.org/drawingml/2006/main" noGrp="1"/>
          </p:cNvSpPr>
          <p:nvPr/>
        </p:nvSpPr>
        <p:spPr>
          <a:xfrm xmlns:a="http://schemas.openxmlformats.org/drawingml/2006/main">
            <a:off x="1560210" y="563419"/>
            <a:ext cx="826528" cy="120568"/>
          </a:xfrm>
          <a:custGeom xmlns:a="http://schemas.openxmlformats.org/drawingml/2006/main">
            <a:pathLst>
              <a:path w="826528" h="120568">
                <a:moveTo>
                  <a:pt x="0" y="0"/>
                </a:moveTo>
                <a:lnTo>
                  <a:pt x="34784" y="0"/>
                </a:lnTo>
                <a:cubicBezTo>
                  <a:pt x="42415" y="0"/>
                  <a:pt x="48806" y="710"/>
                  <a:pt x="53957" y="2130"/>
                </a:cubicBezTo>
                <a:cubicBezTo>
                  <a:pt x="59107" y="3550"/>
                  <a:pt x="63188" y="6624"/>
                  <a:pt x="66198" y="11351"/>
                </a:cubicBezTo>
                <a:cubicBezTo>
                  <a:pt x="69208" y="16078"/>
                  <a:pt x="70713" y="21366"/>
                  <a:pt x="70713" y="27217"/>
                </a:cubicBezTo>
                <a:cubicBezTo>
                  <a:pt x="70713" y="36628"/>
                  <a:pt x="67724" y="43771"/>
                  <a:pt x="61746" y="48647"/>
                </a:cubicBezTo>
                <a:cubicBezTo>
                  <a:pt x="55769" y="53522"/>
                  <a:pt x="47121" y="55960"/>
                  <a:pt x="35801" y="55960"/>
                </a:cubicBezTo>
                <a:lnTo>
                  <a:pt x="12337" y="55960"/>
                </a:lnTo>
                <a:lnTo>
                  <a:pt x="12337" y="93224"/>
                </a:lnTo>
                <a:lnTo>
                  <a:pt x="0" y="93224"/>
                </a:lnTo>
                <a:lnTo>
                  <a:pt x="0" y="0"/>
                </a:lnTo>
                <a:moveTo>
                  <a:pt x="12337" y="44895"/>
                </a:moveTo>
                <a:lnTo>
                  <a:pt x="35929" y="44895"/>
                </a:lnTo>
                <a:cubicBezTo>
                  <a:pt x="43856" y="44895"/>
                  <a:pt x="49505" y="43411"/>
                  <a:pt x="52876" y="40444"/>
                </a:cubicBezTo>
                <a:cubicBezTo>
                  <a:pt x="56246" y="37476"/>
                  <a:pt x="57931" y="33194"/>
                  <a:pt x="57931" y="27598"/>
                </a:cubicBezTo>
                <a:cubicBezTo>
                  <a:pt x="57931" y="23868"/>
                  <a:pt x="56998" y="20561"/>
                  <a:pt x="55133" y="17678"/>
                </a:cubicBezTo>
                <a:cubicBezTo>
                  <a:pt x="53268" y="14795"/>
                  <a:pt x="50904" y="12972"/>
                  <a:pt x="48043" y="12209"/>
                </a:cubicBezTo>
                <a:cubicBezTo>
                  <a:pt x="45181" y="11446"/>
                  <a:pt x="41058" y="11065"/>
                  <a:pt x="35674" y="11065"/>
                </a:cubicBezTo>
                <a:lnTo>
                  <a:pt x="12337" y="11065"/>
                </a:lnTo>
                <a:lnTo>
                  <a:pt x="12337" y="44895"/>
                </a:lnTo>
                <a:close/>
                <a:moveTo>
                  <a:pt x="127931" y="75482"/>
                </a:moveTo>
                <a:lnTo>
                  <a:pt x="127931" y="60538"/>
                </a:lnTo>
                <a:lnTo>
                  <a:pt x="119727" y="60538"/>
                </a:lnTo>
                <a:cubicBezTo>
                  <a:pt x="102346" y="60538"/>
                  <a:pt x="93655" y="65265"/>
                  <a:pt x="93655" y="74719"/>
                </a:cubicBezTo>
                <a:cubicBezTo>
                  <a:pt x="93655" y="78153"/>
                  <a:pt x="94927" y="80792"/>
                  <a:pt x="97471" y="82636"/>
                </a:cubicBezTo>
                <a:cubicBezTo>
                  <a:pt x="100014" y="84480"/>
                  <a:pt x="103448" y="85402"/>
                  <a:pt x="107772" y="85402"/>
                </a:cubicBezTo>
                <a:cubicBezTo>
                  <a:pt x="111715" y="85402"/>
                  <a:pt x="115530" y="84512"/>
                  <a:pt x="119219" y="82731"/>
                </a:cubicBezTo>
                <a:cubicBezTo>
                  <a:pt x="122907" y="80951"/>
                  <a:pt x="125811" y="78534"/>
                  <a:pt x="127931" y="75482"/>
                </a:cubicBezTo>
                <a:moveTo>
                  <a:pt x="127931" y="86292"/>
                </a:moveTo>
                <a:cubicBezTo>
                  <a:pt x="121826" y="91973"/>
                  <a:pt x="113962" y="94813"/>
                  <a:pt x="104338" y="94813"/>
                </a:cubicBezTo>
                <a:cubicBezTo>
                  <a:pt x="97640" y="94813"/>
                  <a:pt x="92129" y="93001"/>
                  <a:pt x="87805" y="89376"/>
                </a:cubicBezTo>
                <a:cubicBezTo>
                  <a:pt x="83481" y="85752"/>
                  <a:pt x="81319" y="81078"/>
                  <a:pt x="81319" y="75355"/>
                </a:cubicBezTo>
                <a:cubicBezTo>
                  <a:pt x="81319" y="59584"/>
                  <a:pt x="94906" y="51699"/>
                  <a:pt x="122080" y="51699"/>
                </a:cubicBezTo>
                <a:lnTo>
                  <a:pt x="127931" y="51699"/>
                </a:lnTo>
                <a:cubicBezTo>
                  <a:pt x="127931" y="46866"/>
                  <a:pt x="127676" y="43358"/>
                  <a:pt x="127167" y="41175"/>
                </a:cubicBezTo>
                <a:cubicBezTo>
                  <a:pt x="126659" y="38992"/>
                  <a:pt x="125239" y="37179"/>
                  <a:pt x="122907" y="35738"/>
                </a:cubicBezTo>
                <a:cubicBezTo>
                  <a:pt x="120575" y="34296"/>
                  <a:pt x="116866" y="33576"/>
                  <a:pt x="111779" y="33576"/>
                </a:cubicBezTo>
                <a:cubicBezTo>
                  <a:pt x="101095" y="33576"/>
                  <a:pt x="95584" y="37391"/>
                  <a:pt x="95245" y="45022"/>
                </a:cubicBezTo>
                <a:lnTo>
                  <a:pt x="83290" y="45022"/>
                </a:lnTo>
                <a:cubicBezTo>
                  <a:pt x="84180" y="31159"/>
                  <a:pt x="93888" y="24228"/>
                  <a:pt x="112414" y="24228"/>
                </a:cubicBezTo>
                <a:cubicBezTo>
                  <a:pt x="121063" y="24228"/>
                  <a:pt x="127803" y="25945"/>
                  <a:pt x="132636" y="29379"/>
                </a:cubicBezTo>
                <a:cubicBezTo>
                  <a:pt x="137469" y="32813"/>
                  <a:pt x="139886" y="39553"/>
                  <a:pt x="139886" y="49601"/>
                </a:cubicBezTo>
                <a:lnTo>
                  <a:pt x="139886" y="93224"/>
                </a:lnTo>
                <a:lnTo>
                  <a:pt x="127931" y="93224"/>
                </a:lnTo>
                <a:lnTo>
                  <a:pt x="127931" y="86292"/>
                </a:lnTo>
                <a:close/>
                <a:moveTo>
                  <a:pt x="183729" y="93351"/>
                </a:moveTo>
                <a:cubicBezTo>
                  <a:pt x="181100" y="93860"/>
                  <a:pt x="178239" y="94114"/>
                  <a:pt x="175144" y="94114"/>
                </a:cubicBezTo>
                <a:cubicBezTo>
                  <a:pt x="170226" y="94114"/>
                  <a:pt x="166623" y="93234"/>
                  <a:pt x="164333" y="91475"/>
                </a:cubicBezTo>
                <a:cubicBezTo>
                  <a:pt x="162044" y="89716"/>
                  <a:pt x="160624" y="87458"/>
                  <a:pt x="160073" y="84703"/>
                </a:cubicBezTo>
                <a:cubicBezTo>
                  <a:pt x="159522" y="81947"/>
                  <a:pt x="159246" y="78195"/>
                  <a:pt x="159246" y="73447"/>
                </a:cubicBezTo>
                <a:lnTo>
                  <a:pt x="159246" y="35166"/>
                </a:lnTo>
                <a:lnTo>
                  <a:pt x="150916" y="35166"/>
                </a:lnTo>
                <a:lnTo>
                  <a:pt x="150916" y="25754"/>
                </a:lnTo>
                <a:lnTo>
                  <a:pt x="159246" y="25754"/>
                </a:lnTo>
                <a:lnTo>
                  <a:pt x="159246" y="8966"/>
                </a:lnTo>
                <a:lnTo>
                  <a:pt x="171201" y="8966"/>
                </a:lnTo>
                <a:lnTo>
                  <a:pt x="171201" y="25754"/>
                </a:lnTo>
                <a:lnTo>
                  <a:pt x="182139" y="25754"/>
                </a:lnTo>
                <a:lnTo>
                  <a:pt x="182139" y="35166"/>
                </a:lnTo>
                <a:lnTo>
                  <a:pt x="171201" y="35166"/>
                </a:lnTo>
                <a:lnTo>
                  <a:pt x="171201" y="74083"/>
                </a:lnTo>
                <a:cubicBezTo>
                  <a:pt x="171201" y="78704"/>
                  <a:pt x="171784" y="81640"/>
                  <a:pt x="172950" y="82890"/>
                </a:cubicBezTo>
                <a:cubicBezTo>
                  <a:pt x="174116" y="84141"/>
                  <a:pt x="175716" y="84766"/>
                  <a:pt x="177751" y="84766"/>
                </a:cubicBezTo>
                <a:cubicBezTo>
                  <a:pt x="179828" y="84766"/>
                  <a:pt x="181821" y="84597"/>
                  <a:pt x="183729" y="84257"/>
                </a:cubicBezTo>
                <a:lnTo>
                  <a:pt x="183729" y="93351"/>
                </a:lnTo>
                <a:close/>
                <a:moveTo>
                  <a:pt x="221000" y="94813"/>
                </a:moveTo>
                <a:cubicBezTo>
                  <a:pt x="211419" y="94813"/>
                  <a:pt x="203756" y="91729"/>
                  <a:pt x="198012" y="85561"/>
                </a:cubicBezTo>
                <a:cubicBezTo>
                  <a:pt x="192268" y="79393"/>
                  <a:pt x="189395" y="70713"/>
                  <a:pt x="189395" y="59521"/>
                </a:cubicBezTo>
                <a:cubicBezTo>
                  <a:pt x="189395" y="48286"/>
                  <a:pt x="192268" y="39596"/>
                  <a:pt x="198012" y="33449"/>
                </a:cubicBezTo>
                <a:cubicBezTo>
                  <a:pt x="203756" y="27302"/>
                  <a:pt x="211419" y="24228"/>
                  <a:pt x="221000" y="24228"/>
                </a:cubicBezTo>
                <a:cubicBezTo>
                  <a:pt x="228376" y="24228"/>
                  <a:pt x="234534" y="26093"/>
                  <a:pt x="239473" y="29824"/>
                </a:cubicBezTo>
                <a:cubicBezTo>
                  <a:pt x="244412" y="33555"/>
                  <a:pt x="247326" y="38939"/>
                  <a:pt x="248217" y="45976"/>
                </a:cubicBezTo>
                <a:lnTo>
                  <a:pt x="235880" y="45976"/>
                </a:lnTo>
                <a:cubicBezTo>
                  <a:pt x="235710" y="41949"/>
                  <a:pt x="234195" y="38875"/>
                  <a:pt x="231333" y="36755"/>
                </a:cubicBezTo>
                <a:cubicBezTo>
                  <a:pt x="228472" y="34636"/>
                  <a:pt x="225027" y="33576"/>
                  <a:pt x="221000" y="33576"/>
                </a:cubicBezTo>
                <a:cubicBezTo>
                  <a:pt x="215277" y="33576"/>
                  <a:pt x="210635" y="35748"/>
                  <a:pt x="207074" y="40094"/>
                </a:cubicBezTo>
                <a:cubicBezTo>
                  <a:pt x="203512" y="44439"/>
                  <a:pt x="201732" y="50915"/>
                  <a:pt x="201732" y="59521"/>
                </a:cubicBezTo>
                <a:cubicBezTo>
                  <a:pt x="201732" y="68084"/>
                  <a:pt x="203512" y="74539"/>
                  <a:pt x="207074" y="78884"/>
                </a:cubicBezTo>
                <a:cubicBezTo>
                  <a:pt x="210635" y="83229"/>
                  <a:pt x="215277" y="85402"/>
                  <a:pt x="221000" y="85402"/>
                </a:cubicBezTo>
                <a:cubicBezTo>
                  <a:pt x="225027" y="85402"/>
                  <a:pt x="228472" y="84342"/>
                  <a:pt x="231333" y="82223"/>
                </a:cubicBezTo>
                <a:cubicBezTo>
                  <a:pt x="234195" y="80103"/>
                  <a:pt x="235710" y="77051"/>
                  <a:pt x="235880" y="73066"/>
                </a:cubicBezTo>
                <a:lnTo>
                  <a:pt x="248217" y="73066"/>
                </a:lnTo>
                <a:cubicBezTo>
                  <a:pt x="247326" y="80103"/>
                  <a:pt x="244412" y="85487"/>
                  <a:pt x="239473" y="89218"/>
                </a:cubicBezTo>
                <a:cubicBezTo>
                  <a:pt x="234534" y="92948"/>
                  <a:pt x="228376" y="94813"/>
                  <a:pt x="221000" y="94813"/>
                </a:cubicBezTo>
                <a:close/>
                <a:moveTo>
                  <a:pt x="270713" y="34339"/>
                </a:moveTo>
                <a:cubicBezTo>
                  <a:pt x="276691" y="27598"/>
                  <a:pt x="283410" y="24228"/>
                  <a:pt x="290871" y="24228"/>
                </a:cubicBezTo>
                <a:cubicBezTo>
                  <a:pt x="306091" y="24228"/>
                  <a:pt x="313700" y="32516"/>
                  <a:pt x="313700" y="49092"/>
                </a:cubicBezTo>
                <a:lnTo>
                  <a:pt x="313700" y="93224"/>
                </a:lnTo>
                <a:lnTo>
                  <a:pt x="301682" y="93224"/>
                </a:lnTo>
                <a:lnTo>
                  <a:pt x="301682" y="49601"/>
                </a:lnTo>
                <a:cubicBezTo>
                  <a:pt x="301682" y="44089"/>
                  <a:pt x="300696" y="40126"/>
                  <a:pt x="298725" y="37709"/>
                </a:cubicBezTo>
                <a:cubicBezTo>
                  <a:pt x="296754" y="35293"/>
                  <a:pt x="293521" y="34085"/>
                  <a:pt x="289027" y="34085"/>
                </a:cubicBezTo>
                <a:cubicBezTo>
                  <a:pt x="282923" y="34085"/>
                  <a:pt x="276818" y="37688"/>
                  <a:pt x="270713" y="44895"/>
                </a:cubicBezTo>
                <a:lnTo>
                  <a:pt x="270713" y="93224"/>
                </a:lnTo>
                <a:lnTo>
                  <a:pt x="258695" y="93224"/>
                </a:lnTo>
                <a:lnTo>
                  <a:pt x="258695" y="0"/>
                </a:lnTo>
                <a:lnTo>
                  <a:pt x="270713" y="0"/>
                </a:lnTo>
                <a:lnTo>
                  <a:pt x="270713" y="34339"/>
                </a:lnTo>
                <a:close/>
                <a:moveTo>
                  <a:pt x="322187" y="93224"/>
                </a:moveTo>
                <a:lnTo>
                  <a:pt x="322187" y="93224"/>
                </a:lnTo>
                <a:close/>
                <a:moveTo>
                  <a:pt x="445539" y="93224"/>
                </a:moveTo>
                <a:lnTo>
                  <a:pt x="432185" y="93224"/>
                </a:lnTo>
                <a:lnTo>
                  <a:pt x="423409" y="68360"/>
                </a:lnTo>
                <a:cubicBezTo>
                  <a:pt x="421841" y="63951"/>
                  <a:pt x="419233" y="60347"/>
                  <a:pt x="415587" y="57549"/>
                </a:cubicBezTo>
                <a:cubicBezTo>
                  <a:pt x="411942" y="54751"/>
                  <a:pt x="407745" y="53352"/>
                  <a:pt x="402997" y="53352"/>
                </a:cubicBezTo>
                <a:lnTo>
                  <a:pt x="380168" y="53352"/>
                </a:lnTo>
                <a:lnTo>
                  <a:pt x="380168" y="93224"/>
                </a:lnTo>
                <a:lnTo>
                  <a:pt x="367831" y="93224"/>
                </a:lnTo>
                <a:lnTo>
                  <a:pt x="367831" y="0"/>
                </a:lnTo>
                <a:lnTo>
                  <a:pt x="409101" y="0"/>
                </a:lnTo>
                <a:cubicBezTo>
                  <a:pt x="416308" y="0"/>
                  <a:pt x="422201" y="699"/>
                  <a:pt x="426779" y="2098"/>
                </a:cubicBezTo>
                <a:cubicBezTo>
                  <a:pt x="431358" y="3497"/>
                  <a:pt x="435089" y="6444"/>
                  <a:pt x="437971" y="10938"/>
                </a:cubicBezTo>
                <a:cubicBezTo>
                  <a:pt x="440854" y="15431"/>
                  <a:pt x="442295" y="20497"/>
                  <a:pt x="442295" y="26136"/>
                </a:cubicBezTo>
                <a:cubicBezTo>
                  <a:pt x="442295" y="32580"/>
                  <a:pt x="440430" y="37964"/>
                  <a:pt x="436700" y="42288"/>
                </a:cubicBezTo>
                <a:cubicBezTo>
                  <a:pt x="432969" y="46612"/>
                  <a:pt x="427860" y="49431"/>
                  <a:pt x="421374" y="50745"/>
                </a:cubicBezTo>
                <a:lnTo>
                  <a:pt x="421374" y="51000"/>
                </a:lnTo>
                <a:cubicBezTo>
                  <a:pt x="427860" y="53077"/>
                  <a:pt x="432799" y="58694"/>
                  <a:pt x="436191" y="67851"/>
                </a:cubicBezTo>
                <a:lnTo>
                  <a:pt x="445539" y="93224"/>
                </a:lnTo>
                <a:moveTo>
                  <a:pt x="380168" y="42288"/>
                </a:moveTo>
                <a:lnTo>
                  <a:pt x="407702" y="42288"/>
                </a:lnTo>
                <a:cubicBezTo>
                  <a:pt x="415376" y="42288"/>
                  <a:pt x="420940" y="41079"/>
                  <a:pt x="424395" y="38663"/>
                </a:cubicBezTo>
                <a:cubicBezTo>
                  <a:pt x="427850" y="36247"/>
                  <a:pt x="429577" y="32071"/>
                  <a:pt x="429577" y="26136"/>
                </a:cubicBezTo>
                <a:cubicBezTo>
                  <a:pt x="429577" y="15537"/>
                  <a:pt x="422922" y="10238"/>
                  <a:pt x="409610" y="10238"/>
                </a:cubicBezTo>
                <a:lnTo>
                  <a:pt x="380168" y="10238"/>
                </a:lnTo>
                <a:lnTo>
                  <a:pt x="380168" y="42288"/>
                </a:lnTo>
                <a:close/>
                <a:moveTo>
                  <a:pt x="502924" y="75482"/>
                </a:moveTo>
                <a:lnTo>
                  <a:pt x="502924" y="60538"/>
                </a:lnTo>
                <a:lnTo>
                  <a:pt x="494721" y="60538"/>
                </a:lnTo>
                <a:cubicBezTo>
                  <a:pt x="477340" y="60538"/>
                  <a:pt x="468649" y="65265"/>
                  <a:pt x="468649" y="74719"/>
                </a:cubicBezTo>
                <a:cubicBezTo>
                  <a:pt x="468649" y="78153"/>
                  <a:pt x="469921" y="80792"/>
                  <a:pt x="472464" y="82636"/>
                </a:cubicBezTo>
                <a:cubicBezTo>
                  <a:pt x="475008" y="84480"/>
                  <a:pt x="478442" y="85402"/>
                  <a:pt x="482766" y="85402"/>
                </a:cubicBezTo>
                <a:cubicBezTo>
                  <a:pt x="486709" y="85402"/>
                  <a:pt x="490524" y="84512"/>
                  <a:pt x="494212" y="82731"/>
                </a:cubicBezTo>
                <a:cubicBezTo>
                  <a:pt x="497901" y="80951"/>
                  <a:pt x="500805" y="78534"/>
                  <a:pt x="502924" y="75482"/>
                </a:cubicBezTo>
                <a:moveTo>
                  <a:pt x="502924" y="86292"/>
                </a:moveTo>
                <a:cubicBezTo>
                  <a:pt x="496820" y="91973"/>
                  <a:pt x="488956" y="94813"/>
                  <a:pt x="479332" y="94813"/>
                </a:cubicBezTo>
                <a:cubicBezTo>
                  <a:pt x="472634" y="94813"/>
                  <a:pt x="467123" y="93001"/>
                  <a:pt x="462799" y="89376"/>
                </a:cubicBezTo>
                <a:cubicBezTo>
                  <a:pt x="458475" y="85752"/>
                  <a:pt x="456313" y="81078"/>
                  <a:pt x="456313" y="75355"/>
                </a:cubicBezTo>
                <a:cubicBezTo>
                  <a:pt x="456313" y="59584"/>
                  <a:pt x="469900" y="51699"/>
                  <a:pt x="497074" y="51699"/>
                </a:cubicBezTo>
                <a:lnTo>
                  <a:pt x="502924" y="51699"/>
                </a:lnTo>
                <a:cubicBezTo>
                  <a:pt x="502924" y="46866"/>
                  <a:pt x="502670" y="43358"/>
                  <a:pt x="502161" y="41175"/>
                </a:cubicBezTo>
                <a:cubicBezTo>
                  <a:pt x="501653" y="38992"/>
                  <a:pt x="500232" y="37179"/>
                  <a:pt x="497901" y="35738"/>
                </a:cubicBezTo>
                <a:cubicBezTo>
                  <a:pt x="495569" y="34296"/>
                  <a:pt x="491860" y="33576"/>
                  <a:pt x="486772" y="33576"/>
                </a:cubicBezTo>
                <a:cubicBezTo>
                  <a:pt x="476089" y="33576"/>
                  <a:pt x="470578" y="37391"/>
                  <a:pt x="470239" y="45022"/>
                </a:cubicBezTo>
                <a:lnTo>
                  <a:pt x="458284" y="45022"/>
                </a:lnTo>
                <a:cubicBezTo>
                  <a:pt x="459174" y="31159"/>
                  <a:pt x="468882" y="24228"/>
                  <a:pt x="487408" y="24228"/>
                </a:cubicBezTo>
                <a:cubicBezTo>
                  <a:pt x="496057" y="24228"/>
                  <a:pt x="502797" y="25945"/>
                  <a:pt x="507630" y="29379"/>
                </a:cubicBezTo>
                <a:cubicBezTo>
                  <a:pt x="512463" y="32813"/>
                  <a:pt x="514879" y="39553"/>
                  <a:pt x="514879" y="49601"/>
                </a:cubicBezTo>
                <a:lnTo>
                  <a:pt x="514879" y="93224"/>
                </a:lnTo>
                <a:lnTo>
                  <a:pt x="502924" y="93224"/>
                </a:lnTo>
                <a:lnTo>
                  <a:pt x="502924" y="86292"/>
                </a:lnTo>
                <a:close/>
                <a:moveTo>
                  <a:pt x="544542" y="34339"/>
                </a:moveTo>
                <a:cubicBezTo>
                  <a:pt x="550519" y="27598"/>
                  <a:pt x="557239" y="24228"/>
                  <a:pt x="564700" y="24228"/>
                </a:cubicBezTo>
                <a:cubicBezTo>
                  <a:pt x="579919" y="24228"/>
                  <a:pt x="587529" y="32516"/>
                  <a:pt x="587529" y="49092"/>
                </a:cubicBezTo>
                <a:lnTo>
                  <a:pt x="587529" y="93224"/>
                </a:lnTo>
                <a:lnTo>
                  <a:pt x="575510" y="93224"/>
                </a:lnTo>
                <a:lnTo>
                  <a:pt x="575510" y="49601"/>
                </a:lnTo>
                <a:cubicBezTo>
                  <a:pt x="575510" y="44089"/>
                  <a:pt x="574525" y="40126"/>
                  <a:pt x="572553" y="37709"/>
                </a:cubicBezTo>
                <a:cubicBezTo>
                  <a:pt x="570582" y="35293"/>
                  <a:pt x="567350" y="34085"/>
                  <a:pt x="562856" y="34085"/>
                </a:cubicBezTo>
                <a:cubicBezTo>
                  <a:pt x="556751" y="34085"/>
                  <a:pt x="550646" y="37688"/>
                  <a:pt x="544542" y="44895"/>
                </a:cubicBezTo>
                <a:lnTo>
                  <a:pt x="544542" y="93224"/>
                </a:lnTo>
                <a:lnTo>
                  <a:pt x="532523" y="93224"/>
                </a:lnTo>
                <a:lnTo>
                  <a:pt x="532523" y="25754"/>
                </a:lnTo>
                <a:lnTo>
                  <a:pt x="544542" y="25754"/>
                </a:lnTo>
                <a:lnTo>
                  <a:pt x="544542" y="34339"/>
                </a:lnTo>
                <a:close/>
                <a:moveTo>
                  <a:pt x="660624" y="93224"/>
                </a:moveTo>
                <a:lnTo>
                  <a:pt x="646316" y="93224"/>
                </a:lnTo>
                <a:lnTo>
                  <a:pt x="624377" y="58948"/>
                </a:lnTo>
                <a:lnTo>
                  <a:pt x="616873" y="66389"/>
                </a:lnTo>
                <a:lnTo>
                  <a:pt x="616873" y="93224"/>
                </a:lnTo>
                <a:lnTo>
                  <a:pt x="604855" y="93224"/>
                </a:lnTo>
                <a:lnTo>
                  <a:pt x="604855" y="0"/>
                </a:lnTo>
                <a:lnTo>
                  <a:pt x="616873" y="0"/>
                </a:lnTo>
                <a:lnTo>
                  <a:pt x="616873" y="52844"/>
                </a:lnTo>
                <a:lnTo>
                  <a:pt x="642882" y="25754"/>
                </a:lnTo>
                <a:lnTo>
                  <a:pt x="658016" y="25754"/>
                </a:lnTo>
                <a:lnTo>
                  <a:pt x="632453" y="50872"/>
                </a:lnTo>
                <a:lnTo>
                  <a:pt x="660624" y="93224"/>
                </a:lnTo>
                <a:close/>
                <a:moveTo>
                  <a:pt x="681912" y="93224"/>
                </a:moveTo>
                <a:lnTo>
                  <a:pt x="669893" y="93224"/>
                </a:lnTo>
                <a:lnTo>
                  <a:pt x="669893" y="25754"/>
                </a:lnTo>
                <a:lnTo>
                  <a:pt x="681912" y="25754"/>
                </a:lnTo>
                <a:lnTo>
                  <a:pt x="681912" y="93224"/>
                </a:lnTo>
                <a:moveTo>
                  <a:pt x="681912" y="12972"/>
                </a:moveTo>
                <a:lnTo>
                  <a:pt x="669893" y="12972"/>
                </a:lnTo>
                <a:lnTo>
                  <a:pt x="669893" y="0"/>
                </a:lnTo>
                <a:lnTo>
                  <a:pt x="681912" y="0"/>
                </a:lnTo>
                <a:lnTo>
                  <a:pt x="681912" y="12972"/>
                </a:lnTo>
                <a:close/>
                <a:moveTo>
                  <a:pt x="711527" y="34339"/>
                </a:moveTo>
                <a:cubicBezTo>
                  <a:pt x="717505" y="27598"/>
                  <a:pt x="724224" y="24228"/>
                  <a:pt x="731685" y="24228"/>
                </a:cubicBezTo>
                <a:cubicBezTo>
                  <a:pt x="746905" y="24228"/>
                  <a:pt x="754514" y="32516"/>
                  <a:pt x="754514" y="49092"/>
                </a:cubicBezTo>
                <a:lnTo>
                  <a:pt x="754514" y="93224"/>
                </a:lnTo>
                <a:lnTo>
                  <a:pt x="742496" y="93224"/>
                </a:lnTo>
                <a:lnTo>
                  <a:pt x="742496" y="49601"/>
                </a:lnTo>
                <a:cubicBezTo>
                  <a:pt x="742496" y="44089"/>
                  <a:pt x="741510" y="40126"/>
                  <a:pt x="739539" y="37709"/>
                </a:cubicBezTo>
                <a:cubicBezTo>
                  <a:pt x="737568" y="35293"/>
                  <a:pt x="734335" y="34085"/>
                  <a:pt x="729841" y="34085"/>
                </a:cubicBezTo>
                <a:cubicBezTo>
                  <a:pt x="723737" y="34085"/>
                  <a:pt x="717632" y="37688"/>
                  <a:pt x="711527" y="44895"/>
                </a:cubicBezTo>
                <a:lnTo>
                  <a:pt x="711527" y="93224"/>
                </a:lnTo>
                <a:lnTo>
                  <a:pt x="699509" y="93224"/>
                </a:lnTo>
                <a:lnTo>
                  <a:pt x="699509" y="25754"/>
                </a:lnTo>
                <a:lnTo>
                  <a:pt x="711527" y="25754"/>
                </a:lnTo>
                <a:lnTo>
                  <a:pt x="711527" y="34339"/>
                </a:lnTo>
                <a:close/>
                <a:moveTo>
                  <a:pt x="826528" y="88009"/>
                </a:moveTo>
                <a:cubicBezTo>
                  <a:pt x="826528" y="109715"/>
                  <a:pt x="816735" y="120568"/>
                  <a:pt x="797149" y="120568"/>
                </a:cubicBezTo>
                <a:cubicBezTo>
                  <a:pt x="788670" y="120568"/>
                  <a:pt x="781983" y="118724"/>
                  <a:pt x="777086" y="115035"/>
                </a:cubicBezTo>
                <a:cubicBezTo>
                  <a:pt x="772190" y="111347"/>
                  <a:pt x="769742" y="106387"/>
                  <a:pt x="769742" y="100155"/>
                </a:cubicBezTo>
                <a:lnTo>
                  <a:pt x="782142" y="100155"/>
                </a:lnTo>
                <a:cubicBezTo>
                  <a:pt x="782142" y="107532"/>
                  <a:pt x="787102" y="111220"/>
                  <a:pt x="797022" y="111220"/>
                </a:cubicBezTo>
                <a:cubicBezTo>
                  <a:pt x="802618" y="111220"/>
                  <a:pt x="806942" y="109683"/>
                  <a:pt x="809994" y="106610"/>
                </a:cubicBezTo>
                <a:cubicBezTo>
                  <a:pt x="813047" y="103536"/>
                  <a:pt x="814573" y="97505"/>
                  <a:pt x="814573" y="88518"/>
                </a:cubicBezTo>
                <a:lnTo>
                  <a:pt x="814573" y="85148"/>
                </a:lnTo>
                <a:cubicBezTo>
                  <a:pt x="809231" y="91592"/>
                  <a:pt x="802809" y="94813"/>
                  <a:pt x="795305" y="94813"/>
                </a:cubicBezTo>
                <a:cubicBezTo>
                  <a:pt x="786487" y="94813"/>
                  <a:pt x="779662" y="91676"/>
                  <a:pt x="774829" y="85402"/>
                </a:cubicBezTo>
                <a:cubicBezTo>
                  <a:pt x="769996" y="79128"/>
                  <a:pt x="767580" y="70670"/>
                  <a:pt x="767580" y="60029"/>
                </a:cubicBezTo>
                <a:cubicBezTo>
                  <a:pt x="767580" y="49007"/>
                  <a:pt x="770282" y="40285"/>
                  <a:pt x="775687" y="33862"/>
                </a:cubicBezTo>
                <a:cubicBezTo>
                  <a:pt x="781093" y="27439"/>
                  <a:pt x="787886" y="24228"/>
                  <a:pt x="796068" y="24228"/>
                </a:cubicBezTo>
                <a:cubicBezTo>
                  <a:pt x="803360" y="24228"/>
                  <a:pt x="809528" y="26475"/>
                  <a:pt x="814573" y="30969"/>
                </a:cubicBezTo>
                <a:lnTo>
                  <a:pt x="814573" y="25754"/>
                </a:lnTo>
                <a:lnTo>
                  <a:pt x="826528" y="25754"/>
                </a:lnTo>
                <a:lnTo>
                  <a:pt x="826528" y="88009"/>
                </a:lnTo>
                <a:moveTo>
                  <a:pt x="814573" y="73829"/>
                </a:moveTo>
                <a:lnTo>
                  <a:pt x="814573" y="41779"/>
                </a:lnTo>
                <a:cubicBezTo>
                  <a:pt x="809401" y="36310"/>
                  <a:pt x="803487" y="33576"/>
                  <a:pt x="796831" y="33576"/>
                </a:cubicBezTo>
                <a:cubicBezTo>
                  <a:pt x="791702" y="33576"/>
                  <a:pt x="787600" y="35791"/>
                  <a:pt x="784526" y="40221"/>
                </a:cubicBezTo>
                <a:cubicBezTo>
                  <a:pt x="781453" y="44651"/>
                  <a:pt x="779916" y="51254"/>
                  <a:pt x="779916" y="60029"/>
                </a:cubicBezTo>
                <a:cubicBezTo>
                  <a:pt x="779916" y="68339"/>
                  <a:pt x="781368" y="74645"/>
                  <a:pt x="784272" y="78948"/>
                </a:cubicBezTo>
                <a:cubicBezTo>
                  <a:pt x="787176" y="83251"/>
                  <a:pt x="791193" y="85402"/>
                  <a:pt x="796323" y="85402"/>
                </a:cubicBezTo>
                <a:cubicBezTo>
                  <a:pt x="803021" y="85402"/>
                  <a:pt x="809104" y="81544"/>
                  <a:pt x="814573" y="73829"/>
                </a:cubicBezTo>
                <a:close/>
              </a:path>
            </a:pathLst>
          </a:custGeom>
          <a:solidFill xmlns:a="http://schemas.openxmlformats.org/drawingml/2006/main">
            <a:srgbClr val="000000"/>
          </a:solidFill>
          <a:ln xmlns:a="http://schemas.openxmlformats.org/drawingml/2006/main" w="0" cap="flat">
            <a:noFill/>
            <a:miter/>
          </a:ln>
        </p:spPr>
      </p:sp>
      <p:sp>
        <p:nvSpPr>
          <p:cNvPr id="114" name="Vector element">
            <a:extLst xmlns:a="http://schemas.openxmlformats.org/drawingml/2006/main">
              <a:ext uri="{FF2B5EF4-FFF2-40B4-BE49-F238E27FC236}">
                <a16:creationId xmlns:a16="http://schemas.microsoft.com/office/drawing/2014/main" id="{1E8A5354-4707-49ED-8248-7363F2B2FD02}"/>
              </a:ext>
            </a:extLst>
          </p:cNvPr>
          <p:cNvSpPr>
            <a:spLocks xmlns:a="http://schemas.openxmlformats.org/drawingml/2006/main" noGrp="1"/>
          </p:cNvSpPr>
          <p:nvPr/>
        </p:nvSpPr>
        <p:spPr>
          <a:xfrm xmlns:a="http://schemas.openxmlformats.org/drawingml/2006/main">
            <a:off x="4972320" y="1174972"/>
            <a:ext cx="236374" cy="252002"/>
          </a:xfrm>
          <a:custGeom xmlns:a="http://schemas.openxmlformats.org/drawingml/2006/main">
            <a:pathLst>
              <a:path w="236374" h="252002">
                <a:moveTo>
                  <a:pt x="65768" y="0"/>
                </a:moveTo>
                <a:lnTo>
                  <a:pt x="90512" y="24744"/>
                </a:lnTo>
                <a:cubicBezTo>
                  <a:pt x="95722" y="29954"/>
                  <a:pt x="99629" y="35163"/>
                  <a:pt x="102233" y="39721"/>
                </a:cubicBezTo>
                <a:cubicBezTo>
                  <a:pt x="104838" y="44279"/>
                  <a:pt x="105489" y="49489"/>
                  <a:pt x="104838" y="54698"/>
                </a:cubicBezTo>
                <a:cubicBezTo>
                  <a:pt x="103536" y="60559"/>
                  <a:pt x="100931" y="65117"/>
                  <a:pt x="96373" y="69675"/>
                </a:cubicBezTo>
                <a:cubicBezTo>
                  <a:pt x="89861" y="76187"/>
                  <a:pt x="82698" y="78791"/>
                  <a:pt x="74884" y="78140"/>
                </a:cubicBezTo>
                <a:cubicBezTo>
                  <a:pt x="67721" y="77489"/>
                  <a:pt x="59256" y="72931"/>
                  <a:pt x="51442" y="65117"/>
                </a:cubicBezTo>
                <a:lnTo>
                  <a:pt x="35163" y="48186"/>
                </a:lnTo>
                <a:lnTo>
                  <a:pt x="8465" y="74884"/>
                </a:lnTo>
                <a:lnTo>
                  <a:pt x="0" y="65768"/>
                </a:lnTo>
                <a:lnTo>
                  <a:pt x="65768" y="0"/>
                </a:lnTo>
                <a:close/>
                <a:moveTo>
                  <a:pt x="42977" y="40372"/>
                </a:moveTo>
                <a:lnTo>
                  <a:pt x="59256" y="57303"/>
                </a:lnTo>
                <a:cubicBezTo>
                  <a:pt x="65117" y="63163"/>
                  <a:pt x="70326" y="65768"/>
                  <a:pt x="74884" y="66419"/>
                </a:cubicBezTo>
                <a:cubicBezTo>
                  <a:pt x="78791" y="66419"/>
                  <a:pt x="83349" y="64466"/>
                  <a:pt x="87256" y="60559"/>
                </a:cubicBezTo>
                <a:cubicBezTo>
                  <a:pt x="89861" y="57954"/>
                  <a:pt x="91815" y="54698"/>
                  <a:pt x="92466" y="51442"/>
                </a:cubicBezTo>
                <a:cubicBezTo>
                  <a:pt x="93117" y="48186"/>
                  <a:pt x="92466" y="45582"/>
                  <a:pt x="91163" y="42977"/>
                </a:cubicBezTo>
                <a:cubicBezTo>
                  <a:pt x="89861" y="40372"/>
                  <a:pt x="87256" y="37117"/>
                  <a:pt x="83349" y="33210"/>
                </a:cubicBezTo>
                <a:lnTo>
                  <a:pt x="66419" y="16930"/>
                </a:lnTo>
                <a:lnTo>
                  <a:pt x="42977" y="40372"/>
                </a:lnTo>
                <a:close/>
                <a:moveTo>
                  <a:pt x="102884" y="143908"/>
                </a:moveTo>
                <a:lnTo>
                  <a:pt x="113303" y="133489"/>
                </a:lnTo>
                <a:lnTo>
                  <a:pt x="107443" y="127629"/>
                </a:lnTo>
                <a:cubicBezTo>
                  <a:pt x="95070" y="115257"/>
                  <a:pt x="85954" y="112652"/>
                  <a:pt x="78791" y="119164"/>
                </a:cubicBezTo>
                <a:cubicBezTo>
                  <a:pt x="76838" y="121768"/>
                  <a:pt x="75535" y="124373"/>
                  <a:pt x="76187" y="127629"/>
                </a:cubicBezTo>
                <a:cubicBezTo>
                  <a:pt x="76838" y="130233"/>
                  <a:pt x="78140" y="133489"/>
                  <a:pt x="81396" y="136745"/>
                </a:cubicBezTo>
                <a:cubicBezTo>
                  <a:pt x="84001" y="139350"/>
                  <a:pt x="87908" y="141303"/>
                  <a:pt x="91163" y="142606"/>
                </a:cubicBezTo>
                <a:cubicBezTo>
                  <a:pt x="95070" y="143908"/>
                  <a:pt x="98977" y="144559"/>
                  <a:pt x="102884" y="143908"/>
                </a:cubicBezTo>
                <a:close/>
                <a:moveTo>
                  <a:pt x="95070" y="151722"/>
                </a:moveTo>
                <a:cubicBezTo>
                  <a:pt x="86605" y="151071"/>
                  <a:pt x="79442" y="147815"/>
                  <a:pt x="72280" y="140652"/>
                </a:cubicBezTo>
                <a:cubicBezTo>
                  <a:pt x="67721" y="136094"/>
                  <a:pt x="65117" y="130885"/>
                  <a:pt x="64466" y="125024"/>
                </a:cubicBezTo>
                <a:cubicBezTo>
                  <a:pt x="63814" y="119815"/>
                  <a:pt x="65768" y="114605"/>
                  <a:pt x="69675" y="110698"/>
                </a:cubicBezTo>
                <a:cubicBezTo>
                  <a:pt x="80745" y="99629"/>
                  <a:pt x="96373" y="103536"/>
                  <a:pt x="115257" y="123071"/>
                </a:cubicBezTo>
                <a:lnTo>
                  <a:pt x="119815" y="126978"/>
                </a:lnTo>
                <a:cubicBezTo>
                  <a:pt x="123071" y="123722"/>
                  <a:pt x="125024" y="121117"/>
                  <a:pt x="126326" y="119164"/>
                </a:cubicBezTo>
                <a:cubicBezTo>
                  <a:pt x="127629" y="117210"/>
                  <a:pt x="127629" y="114605"/>
                  <a:pt x="127629" y="112001"/>
                </a:cubicBezTo>
                <a:cubicBezTo>
                  <a:pt x="126978" y="109396"/>
                  <a:pt x="124373" y="106140"/>
                  <a:pt x="121117" y="102884"/>
                </a:cubicBezTo>
                <a:cubicBezTo>
                  <a:pt x="113303" y="95070"/>
                  <a:pt x="106791" y="93768"/>
                  <a:pt x="100931" y="98977"/>
                </a:cubicBezTo>
                <a:lnTo>
                  <a:pt x="92466" y="90512"/>
                </a:lnTo>
                <a:cubicBezTo>
                  <a:pt x="102884" y="81396"/>
                  <a:pt x="115257" y="83349"/>
                  <a:pt x="128280" y="96373"/>
                </a:cubicBezTo>
                <a:cubicBezTo>
                  <a:pt x="134140" y="102884"/>
                  <a:pt x="137396" y="108745"/>
                  <a:pt x="138699" y="114605"/>
                </a:cubicBezTo>
                <a:cubicBezTo>
                  <a:pt x="140001" y="120466"/>
                  <a:pt x="136745" y="126978"/>
                  <a:pt x="129582" y="134140"/>
                </a:cubicBezTo>
                <a:lnTo>
                  <a:pt x="98977" y="164745"/>
                </a:lnTo>
                <a:lnTo>
                  <a:pt x="90512" y="156280"/>
                </a:lnTo>
                <a:lnTo>
                  <a:pt x="95070" y="151722"/>
                </a:lnTo>
                <a:close/>
                <a:moveTo>
                  <a:pt x="127629" y="196001"/>
                </a:moveTo>
                <a:cubicBezTo>
                  <a:pt x="114605" y="182978"/>
                  <a:pt x="112652" y="170606"/>
                  <a:pt x="122419" y="160187"/>
                </a:cubicBezTo>
                <a:lnTo>
                  <a:pt x="130885" y="168652"/>
                </a:lnTo>
                <a:cubicBezTo>
                  <a:pt x="125024" y="174513"/>
                  <a:pt x="126326" y="181024"/>
                  <a:pt x="134140" y="188838"/>
                </a:cubicBezTo>
                <a:cubicBezTo>
                  <a:pt x="137396" y="192745"/>
                  <a:pt x="140652" y="194699"/>
                  <a:pt x="144559" y="194699"/>
                </a:cubicBezTo>
                <a:cubicBezTo>
                  <a:pt x="147815" y="195350"/>
                  <a:pt x="150420" y="194699"/>
                  <a:pt x="152373" y="192094"/>
                </a:cubicBezTo>
                <a:cubicBezTo>
                  <a:pt x="154978" y="190141"/>
                  <a:pt x="154978" y="187536"/>
                  <a:pt x="154327" y="184931"/>
                </a:cubicBezTo>
                <a:cubicBezTo>
                  <a:pt x="153675" y="182327"/>
                  <a:pt x="151071" y="177769"/>
                  <a:pt x="146513" y="170606"/>
                </a:cubicBezTo>
                <a:cubicBezTo>
                  <a:pt x="142606" y="163443"/>
                  <a:pt x="140001" y="157582"/>
                  <a:pt x="139350" y="153675"/>
                </a:cubicBezTo>
                <a:cubicBezTo>
                  <a:pt x="138047" y="149117"/>
                  <a:pt x="140001" y="144559"/>
                  <a:pt x="144559" y="140652"/>
                </a:cubicBezTo>
                <a:cubicBezTo>
                  <a:pt x="148466" y="136094"/>
                  <a:pt x="153024" y="134792"/>
                  <a:pt x="158885" y="135443"/>
                </a:cubicBezTo>
                <a:cubicBezTo>
                  <a:pt x="164745" y="136094"/>
                  <a:pt x="170606" y="138699"/>
                  <a:pt x="175815" y="144559"/>
                </a:cubicBezTo>
                <a:cubicBezTo>
                  <a:pt x="188187" y="156931"/>
                  <a:pt x="190141" y="168001"/>
                  <a:pt x="181676" y="177117"/>
                </a:cubicBezTo>
                <a:lnTo>
                  <a:pt x="173210" y="168652"/>
                </a:lnTo>
                <a:cubicBezTo>
                  <a:pt x="177117" y="163443"/>
                  <a:pt x="176466" y="158234"/>
                  <a:pt x="169955" y="151722"/>
                </a:cubicBezTo>
                <a:cubicBezTo>
                  <a:pt x="166699" y="148466"/>
                  <a:pt x="164094" y="147164"/>
                  <a:pt x="160838" y="145861"/>
                </a:cubicBezTo>
                <a:cubicBezTo>
                  <a:pt x="158234" y="145210"/>
                  <a:pt x="155629" y="145861"/>
                  <a:pt x="153675" y="147815"/>
                </a:cubicBezTo>
                <a:cubicBezTo>
                  <a:pt x="151722" y="149768"/>
                  <a:pt x="151071" y="151722"/>
                  <a:pt x="151722" y="154327"/>
                </a:cubicBezTo>
                <a:cubicBezTo>
                  <a:pt x="152373" y="156280"/>
                  <a:pt x="154978" y="161489"/>
                  <a:pt x="158885" y="168652"/>
                </a:cubicBezTo>
                <a:cubicBezTo>
                  <a:pt x="163443" y="175815"/>
                  <a:pt x="166048" y="181676"/>
                  <a:pt x="167350" y="186234"/>
                </a:cubicBezTo>
                <a:cubicBezTo>
                  <a:pt x="168001" y="190792"/>
                  <a:pt x="166048" y="195350"/>
                  <a:pt x="161489" y="199908"/>
                </a:cubicBezTo>
                <a:cubicBezTo>
                  <a:pt x="157582" y="204466"/>
                  <a:pt x="152373" y="206420"/>
                  <a:pt x="145861" y="205769"/>
                </a:cubicBezTo>
                <a:cubicBezTo>
                  <a:pt x="139350" y="205118"/>
                  <a:pt x="133489" y="201862"/>
                  <a:pt x="127629" y="196001"/>
                </a:cubicBezTo>
                <a:close/>
                <a:moveTo>
                  <a:pt x="173862" y="242234"/>
                </a:moveTo>
                <a:cubicBezTo>
                  <a:pt x="160187" y="229211"/>
                  <a:pt x="158885" y="216839"/>
                  <a:pt x="168652" y="206420"/>
                </a:cubicBezTo>
                <a:lnTo>
                  <a:pt x="177117" y="214885"/>
                </a:lnTo>
                <a:cubicBezTo>
                  <a:pt x="171257" y="220746"/>
                  <a:pt x="172559" y="227257"/>
                  <a:pt x="180373" y="235071"/>
                </a:cubicBezTo>
                <a:cubicBezTo>
                  <a:pt x="183629" y="238978"/>
                  <a:pt x="186885" y="240932"/>
                  <a:pt x="190141" y="240932"/>
                </a:cubicBezTo>
                <a:cubicBezTo>
                  <a:pt x="193397" y="241583"/>
                  <a:pt x="196652" y="240281"/>
                  <a:pt x="198606" y="238327"/>
                </a:cubicBezTo>
                <a:cubicBezTo>
                  <a:pt x="200559" y="236374"/>
                  <a:pt x="201211" y="233769"/>
                  <a:pt x="200559" y="231164"/>
                </a:cubicBezTo>
                <a:cubicBezTo>
                  <a:pt x="199257" y="228560"/>
                  <a:pt x="196652" y="223350"/>
                  <a:pt x="192745" y="216839"/>
                </a:cubicBezTo>
                <a:cubicBezTo>
                  <a:pt x="188187" y="209676"/>
                  <a:pt x="186234" y="203815"/>
                  <a:pt x="184931" y="199257"/>
                </a:cubicBezTo>
                <a:cubicBezTo>
                  <a:pt x="184280" y="195350"/>
                  <a:pt x="186234" y="190792"/>
                  <a:pt x="190141" y="186234"/>
                </a:cubicBezTo>
                <a:cubicBezTo>
                  <a:pt x="194048" y="182327"/>
                  <a:pt x="199257" y="181024"/>
                  <a:pt x="205118" y="181676"/>
                </a:cubicBezTo>
                <a:cubicBezTo>
                  <a:pt x="210978" y="182327"/>
                  <a:pt x="216187" y="184931"/>
                  <a:pt x="222048" y="190141"/>
                </a:cubicBezTo>
                <a:cubicBezTo>
                  <a:pt x="234420" y="203164"/>
                  <a:pt x="236374" y="213583"/>
                  <a:pt x="227908" y="222699"/>
                </a:cubicBezTo>
                <a:lnTo>
                  <a:pt x="219443" y="214234"/>
                </a:lnTo>
                <a:cubicBezTo>
                  <a:pt x="223350" y="209676"/>
                  <a:pt x="222048" y="203815"/>
                  <a:pt x="215536" y="197955"/>
                </a:cubicBezTo>
                <a:cubicBezTo>
                  <a:pt x="212932" y="194699"/>
                  <a:pt x="210327" y="192745"/>
                  <a:pt x="207071" y="192094"/>
                </a:cubicBezTo>
                <a:cubicBezTo>
                  <a:pt x="204466" y="191443"/>
                  <a:pt x="201862" y="192094"/>
                  <a:pt x="199908" y="194048"/>
                </a:cubicBezTo>
                <a:cubicBezTo>
                  <a:pt x="197955" y="196001"/>
                  <a:pt x="197304" y="197955"/>
                  <a:pt x="197955" y="200559"/>
                </a:cubicBezTo>
                <a:cubicBezTo>
                  <a:pt x="198606" y="202513"/>
                  <a:pt x="200559" y="207071"/>
                  <a:pt x="205118" y="214234"/>
                </a:cubicBezTo>
                <a:cubicBezTo>
                  <a:pt x="209676" y="221397"/>
                  <a:pt x="212280" y="227257"/>
                  <a:pt x="212932" y="232467"/>
                </a:cubicBezTo>
                <a:cubicBezTo>
                  <a:pt x="214234" y="237025"/>
                  <a:pt x="212280" y="241583"/>
                  <a:pt x="207722" y="246141"/>
                </a:cubicBezTo>
                <a:cubicBezTo>
                  <a:pt x="203164" y="250048"/>
                  <a:pt x="197955" y="252002"/>
                  <a:pt x="192094" y="251351"/>
                </a:cubicBezTo>
                <a:cubicBezTo>
                  <a:pt x="185583" y="250699"/>
                  <a:pt x="179071" y="248095"/>
                  <a:pt x="173862" y="242234"/>
                </a:cubicBezTo>
              </a:path>
            </a:pathLst>
          </a:custGeom>
          <a:solidFill xmlns:a="http://schemas.openxmlformats.org/drawingml/2006/main">
            <a:srgbClr val="208841"/>
          </a:solidFill>
          <a:ln xmlns:a="http://schemas.openxmlformats.org/drawingml/2006/main" w="0" cap="flat">
            <a:noFill/>
            <a:miter/>
          </a:ln>
        </p:spPr>
      </p:sp>
      <p:sp>
        <p:nvSpPr>
          <p:cNvPr id="115" name="Vector element">
            <a:extLst xmlns:a="http://schemas.openxmlformats.org/drawingml/2006/main">
              <a:ext uri="{FF2B5EF4-FFF2-40B4-BE49-F238E27FC236}">
                <a16:creationId xmlns:a16="http://schemas.microsoft.com/office/drawing/2014/main" id="{EFCD28C6-9B6E-4E68-ABF7-7A0447D733E7}"/>
              </a:ext>
            </a:extLst>
          </p:cNvPr>
          <p:cNvSpPr>
            <a:spLocks xmlns:a="http://schemas.openxmlformats.org/drawingml/2006/main" noGrp="1"/>
          </p:cNvSpPr>
          <p:nvPr/>
        </p:nvSpPr>
        <p:spPr>
          <a:xfrm xmlns:a="http://schemas.openxmlformats.org/drawingml/2006/main">
            <a:off x="5431393" y="1209484"/>
            <a:ext cx="548283" cy="184931"/>
          </a:xfrm>
          <a:custGeom xmlns:a="http://schemas.openxmlformats.org/drawingml/2006/main">
            <a:pathLst>
              <a:path w="548283" h="184931">
                <a:moveTo>
                  <a:pt x="61210" y="184931"/>
                </a:moveTo>
                <a:cubicBezTo>
                  <a:pt x="27349" y="184931"/>
                  <a:pt x="0" y="157582"/>
                  <a:pt x="0" y="123071"/>
                </a:cubicBezTo>
                <a:lnTo>
                  <a:pt x="0" y="61861"/>
                </a:lnTo>
                <a:cubicBezTo>
                  <a:pt x="0" y="28000"/>
                  <a:pt x="27349" y="0"/>
                  <a:pt x="61210" y="0"/>
                </a:cubicBezTo>
                <a:lnTo>
                  <a:pt x="487073" y="0"/>
                </a:lnTo>
                <a:cubicBezTo>
                  <a:pt x="520934" y="0"/>
                  <a:pt x="548283" y="28000"/>
                  <a:pt x="548283" y="61861"/>
                </a:cubicBezTo>
                <a:lnTo>
                  <a:pt x="548283" y="123071"/>
                </a:lnTo>
                <a:cubicBezTo>
                  <a:pt x="548283" y="157582"/>
                  <a:pt x="520934" y="184931"/>
                  <a:pt x="487073" y="184931"/>
                </a:cubicBezTo>
                <a:lnTo>
                  <a:pt x="61210" y="184931"/>
                </a:lnTo>
                <a:close/>
              </a:path>
            </a:pathLst>
          </a:custGeom>
          <a:solidFill xmlns:a="http://schemas.openxmlformats.org/drawingml/2006/main">
            <a:srgbClr val="D7E3BF"/>
          </a:solidFill>
          <a:ln xmlns:a="http://schemas.openxmlformats.org/drawingml/2006/main" w="0" cap="flat">
            <a:noFill/>
            <a:miter/>
          </a:ln>
        </p:spPr>
      </p:sp>
      <p:sp>
        <p:nvSpPr>
          <p:cNvPr id="116" name="Vector element">
            <a:extLst xmlns:a="http://schemas.openxmlformats.org/drawingml/2006/main">
              <a:ext uri="{FF2B5EF4-FFF2-40B4-BE49-F238E27FC236}">
                <a16:creationId xmlns:a16="http://schemas.microsoft.com/office/drawing/2014/main" id="{DDF0E5E1-6B3D-4338-B79C-E7D34C430415}"/>
              </a:ext>
            </a:extLst>
          </p:cNvPr>
          <p:cNvSpPr>
            <a:spLocks xmlns:a="http://schemas.openxmlformats.org/drawingml/2006/main" noGrp="1"/>
          </p:cNvSpPr>
          <p:nvPr/>
        </p:nvSpPr>
        <p:spPr>
          <a:xfrm xmlns:a="http://schemas.openxmlformats.org/drawingml/2006/main">
            <a:off x="5431393" y="1209484"/>
            <a:ext cx="548283" cy="184931"/>
          </a:xfrm>
          <a:custGeom xmlns:a="http://schemas.openxmlformats.org/drawingml/2006/main">
            <a:pathLst>
              <a:path w="548283" h="184931" fill="none">
                <a:moveTo>
                  <a:pt x="61210" y="184931"/>
                </a:moveTo>
                <a:lnTo>
                  <a:pt x="487073" y="184931"/>
                </a:lnTo>
                <a:cubicBezTo>
                  <a:pt x="520934" y="184931"/>
                  <a:pt x="548283" y="157582"/>
                  <a:pt x="548283" y="123071"/>
                </a:cubicBezTo>
                <a:lnTo>
                  <a:pt x="548283" y="61861"/>
                </a:lnTo>
                <a:cubicBezTo>
                  <a:pt x="548283" y="28000"/>
                  <a:pt x="520934" y="0"/>
                  <a:pt x="487073" y="0"/>
                </a:cubicBezTo>
                <a:lnTo>
                  <a:pt x="61210" y="0"/>
                </a:lnTo>
                <a:cubicBezTo>
                  <a:pt x="27349" y="0"/>
                  <a:pt x="0" y="28000"/>
                  <a:pt x="0" y="61861"/>
                </a:cubicBezTo>
                <a:lnTo>
                  <a:pt x="0" y="123071"/>
                </a:lnTo>
                <a:cubicBezTo>
                  <a:pt x="0" y="157582"/>
                  <a:pt x="27349" y="184931"/>
                  <a:pt x="61210" y="184931"/>
                </a:cubicBezTo>
                <a:close/>
              </a:path>
            </a:pathLst>
          </a:custGeom>
          <a:noFill xmlns:a="http://schemas.openxmlformats.org/drawingml/2006/main"/>
          <a:ln xmlns:a="http://schemas.openxmlformats.org/drawingml/2006/main" w="8140" cap="rnd">
            <a:solidFill>
              <a:srgbClr val="000000"/>
            </a:solidFill>
            <a:round/>
          </a:ln>
        </p:spPr>
      </p:sp>
      <p:sp>
        <p:nvSpPr>
          <p:cNvPr id="117" name="Text Output">
            <a:extLst xmlns:a="http://schemas.openxmlformats.org/drawingml/2006/main">
              <a:ext uri="{FF2B5EF4-FFF2-40B4-BE49-F238E27FC236}">
                <a16:creationId xmlns:a16="http://schemas.microsoft.com/office/drawing/2014/main" id="{243246B3-0EF3-431E-B155-528766DB1C2F}"/>
              </a:ext>
            </a:extLst>
          </p:cNvPr>
          <p:cNvSpPr>
            <a:spLocks xmlns:a="http://schemas.openxmlformats.org/drawingml/2006/main" noGrp="1"/>
          </p:cNvSpPr>
          <p:nvPr/>
        </p:nvSpPr>
        <p:spPr>
          <a:xfrm xmlns:a="http://schemas.openxmlformats.org/drawingml/2006/main">
            <a:off x="5485087" y="1235319"/>
            <a:ext cx="447369" cy="139869"/>
          </a:xfrm>
          <a:custGeom xmlns:a="http://schemas.openxmlformats.org/drawingml/2006/main">
            <a:pathLst>
              <a:path w="447369" h="139869">
                <a:moveTo>
                  <a:pt x="55414" y="0"/>
                </a:moveTo>
                <a:cubicBezTo>
                  <a:pt x="71416" y="0"/>
                  <a:pt x="84739" y="5066"/>
                  <a:pt x="95382" y="15199"/>
                </a:cubicBezTo>
                <a:cubicBezTo>
                  <a:pt x="106025" y="25329"/>
                  <a:pt x="111347" y="38031"/>
                  <a:pt x="111347" y="53303"/>
                </a:cubicBezTo>
                <a:cubicBezTo>
                  <a:pt x="111347" y="68575"/>
                  <a:pt x="105976" y="81215"/>
                  <a:pt x="95234" y="91224"/>
                </a:cubicBezTo>
                <a:cubicBezTo>
                  <a:pt x="84492" y="101231"/>
                  <a:pt x="70947" y="106235"/>
                  <a:pt x="54599" y="106235"/>
                </a:cubicBezTo>
                <a:cubicBezTo>
                  <a:pt x="38992" y="106235"/>
                  <a:pt x="25991" y="101231"/>
                  <a:pt x="15594" y="91224"/>
                </a:cubicBezTo>
                <a:cubicBezTo>
                  <a:pt x="5198" y="81215"/>
                  <a:pt x="0" y="68673"/>
                  <a:pt x="0" y="53599"/>
                </a:cubicBezTo>
                <a:cubicBezTo>
                  <a:pt x="0" y="38130"/>
                  <a:pt x="5235" y="25329"/>
                  <a:pt x="15706" y="15199"/>
                </a:cubicBezTo>
                <a:cubicBezTo>
                  <a:pt x="26176" y="5066"/>
                  <a:pt x="39412" y="0"/>
                  <a:pt x="55414" y="0"/>
                </a:cubicBezTo>
                <a:moveTo>
                  <a:pt x="56007" y="14076"/>
                </a:moveTo>
                <a:cubicBezTo>
                  <a:pt x="44153" y="14076"/>
                  <a:pt x="34412" y="17784"/>
                  <a:pt x="26781" y="25200"/>
                </a:cubicBezTo>
                <a:cubicBezTo>
                  <a:pt x="19150" y="32614"/>
                  <a:pt x="15335" y="42081"/>
                  <a:pt x="15335" y="53599"/>
                </a:cubicBezTo>
                <a:cubicBezTo>
                  <a:pt x="15335" y="64772"/>
                  <a:pt x="19163" y="74066"/>
                  <a:pt x="26818" y="81482"/>
                </a:cubicBezTo>
                <a:cubicBezTo>
                  <a:pt x="34473" y="88896"/>
                  <a:pt x="44055" y="92604"/>
                  <a:pt x="55562" y="92604"/>
                </a:cubicBezTo>
                <a:cubicBezTo>
                  <a:pt x="67119" y="92604"/>
                  <a:pt x="76762" y="88822"/>
                  <a:pt x="84492" y="81260"/>
                </a:cubicBezTo>
                <a:cubicBezTo>
                  <a:pt x="92221" y="73696"/>
                  <a:pt x="96086" y="64278"/>
                  <a:pt x="96086" y="53006"/>
                </a:cubicBezTo>
                <a:cubicBezTo>
                  <a:pt x="96086" y="42031"/>
                  <a:pt x="92221" y="32799"/>
                  <a:pt x="84492" y="25311"/>
                </a:cubicBezTo>
                <a:cubicBezTo>
                  <a:pt x="76762" y="17821"/>
                  <a:pt x="67267" y="14076"/>
                  <a:pt x="56007" y="14076"/>
                </a:cubicBezTo>
                <a:close/>
                <a:moveTo>
                  <a:pt x="171188" y="105050"/>
                </a:moveTo>
                <a:lnTo>
                  <a:pt x="171188" y="96308"/>
                </a:lnTo>
                <a:cubicBezTo>
                  <a:pt x="168323" y="99443"/>
                  <a:pt x="165051" y="101881"/>
                  <a:pt x="161372" y="103624"/>
                </a:cubicBezTo>
                <a:cubicBezTo>
                  <a:pt x="157692" y="105365"/>
                  <a:pt x="154025" y="106235"/>
                  <a:pt x="150371" y="106235"/>
                </a:cubicBezTo>
                <a:cubicBezTo>
                  <a:pt x="146074" y="106235"/>
                  <a:pt x="142110" y="105161"/>
                  <a:pt x="138480" y="103012"/>
                </a:cubicBezTo>
                <a:cubicBezTo>
                  <a:pt x="134850" y="100864"/>
                  <a:pt x="132109" y="97950"/>
                  <a:pt x="130257" y="94271"/>
                </a:cubicBezTo>
                <a:cubicBezTo>
                  <a:pt x="128405" y="90591"/>
                  <a:pt x="127479" y="84479"/>
                  <a:pt x="127479" y="75935"/>
                </a:cubicBezTo>
                <a:lnTo>
                  <a:pt x="127479" y="36893"/>
                </a:lnTo>
                <a:lnTo>
                  <a:pt x="140962" y="36893"/>
                </a:lnTo>
                <a:lnTo>
                  <a:pt x="140962" y="75738"/>
                </a:lnTo>
                <a:cubicBezTo>
                  <a:pt x="140962" y="82890"/>
                  <a:pt x="141987" y="87885"/>
                  <a:pt x="144036" y="90722"/>
                </a:cubicBezTo>
                <a:cubicBezTo>
                  <a:pt x="146086" y="93557"/>
                  <a:pt x="149679" y="94974"/>
                  <a:pt x="154816" y="94974"/>
                </a:cubicBezTo>
                <a:cubicBezTo>
                  <a:pt x="161236" y="94974"/>
                  <a:pt x="166694" y="91838"/>
                  <a:pt x="171188" y="85566"/>
                </a:cubicBezTo>
                <a:lnTo>
                  <a:pt x="171188" y="36893"/>
                </a:lnTo>
                <a:lnTo>
                  <a:pt x="184671" y="36893"/>
                </a:lnTo>
                <a:lnTo>
                  <a:pt x="184671" y="105050"/>
                </a:lnTo>
                <a:lnTo>
                  <a:pt x="171188" y="105050"/>
                </a:lnTo>
                <a:close/>
                <a:moveTo>
                  <a:pt x="194247" y="47709"/>
                </a:moveTo>
                <a:lnTo>
                  <a:pt x="219583" y="22818"/>
                </a:lnTo>
                <a:lnTo>
                  <a:pt x="219583" y="36893"/>
                </a:lnTo>
                <a:lnTo>
                  <a:pt x="241141" y="36893"/>
                </a:lnTo>
                <a:lnTo>
                  <a:pt x="241141" y="49043"/>
                </a:lnTo>
                <a:lnTo>
                  <a:pt x="219583" y="49043"/>
                </a:lnTo>
                <a:lnTo>
                  <a:pt x="219583" y="82399"/>
                </a:lnTo>
                <a:cubicBezTo>
                  <a:pt x="219583" y="90190"/>
                  <a:pt x="222818" y="94085"/>
                  <a:pt x="229288" y="94085"/>
                </a:cubicBezTo>
                <a:cubicBezTo>
                  <a:pt x="234128" y="94085"/>
                  <a:pt x="239240" y="92505"/>
                  <a:pt x="244623" y="89344"/>
                </a:cubicBezTo>
                <a:lnTo>
                  <a:pt x="244623" y="101883"/>
                </a:lnTo>
                <a:cubicBezTo>
                  <a:pt x="239437" y="104784"/>
                  <a:pt x="233782" y="106235"/>
                  <a:pt x="227658" y="106235"/>
                </a:cubicBezTo>
                <a:cubicBezTo>
                  <a:pt x="221484" y="106235"/>
                  <a:pt x="216348" y="104432"/>
                  <a:pt x="212249" y="100827"/>
                </a:cubicBezTo>
                <a:cubicBezTo>
                  <a:pt x="210965" y="99740"/>
                  <a:pt x="209903" y="98518"/>
                  <a:pt x="209063" y="97160"/>
                </a:cubicBezTo>
                <a:cubicBezTo>
                  <a:pt x="208224" y="95802"/>
                  <a:pt x="207520" y="94024"/>
                  <a:pt x="206952" y="91826"/>
                </a:cubicBezTo>
                <a:cubicBezTo>
                  <a:pt x="206384" y="89628"/>
                  <a:pt x="206100" y="85442"/>
                  <a:pt x="206100" y="79269"/>
                </a:cubicBezTo>
                <a:lnTo>
                  <a:pt x="206100" y="49043"/>
                </a:lnTo>
                <a:lnTo>
                  <a:pt x="194247" y="49043"/>
                </a:lnTo>
                <a:lnTo>
                  <a:pt x="194247" y="47709"/>
                </a:lnTo>
                <a:close/>
                <a:moveTo>
                  <a:pt x="253605" y="139869"/>
                </a:moveTo>
                <a:lnTo>
                  <a:pt x="253605" y="36893"/>
                </a:lnTo>
                <a:lnTo>
                  <a:pt x="277237" y="36893"/>
                </a:lnTo>
                <a:cubicBezTo>
                  <a:pt x="289337" y="36893"/>
                  <a:pt x="298758" y="39906"/>
                  <a:pt x="305500" y="45931"/>
                </a:cubicBezTo>
                <a:cubicBezTo>
                  <a:pt x="312241" y="51957"/>
                  <a:pt x="315612" y="60378"/>
                  <a:pt x="315612" y="71194"/>
                </a:cubicBezTo>
                <a:cubicBezTo>
                  <a:pt x="315612" y="81417"/>
                  <a:pt x="312439" y="89813"/>
                  <a:pt x="306092" y="96382"/>
                </a:cubicBezTo>
                <a:cubicBezTo>
                  <a:pt x="299746" y="102951"/>
                  <a:pt x="291659" y="106235"/>
                  <a:pt x="281830" y="106235"/>
                </a:cubicBezTo>
                <a:cubicBezTo>
                  <a:pt x="277484" y="106235"/>
                  <a:pt x="272669" y="105272"/>
                  <a:pt x="267384" y="103346"/>
                </a:cubicBezTo>
                <a:lnTo>
                  <a:pt x="267384" y="139869"/>
                </a:lnTo>
                <a:lnTo>
                  <a:pt x="253605" y="139869"/>
                </a:lnTo>
                <a:moveTo>
                  <a:pt x="276941" y="49487"/>
                </a:moveTo>
                <a:lnTo>
                  <a:pt x="267384" y="49487"/>
                </a:lnTo>
                <a:lnTo>
                  <a:pt x="267384" y="91418"/>
                </a:lnTo>
                <a:cubicBezTo>
                  <a:pt x="271533" y="93493"/>
                  <a:pt x="275879" y="94530"/>
                  <a:pt x="280423" y="94530"/>
                </a:cubicBezTo>
                <a:cubicBezTo>
                  <a:pt x="286744" y="94530"/>
                  <a:pt x="291918" y="92336"/>
                  <a:pt x="295943" y="87948"/>
                </a:cubicBezTo>
                <a:cubicBezTo>
                  <a:pt x="299968" y="83559"/>
                  <a:pt x="301981" y="77913"/>
                  <a:pt x="301981" y="71011"/>
                </a:cubicBezTo>
                <a:cubicBezTo>
                  <a:pt x="301981" y="66572"/>
                  <a:pt x="301030" y="62652"/>
                  <a:pt x="299129" y="59250"/>
                </a:cubicBezTo>
                <a:cubicBezTo>
                  <a:pt x="297227" y="55849"/>
                  <a:pt x="294634" y="53371"/>
                  <a:pt x="291350" y="51819"/>
                </a:cubicBezTo>
                <a:cubicBezTo>
                  <a:pt x="288066" y="50265"/>
                  <a:pt x="283263" y="49487"/>
                  <a:pt x="276941" y="49487"/>
                </a:cubicBezTo>
                <a:close/>
                <a:moveTo>
                  <a:pt x="373934" y="105050"/>
                </a:moveTo>
                <a:lnTo>
                  <a:pt x="373934" y="96308"/>
                </a:lnTo>
                <a:cubicBezTo>
                  <a:pt x="371069" y="99443"/>
                  <a:pt x="367797" y="101881"/>
                  <a:pt x="364118" y="103624"/>
                </a:cubicBezTo>
                <a:cubicBezTo>
                  <a:pt x="360438" y="105365"/>
                  <a:pt x="356771" y="106235"/>
                  <a:pt x="353116" y="106235"/>
                </a:cubicBezTo>
                <a:cubicBezTo>
                  <a:pt x="348820" y="106235"/>
                  <a:pt x="344856" y="105161"/>
                  <a:pt x="341226" y="103012"/>
                </a:cubicBezTo>
                <a:cubicBezTo>
                  <a:pt x="337596" y="100864"/>
                  <a:pt x="334855" y="97950"/>
                  <a:pt x="333003" y="94271"/>
                </a:cubicBezTo>
                <a:cubicBezTo>
                  <a:pt x="331151" y="90591"/>
                  <a:pt x="330225" y="84479"/>
                  <a:pt x="330225" y="75935"/>
                </a:cubicBezTo>
                <a:lnTo>
                  <a:pt x="330225" y="36893"/>
                </a:lnTo>
                <a:lnTo>
                  <a:pt x="343708" y="36893"/>
                </a:lnTo>
                <a:lnTo>
                  <a:pt x="343708" y="75738"/>
                </a:lnTo>
                <a:cubicBezTo>
                  <a:pt x="343708" y="82890"/>
                  <a:pt x="344733" y="87885"/>
                  <a:pt x="346782" y="90722"/>
                </a:cubicBezTo>
                <a:cubicBezTo>
                  <a:pt x="348832" y="93557"/>
                  <a:pt x="352425" y="94974"/>
                  <a:pt x="357561" y="94974"/>
                </a:cubicBezTo>
                <a:cubicBezTo>
                  <a:pt x="363982" y="94974"/>
                  <a:pt x="369439" y="91838"/>
                  <a:pt x="373934" y="85566"/>
                </a:cubicBezTo>
                <a:lnTo>
                  <a:pt x="373934" y="36893"/>
                </a:lnTo>
                <a:lnTo>
                  <a:pt x="387417" y="36893"/>
                </a:lnTo>
                <a:lnTo>
                  <a:pt x="387417" y="105050"/>
                </a:lnTo>
                <a:lnTo>
                  <a:pt x="373934" y="105050"/>
                </a:lnTo>
                <a:close/>
                <a:moveTo>
                  <a:pt x="396992" y="47709"/>
                </a:moveTo>
                <a:lnTo>
                  <a:pt x="422329" y="22818"/>
                </a:lnTo>
                <a:lnTo>
                  <a:pt x="422329" y="36893"/>
                </a:lnTo>
                <a:lnTo>
                  <a:pt x="443887" y="36893"/>
                </a:lnTo>
                <a:lnTo>
                  <a:pt x="443887" y="49043"/>
                </a:lnTo>
                <a:lnTo>
                  <a:pt x="422329" y="49043"/>
                </a:lnTo>
                <a:lnTo>
                  <a:pt x="422329" y="82399"/>
                </a:lnTo>
                <a:cubicBezTo>
                  <a:pt x="422329" y="90190"/>
                  <a:pt x="425564" y="94085"/>
                  <a:pt x="432034" y="94085"/>
                </a:cubicBezTo>
                <a:cubicBezTo>
                  <a:pt x="436874" y="94085"/>
                  <a:pt x="441985" y="92505"/>
                  <a:pt x="447369" y="89344"/>
                </a:cubicBezTo>
                <a:lnTo>
                  <a:pt x="447369" y="101883"/>
                </a:lnTo>
                <a:cubicBezTo>
                  <a:pt x="442183" y="104784"/>
                  <a:pt x="436528" y="106235"/>
                  <a:pt x="430404" y="106235"/>
                </a:cubicBezTo>
                <a:cubicBezTo>
                  <a:pt x="424230" y="106235"/>
                  <a:pt x="419094" y="104432"/>
                  <a:pt x="414994" y="100827"/>
                </a:cubicBezTo>
                <a:cubicBezTo>
                  <a:pt x="413710" y="99740"/>
                  <a:pt x="412648" y="98518"/>
                  <a:pt x="411809" y="97160"/>
                </a:cubicBezTo>
                <a:cubicBezTo>
                  <a:pt x="410969" y="95802"/>
                  <a:pt x="410265" y="94024"/>
                  <a:pt x="409697" y="91826"/>
                </a:cubicBezTo>
                <a:cubicBezTo>
                  <a:pt x="409130" y="89628"/>
                  <a:pt x="408846" y="85442"/>
                  <a:pt x="408846" y="79269"/>
                </a:cubicBezTo>
                <a:lnTo>
                  <a:pt x="408846" y="49043"/>
                </a:lnTo>
                <a:lnTo>
                  <a:pt x="396992" y="49043"/>
                </a:lnTo>
                <a:lnTo>
                  <a:pt x="396992" y="47709"/>
                </a:lnTo>
                <a:close/>
              </a:path>
            </a:pathLst>
          </a:custGeom>
          <a:solidFill xmlns:a="http://schemas.openxmlformats.org/drawingml/2006/main">
            <a:srgbClr val="000000"/>
          </a:solidFill>
          <a:ln xmlns:a="http://schemas.openxmlformats.org/drawingml/2006/main" w="0" cap="flat">
            <a:noFill/>
            <a:miter/>
          </a:ln>
        </p:spPr>
      </p:sp>
      <p:pic>
        <p:nvPicPr>
          <p:cNvPr id="255" name=""/>
          <p:cNvPicPr>
            <a:picLocks xmlns:a="http://schemas.openxmlformats.org/drawingml/2006/main" noChangeAspect="1"/>
          </p:cNvPicPr>
          <p:nvPr/>
        </p:nvPicPr>
        <p:blipFill>
          <a:blip xmlns:r="http://schemas.openxmlformats.org/officeDocument/2006/relationships" xmlns:a="http://schemas.openxmlformats.org/drawingml/2006/main" r:embed="R51a6f1de6d4f4237"/>
          <a:stretch xmlns:a="http://schemas.openxmlformats.org/drawingml/2006/main"/>
        </p:blipFill>
        <p:spPr>
          <a:xfrm xmlns:a="http://schemas.openxmlformats.org/drawingml/2006/main">
            <a:off x="4382689" y="1531161"/>
            <a:ext cx="493585" cy="493585"/>
          </a:xfrm>
          <a:prstGeom xmlns:a="http://schemas.openxmlformats.org/drawingml/2006/main" prst="rect">
            <a:avLst/>
          </a:prstGeom>
        </p:spPr>
      </p:pic>
      <p:sp>
        <p:nvSpPr>
          <p:cNvPr id="119" name="Vector element">
            <a:extLst xmlns:a="http://schemas.openxmlformats.org/drawingml/2006/main">
              <a:ext uri="{FF2B5EF4-FFF2-40B4-BE49-F238E27FC236}">
                <a16:creationId xmlns:a16="http://schemas.microsoft.com/office/drawing/2014/main" id="{B7600F99-35E7-473E-A615-66BDD103B6F1}"/>
              </a:ext>
            </a:extLst>
          </p:cNvPr>
          <p:cNvSpPr>
            <a:spLocks xmlns:a="http://schemas.openxmlformats.org/drawingml/2006/main" noGrp="1"/>
          </p:cNvSpPr>
          <p:nvPr/>
        </p:nvSpPr>
        <p:spPr>
          <a:xfrm xmlns:a="http://schemas.openxmlformats.org/drawingml/2006/main">
            <a:off x="4466364" y="1803349"/>
            <a:ext cx="233118" cy="10"/>
          </a:xfrm>
          <a:custGeom xmlns:a="http://schemas.openxmlformats.org/drawingml/2006/main">
            <a:pathLst>
              <a:path w="233118" h="1" fill="none">
                <a:moveTo>
                  <a:pt x="233118" y="0"/>
                </a:moveTo>
                <a:lnTo>
                  <a:pt x="0" y="0"/>
                </a:lnTo>
              </a:path>
            </a:pathLst>
          </a:custGeom>
          <a:noFill xmlns:a="http://schemas.openxmlformats.org/drawingml/2006/main"/>
          <a:ln xmlns:a="http://schemas.openxmlformats.org/drawingml/2006/main" w="16279" cap="rnd">
            <a:solidFill>
              <a:srgbClr val="00B050"/>
            </a:solidFill>
            <a:round/>
          </a:ln>
        </p:spPr>
      </p:sp>
      <p:sp>
        <p:nvSpPr>
          <p:cNvPr id="120" name="Vector element">
            <a:extLst xmlns:a="http://schemas.openxmlformats.org/drawingml/2006/main">
              <a:ext uri="{FF2B5EF4-FFF2-40B4-BE49-F238E27FC236}">
                <a16:creationId xmlns:a16="http://schemas.microsoft.com/office/drawing/2014/main" id="{DEEC4D1A-4E50-48F7-9560-BBD1A1F4399C}"/>
              </a:ext>
            </a:extLst>
          </p:cNvPr>
          <p:cNvSpPr>
            <a:spLocks xmlns:a="http://schemas.openxmlformats.org/drawingml/2006/main" noGrp="1"/>
          </p:cNvSpPr>
          <p:nvPr/>
        </p:nvSpPr>
        <p:spPr>
          <a:xfrm xmlns:a="http://schemas.openxmlformats.org/drawingml/2006/main">
            <a:off x="4468318" y="1908186"/>
            <a:ext cx="131536" cy="10"/>
          </a:xfrm>
          <a:custGeom xmlns:a="http://schemas.openxmlformats.org/drawingml/2006/main">
            <a:pathLst>
              <a:path w="131536" h="1" fill="none">
                <a:moveTo>
                  <a:pt x="131536" y="0"/>
                </a:moveTo>
                <a:lnTo>
                  <a:pt x="0" y="0"/>
                </a:lnTo>
              </a:path>
            </a:pathLst>
          </a:custGeom>
          <a:noFill xmlns:a="http://schemas.openxmlformats.org/drawingml/2006/main"/>
          <a:ln xmlns:a="http://schemas.openxmlformats.org/drawingml/2006/main" w="16279" cap="rnd">
            <a:solidFill>
              <a:srgbClr val="00B050"/>
            </a:solidFill>
            <a:round/>
          </a:ln>
        </p:spPr>
      </p:sp>
      <p:sp>
        <p:nvSpPr>
          <p:cNvPr id="121" name="Vector element">
            <a:extLst xmlns:a="http://schemas.openxmlformats.org/drawingml/2006/main">
              <a:ext uri="{FF2B5EF4-FFF2-40B4-BE49-F238E27FC236}">
                <a16:creationId xmlns:a16="http://schemas.microsoft.com/office/drawing/2014/main" id="{13D21656-9A68-46DF-B0D4-7332DF438C10}"/>
              </a:ext>
            </a:extLst>
          </p:cNvPr>
          <p:cNvSpPr>
            <a:spLocks xmlns:a="http://schemas.openxmlformats.org/drawingml/2006/main" noGrp="1"/>
          </p:cNvSpPr>
          <p:nvPr/>
        </p:nvSpPr>
        <p:spPr>
          <a:xfrm xmlns:a="http://schemas.openxmlformats.org/drawingml/2006/main">
            <a:off x="3700591" y="998506"/>
            <a:ext cx="664190" cy="10"/>
          </a:xfrm>
          <a:custGeom xmlns:a="http://schemas.openxmlformats.org/drawingml/2006/main">
            <a:pathLst>
              <a:path w="664190" h="1" fill="none">
                <a:moveTo>
                  <a:pt x="0" y="0"/>
                </a:moveTo>
                <a:lnTo>
                  <a:pt x="664190" y="0"/>
                </a:lnTo>
              </a:path>
            </a:pathLst>
          </a:custGeom>
          <a:noFill xmlns:a="http://schemas.openxmlformats.org/drawingml/2006/main"/>
          <a:ln xmlns:a="http://schemas.openxmlformats.org/drawingml/2006/main" w="16279" cap="rnd">
            <a:solidFill>
              <a:srgbClr val="000000"/>
            </a:solidFill>
            <a:round/>
          </a:ln>
        </p:spPr>
      </p:sp>
      <p:sp>
        <p:nvSpPr>
          <p:cNvPr id="122" name="Vector element">
            <a:extLst xmlns:a="http://schemas.openxmlformats.org/drawingml/2006/main">
              <a:ext uri="{FF2B5EF4-FFF2-40B4-BE49-F238E27FC236}">
                <a16:creationId xmlns:a16="http://schemas.microsoft.com/office/drawing/2014/main" id="{9376FCEE-F796-48F5-8139-BC2BC51645FB}"/>
              </a:ext>
            </a:extLst>
          </p:cNvPr>
          <p:cNvSpPr>
            <a:spLocks xmlns:a="http://schemas.openxmlformats.org/drawingml/2006/main" noGrp="1"/>
          </p:cNvSpPr>
          <p:nvPr/>
        </p:nvSpPr>
        <p:spPr>
          <a:xfrm xmlns:a="http://schemas.openxmlformats.org/drawingml/2006/main">
            <a:off x="3632870" y="954878"/>
            <a:ext cx="87256" cy="87256"/>
          </a:xfrm>
          <a:custGeom xmlns:a="http://schemas.openxmlformats.org/drawingml/2006/main">
            <a:pathLst>
              <a:path w="87256" h="87256">
                <a:moveTo>
                  <a:pt x="0" y="43628"/>
                </a:moveTo>
                <a:cubicBezTo>
                  <a:pt x="33861" y="41675"/>
                  <a:pt x="65117" y="26047"/>
                  <a:pt x="87256" y="0"/>
                </a:cubicBezTo>
                <a:cubicBezTo>
                  <a:pt x="73582" y="27349"/>
                  <a:pt x="73582" y="59907"/>
                  <a:pt x="87256" y="87256"/>
                </a:cubicBezTo>
                <a:cubicBezTo>
                  <a:pt x="65117" y="61210"/>
                  <a:pt x="33861" y="45582"/>
                  <a:pt x="0" y="43628"/>
                </a:cubicBezTo>
              </a:path>
            </a:pathLst>
          </a:custGeom>
          <a:solidFill xmlns:a="http://schemas.openxmlformats.org/drawingml/2006/main">
            <a:srgbClr val="000000"/>
          </a:solidFill>
          <a:ln xmlns:a="http://schemas.openxmlformats.org/drawingml/2006/main" w="0" cap="flat">
            <a:noFill/>
            <a:miter/>
          </a:ln>
        </p:spPr>
      </p:sp>
      <p:sp>
        <p:nvSpPr>
          <p:cNvPr id="123" name="Vector element">
            <a:extLst xmlns:a="http://schemas.openxmlformats.org/drawingml/2006/main">
              <a:ext uri="{FF2B5EF4-FFF2-40B4-BE49-F238E27FC236}">
                <a16:creationId xmlns:a16="http://schemas.microsoft.com/office/drawing/2014/main" id="{D6693F10-07DC-46BF-9E0B-69BF3740C948}"/>
              </a:ext>
            </a:extLst>
          </p:cNvPr>
          <p:cNvSpPr>
            <a:spLocks xmlns:a="http://schemas.openxmlformats.org/drawingml/2006/main" noGrp="1"/>
          </p:cNvSpPr>
          <p:nvPr/>
        </p:nvSpPr>
        <p:spPr>
          <a:xfrm xmlns:a="http://schemas.openxmlformats.org/drawingml/2006/main">
            <a:off x="4992496" y="1095530"/>
            <a:ext cx="420654" cy="421305"/>
          </a:xfrm>
          <a:custGeom xmlns:a="http://schemas.openxmlformats.org/drawingml/2006/main">
            <a:pathLst>
              <a:path w="420654" h="421305" fill="none">
                <a:moveTo>
                  <a:pt x="420654" y="421305"/>
                </a:moveTo>
                <a:lnTo>
                  <a:pt x="0" y="0"/>
                </a:lnTo>
              </a:path>
            </a:pathLst>
          </a:custGeom>
          <a:noFill xmlns:a="http://schemas.openxmlformats.org/drawingml/2006/main"/>
          <a:ln xmlns:a="http://schemas.openxmlformats.org/drawingml/2006/main" w="16279" cap="rnd">
            <a:solidFill>
              <a:srgbClr val="000000"/>
            </a:solidFill>
            <a:round/>
          </a:ln>
        </p:spPr>
      </p:sp>
      <p:sp>
        <p:nvSpPr>
          <p:cNvPr id="124" name="Vector element">
            <a:extLst xmlns:a="http://schemas.openxmlformats.org/drawingml/2006/main">
              <a:ext uri="{FF2B5EF4-FFF2-40B4-BE49-F238E27FC236}">
                <a16:creationId xmlns:a16="http://schemas.microsoft.com/office/drawing/2014/main" id="{30A6E997-0CB8-4B91-BCE5-2C144CDA4A6A}"/>
              </a:ext>
            </a:extLst>
          </p:cNvPr>
          <p:cNvSpPr>
            <a:spLocks xmlns:a="http://schemas.openxmlformats.org/drawingml/2006/main" noGrp="1"/>
          </p:cNvSpPr>
          <p:nvPr/>
        </p:nvSpPr>
        <p:spPr>
          <a:xfrm xmlns:a="http://schemas.openxmlformats.org/drawingml/2006/main">
            <a:off x="5368871" y="1471905"/>
            <a:ext cx="92466" cy="92466"/>
          </a:xfrm>
          <a:custGeom xmlns:a="http://schemas.openxmlformats.org/drawingml/2006/main">
            <a:pathLst>
              <a:path w="92466" h="92466">
                <a:moveTo>
                  <a:pt x="92466" y="92466"/>
                </a:moveTo>
                <a:cubicBezTo>
                  <a:pt x="67070" y="70326"/>
                  <a:pt x="33861" y="58605"/>
                  <a:pt x="0" y="61861"/>
                </a:cubicBezTo>
                <a:cubicBezTo>
                  <a:pt x="28651" y="52093"/>
                  <a:pt x="52093" y="29303"/>
                  <a:pt x="61210" y="0"/>
                </a:cubicBezTo>
                <a:cubicBezTo>
                  <a:pt x="58605" y="33861"/>
                  <a:pt x="69675" y="67070"/>
                  <a:pt x="92466" y="92466"/>
                </a:cubicBezTo>
              </a:path>
            </a:pathLst>
          </a:custGeom>
          <a:solidFill xmlns:a="http://schemas.openxmlformats.org/drawingml/2006/main">
            <a:srgbClr val="000000"/>
          </a:solidFill>
          <a:ln xmlns:a="http://schemas.openxmlformats.org/drawingml/2006/main" w="0" cap="flat">
            <a:noFill/>
            <a:miter/>
          </a:ln>
        </p:spPr>
      </p:sp>
      <p:sp>
        <p:nvSpPr>
          <p:cNvPr id="125" name="Text Fail">
            <a:extLst xmlns:a="http://schemas.openxmlformats.org/drawingml/2006/main">
              <a:ext uri="{FF2B5EF4-FFF2-40B4-BE49-F238E27FC236}">
                <a16:creationId xmlns:a16="http://schemas.microsoft.com/office/drawing/2014/main" id="{CBBCC749-B57F-44F3-8A85-790E4280FE39}"/>
              </a:ext>
            </a:extLst>
          </p:cNvPr>
          <p:cNvSpPr>
            <a:spLocks xmlns:a="http://schemas.openxmlformats.org/drawingml/2006/main" noGrp="1"/>
          </p:cNvSpPr>
          <p:nvPr/>
        </p:nvSpPr>
        <p:spPr>
          <a:xfrm xmlns:a="http://schemas.openxmlformats.org/drawingml/2006/main">
            <a:off x="3918086" y="857096"/>
            <a:ext cx="192300" cy="94813"/>
          </a:xfrm>
          <a:custGeom xmlns:a="http://schemas.openxmlformats.org/drawingml/2006/main">
            <a:pathLst>
              <a:path w="192300" h="94813">
                <a:moveTo>
                  <a:pt x="62891" y="11065"/>
                </a:moveTo>
                <a:lnTo>
                  <a:pt x="12337" y="11065"/>
                </a:lnTo>
                <a:lnTo>
                  <a:pt x="12337" y="39935"/>
                </a:lnTo>
                <a:lnTo>
                  <a:pt x="56150" y="39935"/>
                </a:lnTo>
                <a:lnTo>
                  <a:pt x="56150" y="51000"/>
                </a:lnTo>
                <a:lnTo>
                  <a:pt x="12337" y="51000"/>
                </a:lnTo>
                <a:lnTo>
                  <a:pt x="12337" y="93224"/>
                </a:lnTo>
                <a:lnTo>
                  <a:pt x="0" y="93224"/>
                </a:lnTo>
                <a:lnTo>
                  <a:pt x="0" y="0"/>
                </a:lnTo>
                <a:lnTo>
                  <a:pt x="62891" y="0"/>
                </a:lnTo>
                <a:lnTo>
                  <a:pt x="62891" y="11065"/>
                </a:lnTo>
                <a:close/>
                <a:moveTo>
                  <a:pt x="120781" y="75482"/>
                </a:moveTo>
                <a:lnTo>
                  <a:pt x="120781" y="60538"/>
                </a:lnTo>
                <a:lnTo>
                  <a:pt x="112578" y="60538"/>
                </a:lnTo>
                <a:cubicBezTo>
                  <a:pt x="95196" y="60538"/>
                  <a:pt x="86505" y="65265"/>
                  <a:pt x="86505" y="74719"/>
                </a:cubicBezTo>
                <a:cubicBezTo>
                  <a:pt x="86505" y="78153"/>
                  <a:pt x="87777" y="80792"/>
                  <a:pt x="90321" y="82636"/>
                </a:cubicBezTo>
                <a:cubicBezTo>
                  <a:pt x="92864" y="84480"/>
                  <a:pt x="96298" y="85402"/>
                  <a:pt x="100623" y="85402"/>
                </a:cubicBezTo>
                <a:cubicBezTo>
                  <a:pt x="104565" y="85402"/>
                  <a:pt x="108381" y="84512"/>
                  <a:pt x="112069" y="82731"/>
                </a:cubicBezTo>
                <a:cubicBezTo>
                  <a:pt x="115757" y="80951"/>
                  <a:pt x="118661" y="78534"/>
                  <a:pt x="120781" y="75482"/>
                </a:cubicBezTo>
                <a:moveTo>
                  <a:pt x="120781" y="86292"/>
                </a:moveTo>
                <a:cubicBezTo>
                  <a:pt x="114676" y="91973"/>
                  <a:pt x="106812" y="94813"/>
                  <a:pt x="97189" y="94813"/>
                </a:cubicBezTo>
                <a:cubicBezTo>
                  <a:pt x="90490" y="94813"/>
                  <a:pt x="84979" y="93001"/>
                  <a:pt x="80655" y="89376"/>
                </a:cubicBezTo>
                <a:cubicBezTo>
                  <a:pt x="76331" y="85752"/>
                  <a:pt x="74169" y="81078"/>
                  <a:pt x="74169" y="75355"/>
                </a:cubicBezTo>
                <a:cubicBezTo>
                  <a:pt x="74169" y="59584"/>
                  <a:pt x="87756" y="51699"/>
                  <a:pt x="114930" y="51699"/>
                </a:cubicBezTo>
                <a:lnTo>
                  <a:pt x="120781" y="51699"/>
                </a:lnTo>
                <a:cubicBezTo>
                  <a:pt x="120781" y="46866"/>
                  <a:pt x="120526" y="43358"/>
                  <a:pt x="120018" y="41175"/>
                </a:cubicBezTo>
                <a:cubicBezTo>
                  <a:pt x="119509" y="38992"/>
                  <a:pt x="118089" y="37179"/>
                  <a:pt x="115757" y="35738"/>
                </a:cubicBezTo>
                <a:cubicBezTo>
                  <a:pt x="113425" y="34296"/>
                  <a:pt x="109716" y="33576"/>
                  <a:pt x="104629" y="33576"/>
                </a:cubicBezTo>
                <a:cubicBezTo>
                  <a:pt x="93946" y="33576"/>
                  <a:pt x="88434" y="37391"/>
                  <a:pt x="88095" y="45022"/>
                </a:cubicBezTo>
                <a:lnTo>
                  <a:pt x="76140" y="45022"/>
                </a:lnTo>
                <a:cubicBezTo>
                  <a:pt x="77030" y="31159"/>
                  <a:pt x="86739" y="24228"/>
                  <a:pt x="105265" y="24228"/>
                </a:cubicBezTo>
                <a:cubicBezTo>
                  <a:pt x="113913" y="24228"/>
                  <a:pt x="120654" y="25945"/>
                  <a:pt x="125486" y="29379"/>
                </a:cubicBezTo>
                <a:cubicBezTo>
                  <a:pt x="130319" y="32813"/>
                  <a:pt x="132736" y="39553"/>
                  <a:pt x="132736" y="49601"/>
                </a:cubicBezTo>
                <a:lnTo>
                  <a:pt x="132736" y="93224"/>
                </a:lnTo>
                <a:lnTo>
                  <a:pt x="120781" y="93224"/>
                </a:lnTo>
                <a:lnTo>
                  <a:pt x="120781" y="86292"/>
                </a:lnTo>
                <a:close/>
                <a:moveTo>
                  <a:pt x="162542" y="93224"/>
                </a:moveTo>
                <a:lnTo>
                  <a:pt x="150523" y="93224"/>
                </a:lnTo>
                <a:lnTo>
                  <a:pt x="150523" y="25754"/>
                </a:lnTo>
                <a:lnTo>
                  <a:pt x="162542" y="25754"/>
                </a:lnTo>
                <a:lnTo>
                  <a:pt x="162542" y="93224"/>
                </a:lnTo>
                <a:moveTo>
                  <a:pt x="162542" y="12972"/>
                </a:moveTo>
                <a:lnTo>
                  <a:pt x="150523" y="12972"/>
                </a:lnTo>
                <a:lnTo>
                  <a:pt x="150523" y="0"/>
                </a:lnTo>
                <a:lnTo>
                  <a:pt x="162542" y="0"/>
                </a:lnTo>
                <a:lnTo>
                  <a:pt x="162542" y="12972"/>
                </a:lnTo>
                <a:close/>
                <a:moveTo>
                  <a:pt x="192300" y="93224"/>
                </a:moveTo>
                <a:lnTo>
                  <a:pt x="180282" y="93224"/>
                </a:lnTo>
                <a:lnTo>
                  <a:pt x="180282" y="0"/>
                </a:lnTo>
                <a:lnTo>
                  <a:pt x="192300" y="0"/>
                </a:lnTo>
                <a:lnTo>
                  <a:pt x="192300" y="93224"/>
                </a:lnTo>
                <a:close/>
              </a:path>
            </a:pathLst>
          </a:custGeom>
          <a:solidFill xmlns:a="http://schemas.openxmlformats.org/drawingml/2006/main">
            <a:srgbClr val="C00000"/>
          </a:solidFill>
          <a:ln xmlns:a="http://schemas.openxmlformats.org/drawingml/2006/main" w="0" cap="flat">
            <a:noFill/>
            <a:miter/>
          </a:ln>
        </p:spPr>
      </p:sp>
      <p:pic>
        <p:nvPicPr>
          <p:cNvPr id="263" name=""/>
          <p:cNvPicPr>
            <a:picLocks xmlns:a="http://schemas.openxmlformats.org/drawingml/2006/main" noChangeAspect="1"/>
          </p:cNvPicPr>
          <p:nvPr/>
        </p:nvPicPr>
        <p:blipFill>
          <a:blip xmlns:r="http://schemas.openxmlformats.org/officeDocument/2006/relationships" xmlns:a="http://schemas.openxmlformats.org/drawingml/2006/main" r:embed="R1c5e58195dbb4610"/>
          <a:stretch xmlns:a="http://schemas.openxmlformats.org/drawingml/2006/main"/>
        </p:blipFill>
        <p:spPr>
          <a:xfrm xmlns:a="http://schemas.openxmlformats.org/drawingml/2006/main">
            <a:off x="2415187" y="1531161"/>
            <a:ext cx="493585" cy="493585"/>
          </a:xfrm>
          <a:prstGeom xmlns:a="http://schemas.openxmlformats.org/drawingml/2006/main" prst="rect">
            <a:avLst/>
          </a:prstGeom>
        </p:spPr>
      </p:pic>
      <p:sp>
        <p:nvSpPr>
          <p:cNvPr id="127" name="Vector element">
            <a:extLst xmlns:a="http://schemas.openxmlformats.org/drawingml/2006/main">
              <a:ext uri="{FF2B5EF4-FFF2-40B4-BE49-F238E27FC236}">
                <a16:creationId xmlns:a16="http://schemas.microsoft.com/office/drawing/2014/main" id="{81C1D72B-F4F6-4DD2-9BD7-8682F083D9C9}"/>
              </a:ext>
            </a:extLst>
          </p:cNvPr>
          <p:cNvSpPr>
            <a:spLocks xmlns:a="http://schemas.openxmlformats.org/drawingml/2006/main" noGrp="1"/>
          </p:cNvSpPr>
          <p:nvPr/>
        </p:nvSpPr>
        <p:spPr>
          <a:xfrm xmlns:a="http://schemas.openxmlformats.org/drawingml/2006/main">
            <a:off x="2497886" y="1749953"/>
            <a:ext cx="233118" cy="10"/>
          </a:xfrm>
          <a:custGeom xmlns:a="http://schemas.openxmlformats.org/drawingml/2006/main">
            <a:pathLst>
              <a:path w="233118" h="1" fill="none">
                <a:moveTo>
                  <a:pt x="233118" y="0"/>
                </a:moveTo>
                <a:lnTo>
                  <a:pt x="0" y="0"/>
                </a:lnTo>
              </a:path>
            </a:pathLst>
          </a:custGeom>
          <a:noFill xmlns:a="http://schemas.openxmlformats.org/drawingml/2006/main"/>
          <a:ln xmlns:a="http://schemas.openxmlformats.org/drawingml/2006/main" w="16279" cap="rnd">
            <a:solidFill>
              <a:srgbClr val="C00000"/>
            </a:solidFill>
            <a:round/>
          </a:ln>
        </p:spPr>
      </p:sp>
      <p:sp>
        <p:nvSpPr>
          <p:cNvPr id="128" name="Vector element">
            <a:extLst xmlns:a="http://schemas.openxmlformats.org/drawingml/2006/main">
              <a:ext uri="{FF2B5EF4-FFF2-40B4-BE49-F238E27FC236}">
                <a16:creationId xmlns:a16="http://schemas.microsoft.com/office/drawing/2014/main" id="{EA3BCCF9-4DF5-42B2-B0A1-DE6E3FA38AB5}"/>
              </a:ext>
            </a:extLst>
          </p:cNvPr>
          <p:cNvSpPr>
            <a:spLocks xmlns:a="http://schemas.openxmlformats.org/drawingml/2006/main" noGrp="1"/>
          </p:cNvSpPr>
          <p:nvPr/>
        </p:nvSpPr>
        <p:spPr>
          <a:xfrm xmlns:a="http://schemas.openxmlformats.org/drawingml/2006/main">
            <a:off x="840014" y="1000459"/>
            <a:ext cx="851075" cy="395910"/>
          </a:xfrm>
          <a:custGeom xmlns:a="http://schemas.openxmlformats.org/drawingml/2006/main">
            <a:pathLst>
              <a:path w="851075" h="395910" fill="none">
                <a:moveTo>
                  <a:pt x="0" y="395910"/>
                </a:moveTo>
                <a:lnTo>
                  <a:pt x="851075" y="0"/>
                </a:lnTo>
              </a:path>
            </a:pathLst>
          </a:custGeom>
          <a:noFill xmlns:a="http://schemas.openxmlformats.org/drawingml/2006/main"/>
          <a:ln xmlns:a="http://schemas.openxmlformats.org/drawingml/2006/main" w="16279" cap="rnd">
            <a:solidFill>
              <a:srgbClr val="000000"/>
            </a:solidFill>
            <a:round/>
          </a:ln>
        </p:spPr>
      </p:sp>
      <p:sp>
        <p:nvSpPr>
          <p:cNvPr id="129" name="Vector element">
            <a:extLst xmlns:a="http://schemas.openxmlformats.org/drawingml/2006/main">
              <a:ext uri="{FF2B5EF4-FFF2-40B4-BE49-F238E27FC236}">
                <a16:creationId xmlns:a16="http://schemas.microsoft.com/office/drawing/2014/main" id="{01A9FD59-8B84-4E41-A09D-468AA1FABBD4}"/>
              </a:ext>
            </a:extLst>
          </p:cNvPr>
          <p:cNvSpPr>
            <a:spLocks xmlns:a="http://schemas.openxmlformats.org/drawingml/2006/main" noGrp="1"/>
          </p:cNvSpPr>
          <p:nvPr/>
        </p:nvSpPr>
        <p:spPr>
          <a:xfrm xmlns:a="http://schemas.openxmlformats.org/drawingml/2006/main">
            <a:off x="778805" y="1348834"/>
            <a:ext cx="97024" cy="78791"/>
          </a:xfrm>
          <a:custGeom xmlns:a="http://schemas.openxmlformats.org/drawingml/2006/main">
            <a:pathLst>
              <a:path w="97024" h="78791">
                <a:moveTo>
                  <a:pt x="0" y="76187"/>
                </a:moveTo>
                <a:cubicBezTo>
                  <a:pt x="29954" y="59907"/>
                  <a:pt x="51442" y="32558"/>
                  <a:pt x="60559" y="0"/>
                </a:cubicBezTo>
                <a:cubicBezTo>
                  <a:pt x="59907" y="30605"/>
                  <a:pt x="73582" y="59907"/>
                  <a:pt x="97024" y="78791"/>
                </a:cubicBezTo>
                <a:cubicBezTo>
                  <a:pt x="66419" y="64466"/>
                  <a:pt x="31256" y="63814"/>
                  <a:pt x="0" y="76187"/>
                </a:cubicBezTo>
              </a:path>
            </a:pathLst>
          </a:custGeom>
          <a:solidFill xmlns:a="http://schemas.openxmlformats.org/drawingml/2006/main">
            <a:srgbClr val="000000"/>
          </a:solidFill>
          <a:ln xmlns:a="http://schemas.openxmlformats.org/drawingml/2006/main" w="0" cap="flat">
            <a:noFill/>
            <a:miter/>
          </a:ln>
        </p:spPr>
      </p:sp>
      <p:sp>
        <p:nvSpPr>
          <p:cNvPr id="130" name="Vector element">
            <a:extLst xmlns:a="http://schemas.openxmlformats.org/drawingml/2006/main">
              <a:ext uri="{FF2B5EF4-FFF2-40B4-BE49-F238E27FC236}">
                <a16:creationId xmlns:a16="http://schemas.microsoft.com/office/drawing/2014/main" id="{6B915361-7E7F-478D-9BC0-488E46A496EF}"/>
              </a:ext>
            </a:extLst>
          </p:cNvPr>
          <p:cNvSpPr>
            <a:spLocks xmlns:a="http://schemas.openxmlformats.org/drawingml/2006/main" noGrp="1"/>
          </p:cNvSpPr>
          <p:nvPr/>
        </p:nvSpPr>
        <p:spPr>
          <a:xfrm xmlns:a="http://schemas.openxmlformats.org/drawingml/2006/main">
            <a:off x="1211831" y="1173670"/>
            <a:ext cx="281955" cy="174513"/>
          </a:xfrm>
          <a:custGeom xmlns:a="http://schemas.openxmlformats.org/drawingml/2006/main">
            <a:pathLst>
              <a:path w="281955" h="174513">
                <a:moveTo>
                  <a:pt x="41675" y="118512"/>
                </a:moveTo>
                <a:lnTo>
                  <a:pt x="11721" y="84001"/>
                </a:lnTo>
                <a:lnTo>
                  <a:pt x="11721" y="129582"/>
                </a:lnTo>
                <a:lnTo>
                  <a:pt x="41675" y="118512"/>
                </a:lnTo>
                <a:close/>
                <a:moveTo>
                  <a:pt x="81396" y="144559"/>
                </a:moveTo>
                <a:lnTo>
                  <a:pt x="68373" y="149768"/>
                </a:lnTo>
                <a:lnTo>
                  <a:pt x="48838" y="126978"/>
                </a:lnTo>
                <a:lnTo>
                  <a:pt x="11721" y="140001"/>
                </a:lnTo>
                <a:lnTo>
                  <a:pt x="11721" y="169955"/>
                </a:lnTo>
                <a:lnTo>
                  <a:pt x="0" y="174513"/>
                </a:lnTo>
                <a:lnTo>
                  <a:pt x="1302" y="74884"/>
                </a:lnTo>
                <a:lnTo>
                  <a:pt x="14326" y="70326"/>
                </a:lnTo>
                <a:lnTo>
                  <a:pt x="81396" y="144559"/>
                </a:lnTo>
                <a:close/>
                <a:moveTo>
                  <a:pt x="80745" y="82047"/>
                </a:moveTo>
                <a:cubicBezTo>
                  <a:pt x="83349" y="74233"/>
                  <a:pt x="88559" y="69024"/>
                  <a:pt x="95722" y="66419"/>
                </a:cubicBezTo>
                <a:cubicBezTo>
                  <a:pt x="103536" y="63163"/>
                  <a:pt x="111350" y="63814"/>
                  <a:pt x="117861" y="68373"/>
                </a:cubicBezTo>
                <a:cubicBezTo>
                  <a:pt x="124373" y="72280"/>
                  <a:pt x="129582" y="79442"/>
                  <a:pt x="133489" y="89861"/>
                </a:cubicBezTo>
                <a:cubicBezTo>
                  <a:pt x="137396" y="100280"/>
                  <a:pt x="137396" y="109396"/>
                  <a:pt x="134792" y="117210"/>
                </a:cubicBezTo>
                <a:cubicBezTo>
                  <a:pt x="131536" y="125024"/>
                  <a:pt x="126326" y="130233"/>
                  <a:pt x="118512" y="132838"/>
                </a:cubicBezTo>
                <a:cubicBezTo>
                  <a:pt x="112001" y="135443"/>
                  <a:pt x="105489" y="135443"/>
                  <a:pt x="98977" y="132838"/>
                </a:cubicBezTo>
                <a:lnTo>
                  <a:pt x="110047" y="162141"/>
                </a:lnTo>
                <a:lnTo>
                  <a:pt x="98326" y="166048"/>
                </a:lnTo>
                <a:lnTo>
                  <a:pt x="66419" y="78791"/>
                </a:lnTo>
                <a:lnTo>
                  <a:pt x="78140" y="74233"/>
                </a:lnTo>
                <a:lnTo>
                  <a:pt x="80745" y="82047"/>
                </a:lnTo>
                <a:close/>
                <a:moveTo>
                  <a:pt x="95722" y="123071"/>
                </a:moveTo>
                <a:cubicBezTo>
                  <a:pt x="102233" y="126326"/>
                  <a:pt x="108745" y="126978"/>
                  <a:pt x="114605" y="124373"/>
                </a:cubicBezTo>
                <a:cubicBezTo>
                  <a:pt x="119815" y="122419"/>
                  <a:pt x="123071" y="119164"/>
                  <a:pt x="124373" y="113954"/>
                </a:cubicBezTo>
                <a:cubicBezTo>
                  <a:pt x="125675" y="108745"/>
                  <a:pt x="124373" y="102233"/>
                  <a:pt x="121768" y="93768"/>
                </a:cubicBezTo>
                <a:cubicBezTo>
                  <a:pt x="118512" y="85954"/>
                  <a:pt x="115257" y="80745"/>
                  <a:pt x="111350" y="77489"/>
                </a:cubicBezTo>
                <a:cubicBezTo>
                  <a:pt x="106791" y="74233"/>
                  <a:pt x="102233" y="73582"/>
                  <a:pt x="97675" y="75535"/>
                </a:cubicBezTo>
                <a:cubicBezTo>
                  <a:pt x="91163" y="78140"/>
                  <a:pt x="87256" y="83349"/>
                  <a:pt x="84652" y="92466"/>
                </a:cubicBezTo>
                <a:lnTo>
                  <a:pt x="95722" y="123071"/>
                </a:lnTo>
                <a:close/>
                <a:moveTo>
                  <a:pt x="149117" y="57303"/>
                </a:moveTo>
                <a:cubicBezTo>
                  <a:pt x="151722" y="49489"/>
                  <a:pt x="156931" y="44279"/>
                  <a:pt x="164094" y="41675"/>
                </a:cubicBezTo>
                <a:cubicBezTo>
                  <a:pt x="171908" y="38419"/>
                  <a:pt x="179722" y="39070"/>
                  <a:pt x="186234" y="43628"/>
                </a:cubicBezTo>
                <a:cubicBezTo>
                  <a:pt x="192745" y="47535"/>
                  <a:pt x="197955" y="54698"/>
                  <a:pt x="201862" y="64466"/>
                </a:cubicBezTo>
                <a:cubicBezTo>
                  <a:pt x="205769" y="74884"/>
                  <a:pt x="206420" y="84001"/>
                  <a:pt x="203164" y="91815"/>
                </a:cubicBezTo>
                <a:cubicBezTo>
                  <a:pt x="200559" y="99629"/>
                  <a:pt x="195350" y="105489"/>
                  <a:pt x="187536" y="108094"/>
                </a:cubicBezTo>
                <a:cubicBezTo>
                  <a:pt x="180373" y="110698"/>
                  <a:pt x="173862" y="110698"/>
                  <a:pt x="167350" y="108094"/>
                </a:cubicBezTo>
                <a:lnTo>
                  <a:pt x="178420" y="137396"/>
                </a:lnTo>
                <a:lnTo>
                  <a:pt x="166699" y="141303"/>
                </a:lnTo>
                <a:lnTo>
                  <a:pt x="134792" y="53396"/>
                </a:lnTo>
                <a:lnTo>
                  <a:pt x="146513" y="49489"/>
                </a:lnTo>
                <a:lnTo>
                  <a:pt x="149117" y="57303"/>
                </a:lnTo>
                <a:close/>
                <a:moveTo>
                  <a:pt x="164094" y="97675"/>
                </a:moveTo>
                <a:cubicBezTo>
                  <a:pt x="170606" y="100931"/>
                  <a:pt x="177117" y="101582"/>
                  <a:pt x="183629" y="99629"/>
                </a:cubicBezTo>
                <a:cubicBezTo>
                  <a:pt x="188187" y="97675"/>
                  <a:pt x="191443" y="94419"/>
                  <a:pt x="192745" y="89210"/>
                </a:cubicBezTo>
                <a:cubicBezTo>
                  <a:pt x="194048" y="84001"/>
                  <a:pt x="193397" y="76838"/>
                  <a:pt x="190141" y="69024"/>
                </a:cubicBezTo>
                <a:cubicBezTo>
                  <a:pt x="187536" y="61210"/>
                  <a:pt x="183629" y="55349"/>
                  <a:pt x="179722" y="52745"/>
                </a:cubicBezTo>
                <a:cubicBezTo>
                  <a:pt x="175815" y="49489"/>
                  <a:pt x="171257" y="48838"/>
                  <a:pt x="166048" y="50791"/>
                </a:cubicBezTo>
                <a:cubicBezTo>
                  <a:pt x="159536" y="52745"/>
                  <a:pt x="155629" y="58605"/>
                  <a:pt x="153024" y="67721"/>
                </a:cubicBezTo>
                <a:lnTo>
                  <a:pt x="164094" y="97675"/>
                </a:lnTo>
                <a:close/>
                <a:moveTo>
                  <a:pt x="237025" y="87908"/>
                </a:moveTo>
                <a:lnTo>
                  <a:pt x="225955" y="92466"/>
                </a:lnTo>
                <a:lnTo>
                  <a:pt x="194048" y="4558"/>
                </a:lnTo>
                <a:lnTo>
                  <a:pt x="205769" y="651"/>
                </a:lnTo>
                <a:lnTo>
                  <a:pt x="237025" y="87908"/>
                </a:lnTo>
                <a:close/>
                <a:moveTo>
                  <a:pt x="262420" y="96373"/>
                </a:moveTo>
                <a:cubicBezTo>
                  <a:pt x="268281" y="94419"/>
                  <a:pt x="270886" y="87256"/>
                  <a:pt x="270886" y="76187"/>
                </a:cubicBezTo>
                <a:lnTo>
                  <a:pt x="224001" y="21489"/>
                </a:lnTo>
                <a:lnTo>
                  <a:pt x="235722" y="16930"/>
                </a:lnTo>
                <a:lnTo>
                  <a:pt x="270886" y="60559"/>
                </a:lnTo>
                <a:lnTo>
                  <a:pt x="269583" y="4558"/>
                </a:lnTo>
                <a:lnTo>
                  <a:pt x="281955" y="0"/>
                </a:lnTo>
                <a:lnTo>
                  <a:pt x="280653" y="72280"/>
                </a:lnTo>
                <a:cubicBezTo>
                  <a:pt x="280653" y="79442"/>
                  <a:pt x="280653" y="84652"/>
                  <a:pt x="280002" y="88559"/>
                </a:cubicBezTo>
                <a:cubicBezTo>
                  <a:pt x="280002" y="92466"/>
                  <a:pt x="278700" y="95722"/>
                  <a:pt x="276746" y="98977"/>
                </a:cubicBezTo>
                <a:cubicBezTo>
                  <a:pt x="274793" y="102233"/>
                  <a:pt x="272188" y="104838"/>
                  <a:pt x="268281" y="106140"/>
                </a:cubicBezTo>
                <a:cubicBezTo>
                  <a:pt x="265676" y="106791"/>
                  <a:pt x="263072" y="107443"/>
                  <a:pt x="261118" y="108094"/>
                </a:cubicBezTo>
                <a:lnTo>
                  <a:pt x="257211" y="97675"/>
                </a:lnTo>
                <a:cubicBezTo>
                  <a:pt x="259165" y="97024"/>
                  <a:pt x="261118" y="97024"/>
                  <a:pt x="262420" y="96373"/>
                </a:cubicBezTo>
              </a:path>
            </a:pathLst>
          </a:custGeom>
          <a:solidFill xmlns:a="http://schemas.openxmlformats.org/drawingml/2006/main">
            <a:srgbClr val="BF9000"/>
          </a:solidFill>
          <a:ln xmlns:a="http://schemas.openxmlformats.org/drawingml/2006/main" w="0" cap="flat">
            <a:noFill/>
            <a:miter/>
          </a:ln>
        </p:spPr>
      </p:sp>
      <p:sp>
        <p:nvSpPr>
          <p:cNvPr id="131" name="Vector element">
            <a:extLst xmlns:a="http://schemas.openxmlformats.org/drawingml/2006/main">
              <a:ext uri="{FF2B5EF4-FFF2-40B4-BE49-F238E27FC236}">
                <a16:creationId xmlns:a16="http://schemas.microsoft.com/office/drawing/2014/main" id="{3B728D21-13AD-494A-8469-D144C82BD7CC}"/>
              </a:ext>
            </a:extLst>
          </p:cNvPr>
          <p:cNvSpPr>
            <a:spLocks xmlns:a="http://schemas.openxmlformats.org/drawingml/2006/main" noGrp="1"/>
          </p:cNvSpPr>
          <p:nvPr/>
        </p:nvSpPr>
        <p:spPr>
          <a:xfrm xmlns:a="http://schemas.openxmlformats.org/drawingml/2006/main">
            <a:off x="1968487" y="92733"/>
            <a:ext cx="2290155" cy="184931"/>
          </a:xfrm>
          <a:custGeom xmlns:a="http://schemas.openxmlformats.org/drawingml/2006/main">
            <a:pathLst>
              <a:path w="2290155" h="184931">
                <a:moveTo>
                  <a:pt x="61861" y="184931"/>
                </a:moveTo>
                <a:cubicBezTo>
                  <a:pt x="27349" y="184931"/>
                  <a:pt x="0" y="156931"/>
                  <a:pt x="0" y="123071"/>
                </a:cubicBezTo>
                <a:lnTo>
                  <a:pt x="0" y="61861"/>
                </a:lnTo>
                <a:cubicBezTo>
                  <a:pt x="0" y="28000"/>
                  <a:pt x="27349" y="0"/>
                  <a:pt x="61861" y="0"/>
                </a:cubicBezTo>
                <a:lnTo>
                  <a:pt x="2228945" y="0"/>
                </a:lnTo>
                <a:cubicBezTo>
                  <a:pt x="2262806" y="0"/>
                  <a:pt x="2290155" y="28000"/>
                  <a:pt x="2290155" y="61861"/>
                </a:cubicBezTo>
                <a:lnTo>
                  <a:pt x="2290155" y="123071"/>
                </a:lnTo>
                <a:cubicBezTo>
                  <a:pt x="2290155" y="156931"/>
                  <a:pt x="2262806" y="184931"/>
                  <a:pt x="2228945" y="184931"/>
                </a:cubicBezTo>
                <a:lnTo>
                  <a:pt x="61861" y="184931"/>
                </a:lnTo>
                <a:close/>
              </a:path>
            </a:pathLst>
          </a:custGeom>
          <a:solidFill xmlns:a="http://schemas.openxmlformats.org/drawingml/2006/main">
            <a:srgbClr val="DDD6E5"/>
          </a:solidFill>
          <a:ln xmlns:a="http://schemas.openxmlformats.org/drawingml/2006/main" w="0" cap="flat">
            <a:noFill/>
            <a:miter/>
          </a:ln>
        </p:spPr>
      </p:sp>
      <p:sp>
        <p:nvSpPr>
          <p:cNvPr id="132" name="Vector element">
            <a:extLst xmlns:a="http://schemas.openxmlformats.org/drawingml/2006/main">
              <a:ext uri="{FF2B5EF4-FFF2-40B4-BE49-F238E27FC236}">
                <a16:creationId xmlns:a16="http://schemas.microsoft.com/office/drawing/2014/main" id="{E02C5870-6CBA-48B5-849B-352F2F015B25}"/>
              </a:ext>
            </a:extLst>
          </p:cNvPr>
          <p:cNvSpPr>
            <a:spLocks xmlns:a="http://schemas.openxmlformats.org/drawingml/2006/main" noGrp="1"/>
          </p:cNvSpPr>
          <p:nvPr/>
        </p:nvSpPr>
        <p:spPr>
          <a:xfrm xmlns:a="http://schemas.openxmlformats.org/drawingml/2006/main">
            <a:off x="1968487" y="92733"/>
            <a:ext cx="2290155" cy="184931"/>
          </a:xfrm>
          <a:custGeom xmlns:a="http://schemas.openxmlformats.org/drawingml/2006/main">
            <a:pathLst>
              <a:path w="2290155" h="184931" fill="none">
                <a:moveTo>
                  <a:pt x="61861" y="184931"/>
                </a:moveTo>
                <a:lnTo>
                  <a:pt x="2228945" y="184931"/>
                </a:lnTo>
                <a:cubicBezTo>
                  <a:pt x="2262806" y="184931"/>
                  <a:pt x="2290155" y="156931"/>
                  <a:pt x="2290155" y="123071"/>
                </a:cubicBezTo>
                <a:lnTo>
                  <a:pt x="2290155" y="61861"/>
                </a:lnTo>
                <a:cubicBezTo>
                  <a:pt x="2290155" y="28000"/>
                  <a:pt x="2262806" y="0"/>
                  <a:pt x="2228945" y="0"/>
                </a:cubicBezTo>
                <a:lnTo>
                  <a:pt x="61861" y="0"/>
                </a:lnTo>
                <a:cubicBezTo>
                  <a:pt x="27349" y="0"/>
                  <a:pt x="0" y="28000"/>
                  <a:pt x="0" y="61861"/>
                </a:cubicBezTo>
                <a:lnTo>
                  <a:pt x="0" y="123071"/>
                </a:lnTo>
                <a:cubicBezTo>
                  <a:pt x="0" y="156931"/>
                  <a:pt x="27349" y="184931"/>
                  <a:pt x="61861" y="184931"/>
                </a:cubicBezTo>
                <a:close/>
              </a:path>
            </a:pathLst>
          </a:custGeom>
          <a:noFill xmlns:a="http://schemas.openxmlformats.org/drawingml/2006/main"/>
          <a:ln xmlns:a="http://schemas.openxmlformats.org/drawingml/2006/main" w="8140" cap="rnd">
            <a:solidFill>
              <a:srgbClr val="000000"/>
            </a:solidFill>
            <a:round/>
          </a:ln>
        </p:spPr>
      </p:sp>
      <p:sp>
        <p:nvSpPr>
          <p:cNvPr id="133" name="Text TaintTrace-GuidedPatchSelection">
            <a:extLst xmlns:a="http://schemas.openxmlformats.org/drawingml/2006/main">
              <a:ext uri="{FF2B5EF4-FFF2-40B4-BE49-F238E27FC236}">
                <a16:creationId xmlns:a16="http://schemas.microsoft.com/office/drawing/2014/main" id="{7ADBFACE-589C-44EE-9F12-CCBC01C246D0}"/>
              </a:ext>
            </a:extLst>
          </p:cNvPr>
          <p:cNvSpPr>
            <a:spLocks xmlns:a="http://schemas.openxmlformats.org/drawingml/2006/main" noGrp="1"/>
          </p:cNvSpPr>
          <p:nvPr/>
        </p:nvSpPr>
        <p:spPr>
          <a:xfrm xmlns:a="http://schemas.openxmlformats.org/drawingml/2006/main">
            <a:off x="2020563" y="118716"/>
            <a:ext cx="2180270" cy="106087"/>
          </a:xfrm>
          <a:custGeom xmlns:a="http://schemas.openxmlformats.org/drawingml/2006/main">
            <a:pathLst>
              <a:path w="2180270" h="106087">
                <a:moveTo>
                  <a:pt x="0" y="1333"/>
                </a:moveTo>
                <a:lnTo>
                  <a:pt x="86455" y="1333"/>
                </a:lnTo>
                <a:lnTo>
                  <a:pt x="86455" y="14520"/>
                </a:lnTo>
                <a:lnTo>
                  <a:pt x="50376" y="14520"/>
                </a:lnTo>
                <a:lnTo>
                  <a:pt x="50376" y="104901"/>
                </a:lnTo>
                <a:lnTo>
                  <a:pt x="35486" y="104901"/>
                </a:lnTo>
                <a:lnTo>
                  <a:pt x="35486" y="14520"/>
                </a:lnTo>
                <a:lnTo>
                  <a:pt x="0" y="14520"/>
                </a:lnTo>
                <a:lnTo>
                  <a:pt x="0" y="1333"/>
                </a:lnTo>
                <a:close/>
                <a:moveTo>
                  <a:pt x="141515" y="63820"/>
                </a:moveTo>
                <a:lnTo>
                  <a:pt x="141515" y="92821"/>
                </a:lnTo>
                <a:cubicBezTo>
                  <a:pt x="141515" y="95146"/>
                  <a:pt x="142305" y="96308"/>
                  <a:pt x="143885" y="96308"/>
                </a:cubicBezTo>
                <a:cubicBezTo>
                  <a:pt x="145515" y="96308"/>
                  <a:pt x="148059" y="95073"/>
                  <a:pt x="151516" y="92604"/>
                </a:cubicBezTo>
                <a:lnTo>
                  <a:pt x="151516" y="100901"/>
                </a:lnTo>
                <a:cubicBezTo>
                  <a:pt x="148454" y="102847"/>
                  <a:pt x="145997" y="104174"/>
                  <a:pt x="144145" y="104881"/>
                </a:cubicBezTo>
                <a:cubicBezTo>
                  <a:pt x="142293" y="105586"/>
                  <a:pt x="140354" y="105939"/>
                  <a:pt x="138329" y="105939"/>
                </a:cubicBezTo>
                <a:cubicBezTo>
                  <a:pt x="132551" y="105939"/>
                  <a:pt x="129143" y="103691"/>
                  <a:pt x="128106" y="99197"/>
                </a:cubicBezTo>
                <a:cubicBezTo>
                  <a:pt x="122377" y="103691"/>
                  <a:pt x="116277" y="105939"/>
                  <a:pt x="109807" y="105939"/>
                </a:cubicBezTo>
                <a:cubicBezTo>
                  <a:pt x="105066" y="105939"/>
                  <a:pt x="101115" y="104368"/>
                  <a:pt x="97954" y="101227"/>
                </a:cubicBezTo>
                <a:cubicBezTo>
                  <a:pt x="94793" y="98085"/>
                  <a:pt x="93213" y="94139"/>
                  <a:pt x="93213" y="89388"/>
                </a:cubicBezTo>
                <a:cubicBezTo>
                  <a:pt x="93213" y="85085"/>
                  <a:pt x="94756" y="81239"/>
                  <a:pt x="97843" y="77850"/>
                </a:cubicBezTo>
                <a:cubicBezTo>
                  <a:pt x="100930" y="74460"/>
                  <a:pt x="105313" y="71776"/>
                  <a:pt x="110993" y="69798"/>
                </a:cubicBezTo>
                <a:lnTo>
                  <a:pt x="128254" y="63860"/>
                </a:lnTo>
                <a:lnTo>
                  <a:pt x="128254" y="60213"/>
                </a:lnTo>
                <a:cubicBezTo>
                  <a:pt x="128254" y="51976"/>
                  <a:pt x="124155" y="47858"/>
                  <a:pt x="115956" y="47858"/>
                </a:cubicBezTo>
                <a:cubicBezTo>
                  <a:pt x="108597" y="47858"/>
                  <a:pt x="101436" y="51661"/>
                  <a:pt x="94472" y="59266"/>
                </a:cubicBezTo>
                <a:lnTo>
                  <a:pt x="94472" y="44524"/>
                </a:lnTo>
                <a:cubicBezTo>
                  <a:pt x="99707" y="38350"/>
                  <a:pt x="107239" y="35263"/>
                  <a:pt x="117067" y="35263"/>
                </a:cubicBezTo>
                <a:cubicBezTo>
                  <a:pt x="124426" y="35263"/>
                  <a:pt x="130328" y="37192"/>
                  <a:pt x="134773" y="41049"/>
                </a:cubicBezTo>
                <a:cubicBezTo>
                  <a:pt x="136255" y="42285"/>
                  <a:pt x="137588" y="43930"/>
                  <a:pt x="138774" y="45982"/>
                </a:cubicBezTo>
                <a:cubicBezTo>
                  <a:pt x="139959" y="48034"/>
                  <a:pt x="140712" y="50085"/>
                  <a:pt x="141033" y="52138"/>
                </a:cubicBezTo>
                <a:cubicBezTo>
                  <a:pt x="141354" y="54189"/>
                  <a:pt x="141515" y="58083"/>
                  <a:pt x="141515" y="63820"/>
                </a:cubicBezTo>
                <a:moveTo>
                  <a:pt x="128254" y="91344"/>
                </a:moveTo>
                <a:lnTo>
                  <a:pt x="128254" y="71120"/>
                </a:lnTo>
                <a:lnTo>
                  <a:pt x="119216" y="74602"/>
                </a:lnTo>
                <a:cubicBezTo>
                  <a:pt x="114623" y="76429"/>
                  <a:pt x="111375" y="78269"/>
                  <a:pt x="109474" y="80121"/>
                </a:cubicBezTo>
                <a:cubicBezTo>
                  <a:pt x="107572" y="81973"/>
                  <a:pt x="106622" y="84282"/>
                  <a:pt x="106622" y="87047"/>
                </a:cubicBezTo>
                <a:cubicBezTo>
                  <a:pt x="106622" y="89863"/>
                  <a:pt x="107523" y="92159"/>
                  <a:pt x="109326" y="93937"/>
                </a:cubicBezTo>
                <a:cubicBezTo>
                  <a:pt x="111128" y="95715"/>
                  <a:pt x="113462" y="96604"/>
                  <a:pt x="116326" y="96604"/>
                </a:cubicBezTo>
                <a:cubicBezTo>
                  <a:pt x="120623" y="96604"/>
                  <a:pt x="124599" y="94851"/>
                  <a:pt x="128254" y="91344"/>
                </a:cubicBezTo>
                <a:close/>
                <a:moveTo>
                  <a:pt x="170535" y="8001"/>
                </a:moveTo>
                <a:cubicBezTo>
                  <a:pt x="172757" y="8001"/>
                  <a:pt x="174659" y="8770"/>
                  <a:pt x="176239" y="10309"/>
                </a:cubicBezTo>
                <a:cubicBezTo>
                  <a:pt x="177819" y="11846"/>
                  <a:pt x="178610" y="13732"/>
                  <a:pt x="178610" y="15965"/>
                </a:cubicBezTo>
                <a:cubicBezTo>
                  <a:pt x="178610" y="18147"/>
                  <a:pt x="177819" y="20032"/>
                  <a:pt x="176239" y="21621"/>
                </a:cubicBezTo>
                <a:cubicBezTo>
                  <a:pt x="174659" y="23209"/>
                  <a:pt x="172757" y="24003"/>
                  <a:pt x="170535" y="24003"/>
                </a:cubicBezTo>
                <a:cubicBezTo>
                  <a:pt x="168460" y="24003"/>
                  <a:pt x="166633" y="23196"/>
                  <a:pt x="165053" y="21584"/>
                </a:cubicBezTo>
                <a:cubicBezTo>
                  <a:pt x="163472" y="19971"/>
                  <a:pt x="162682" y="18098"/>
                  <a:pt x="162682" y="15965"/>
                </a:cubicBezTo>
                <a:cubicBezTo>
                  <a:pt x="162682" y="13881"/>
                  <a:pt x="163472" y="12033"/>
                  <a:pt x="165053" y="10420"/>
                </a:cubicBezTo>
                <a:cubicBezTo>
                  <a:pt x="166633" y="8807"/>
                  <a:pt x="168460" y="8001"/>
                  <a:pt x="170535" y="8001"/>
                </a:cubicBezTo>
                <a:moveTo>
                  <a:pt x="163867" y="36745"/>
                </a:moveTo>
                <a:lnTo>
                  <a:pt x="177350" y="36745"/>
                </a:lnTo>
                <a:lnTo>
                  <a:pt x="177350" y="104901"/>
                </a:lnTo>
                <a:lnTo>
                  <a:pt x="163867" y="104901"/>
                </a:lnTo>
                <a:lnTo>
                  <a:pt x="163867" y="36745"/>
                </a:lnTo>
                <a:close/>
                <a:moveTo>
                  <a:pt x="210372" y="36745"/>
                </a:moveTo>
                <a:lnTo>
                  <a:pt x="210372" y="45191"/>
                </a:lnTo>
                <a:cubicBezTo>
                  <a:pt x="216398" y="38573"/>
                  <a:pt x="223238" y="35263"/>
                  <a:pt x="230893" y="35263"/>
                </a:cubicBezTo>
                <a:cubicBezTo>
                  <a:pt x="235141" y="35263"/>
                  <a:pt x="239092" y="36365"/>
                  <a:pt x="242746" y="38567"/>
                </a:cubicBezTo>
                <a:cubicBezTo>
                  <a:pt x="246401" y="40770"/>
                  <a:pt x="249179" y="43789"/>
                  <a:pt x="251081" y="47626"/>
                </a:cubicBezTo>
                <a:cubicBezTo>
                  <a:pt x="252982" y="51461"/>
                  <a:pt x="253933" y="57536"/>
                  <a:pt x="253933" y="65851"/>
                </a:cubicBezTo>
                <a:lnTo>
                  <a:pt x="253933" y="104901"/>
                </a:lnTo>
                <a:lnTo>
                  <a:pt x="240450" y="104901"/>
                </a:lnTo>
                <a:lnTo>
                  <a:pt x="240450" y="65982"/>
                </a:lnTo>
                <a:cubicBezTo>
                  <a:pt x="240450" y="59002"/>
                  <a:pt x="239388" y="54013"/>
                  <a:pt x="237264" y="51018"/>
                </a:cubicBezTo>
                <a:cubicBezTo>
                  <a:pt x="235141" y="48022"/>
                  <a:pt x="231585" y="46524"/>
                  <a:pt x="226596" y="46524"/>
                </a:cubicBezTo>
                <a:cubicBezTo>
                  <a:pt x="220225" y="46524"/>
                  <a:pt x="214817" y="49685"/>
                  <a:pt x="210372" y="56007"/>
                </a:cubicBezTo>
                <a:lnTo>
                  <a:pt x="210372" y="104901"/>
                </a:lnTo>
                <a:lnTo>
                  <a:pt x="196593" y="104901"/>
                </a:lnTo>
                <a:lnTo>
                  <a:pt x="196593" y="36745"/>
                </a:lnTo>
                <a:lnTo>
                  <a:pt x="210372" y="36745"/>
                </a:lnTo>
                <a:close/>
                <a:moveTo>
                  <a:pt x="263284" y="47561"/>
                </a:moveTo>
                <a:lnTo>
                  <a:pt x="288621" y="22669"/>
                </a:lnTo>
                <a:lnTo>
                  <a:pt x="288621" y="36745"/>
                </a:lnTo>
                <a:lnTo>
                  <a:pt x="310179" y="36745"/>
                </a:lnTo>
                <a:lnTo>
                  <a:pt x="310179" y="48895"/>
                </a:lnTo>
                <a:lnTo>
                  <a:pt x="288621" y="48895"/>
                </a:lnTo>
                <a:lnTo>
                  <a:pt x="288621" y="82251"/>
                </a:lnTo>
                <a:cubicBezTo>
                  <a:pt x="288621" y="90042"/>
                  <a:pt x="291856" y="93937"/>
                  <a:pt x="298326" y="93937"/>
                </a:cubicBezTo>
                <a:cubicBezTo>
                  <a:pt x="303166" y="93937"/>
                  <a:pt x="308277" y="92357"/>
                  <a:pt x="313661" y="89196"/>
                </a:cubicBezTo>
                <a:lnTo>
                  <a:pt x="313661" y="101734"/>
                </a:lnTo>
                <a:cubicBezTo>
                  <a:pt x="308475" y="104636"/>
                  <a:pt x="302820" y="106087"/>
                  <a:pt x="296696" y="106087"/>
                </a:cubicBezTo>
                <a:cubicBezTo>
                  <a:pt x="290522" y="106087"/>
                  <a:pt x="285386" y="104284"/>
                  <a:pt x="281287" y="100679"/>
                </a:cubicBezTo>
                <a:cubicBezTo>
                  <a:pt x="280002" y="99592"/>
                  <a:pt x="278941" y="98370"/>
                  <a:pt x="278101" y="97012"/>
                </a:cubicBezTo>
                <a:cubicBezTo>
                  <a:pt x="277261" y="95653"/>
                  <a:pt x="276558" y="93875"/>
                  <a:pt x="275990" y="91678"/>
                </a:cubicBezTo>
                <a:cubicBezTo>
                  <a:pt x="275422" y="89480"/>
                  <a:pt x="275138" y="85294"/>
                  <a:pt x="275138" y="79121"/>
                </a:cubicBezTo>
                <a:lnTo>
                  <a:pt x="275138" y="48895"/>
                </a:lnTo>
                <a:lnTo>
                  <a:pt x="263284" y="48895"/>
                </a:lnTo>
                <a:lnTo>
                  <a:pt x="263284" y="47561"/>
                </a:lnTo>
                <a:close/>
                <a:moveTo>
                  <a:pt x="358837" y="1333"/>
                </a:moveTo>
                <a:lnTo>
                  <a:pt x="445292" y="1333"/>
                </a:lnTo>
                <a:lnTo>
                  <a:pt x="445292" y="14520"/>
                </a:lnTo>
                <a:lnTo>
                  <a:pt x="409214" y="14520"/>
                </a:lnTo>
                <a:lnTo>
                  <a:pt x="409214" y="104901"/>
                </a:lnTo>
                <a:lnTo>
                  <a:pt x="394323" y="104901"/>
                </a:lnTo>
                <a:lnTo>
                  <a:pt x="394323" y="14520"/>
                </a:lnTo>
                <a:lnTo>
                  <a:pt x="358837" y="14520"/>
                </a:lnTo>
                <a:lnTo>
                  <a:pt x="358837" y="1333"/>
                </a:lnTo>
                <a:close/>
                <a:moveTo>
                  <a:pt x="471978" y="36745"/>
                </a:moveTo>
                <a:lnTo>
                  <a:pt x="471978" y="52228"/>
                </a:lnTo>
                <a:lnTo>
                  <a:pt x="472719" y="51043"/>
                </a:lnTo>
                <a:cubicBezTo>
                  <a:pt x="479238" y="40523"/>
                  <a:pt x="485757" y="35263"/>
                  <a:pt x="492277" y="35263"/>
                </a:cubicBezTo>
                <a:cubicBezTo>
                  <a:pt x="497364" y="35263"/>
                  <a:pt x="502673" y="37832"/>
                  <a:pt x="508205" y="42968"/>
                </a:cubicBezTo>
                <a:lnTo>
                  <a:pt x="501093" y="54821"/>
                </a:lnTo>
                <a:cubicBezTo>
                  <a:pt x="496401" y="50376"/>
                  <a:pt x="492055" y="48154"/>
                  <a:pt x="488054" y="48154"/>
                </a:cubicBezTo>
                <a:cubicBezTo>
                  <a:pt x="483708" y="48154"/>
                  <a:pt x="479942" y="50234"/>
                  <a:pt x="476756" y="54393"/>
                </a:cubicBezTo>
                <a:cubicBezTo>
                  <a:pt x="473571" y="58553"/>
                  <a:pt x="471978" y="63480"/>
                  <a:pt x="471978" y="69175"/>
                </a:cubicBezTo>
                <a:lnTo>
                  <a:pt x="471978" y="104901"/>
                </a:lnTo>
                <a:lnTo>
                  <a:pt x="458421" y="104901"/>
                </a:lnTo>
                <a:lnTo>
                  <a:pt x="458421" y="36745"/>
                </a:lnTo>
                <a:lnTo>
                  <a:pt x="471978" y="36745"/>
                </a:lnTo>
                <a:close/>
                <a:moveTo>
                  <a:pt x="560525" y="63820"/>
                </a:moveTo>
                <a:lnTo>
                  <a:pt x="560525" y="92821"/>
                </a:lnTo>
                <a:cubicBezTo>
                  <a:pt x="560525" y="95146"/>
                  <a:pt x="561315" y="96308"/>
                  <a:pt x="562895" y="96308"/>
                </a:cubicBezTo>
                <a:cubicBezTo>
                  <a:pt x="564525" y="96308"/>
                  <a:pt x="567069" y="95073"/>
                  <a:pt x="570526" y="92604"/>
                </a:cubicBezTo>
                <a:lnTo>
                  <a:pt x="570526" y="100901"/>
                </a:lnTo>
                <a:cubicBezTo>
                  <a:pt x="567464" y="102847"/>
                  <a:pt x="565007" y="104174"/>
                  <a:pt x="563155" y="104881"/>
                </a:cubicBezTo>
                <a:cubicBezTo>
                  <a:pt x="561303" y="105586"/>
                  <a:pt x="559364" y="105939"/>
                  <a:pt x="557339" y="105939"/>
                </a:cubicBezTo>
                <a:cubicBezTo>
                  <a:pt x="551561" y="105939"/>
                  <a:pt x="548153" y="103691"/>
                  <a:pt x="547116" y="99197"/>
                </a:cubicBezTo>
                <a:cubicBezTo>
                  <a:pt x="541387" y="103691"/>
                  <a:pt x="535287" y="105939"/>
                  <a:pt x="528817" y="105939"/>
                </a:cubicBezTo>
                <a:cubicBezTo>
                  <a:pt x="524076" y="105939"/>
                  <a:pt x="520125" y="104368"/>
                  <a:pt x="516964" y="101227"/>
                </a:cubicBezTo>
                <a:cubicBezTo>
                  <a:pt x="513803" y="98085"/>
                  <a:pt x="512223" y="94139"/>
                  <a:pt x="512223" y="89388"/>
                </a:cubicBezTo>
                <a:cubicBezTo>
                  <a:pt x="512223" y="85085"/>
                  <a:pt x="513766" y="81239"/>
                  <a:pt x="516853" y="77850"/>
                </a:cubicBezTo>
                <a:cubicBezTo>
                  <a:pt x="519940" y="74460"/>
                  <a:pt x="524323" y="71776"/>
                  <a:pt x="530003" y="69798"/>
                </a:cubicBezTo>
                <a:lnTo>
                  <a:pt x="547264" y="63860"/>
                </a:lnTo>
                <a:lnTo>
                  <a:pt x="547264" y="60213"/>
                </a:lnTo>
                <a:cubicBezTo>
                  <a:pt x="547264" y="51976"/>
                  <a:pt x="543165" y="47858"/>
                  <a:pt x="534966" y="47858"/>
                </a:cubicBezTo>
                <a:cubicBezTo>
                  <a:pt x="527607" y="47858"/>
                  <a:pt x="520446" y="51661"/>
                  <a:pt x="513482" y="59266"/>
                </a:cubicBezTo>
                <a:lnTo>
                  <a:pt x="513482" y="44524"/>
                </a:lnTo>
                <a:cubicBezTo>
                  <a:pt x="518717" y="38350"/>
                  <a:pt x="526249" y="35263"/>
                  <a:pt x="536077" y="35263"/>
                </a:cubicBezTo>
                <a:cubicBezTo>
                  <a:pt x="543436" y="35263"/>
                  <a:pt x="549338" y="37192"/>
                  <a:pt x="553783" y="41049"/>
                </a:cubicBezTo>
                <a:cubicBezTo>
                  <a:pt x="555265" y="42285"/>
                  <a:pt x="556598" y="43930"/>
                  <a:pt x="557784" y="45982"/>
                </a:cubicBezTo>
                <a:cubicBezTo>
                  <a:pt x="558969" y="48034"/>
                  <a:pt x="559722" y="50085"/>
                  <a:pt x="560043" y="52138"/>
                </a:cubicBezTo>
                <a:cubicBezTo>
                  <a:pt x="560364" y="54189"/>
                  <a:pt x="560525" y="58083"/>
                  <a:pt x="560525" y="63820"/>
                </a:cubicBezTo>
                <a:moveTo>
                  <a:pt x="547264" y="91344"/>
                </a:moveTo>
                <a:lnTo>
                  <a:pt x="547264" y="71120"/>
                </a:lnTo>
                <a:lnTo>
                  <a:pt x="538226" y="74602"/>
                </a:lnTo>
                <a:cubicBezTo>
                  <a:pt x="533633" y="76429"/>
                  <a:pt x="530385" y="78269"/>
                  <a:pt x="528484" y="80121"/>
                </a:cubicBezTo>
                <a:cubicBezTo>
                  <a:pt x="526582" y="81973"/>
                  <a:pt x="525632" y="84282"/>
                  <a:pt x="525632" y="87047"/>
                </a:cubicBezTo>
                <a:cubicBezTo>
                  <a:pt x="525632" y="89863"/>
                  <a:pt x="526533" y="92159"/>
                  <a:pt x="528336" y="93937"/>
                </a:cubicBezTo>
                <a:cubicBezTo>
                  <a:pt x="530138" y="95715"/>
                  <a:pt x="532472" y="96604"/>
                  <a:pt x="535337" y="96604"/>
                </a:cubicBezTo>
                <a:cubicBezTo>
                  <a:pt x="539633" y="96604"/>
                  <a:pt x="543609" y="94851"/>
                  <a:pt x="547264" y="91344"/>
                </a:cubicBezTo>
                <a:close/>
                <a:moveTo>
                  <a:pt x="633698" y="88900"/>
                </a:moveTo>
                <a:lnTo>
                  <a:pt x="633698" y="102292"/>
                </a:lnTo>
                <a:cubicBezTo>
                  <a:pt x="626932" y="104822"/>
                  <a:pt x="620314" y="106087"/>
                  <a:pt x="613844" y="106087"/>
                </a:cubicBezTo>
                <a:cubicBezTo>
                  <a:pt x="603176" y="106087"/>
                  <a:pt x="594669" y="102920"/>
                  <a:pt x="588322" y="96586"/>
                </a:cubicBezTo>
                <a:cubicBezTo>
                  <a:pt x="581976" y="90250"/>
                  <a:pt x="578803" y="81761"/>
                  <a:pt x="578803" y="71120"/>
                </a:cubicBezTo>
                <a:cubicBezTo>
                  <a:pt x="578803" y="60381"/>
                  <a:pt x="581890" y="51720"/>
                  <a:pt x="588063" y="45137"/>
                </a:cubicBezTo>
                <a:cubicBezTo>
                  <a:pt x="594237" y="38555"/>
                  <a:pt x="602361" y="35263"/>
                  <a:pt x="612436" y="35263"/>
                </a:cubicBezTo>
                <a:cubicBezTo>
                  <a:pt x="615943" y="35263"/>
                  <a:pt x="619092" y="35597"/>
                  <a:pt x="621882" y="36264"/>
                </a:cubicBezTo>
                <a:cubicBezTo>
                  <a:pt x="624672" y="36930"/>
                  <a:pt x="628117" y="38177"/>
                  <a:pt x="632217" y="40005"/>
                </a:cubicBezTo>
                <a:lnTo>
                  <a:pt x="632217" y="54377"/>
                </a:lnTo>
                <a:cubicBezTo>
                  <a:pt x="625401" y="50031"/>
                  <a:pt x="619079" y="47858"/>
                  <a:pt x="613251" y="47858"/>
                </a:cubicBezTo>
                <a:cubicBezTo>
                  <a:pt x="607176" y="47858"/>
                  <a:pt x="602188" y="50001"/>
                  <a:pt x="598287" y="54287"/>
                </a:cubicBezTo>
                <a:cubicBezTo>
                  <a:pt x="594385" y="58573"/>
                  <a:pt x="592434" y="64035"/>
                  <a:pt x="592434" y="70675"/>
                </a:cubicBezTo>
                <a:cubicBezTo>
                  <a:pt x="592434" y="77662"/>
                  <a:pt x="594545" y="83212"/>
                  <a:pt x="598768" y="87325"/>
                </a:cubicBezTo>
                <a:cubicBezTo>
                  <a:pt x="602991" y="91437"/>
                  <a:pt x="608683" y="93493"/>
                  <a:pt x="615844" y="93493"/>
                </a:cubicBezTo>
                <a:cubicBezTo>
                  <a:pt x="621030" y="93493"/>
                  <a:pt x="626981" y="91962"/>
                  <a:pt x="633698" y="88900"/>
                </a:cubicBezTo>
                <a:close/>
                <a:moveTo>
                  <a:pt x="707207" y="72009"/>
                </a:moveTo>
                <a:lnTo>
                  <a:pt x="659276" y="72009"/>
                </a:lnTo>
                <a:cubicBezTo>
                  <a:pt x="659621" y="78528"/>
                  <a:pt x="661807" y="83714"/>
                  <a:pt x="665832" y="87566"/>
                </a:cubicBezTo>
                <a:cubicBezTo>
                  <a:pt x="669857" y="91418"/>
                  <a:pt x="675055" y="93345"/>
                  <a:pt x="681427" y="93345"/>
                </a:cubicBezTo>
                <a:cubicBezTo>
                  <a:pt x="690317" y="93345"/>
                  <a:pt x="698515" y="90579"/>
                  <a:pt x="706022" y="85047"/>
                </a:cubicBezTo>
                <a:lnTo>
                  <a:pt x="706022" y="98234"/>
                </a:lnTo>
                <a:cubicBezTo>
                  <a:pt x="701873" y="101000"/>
                  <a:pt x="697762" y="102975"/>
                  <a:pt x="693687" y="104161"/>
                </a:cubicBezTo>
                <a:cubicBezTo>
                  <a:pt x="689613" y="105346"/>
                  <a:pt x="684834" y="105939"/>
                  <a:pt x="679352" y="105939"/>
                </a:cubicBezTo>
                <a:cubicBezTo>
                  <a:pt x="671845" y="105939"/>
                  <a:pt x="665770" y="104380"/>
                  <a:pt x="661128" y="101262"/>
                </a:cubicBezTo>
                <a:cubicBezTo>
                  <a:pt x="656485" y="98145"/>
                  <a:pt x="652769" y="93950"/>
                  <a:pt x="649978" y="88680"/>
                </a:cubicBezTo>
                <a:cubicBezTo>
                  <a:pt x="647188" y="83407"/>
                  <a:pt x="645793" y="77307"/>
                  <a:pt x="645793" y="70379"/>
                </a:cubicBezTo>
                <a:cubicBezTo>
                  <a:pt x="645793" y="59986"/>
                  <a:pt x="648731" y="51535"/>
                  <a:pt x="654609" y="45026"/>
                </a:cubicBezTo>
                <a:cubicBezTo>
                  <a:pt x="660486" y="38518"/>
                  <a:pt x="668116" y="35263"/>
                  <a:pt x="677500" y="35263"/>
                </a:cubicBezTo>
                <a:cubicBezTo>
                  <a:pt x="686538" y="35263"/>
                  <a:pt x="693749" y="38437"/>
                  <a:pt x="699132" y="44785"/>
                </a:cubicBezTo>
                <a:cubicBezTo>
                  <a:pt x="704516" y="51132"/>
                  <a:pt x="707207" y="59636"/>
                  <a:pt x="707207" y="70298"/>
                </a:cubicBezTo>
                <a:lnTo>
                  <a:pt x="707207" y="72009"/>
                </a:lnTo>
                <a:moveTo>
                  <a:pt x="659572" y="63860"/>
                </a:moveTo>
                <a:lnTo>
                  <a:pt x="693873" y="63860"/>
                </a:lnTo>
                <a:cubicBezTo>
                  <a:pt x="693527" y="58453"/>
                  <a:pt x="691922" y="54287"/>
                  <a:pt x="689057" y="51360"/>
                </a:cubicBezTo>
                <a:cubicBezTo>
                  <a:pt x="686193" y="48433"/>
                  <a:pt x="682340" y="46969"/>
                  <a:pt x="677500" y="46969"/>
                </a:cubicBezTo>
                <a:cubicBezTo>
                  <a:pt x="672660" y="46969"/>
                  <a:pt x="668697" y="48433"/>
                  <a:pt x="665610" y="51360"/>
                </a:cubicBezTo>
                <a:cubicBezTo>
                  <a:pt x="662523" y="54287"/>
                  <a:pt x="660510" y="58453"/>
                  <a:pt x="659572" y="63860"/>
                </a:cubicBezTo>
                <a:close/>
                <a:moveTo>
                  <a:pt x="718410" y="64008"/>
                </a:moveTo>
                <a:lnTo>
                  <a:pt x="755304" y="64008"/>
                </a:lnTo>
                <a:lnTo>
                  <a:pt x="755304" y="78528"/>
                </a:lnTo>
                <a:lnTo>
                  <a:pt x="718410" y="78528"/>
                </a:lnTo>
                <a:lnTo>
                  <a:pt x="718410" y="64008"/>
                </a:lnTo>
                <a:close/>
                <a:moveTo>
                  <a:pt x="828774" y="53932"/>
                </a:moveTo>
                <a:lnTo>
                  <a:pt x="863519" y="53932"/>
                </a:lnTo>
                <a:lnTo>
                  <a:pt x="863519" y="97790"/>
                </a:lnTo>
                <a:cubicBezTo>
                  <a:pt x="850777" y="103321"/>
                  <a:pt x="838133" y="106087"/>
                  <a:pt x="825589" y="106087"/>
                </a:cubicBezTo>
                <a:cubicBezTo>
                  <a:pt x="808451" y="106087"/>
                  <a:pt x="794758" y="101083"/>
                  <a:pt x="784509" y="91076"/>
                </a:cubicBezTo>
                <a:cubicBezTo>
                  <a:pt x="774261" y="81067"/>
                  <a:pt x="769137" y="68723"/>
                  <a:pt x="769137" y="54044"/>
                </a:cubicBezTo>
                <a:cubicBezTo>
                  <a:pt x="769137" y="38574"/>
                  <a:pt x="774447" y="25700"/>
                  <a:pt x="785065" y="15421"/>
                </a:cubicBezTo>
                <a:cubicBezTo>
                  <a:pt x="795684" y="5140"/>
                  <a:pt x="808994" y="0"/>
                  <a:pt x="824996" y="0"/>
                </a:cubicBezTo>
                <a:cubicBezTo>
                  <a:pt x="830824" y="0"/>
                  <a:pt x="836355" y="624"/>
                  <a:pt x="841590" y="1873"/>
                </a:cubicBezTo>
                <a:cubicBezTo>
                  <a:pt x="846826" y="3122"/>
                  <a:pt x="853444" y="5411"/>
                  <a:pt x="861445" y="8742"/>
                </a:cubicBezTo>
                <a:lnTo>
                  <a:pt x="861445" y="23855"/>
                </a:lnTo>
                <a:cubicBezTo>
                  <a:pt x="849098" y="16743"/>
                  <a:pt x="836849" y="13187"/>
                  <a:pt x="824700" y="13187"/>
                </a:cubicBezTo>
                <a:cubicBezTo>
                  <a:pt x="813390" y="13187"/>
                  <a:pt x="803857" y="17043"/>
                  <a:pt x="796103" y="24755"/>
                </a:cubicBezTo>
                <a:cubicBezTo>
                  <a:pt x="788349" y="32466"/>
                  <a:pt x="784472" y="41933"/>
                  <a:pt x="784472" y="53155"/>
                </a:cubicBezTo>
                <a:cubicBezTo>
                  <a:pt x="784472" y="64920"/>
                  <a:pt x="788349" y="74535"/>
                  <a:pt x="796103" y="82001"/>
                </a:cubicBezTo>
                <a:cubicBezTo>
                  <a:pt x="803857" y="89464"/>
                  <a:pt x="813834" y="93196"/>
                  <a:pt x="826033" y="93196"/>
                </a:cubicBezTo>
                <a:cubicBezTo>
                  <a:pt x="831960" y="93196"/>
                  <a:pt x="839047" y="91838"/>
                  <a:pt x="847295" y="89122"/>
                </a:cubicBezTo>
                <a:lnTo>
                  <a:pt x="848702" y="88677"/>
                </a:lnTo>
                <a:lnTo>
                  <a:pt x="848702" y="67119"/>
                </a:lnTo>
                <a:lnTo>
                  <a:pt x="828774" y="67119"/>
                </a:lnTo>
                <a:lnTo>
                  <a:pt x="828774" y="53932"/>
                </a:lnTo>
                <a:close/>
                <a:moveTo>
                  <a:pt x="926767" y="104901"/>
                </a:moveTo>
                <a:lnTo>
                  <a:pt x="926767" y="96160"/>
                </a:lnTo>
                <a:cubicBezTo>
                  <a:pt x="923903" y="99294"/>
                  <a:pt x="920631" y="101733"/>
                  <a:pt x="916951" y="103475"/>
                </a:cubicBezTo>
                <a:cubicBezTo>
                  <a:pt x="913272" y="105216"/>
                  <a:pt x="909605" y="106087"/>
                  <a:pt x="905950" y="106087"/>
                </a:cubicBezTo>
                <a:cubicBezTo>
                  <a:pt x="901653" y="106087"/>
                  <a:pt x="897690" y="105013"/>
                  <a:pt x="894060" y="102864"/>
                </a:cubicBezTo>
                <a:cubicBezTo>
                  <a:pt x="890429" y="100716"/>
                  <a:pt x="887688" y="97802"/>
                  <a:pt x="885836" y="94122"/>
                </a:cubicBezTo>
                <a:cubicBezTo>
                  <a:pt x="883984" y="90443"/>
                  <a:pt x="883058" y="84331"/>
                  <a:pt x="883058" y="75787"/>
                </a:cubicBezTo>
                <a:lnTo>
                  <a:pt x="883058" y="36745"/>
                </a:lnTo>
                <a:lnTo>
                  <a:pt x="896541" y="36745"/>
                </a:lnTo>
                <a:lnTo>
                  <a:pt x="896541" y="75590"/>
                </a:lnTo>
                <a:cubicBezTo>
                  <a:pt x="896541" y="82742"/>
                  <a:pt x="897566" y="87737"/>
                  <a:pt x="899616" y="90573"/>
                </a:cubicBezTo>
                <a:cubicBezTo>
                  <a:pt x="901665" y="93409"/>
                  <a:pt x="905258" y="94826"/>
                  <a:pt x="910395" y="94826"/>
                </a:cubicBezTo>
                <a:cubicBezTo>
                  <a:pt x="916815" y="94826"/>
                  <a:pt x="922273" y="91690"/>
                  <a:pt x="926767" y="85418"/>
                </a:cubicBezTo>
                <a:lnTo>
                  <a:pt x="926767" y="36745"/>
                </a:lnTo>
                <a:lnTo>
                  <a:pt x="940250" y="36745"/>
                </a:lnTo>
                <a:lnTo>
                  <a:pt x="940250" y="104901"/>
                </a:lnTo>
                <a:lnTo>
                  <a:pt x="926767" y="104901"/>
                </a:lnTo>
                <a:close/>
                <a:moveTo>
                  <a:pt x="966270" y="8001"/>
                </a:moveTo>
                <a:cubicBezTo>
                  <a:pt x="968493" y="8001"/>
                  <a:pt x="970394" y="8770"/>
                  <a:pt x="971975" y="10309"/>
                </a:cubicBezTo>
                <a:cubicBezTo>
                  <a:pt x="973555" y="11846"/>
                  <a:pt x="974345" y="13732"/>
                  <a:pt x="974345" y="15965"/>
                </a:cubicBezTo>
                <a:cubicBezTo>
                  <a:pt x="974345" y="18147"/>
                  <a:pt x="973555" y="20032"/>
                  <a:pt x="971975" y="21621"/>
                </a:cubicBezTo>
                <a:cubicBezTo>
                  <a:pt x="970394" y="23209"/>
                  <a:pt x="968493" y="24003"/>
                  <a:pt x="966270" y="24003"/>
                </a:cubicBezTo>
                <a:cubicBezTo>
                  <a:pt x="964196" y="24003"/>
                  <a:pt x="962368" y="23196"/>
                  <a:pt x="960788" y="21584"/>
                </a:cubicBezTo>
                <a:cubicBezTo>
                  <a:pt x="959208" y="19971"/>
                  <a:pt x="958417" y="18098"/>
                  <a:pt x="958417" y="15965"/>
                </a:cubicBezTo>
                <a:cubicBezTo>
                  <a:pt x="958417" y="13881"/>
                  <a:pt x="959208" y="12033"/>
                  <a:pt x="960788" y="10420"/>
                </a:cubicBezTo>
                <a:cubicBezTo>
                  <a:pt x="962368" y="8807"/>
                  <a:pt x="964196" y="8001"/>
                  <a:pt x="966270" y="8001"/>
                </a:cubicBezTo>
                <a:moveTo>
                  <a:pt x="959603" y="36745"/>
                </a:moveTo>
                <a:lnTo>
                  <a:pt x="973086" y="36745"/>
                </a:lnTo>
                <a:lnTo>
                  <a:pt x="973086" y="104901"/>
                </a:lnTo>
                <a:lnTo>
                  <a:pt x="959603" y="104901"/>
                </a:lnTo>
                <a:lnTo>
                  <a:pt x="959603" y="36745"/>
                </a:lnTo>
                <a:close/>
                <a:moveTo>
                  <a:pt x="1038112" y="1333"/>
                </a:moveTo>
                <a:lnTo>
                  <a:pt x="1051669" y="1333"/>
                </a:lnTo>
                <a:lnTo>
                  <a:pt x="1051669" y="104901"/>
                </a:lnTo>
                <a:lnTo>
                  <a:pt x="1022851" y="104901"/>
                </a:lnTo>
                <a:cubicBezTo>
                  <a:pt x="1012775" y="104901"/>
                  <a:pt x="1004737" y="101716"/>
                  <a:pt x="998737" y="95345"/>
                </a:cubicBezTo>
                <a:cubicBezTo>
                  <a:pt x="992736" y="88974"/>
                  <a:pt x="989735" y="80429"/>
                  <a:pt x="989735" y="69712"/>
                </a:cubicBezTo>
                <a:cubicBezTo>
                  <a:pt x="989735" y="59686"/>
                  <a:pt x="992884" y="51438"/>
                  <a:pt x="999181" y="44968"/>
                </a:cubicBezTo>
                <a:cubicBezTo>
                  <a:pt x="1005478" y="38498"/>
                  <a:pt x="1013516" y="35263"/>
                  <a:pt x="1023295" y="35263"/>
                </a:cubicBezTo>
                <a:cubicBezTo>
                  <a:pt x="1027839" y="35263"/>
                  <a:pt x="1032778" y="36227"/>
                  <a:pt x="1038112" y="38153"/>
                </a:cubicBezTo>
                <a:lnTo>
                  <a:pt x="1038112" y="1333"/>
                </a:lnTo>
                <a:moveTo>
                  <a:pt x="1038112" y="93345"/>
                </a:moveTo>
                <a:lnTo>
                  <a:pt x="1038112" y="50154"/>
                </a:lnTo>
                <a:cubicBezTo>
                  <a:pt x="1033914" y="48030"/>
                  <a:pt x="1029666" y="46969"/>
                  <a:pt x="1025369" y="46969"/>
                </a:cubicBezTo>
                <a:cubicBezTo>
                  <a:pt x="1018653" y="46969"/>
                  <a:pt x="1013306" y="49166"/>
                  <a:pt x="1009330" y="53562"/>
                </a:cubicBezTo>
                <a:cubicBezTo>
                  <a:pt x="1005355" y="57958"/>
                  <a:pt x="1003367" y="63884"/>
                  <a:pt x="1003367" y="71342"/>
                </a:cubicBezTo>
                <a:cubicBezTo>
                  <a:pt x="1003367" y="78355"/>
                  <a:pt x="1005095" y="83763"/>
                  <a:pt x="1008553" y="87566"/>
                </a:cubicBezTo>
                <a:cubicBezTo>
                  <a:pt x="1010627" y="89838"/>
                  <a:pt x="1012825" y="91369"/>
                  <a:pt x="1015146" y="92159"/>
                </a:cubicBezTo>
                <a:cubicBezTo>
                  <a:pt x="1017467" y="92949"/>
                  <a:pt x="1021641" y="93345"/>
                  <a:pt x="1027666" y="93345"/>
                </a:cubicBezTo>
                <a:lnTo>
                  <a:pt x="1038112" y="93345"/>
                </a:lnTo>
                <a:close/>
                <a:moveTo>
                  <a:pt x="1128175" y="72009"/>
                </a:moveTo>
                <a:lnTo>
                  <a:pt x="1080243" y="72009"/>
                </a:lnTo>
                <a:cubicBezTo>
                  <a:pt x="1080589" y="78528"/>
                  <a:pt x="1082774" y="83714"/>
                  <a:pt x="1086800" y="87566"/>
                </a:cubicBezTo>
                <a:cubicBezTo>
                  <a:pt x="1090825" y="91418"/>
                  <a:pt x="1096023" y="93345"/>
                  <a:pt x="1102394" y="93345"/>
                </a:cubicBezTo>
                <a:cubicBezTo>
                  <a:pt x="1111284" y="93345"/>
                  <a:pt x="1119483" y="90579"/>
                  <a:pt x="1126990" y="85047"/>
                </a:cubicBezTo>
                <a:lnTo>
                  <a:pt x="1126990" y="98234"/>
                </a:lnTo>
                <a:cubicBezTo>
                  <a:pt x="1122841" y="101000"/>
                  <a:pt x="1118729" y="102975"/>
                  <a:pt x="1114655" y="104161"/>
                </a:cubicBezTo>
                <a:cubicBezTo>
                  <a:pt x="1110580" y="105346"/>
                  <a:pt x="1105802" y="105939"/>
                  <a:pt x="1100320" y="105939"/>
                </a:cubicBezTo>
                <a:cubicBezTo>
                  <a:pt x="1092813" y="105939"/>
                  <a:pt x="1086738" y="104380"/>
                  <a:pt x="1082095" y="101262"/>
                </a:cubicBezTo>
                <a:cubicBezTo>
                  <a:pt x="1077453" y="98145"/>
                  <a:pt x="1073736" y="93950"/>
                  <a:pt x="1070946" y="88680"/>
                </a:cubicBezTo>
                <a:cubicBezTo>
                  <a:pt x="1068155" y="83407"/>
                  <a:pt x="1066760" y="77307"/>
                  <a:pt x="1066760" y="70379"/>
                </a:cubicBezTo>
                <a:cubicBezTo>
                  <a:pt x="1066760" y="59986"/>
                  <a:pt x="1069699" y="51535"/>
                  <a:pt x="1075576" y="45026"/>
                </a:cubicBezTo>
                <a:cubicBezTo>
                  <a:pt x="1081453" y="38518"/>
                  <a:pt x="1089084" y="35263"/>
                  <a:pt x="1098468" y="35263"/>
                </a:cubicBezTo>
                <a:cubicBezTo>
                  <a:pt x="1107506" y="35263"/>
                  <a:pt x="1114717" y="38437"/>
                  <a:pt x="1120100" y="44785"/>
                </a:cubicBezTo>
                <a:cubicBezTo>
                  <a:pt x="1125483" y="51132"/>
                  <a:pt x="1128175" y="59636"/>
                  <a:pt x="1128175" y="70298"/>
                </a:cubicBezTo>
                <a:lnTo>
                  <a:pt x="1128175" y="72009"/>
                </a:lnTo>
                <a:moveTo>
                  <a:pt x="1080540" y="63860"/>
                </a:moveTo>
                <a:lnTo>
                  <a:pt x="1114840" y="63860"/>
                </a:lnTo>
                <a:cubicBezTo>
                  <a:pt x="1114494" y="58453"/>
                  <a:pt x="1112889" y="54287"/>
                  <a:pt x="1110025" y="51360"/>
                </a:cubicBezTo>
                <a:cubicBezTo>
                  <a:pt x="1107160" y="48433"/>
                  <a:pt x="1103308" y="46969"/>
                  <a:pt x="1098468" y="46969"/>
                </a:cubicBezTo>
                <a:cubicBezTo>
                  <a:pt x="1093628" y="46969"/>
                  <a:pt x="1089664" y="48433"/>
                  <a:pt x="1086577" y="51360"/>
                </a:cubicBezTo>
                <a:cubicBezTo>
                  <a:pt x="1083491" y="54287"/>
                  <a:pt x="1081478" y="58453"/>
                  <a:pt x="1080540" y="63860"/>
                </a:cubicBezTo>
                <a:close/>
                <a:moveTo>
                  <a:pt x="1188346" y="1333"/>
                </a:moveTo>
                <a:lnTo>
                  <a:pt x="1201904" y="1333"/>
                </a:lnTo>
                <a:lnTo>
                  <a:pt x="1201904" y="104901"/>
                </a:lnTo>
                <a:lnTo>
                  <a:pt x="1173085" y="104901"/>
                </a:lnTo>
                <a:cubicBezTo>
                  <a:pt x="1163010" y="104901"/>
                  <a:pt x="1154972" y="101716"/>
                  <a:pt x="1148971" y="95345"/>
                </a:cubicBezTo>
                <a:cubicBezTo>
                  <a:pt x="1142971" y="88974"/>
                  <a:pt x="1139970" y="80429"/>
                  <a:pt x="1139970" y="69712"/>
                </a:cubicBezTo>
                <a:cubicBezTo>
                  <a:pt x="1139970" y="59686"/>
                  <a:pt x="1143119" y="51438"/>
                  <a:pt x="1149416" y="44968"/>
                </a:cubicBezTo>
                <a:cubicBezTo>
                  <a:pt x="1155713" y="38498"/>
                  <a:pt x="1163751" y="35263"/>
                  <a:pt x="1173530" y="35263"/>
                </a:cubicBezTo>
                <a:cubicBezTo>
                  <a:pt x="1178074" y="35263"/>
                  <a:pt x="1183013" y="36227"/>
                  <a:pt x="1188346" y="38153"/>
                </a:cubicBezTo>
                <a:lnTo>
                  <a:pt x="1188346" y="1333"/>
                </a:lnTo>
                <a:moveTo>
                  <a:pt x="1188346" y="93345"/>
                </a:moveTo>
                <a:lnTo>
                  <a:pt x="1188346" y="50154"/>
                </a:lnTo>
                <a:cubicBezTo>
                  <a:pt x="1184148" y="48030"/>
                  <a:pt x="1179901" y="46969"/>
                  <a:pt x="1175604" y="46969"/>
                </a:cubicBezTo>
                <a:cubicBezTo>
                  <a:pt x="1168887" y="46969"/>
                  <a:pt x="1163541" y="49166"/>
                  <a:pt x="1159565" y="53562"/>
                </a:cubicBezTo>
                <a:cubicBezTo>
                  <a:pt x="1155589" y="57958"/>
                  <a:pt x="1153602" y="63884"/>
                  <a:pt x="1153602" y="71342"/>
                </a:cubicBezTo>
                <a:cubicBezTo>
                  <a:pt x="1153602" y="78355"/>
                  <a:pt x="1155330" y="83763"/>
                  <a:pt x="1158787" y="87566"/>
                </a:cubicBezTo>
                <a:cubicBezTo>
                  <a:pt x="1160862" y="89838"/>
                  <a:pt x="1163059" y="91369"/>
                  <a:pt x="1165381" y="92159"/>
                </a:cubicBezTo>
                <a:cubicBezTo>
                  <a:pt x="1167702" y="92949"/>
                  <a:pt x="1171875" y="93345"/>
                  <a:pt x="1177901" y="93345"/>
                </a:cubicBezTo>
                <a:lnTo>
                  <a:pt x="1188346" y="93345"/>
                </a:lnTo>
                <a:close/>
                <a:moveTo>
                  <a:pt x="1263712" y="104901"/>
                </a:moveTo>
                <a:lnTo>
                  <a:pt x="1263712" y="1333"/>
                </a:lnTo>
                <a:lnTo>
                  <a:pt x="1296530" y="1333"/>
                </a:lnTo>
                <a:cubicBezTo>
                  <a:pt x="1306408" y="1333"/>
                  <a:pt x="1314286" y="3997"/>
                  <a:pt x="1320163" y="9325"/>
                </a:cubicBezTo>
                <a:cubicBezTo>
                  <a:pt x="1326040" y="14651"/>
                  <a:pt x="1328979" y="21804"/>
                  <a:pt x="1328979" y="30781"/>
                </a:cubicBezTo>
                <a:cubicBezTo>
                  <a:pt x="1328979" y="36799"/>
                  <a:pt x="1327472" y="42126"/>
                  <a:pt x="1324460" y="46763"/>
                </a:cubicBezTo>
                <a:cubicBezTo>
                  <a:pt x="1321447" y="51399"/>
                  <a:pt x="1317323" y="54766"/>
                  <a:pt x="1312088" y="56863"/>
                </a:cubicBezTo>
                <a:cubicBezTo>
                  <a:pt x="1306853" y="58959"/>
                  <a:pt x="1299346" y="60007"/>
                  <a:pt x="1289567" y="60007"/>
                </a:cubicBezTo>
                <a:lnTo>
                  <a:pt x="1278602" y="60007"/>
                </a:lnTo>
                <a:lnTo>
                  <a:pt x="1278602" y="104901"/>
                </a:lnTo>
                <a:lnTo>
                  <a:pt x="1263712" y="104901"/>
                </a:lnTo>
                <a:moveTo>
                  <a:pt x="1293938" y="14520"/>
                </a:moveTo>
                <a:lnTo>
                  <a:pt x="1278602" y="14520"/>
                </a:lnTo>
                <a:lnTo>
                  <a:pt x="1278602" y="46820"/>
                </a:lnTo>
                <a:lnTo>
                  <a:pt x="1294827" y="46820"/>
                </a:lnTo>
                <a:cubicBezTo>
                  <a:pt x="1300852" y="46820"/>
                  <a:pt x="1305494" y="45404"/>
                  <a:pt x="1308754" y="42570"/>
                </a:cubicBezTo>
                <a:cubicBezTo>
                  <a:pt x="1312014" y="39736"/>
                  <a:pt x="1313644" y="35683"/>
                  <a:pt x="1313644" y="30411"/>
                </a:cubicBezTo>
                <a:cubicBezTo>
                  <a:pt x="1313644" y="19817"/>
                  <a:pt x="1307075" y="14520"/>
                  <a:pt x="1293938" y="14520"/>
                </a:cubicBezTo>
                <a:close/>
                <a:moveTo>
                  <a:pt x="1382964" y="63820"/>
                </a:moveTo>
                <a:lnTo>
                  <a:pt x="1382964" y="92821"/>
                </a:lnTo>
                <a:cubicBezTo>
                  <a:pt x="1382964" y="95146"/>
                  <a:pt x="1383754" y="96308"/>
                  <a:pt x="1385334" y="96308"/>
                </a:cubicBezTo>
                <a:cubicBezTo>
                  <a:pt x="1386964" y="96308"/>
                  <a:pt x="1389508" y="95073"/>
                  <a:pt x="1392965" y="92604"/>
                </a:cubicBezTo>
                <a:lnTo>
                  <a:pt x="1392965" y="100901"/>
                </a:lnTo>
                <a:cubicBezTo>
                  <a:pt x="1389903" y="102847"/>
                  <a:pt x="1387446" y="104174"/>
                  <a:pt x="1385594" y="104881"/>
                </a:cubicBezTo>
                <a:cubicBezTo>
                  <a:pt x="1383741" y="105586"/>
                  <a:pt x="1381803" y="105939"/>
                  <a:pt x="1379778" y="105939"/>
                </a:cubicBezTo>
                <a:cubicBezTo>
                  <a:pt x="1374000" y="105939"/>
                  <a:pt x="1370592" y="103691"/>
                  <a:pt x="1369555" y="99197"/>
                </a:cubicBezTo>
                <a:cubicBezTo>
                  <a:pt x="1363825" y="103691"/>
                  <a:pt x="1357726" y="105939"/>
                  <a:pt x="1351256" y="105939"/>
                </a:cubicBezTo>
                <a:cubicBezTo>
                  <a:pt x="1346515" y="105939"/>
                  <a:pt x="1342564" y="104368"/>
                  <a:pt x="1339403" y="101227"/>
                </a:cubicBezTo>
                <a:cubicBezTo>
                  <a:pt x="1336242" y="98085"/>
                  <a:pt x="1334661" y="94139"/>
                  <a:pt x="1334661" y="89388"/>
                </a:cubicBezTo>
                <a:cubicBezTo>
                  <a:pt x="1334661" y="85085"/>
                  <a:pt x="1336205" y="81239"/>
                  <a:pt x="1339292" y="77850"/>
                </a:cubicBezTo>
                <a:cubicBezTo>
                  <a:pt x="1342378" y="74460"/>
                  <a:pt x="1346762" y="71776"/>
                  <a:pt x="1352441" y="69798"/>
                </a:cubicBezTo>
                <a:lnTo>
                  <a:pt x="1369703" y="63860"/>
                </a:lnTo>
                <a:lnTo>
                  <a:pt x="1369703" y="60213"/>
                </a:lnTo>
                <a:cubicBezTo>
                  <a:pt x="1369703" y="51976"/>
                  <a:pt x="1365603" y="47858"/>
                  <a:pt x="1357405" y="47858"/>
                </a:cubicBezTo>
                <a:cubicBezTo>
                  <a:pt x="1350046" y="47858"/>
                  <a:pt x="1342885" y="51661"/>
                  <a:pt x="1335921" y="59266"/>
                </a:cubicBezTo>
                <a:lnTo>
                  <a:pt x="1335921" y="44524"/>
                </a:lnTo>
                <a:cubicBezTo>
                  <a:pt x="1341156" y="38350"/>
                  <a:pt x="1348688" y="35263"/>
                  <a:pt x="1358516" y="35263"/>
                </a:cubicBezTo>
                <a:cubicBezTo>
                  <a:pt x="1365875" y="35263"/>
                  <a:pt x="1371777" y="37192"/>
                  <a:pt x="1376222" y="41049"/>
                </a:cubicBezTo>
                <a:cubicBezTo>
                  <a:pt x="1377704" y="42285"/>
                  <a:pt x="1379037" y="43930"/>
                  <a:pt x="1380223" y="45982"/>
                </a:cubicBezTo>
                <a:cubicBezTo>
                  <a:pt x="1381408" y="48034"/>
                  <a:pt x="1382161" y="50085"/>
                  <a:pt x="1382482" y="52138"/>
                </a:cubicBezTo>
                <a:cubicBezTo>
                  <a:pt x="1382803" y="54189"/>
                  <a:pt x="1382964" y="58083"/>
                  <a:pt x="1382964" y="63820"/>
                </a:cubicBezTo>
                <a:moveTo>
                  <a:pt x="1369703" y="91344"/>
                </a:moveTo>
                <a:lnTo>
                  <a:pt x="1369703" y="71120"/>
                </a:lnTo>
                <a:lnTo>
                  <a:pt x="1360665" y="74602"/>
                </a:lnTo>
                <a:cubicBezTo>
                  <a:pt x="1356071" y="76429"/>
                  <a:pt x="1352824" y="78269"/>
                  <a:pt x="1350923" y="80121"/>
                </a:cubicBezTo>
                <a:cubicBezTo>
                  <a:pt x="1349021" y="81973"/>
                  <a:pt x="1348071" y="84282"/>
                  <a:pt x="1348071" y="87047"/>
                </a:cubicBezTo>
                <a:cubicBezTo>
                  <a:pt x="1348071" y="89863"/>
                  <a:pt x="1348972" y="92159"/>
                  <a:pt x="1350775" y="93937"/>
                </a:cubicBezTo>
                <a:cubicBezTo>
                  <a:pt x="1352577" y="95715"/>
                  <a:pt x="1354911" y="96604"/>
                  <a:pt x="1357775" y="96604"/>
                </a:cubicBezTo>
                <a:cubicBezTo>
                  <a:pt x="1362072" y="96604"/>
                  <a:pt x="1366048" y="94851"/>
                  <a:pt x="1369703" y="91344"/>
                </a:cubicBezTo>
                <a:close/>
                <a:moveTo>
                  <a:pt x="1395463" y="47561"/>
                </a:moveTo>
                <a:lnTo>
                  <a:pt x="1420800" y="22669"/>
                </a:lnTo>
                <a:lnTo>
                  <a:pt x="1420800" y="36745"/>
                </a:lnTo>
                <a:lnTo>
                  <a:pt x="1442358" y="36745"/>
                </a:lnTo>
                <a:lnTo>
                  <a:pt x="1442358" y="48895"/>
                </a:lnTo>
                <a:lnTo>
                  <a:pt x="1420800" y="48895"/>
                </a:lnTo>
                <a:lnTo>
                  <a:pt x="1420800" y="82251"/>
                </a:lnTo>
                <a:cubicBezTo>
                  <a:pt x="1420800" y="90042"/>
                  <a:pt x="1424035" y="93937"/>
                  <a:pt x="1430505" y="93937"/>
                </a:cubicBezTo>
                <a:cubicBezTo>
                  <a:pt x="1435345" y="93937"/>
                  <a:pt x="1440456" y="92357"/>
                  <a:pt x="1445840" y="89196"/>
                </a:cubicBezTo>
                <a:lnTo>
                  <a:pt x="1445840" y="101734"/>
                </a:lnTo>
                <a:cubicBezTo>
                  <a:pt x="1440654" y="104636"/>
                  <a:pt x="1434999" y="106087"/>
                  <a:pt x="1428875" y="106087"/>
                </a:cubicBezTo>
                <a:cubicBezTo>
                  <a:pt x="1422701" y="106087"/>
                  <a:pt x="1417565" y="104284"/>
                  <a:pt x="1413465" y="100679"/>
                </a:cubicBezTo>
                <a:cubicBezTo>
                  <a:pt x="1412181" y="99592"/>
                  <a:pt x="1411119" y="98370"/>
                  <a:pt x="1410280" y="97012"/>
                </a:cubicBezTo>
                <a:cubicBezTo>
                  <a:pt x="1409440" y="95653"/>
                  <a:pt x="1408736" y="93875"/>
                  <a:pt x="1408168" y="91678"/>
                </a:cubicBezTo>
                <a:cubicBezTo>
                  <a:pt x="1407601" y="89480"/>
                  <a:pt x="1407317" y="85294"/>
                  <a:pt x="1407317" y="79121"/>
                </a:cubicBezTo>
                <a:lnTo>
                  <a:pt x="1407317" y="48895"/>
                </a:lnTo>
                <a:lnTo>
                  <a:pt x="1395463" y="48895"/>
                </a:lnTo>
                <a:lnTo>
                  <a:pt x="1395463" y="47561"/>
                </a:lnTo>
                <a:close/>
                <a:moveTo>
                  <a:pt x="1506751" y="88900"/>
                </a:moveTo>
                <a:lnTo>
                  <a:pt x="1506751" y="102292"/>
                </a:lnTo>
                <a:cubicBezTo>
                  <a:pt x="1499985" y="104822"/>
                  <a:pt x="1493367" y="106087"/>
                  <a:pt x="1486897" y="106087"/>
                </a:cubicBezTo>
                <a:cubicBezTo>
                  <a:pt x="1476229" y="106087"/>
                  <a:pt x="1467722" y="102920"/>
                  <a:pt x="1461375" y="96586"/>
                </a:cubicBezTo>
                <a:cubicBezTo>
                  <a:pt x="1455029" y="90250"/>
                  <a:pt x="1451856" y="81761"/>
                  <a:pt x="1451856" y="71120"/>
                </a:cubicBezTo>
                <a:cubicBezTo>
                  <a:pt x="1451856" y="60381"/>
                  <a:pt x="1454943" y="51720"/>
                  <a:pt x="1461116" y="45137"/>
                </a:cubicBezTo>
                <a:cubicBezTo>
                  <a:pt x="1467290" y="38555"/>
                  <a:pt x="1475414" y="35263"/>
                  <a:pt x="1485490" y="35263"/>
                </a:cubicBezTo>
                <a:cubicBezTo>
                  <a:pt x="1488996" y="35263"/>
                  <a:pt x="1492145" y="35597"/>
                  <a:pt x="1494935" y="36264"/>
                </a:cubicBezTo>
                <a:cubicBezTo>
                  <a:pt x="1497726" y="36930"/>
                  <a:pt x="1501170" y="38177"/>
                  <a:pt x="1505270" y="40005"/>
                </a:cubicBezTo>
                <a:lnTo>
                  <a:pt x="1505270" y="54377"/>
                </a:lnTo>
                <a:cubicBezTo>
                  <a:pt x="1498454" y="50031"/>
                  <a:pt x="1492132" y="47858"/>
                  <a:pt x="1486304" y="47858"/>
                </a:cubicBezTo>
                <a:cubicBezTo>
                  <a:pt x="1480230" y="47858"/>
                  <a:pt x="1475241" y="50001"/>
                  <a:pt x="1471340" y="54287"/>
                </a:cubicBezTo>
                <a:cubicBezTo>
                  <a:pt x="1467438" y="58573"/>
                  <a:pt x="1465487" y="64035"/>
                  <a:pt x="1465487" y="70675"/>
                </a:cubicBezTo>
                <a:cubicBezTo>
                  <a:pt x="1465487" y="77662"/>
                  <a:pt x="1467598" y="83212"/>
                  <a:pt x="1471821" y="87325"/>
                </a:cubicBezTo>
                <a:cubicBezTo>
                  <a:pt x="1476044" y="91437"/>
                  <a:pt x="1481736" y="93493"/>
                  <a:pt x="1488897" y="93493"/>
                </a:cubicBezTo>
                <a:cubicBezTo>
                  <a:pt x="1494083" y="93493"/>
                  <a:pt x="1500034" y="91962"/>
                  <a:pt x="1506751" y="88900"/>
                </a:cubicBezTo>
                <a:close/>
                <a:moveTo>
                  <a:pt x="1521883" y="1333"/>
                </a:moveTo>
                <a:lnTo>
                  <a:pt x="1535366" y="1333"/>
                </a:lnTo>
                <a:lnTo>
                  <a:pt x="1535366" y="45635"/>
                </a:lnTo>
                <a:cubicBezTo>
                  <a:pt x="1540996" y="38721"/>
                  <a:pt x="1547985" y="35263"/>
                  <a:pt x="1556331" y="35263"/>
                </a:cubicBezTo>
                <a:cubicBezTo>
                  <a:pt x="1560875" y="35263"/>
                  <a:pt x="1564950" y="36402"/>
                  <a:pt x="1568555" y="38678"/>
                </a:cubicBezTo>
                <a:cubicBezTo>
                  <a:pt x="1572161" y="40955"/>
                  <a:pt x="1574840" y="44098"/>
                  <a:pt x="1576593" y="48108"/>
                </a:cubicBezTo>
                <a:cubicBezTo>
                  <a:pt x="1578346" y="52116"/>
                  <a:pt x="1579223" y="58080"/>
                  <a:pt x="1579223" y="65999"/>
                </a:cubicBezTo>
                <a:lnTo>
                  <a:pt x="1579223" y="104901"/>
                </a:lnTo>
                <a:lnTo>
                  <a:pt x="1565740" y="104901"/>
                </a:lnTo>
                <a:lnTo>
                  <a:pt x="1565740" y="62695"/>
                </a:lnTo>
                <a:cubicBezTo>
                  <a:pt x="1565740" y="57701"/>
                  <a:pt x="1564518" y="53683"/>
                  <a:pt x="1562073" y="50643"/>
                </a:cubicBezTo>
                <a:cubicBezTo>
                  <a:pt x="1559628" y="47601"/>
                  <a:pt x="1556406" y="46080"/>
                  <a:pt x="1552405" y="46080"/>
                </a:cubicBezTo>
                <a:cubicBezTo>
                  <a:pt x="1549442" y="46080"/>
                  <a:pt x="1546651" y="46845"/>
                  <a:pt x="1544034" y="48376"/>
                </a:cubicBezTo>
                <a:cubicBezTo>
                  <a:pt x="1541416" y="49907"/>
                  <a:pt x="1538527" y="52451"/>
                  <a:pt x="1535366" y="56007"/>
                </a:cubicBezTo>
                <a:lnTo>
                  <a:pt x="1535366" y="104901"/>
                </a:lnTo>
                <a:lnTo>
                  <a:pt x="1521883" y="104901"/>
                </a:lnTo>
                <a:lnTo>
                  <a:pt x="1521883" y="1333"/>
                </a:lnTo>
                <a:close/>
                <a:moveTo>
                  <a:pt x="1667962" y="61450"/>
                </a:moveTo>
                <a:lnTo>
                  <a:pt x="1656701" y="54636"/>
                </a:lnTo>
                <a:cubicBezTo>
                  <a:pt x="1649639" y="50341"/>
                  <a:pt x="1644613" y="46105"/>
                  <a:pt x="1641625" y="41929"/>
                </a:cubicBezTo>
                <a:cubicBezTo>
                  <a:pt x="1638637" y="37752"/>
                  <a:pt x="1637143" y="32945"/>
                  <a:pt x="1637143" y="27508"/>
                </a:cubicBezTo>
                <a:cubicBezTo>
                  <a:pt x="1637143" y="19351"/>
                  <a:pt x="1639971" y="12728"/>
                  <a:pt x="1645626" y="7637"/>
                </a:cubicBezTo>
                <a:cubicBezTo>
                  <a:pt x="1651281" y="2546"/>
                  <a:pt x="1658627" y="0"/>
                  <a:pt x="1667666" y="0"/>
                </a:cubicBezTo>
                <a:cubicBezTo>
                  <a:pt x="1676309" y="0"/>
                  <a:pt x="1684236" y="2432"/>
                  <a:pt x="1691446" y="7297"/>
                </a:cubicBezTo>
                <a:lnTo>
                  <a:pt x="1691446" y="24188"/>
                </a:lnTo>
                <a:cubicBezTo>
                  <a:pt x="1683989" y="16953"/>
                  <a:pt x="1675963" y="13335"/>
                  <a:pt x="1667369" y="13335"/>
                </a:cubicBezTo>
                <a:cubicBezTo>
                  <a:pt x="1662529" y="13335"/>
                  <a:pt x="1658553" y="14462"/>
                  <a:pt x="1655442" y="16715"/>
                </a:cubicBezTo>
                <a:cubicBezTo>
                  <a:pt x="1652330" y="18968"/>
                  <a:pt x="1650775" y="21853"/>
                  <a:pt x="1650775" y="25369"/>
                </a:cubicBezTo>
                <a:cubicBezTo>
                  <a:pt x="1650775" y="28488"/>
                  <a:pt x="1651911" y="31410"/>
                  <a:pt x="1654183" y="34134"/>
                </a:cubicBezTo>
                <a:cubicBezTo>
                  <a:pt x="1656454" y="36858"/>
                  <a:pt x="1660134" y="39699"/>
                  <a:pt x="1665221" y="42658"/>
                </a:cubicBezTo>
                <a:lnTo>
                  <a:pt x="1676556" y="49318"/>
                </a:lnTo>
                <a:cubicBezTo>
                  <a:pt x="1689199" y="56815"/>
                  <a:pt x="1695521" y="66395"/>
                  <a:pt x="1695521" y="78060"/>
                </a:cubicBezTo>
                <a:cubicBezTo>
                  <a:pt x="1695521" y="86365"/>
                  <a:pt x="1692743" y="93113"/>
                  <a:pt x="1687186" y="98303"/>
                </a:cubicBezTo>
                <a:cubicBezTo>
                  <a:pt x="1681630" y="103492"/>
                  <a:pt x="1674407" y="106087"/>
                  <a:pt x="1665517" y="106087"/>
                </a:cubicBezTo>
                <a:cubicBezTo>
                  <a:pt x="1655294" y="106087"/>
                  <a:pt x="1645984" y="102914"/>
                  <a:pt x="1637588" y="96567"/>
                </a:cubicBezTo>
                <a:lnTo>
                  <a:pt x="1637588" y="77750"/>
                </a:lnTo>
                <a:cubicBezTo>
                  <a:pt x="1645589" y="87949"/>
                  <a:pt x="1654849" y="93048"/>
                  <a:pt x="1665369" y="93048"/>
                </a:cubicBezTo>
                <a:cubicBezTo>
                  <a:pt x="1670012" y="93048"/>
                  <a:pt x="1673876" y="91749"/>
                  <a:pt x="1676963" y="89152"/>
                </a:cubicBezTo>
                <a:cubicBezTo>
                  <a:pt x="1680050" y="86554"/>
                  <a:pt x="1681593" y="83301"/>
                  <a:pt x="1681593" y="79391"/>
                </a:cubicBezTo>
                <a:cubicBezTo>
                  <a:pt x="1681593" y="73059"/>
                  <a:pt x="1677049" y="67078"/>
                  <a:pt x="1667962" y="61450"/>
                </a:cubicBezTo>
                <a:close/>
                <a:moveTo>
                  <a:pt x="1768138" y="72009"/>
                </a:moveTo>
                <a:lnTo>
                  <a:pt x="1720206" y="72009"/>
                </a:lnTo>
                <a:cubicBezTo>
                  <a:pt x="1720552" y="78528"/>
                  <a:pt x="1722737" y="83714"/>
                  <a:pt x="1726762" y="87566"/>
                </a:cubicBezTo>
                <a:cubicBezTo>
                  <a:pt x="1730788" y="91418"/>
                  <a:pt x="1735986" y="93345"/>
                  <a:pt x="1742357" y="93345"/>
                </a:cubicBezTo>
                <a:cubicBezTo>
                  <a:pt x="1751247" y="93345"/>
                  <a:pt x="1759445" y="90579"/>
                  <a:pt x="1766952" y="85047"/>
                </a:cubicBezTo>
                <a:lnTo>
                  <a:pt x="1766952" y="98234"/>
                </a:lnTo>
                <a:cubicBezTo>
                  <a:pt x="1762804" y="101000"/>
                  <a:pt x="1758692" y="102975"/>
                  <a:pt x="1754618" y="104161"/>
                </a:cubicBezTo>
                <a:cubicBezTo>
                  <a:pt x="1750543" y="105346"/>
                  <a:pt x="1745765" y="105939"/>
                  <a:pt x="1740283" y="105939"/>
                </a:cubicBezTo>
                <a:cubicBezTo>
                  <a:pt x="1732775" y="105939"/>
                  <a:pt x="1726701" y="104380"/>
                  <a:pt x="1722058" y="101262"/>
                </a:cubicBezTo>
                <a:cubicBezTo>
                  <a:pt x="1717416" y="98145"/>
                  <a:pt x="1713699" y="93950"/>
                  <a:pt x="1710909" y="88680"/>
                </a:cubicBezTo>
                <a:cubicBezTo>
                  <a:pt x="1708118" y="83407"/>
                  <a:pt x="1706723" y="77307"/>
                  <a:pt x="1706723" y="70379"/>
                </a:cubicBezTo>
                <a:cubicBezTo>
                  <a:pt x="1706723" y="59986"/>
                  <a:pt x="1709662" y="51535"/>
                  <a:pt x="1715539" y="45026"/>
                </a:cubicBezTo>
                <a:cubicBezTo>
                  <a:pt x="1721416" y="38518"/>
                  <a:pt x="1729047" y="35263"/>
                  <a:pt x="1738430" y="35263"/>
                </a:cubicBezTo>
                <a:cubicBezTo>
                  <a:pt x="1747469" y="35263"/>
                  <a:pt x="1754679" y="38437"/>
                  <a:pt x="1760063" y="44785"/>
                </a:cubicBezTo>
                <a:cubicBezTo>
                  <a:pt x="1765446" y="51132"/>
                  <a:pt x="1768138" y="59636"/>
                  <a:pt x="1768138" y="70298"/>
                </a:cubicBezTo>
                <a:lnTo>
                  <a:pt x="1768138" y="72009"/>
                </a:lnTo>
                <a:moveTo>
                  <a:pt x="1720502" y="63860"/>
                </a:moveTo>
                <a:lnTo>
                  <a:pt x="1754803" y="63860"/>
                </a:lnTo>
                <a:cubicBezTo>
                  <a:pt x="1754457" y="58453"/>
                  <a:pt x="1752852" y="54287"/>
                  <a:pt x="1749987" y="51360"/>
                </a:cubicBezTo>
                <a:cubicBezTo>
                  <a:pt x="1747123" y="48433"/>
                  <a:pt x="1743271" y="46969"/>
                  <a:pt x="1738430" y="46969"/>
                </a:cubicBezTo>
                <a:cubicBezTo>
                  <a:pt x="1733590" y="46969"/>
                  <a:pt x="1729627" y="48433"/>
                  <a:pt x="1726540" y="51360"/>
                </a:cubicBezTo>
                <a:cubicBezTo>
                  <a:pt x="1723453" y="54287"/>
                  <a:pt x="1721441" y="58453"/>
                  <a:pt x="1720502" y="63860"/>
                </a:cubicBezTo>
                <a:close/>
                <a:moveTo>
                  <a:pt x="1783119" y="1333"/>
                </a:moveTo>
                <a:lnTo>
                  <a:pt x="1796602" y="1333"/>
                </a:lnTo>
                <a:lnTo>
                  <a:pt x="1796602" y="104901"/>
                </a:lnTo>
                <a:lnTo>
                  <a:pt x="1783119" y="104901"/>
                </a:lnTo>
                <a:lnTo>
                  <a:pt x="1783119" y="1333"/>
                </a:lnTo>
                <a:close/>
                <a:moveTo>
                  <a:pt x="1874222" y="72009"/>
                </a:moveTo>
                <a:lnTo>
                  <a:pt x="1826290" y="72009"/>
                </a:lnTo>
                <a:cubicBezTo>
                  <a:pt x="1826636" y="78528"/>
                  <a:pt x="1828821" y="83714"/>
                  <a:pt x="1832846" y="87566"/>
                </a:cubicBezTo>
                <a:cubicBezTo>
                  <a:pt x="1836871" y="91418"/>
                  <a:pt x="1842070" y="93345"/>
                  <a:pt x="1848441" y="93345"/>
                </a:cubicBezTo>
                <a:cubicBezTo>
                  <a:pt x="1857331" y="93345"/>
                  <a:pt x="1865529" y="90579"/>
                  <a:pt x="1873036" y="85047"/>
                </a:cubicBezTo>
                <a:lnTo>
                  <a:pt x="1873036" y="98234"/>
                </a:lnTo>
                <a:cubicBezTo>
                  <a:pt x="1868888" y="101000"/>
                  <a:pt x="1864776" y="102975"/>
                  <a:pt x="1860701" y="104161"/>
                </a:cubicBezTo>
                <a:cubicBezTo>
                  <a:pt x="1856627" y="105346"/>
                  <a:pt x="1851849" y="105939"/>
                  <a:pt x="1846366" y="105939"/>
                </a:cubicBezTo>
                <a:cubicBezTo>
                  <a:pt x="1838859" y="105939"/>
                  <a:pt x="1832785" y="104380"/>
                  <a:pt x="1828142" y="101262"/>
                </a:cubicBezTo>
                <a:cubicBezTo>
                  <a:pt x="1823499" y="98145"/>
                  <a:pt x="1819783" y="93950"/>
                  <a:pt x="1816993" y="88680"/>
                </a:cubicBezTo>
                <a:cubicBezTo>
                  <a:pt x="1814202" y="83407"/>
                  <a:pt x="1812807" y="77307"/>
                  <a:pt x="1812807" y="70379"/>
                </a:cubicBezTo>
                <a:cubicBezTo>
                  <a:pt x="1812807" y="59986"/>
                  <a:pt x="1815745" y="51535"/>
                  <a:pt x="1821623" y="45026"/>
                </a:cubicBezTo>
                <a:cubicBezTo>
                  <a:pt x="1827500" y="38518"/>
                  <a:pt x="1835130" y="35263"/>
                  <a:pt x="1844514" y="35263"/>
                </a:cubicBezTo>
                <a:cubicBezTo>
                  <a:pt x="1853552" y="35263"/>
                  <a:pt x="1860763" y="38437"/>
                  <a:pt x="1866147" y="44785"/>
                </a:cubicBezTo>
                <a:cubicBezTo>
                  <a:pt x="1871530" y="51132"/>
                  <a:pt x="1874222" y="59636"/>
                  <a:pt x="1874222" y="70298"/>
                </a:cubicBezTo>
                <a:lnTo>
                  <a:pt x="1874222" y="72009"/>
                </a:lnTo>
                <a:moveTo>
                  <a:pt x="1826586" y="63860"/>
                </a:moveTo>
                <a:lnTo>
                  <a:pt x="1860887" y="63860"/>
                </a:lnTo>
                <a:cubicBezTo>
                  <a:pt x="1860541" y="58453"/>
                  <a:pt x="1858936" y="54287"/>
                  <a:pt x="1856071" y="51360"/>
                </a:cubicBezTo>
                <a:cubicBezTo>
                  <a:pt x="1853207" y="48433"/>
                  <a:pt x="1849354" y="46969"/>
                  <a:pt x="1844514" y="46969"/>
                </a:cubicBezTo>
                <a:cubicBezTo>
                  <a:pt x="1839674" y="46969"/>
                  <a:pt x="1835711" y="48433"/>
                  <a:pt x="1832624" y="51360"/>
                </a:cubicBezTo>
                <a:cubicBezTo>
                  <a:pt x="1829537" y="54287"/>
                  <a:pt x="1827525" y="58453"/>
                  <a:pt x="1826586" y="63860"/>
                </a:cubicBezTo>
                <a:close/>
                <a:moveTo>
                  <a:pt x="1940024" y="88900"/>
                </a:moveTo>
                <a:lnTo>
                  <a:pt x="1940024" y="102292"/>
                </a:lnTo>
                <a:cubicBezTo>
                  <a:pt x="1933258" y="104822"/>
                  <a:pt x="1926639" y="106087"/>
                  <a:pt x="1920170" y="106087"/>
                </a:cubicBezTo>
                <a:cubicBezTo>
                  <a:pt x="1909502" y="106087"/>
                  <a:pt x="1900994" y="102920"/>
                  <a:pt x="1894648" y="96586"/>
                </a:cubicBezTo>
                <a:cubicBezTo>
                  <a:pt x="1888301" y="90250"/>
                  <a:pt x="1885128" y="81761"/>
                  <a:pt x="1885128" y="71120"/>
                </a:cubicBezTo>
                <a:cubicBezTo>
                  <a:pt x="1885128" y="60381"/>
                  <a:pt x="1888215" y="51720"/>
                  <a:pt x="1894389" y="45137"/>
                </a:cubicBezTo>
                <a:cubicBezTo>
                  <a:pt x="1900562" y="38555"/>
                  <a:pt x="1908687" y="35263"/>
                  <a:pt x="1918762" y="35263"/>
                </a:cubicBezTo>
                <a:cubicBezTo>
                  <a:pt x="1922269" y="35263"/>
                  <a:pt x="1925417" y="35597"/>
                  <a:pt x="1928208" y="36264"/>
                </a:cubicBezTo>
                <a:cubicBezTo>
                  <a:pt x="1930998" y="36930"/>
                  <a:pt x="1934443" y="38177"/>
                  <a:pt x="1938542" y="40005"/>
                </a:cubicBezTo>
                <a:lnTo>
                  <a:pt x="1938542" y="54377"/>
                </a:lnTo>
                <a:cubicBezTo>
                  <a:pt x="1931726" y="50031"/>
                  <a:pt x="1925405" y="47858"/>
                  <a:pt x="1919577" y="47858"/>
                </a:cubicBezTo>
                <a:cubicBezTo>
                  <a:pt x="1913502" y="47858"/>
                  <a:pt x="1908514" y="50001"/>
                  <a:pt x="1904612" y="54287"/>
                </a:cubicBezTo>
                <a:cubicBezTo>
                  <a:pt x="1900710" y="58573"/>
                  <a:pt x="1898760" y="64035"/>
                  <a:pt x="1898760" y="70675"/>
                </a:cubicBezTo>
                <a:cubicBezTo>
                  <a:pt x="1898760" y="77662"/>
                  <a:pt x="1900871" y="83212"/>
                  <a:pt x="1905094" y="87325"/>
                </a:cubicBezTo>
                <a:cubicBezTo>
                  <a:pt x="1909316" y="91437"/>
                  <a:pt x="1915008" y="93493"/>
                  <a:pt x="1922170" y="93493"/>
                </a:cubicBezTo>
                <a:cubicBezTo>
                  <a:pt x="1927356" y="93493"/>
                  <a:pt x="1933307" y="91962"/>
                  <a:pt x="1940024" y="88900"/>
                </a:cubicBezTo>
                <a:close/>
                <a:moveTo>
                  <a:pt x="1945895" y="47561"/>
                </a:moveTo>
                <a:lnTo>
                  <a:pt x="1971231" y="22669"/>
                </a:lnTo>
                <a:lnTo>
                  <a:pt x="1971231" y="36745"/>
                </a:lnTo>
                <a:lnTo>
                  <a:pt x="1992789" y="36745"/>
                </a:lnTo>
                <a:lnTo>
                  <a:pt x="1992789" y="48895"/>
                </a:lnTo>
                <a:lnTo>
                  <a:pt x="1971231" y="48895"/>
                </a:lnTo>
                <a:lnTo>
                  <a:pt x="1971231" y="82251"/>
                </a:lnTo>
                <a:cubicBezTo>
                  <a:pt x="1971231" y="90042"/>
                  <a:pt x="1974466" y="93937"/>
                  <a:pt x="1980936" y="93937"/>
                </a:cubicBezTo>
                <a:cubicBezTo>
                  <a:pt x="1985776" y="93937"/>
                  <a:pt x="1990888" y="92357"/>
                  <a:pt x="1996271" y="89196"/>
                </a:cubicBezTo>
                <a:lnTo>
                  <a:pt x="1996271" y="101734"/>
                </a:lnTo>
                <a:cubicBezTo>
                  <a:pt x="1991085" y="104636"/>
                  <a:pt x="1985430" y="106087"/>
                  <a:pt x="1979306" y="106087"/>
                </a:cubicBezTo>
                <a:cubicBezTo>
                  <a:pt x="1973133" y="106087"/>
                  <a:pt x="1967996" y="104284"/>
                  <a:pt x="1963897" y="100679"/>
                </a:cubicBezTo>
                <a:cubicBezTo>
                  <a:pt x="1962613" y="99592"/>
                  <a:pt x="1961551" y="98370"/>
                  <a:pt x="1960711" y="97012"/>
                </a:cubicBezTo>
                <a:cubicBezTo>
                  <a:pt x="1959872" y="95653"/>
                  <a:pt x="1959168" y="93875"/>
                  <a:pt x="1958600" y="91678"/>
                </a:cubicBezTo>
                <a:cubicBezTo>
                  <a:pt x="1958032" y="89480"/>
                  <a:pt x="1957748" y="85294"/>
                  <a:pt x="1957748" y="79121"/>
                </a:cubicBezTo>
                <a:lnTo>
                  <a:pt x="1957748" y="48895"/>
                </a:lnTo>
                <a:lnTo>
                  <a:pt x="1945895" y="48895"/>
                </a:lnTo>
                <a:lnTo>
                  <a:pt x="1945895" y="47561"/>
                </a:lnTo>
                <a:close/>
                <a:moveTo>
                  <a:pt x="2013030" y="8001"/>
                </a:moveTo>
                <a:cubicBezTo>
                  <a:pt x="2015252" y="8001"/>
                  <a:pt x="2017154" y="8770"/>
                  <a:pt x="2018734" y="10309"/>
                </a:cubicBezTo>
                <a:cubicBezTo>
                  <a:pt x="2020315" y="11846"/>
                  <a:pt x="2021105" y="13732"/>
                  <a:pt x="2021105" y="15965"/>
                </a:cubicBezTo>
                <a:cubicBezTo>
                  <a:pt x="2021105" y="18147"/>
                  <a:pt x="2020315" y="20032"/>
                  <a:pt x="2018734" y="21621"/>
                </a:cubicBezTo>
                <a:cubicBezTo>
                  <a:pt x="2017154" y="23209"/>
                  <a:pt x="2015252" y="24003"/>
                  <a:pt x="2013030" y="24003"/>
                </a:cubicBezTo>
                <a:cubicBezTo>
                  <a:pt x="2010955" y="24003"/>
                  <a:pt x="2009128" y="23196"/>
                  <a:pt x="2007548" y="21584"/>
                </a:cubicBezTo>
                <a:cubicBezTo>
                  <a:pt x="2005967" y="19971"/>
                  <a:pt x="2005177" y="18098"/>
                  <a:pt x="2005177" y="15965"/>
                </a:cubicBezTo>
                <a:cubicBezTo>
                  <a:pt x="2005177" y="13881"/>
                  <a:pt x="2005967" y="12033"/>
                  <a:pt x="2007548" y="10420"/>
                </a:cubicBezTo>
                <a:cubicBezTo>
                  <a:pt x="2009128" y="8807"/>
                  <a:pt x="2010955" y="8001"/>
                  <a:pt x="2013030" y="8001"/>
                </a:cubicBezTo>
                <a:moveTo>
                  <a:pt x="2006362" y="36745"/>
                </a:moveTo>
                <a:lnTo>
                  <a:pt x="2019845" y="36745"/>
                </a:lnTo>
                <a:lnTo>
                  <a:pt x="2019845" y="104901"/>
                </a:lnTo>
                <a:lnTo>
                  <a:pt x="2006362" y="104901"/>
                </a:lnTo>
                <a:lnTo>
                  <a:pt x="2006362" y="36745"/>
                </a:lnTo>
                <a:close/>
                <a:moveTo>
                  <a:pt x="2071980" y="36597"/>
                </a:moveTo>
                <a:cubicBezTo>
                  <a:pt x="2082352" y="36597"/>
                  <a:pt x="2090970" y="39943"/>
                  <a:pt x="2097835" y="46635"/>
                </a:cubicBezTo>
                <a:cubicBezTo>
                  <a:pt x="2104700" y="53327"/>
                  <a:pt x="2108133" y="61736"/>
                  <a:pt x="2108133" y="71860"/>
                </a:cubicBezTo>
                <a:cubicBezTo>
                  <a:pt x="2108133" y="81689"/>
                  <a:pt x="2104651" y="89850"/>
                  <a:pt x="2097687" y="96345"/>
                </a:cubicBezTo>
                <a:cubicBezTo>
                  <a:pt x="2090723" y="102840"/>
                  <a:pt x="2081957" y="106087"/>
                  <a:pt x="2071388" y="106087"/>
                </a:cubicBezTo>
                <a:cubicBezTo>
                  <a:pt x="2061164" y="106087"/>
                  <a:pt x="2052620" y="102790"/>
                  <a:pt x="2045755" y="96197"/>
                </a:cubicBezTo>
                <a:cubicBezTo>
                  <a:pt x="2038890" y="89603"/>
                  <a:pt x="2035457" y="81368"/>
                  <a:pt x="2035457" y="71490"/>
                </a:cubicBezTo>
                <a:cubicBezTo>
                  <a:pt x="2035457" y="61514"/>
                  <a:pt x="2038927" y="53204"/>
                  <a:pt x="2045866" y="46561"/>
                </a:cubicBezTo>
                <a:cubicBezTo>
                  <a:pt x="2052805" y="39918"/>
                  <a:pt x="2061510" y="36597"/>
                  <a:pt x="2071980" y="36597"/>
                </a:cubicBezTo>
                <a:moveTo>
                  <a:pt x="2071240" y="48747"/>
                </a:moveTo>
                <a:cubicBezTo>
                  <a:pt x="2064770" y="48747"/>
                  <a:pt x="2059460" y="50870"/>
                  <a:pt x="2055312" y="55118"/>
                </a:cubicBezTo>
                <a:cubicBezTo>
                  <a:pt x="2051163" y="59365"/>
                  <a:pt x="2049089" y="64773"/>
                  <a:pt x="2049089" y="71342"/>
                </a:cubicBezTo>
                <a:cubicBezTo>
                  <a:pt x="2049089" y="77861"/>
                  <a:pt x="2051212" y="83183"/>
                  <a:pt x="2055460" y="87307"/>
                </a:cubicBezTo>
                <a:cubicBezTo>
                  <a:pt x="2059707" y="91431"/>
                  <a:pt x="2065165" y="93493"/>
                  <a:pt x="2071832" y="93493"/>
                </a:cubicBezTo>
                <a:cubicBezTo>
                  <a:pt x="2078450" y="93493"/>
                  <a:pt x="2083871" y="91406"/>
                  <a:pt x="2088093" y="87233"/>
                </a:cubicBezTo>
                <a:cubicBezTo>
                  <a:pt x="2092316" y="83059"/>
                  <a:pt x="2094428" y="77713"/>
                  <a:pt x="2094428" y="71194"/>
                </a:cubicBezTo>
                <a:cubicBezTo>
                  <a:pt x="2094428" y="64724"/>
                  <a:pt x="2092230" y="59365"/>
                  <a:pt x="2087834" y="55118"/>
                </a:cubicBezTo>
                <a:cubicBezTo>
                  <a:pt x="2083439" y="50870"/>
                  <a:pt x="2077907" y="48747"/>
                  <a:pt x="2071240" y="48747"/>
                </a:cubicBezTo>
                <a:close/>
                <a:moveTo>
                  <a:pt x="2136709" y="36745"/>
                </a:moveTo>
                <a:lnTo>
                  <a:pt x="2136709" y="45191"/>
                </a:lnTo>
                <a:cubicBezTo>
                  <a:pt x="2142734" y="38573"/>
                  <a:pt x="2149575" y="35263"/>
                  <a:pt x="2157230" y="35263"/>
                </a:cubicBezTo>
                <a:cubicBezTo>
                  <a:pt x="2161477" y="35263"/>
                  <a:pt x="2165428" y="36365"/>
                  <a:pt x="2169083" y="38567"/>
                </a:cubicBezTo>
                <a:cubicBezTo>
                  <a:pt x="2172738" y="40770"/>
                  <a:pt x="2175516" y="43789"/>
                  <a:pt x="2177417" y="47626"/>
                </a:cubicBezTo>
                <a:cubicBezTo>
                  <a:pt x="2179319" y="51461"/>
                  <a:pt x="2180270" y="57536"/>
                  <a:pt x="2180270" y="65851"/>
                </a:cubicBezTo>
                <a:lnTo>
                  <a:pt x="2180270" y="104901"/>
                </a:lnTo>
                <a:lnTo>
                  <a:pt x="2166787" y="104901"/>
                </a:lnTo>
                <a:lnTo>
                  <a:pt x="2166787" y="65982"/>
                </a:lnTo>
                <a:cubicBezTo>
                  <a:pt x="2166787" y="59002"/>
                  <a:pt x="2165725" y="54013"/>
                  <a:pt x="2163601" y="51018"/>
                </a:cubicBezTo>
                <a:cubicBezTo>
                  <a:pt x="2161477" y="48022"/>
                  <a:pt x="2157921" y="46524"/>
                  <a:pt x="2152933" y="46524"/>
                </a:cubicBezTo>
                <a:cubicBezTo>
                  <a:pt x="2146562" y="46524"/>
                  <a:pt x="2141154" y="49685"/>
                  <a:pt x="2136709" y="56007"/>
                </a:cubicBezTo>
                <a:lnTo>
                  <a:pt x="2136709" y="104901"/>
                </a:lnTo>
                <a:lnTo>
                  <a:pt x="2122929" y="104901"/>
                </a:lnTo>
                <a:lnTo>
                  <a:pt x="2122929" y="36745"/>
                </a:lnTo>
                <a:lnTo>
                  <a:pt x="2136709" y="36745"/>
                </a:lnTo>
                <a:close/>
              </a:path>
            </a:pathLst>
          </a:custGeom>
          <a:solidFill xmlns:a="http://schemas.openxmlformats.org/drawingml/2006/main">
            <a:srgbClr val="000000"/>
          </a:solidFill>
          <a:ln xmlns:a="http://schemas.openxmlformats.org/drawingml/2006/main" w="0" cap="flat">
            <a:noFill/>
            <a:miter/>
          </a:ln>
        </p:spPr>
      </p:sp>
      <p:pic>
        <p:nvPicPr>
          <p:cNvPr id="271" name=""/>
          <p:cNvPicPr>
            <a:picLocks xmlns:a="http://schemas.openxmlformats.org/drawingml/2006/main" noChangeAspect="1"/>
          </p:cNvPicPr>
          <p:nvPr/>
        </p:nvPicPr>
        <p:blipFill>
          <a:blip xmlns:r="http://schemas.openxmlformats.org/officeDocument/2006/relationships" xmlns:a="http://schemas.openxmlformats.org/drawingml/2006/main" r:embed="Rdbf6cb5c57cd41d0"/>
          <a:stretch xmlns:a="http://schemas.openxmlformats.org/drawingml/2006/main"/>
        </p:blipFill>
        <p:spPr>
          <a:xfrm xmlns:a="http://schemas.openxmlformats.org/drawingml/2006/main">
            <a:off x="3501985" y="2632609"/>
            <a:ext cx="496840" cy="496840"/>
          </a:xfrm>
          <a:prstGeom xmlns:a="http://schemas.openxmlformats.org/drawingml/2006/main" prst="rect">
            <a:avLst/>
          </a:prstGeom>
        </p:spPr>
      </p:pic>
      <p:sp>
        <p:nvSpPr>
          <p:cNvPr id="135" name="Vector element">
            <a:extLst xmlns:a="http://schemas.openxmlformats.org/drawingml/2006/main">
              <a:ext uri="{FF2B5EF4-FFF2-40B4-BE49-F238E27FC236}">
                <a16:creationId xmlns:a16="http://schemas.microsoft.com/office/drawing/2014/main" id="{A466EF85-C7CB-4B00-B688-2239C8BD0BAD}"/>
              </a:ext>
            </a:extLst>
          </p:cNvPr>
          <p:cNvSpPr>
            <a:spLocks xmlns:a="http://schemas.openxmlformats.org/drawingml/2006/main" noGrp="1"/>
          </p:cNvSpPr>
          <p:nvPr/>
        </p:nvSpPr>
        <p:spPr>
          <a:xfrm xmlns:a="http://schemas.openxmlformats.org/drawingml/2006/main">
            <a:off x="3587939" y="2852379"/>
            <a:ext cx="233118" cy="10"/>
          </a:xfrm>
          <a:custGeom xmlns:a="http://schemas.openxmlformats.org/drawingml/2006/main">
            <a:pathLst>
              <a:path w="233118" h="1" fill="none">
                <a:moveTo>
                  <a:pt x="233118" y="0"/>
                </a:moveTo>
                <a:lnTo>
                  <a:pt x="0" y="0"/>
                </a:lnTo>
              </a:path>
            </a:pathLst>
          </a:custGeom>
          <a:noFill xmlns:a="http://schemas.openxmlformats.org/drawingml/2006/main"/>
          <a:ln xmlns:a="http://schemas.openxmlformats.org/drawingml/2006/main" w="16279" cap="rnd">
            <a:solidFill>
              <a:srgbClr val="C00000"/>
            </a:solidFill>
            <a:round/>
          </a:ln>
        </p:spPr>
      </p:sp>
      <p:sp>
        <p:nvSpPr>
          <p:cNvPr id="136" name="Vector element">
            <a:extLst xmlns:a="http://schemas.openxmlformats.org/drawingml/2006/main">
              <a:ext uri="{FF2B5EF4-FFF2-40B4-BE49-F238E27FC236}">
                <a16:creationId xmlns:a16="http://schemas.microsoft.com/office/drawing/2014/main" id="{7E8D73BE-D822-4A67-BBD1-48AB723DD2F2}"/>
              </a:ext>
            </a:extLst>
          </p:cNvPr>
          <p:cNvSpPr>
            <a:spLocks xmlns:a="http://schemas.openxmlformats.org/drawingml/2006/main" noGrp="1"/>
          </p:cNvSpPr>
          <p:nvPr/>
        </p:nvSpPr>
        <p:spPr>
          <a:xfrm xmlns:a="http://schemas.openxmlformats.org/drawingml/2006/main">
            <a:off x="3587939" y="2905123"/>
            <a:ext cx="233118" cy="10"/>
          </a:xfrm>
          <a:custGeom xmlns:a="http://schemas.openxmlformats.org/drawingml/2006/main">
            <a:pathLst>
              <a:path w="233118" h="1" fill="none">
                <a:moveTo>
                  <a:pt x="233118" y="0"/>
                </a:moveTo>
                <a:lnTo>
                  <a:pt x="0" y="0"/>
                </a:lnTo>
              </a:path>
            </a:pathLst>
          </a:custGeom>
          <a:noFill xmlns:a="http://schemas.openxmlformats.org/drawingml/2006/main"/>
          <a:ln xmlns:a="http://schemas.openxmlformats.org/drawingml/2006/main" w="16279" cap="rnd">
            <a:solidFill>
              <a:srgbClr val="BF9000"/>
            </a:solidFill>
            <a:round/>
          </a:ln>
        </p:spPr>
      </p:sp>
      <p:sp>
        <p:nvSpPr>
          <p:cNvPr id="137" name="Vector element">
            <a:extLst xmlns:a="http://schemas.openxmlformats.org/drawingml/2006/main">
              <a:ext uri="{FF2B5EF4-FFF2-40B4-BE49-F238E27FC236}">
                <a16:creationId xmlns:a16="http://schemas.microsoft.com/office/drawing/2014/main" id="{274C55A5-938B-4C7A-8979-F3A846442782}"/>
              </a:ext>
            </a:extLst>
          </p:cNvPr>
          <p:cNvSpPr>
            <a:spLocks xmlns:a="http://schemas.openxmlformats.org/drawingml/2006/main" noGrp="1"/>
          </p:cNvSpPr>
          <p:nvPr/>
        </p:nvSpPr>
        <p:spPr>
          <a:xfrm xmlns:a="http://schemas.openxmlformats.org/drawingml/2006/main">
            <a:off x="3589242" y="3009961"/>
            <a:ext cx="131536" cy="10"/>
          </a:xfrm>
          <a:custGeom xmlns:a="http://schemas.openxmlformats.org/drawingml/2006/main">
            <a:pathLst>
              <a:path w="131536" h="1" fill="none">
                <a:moveTo>
                  <a:pt x="131536" y="0"/>
                </a:moveTo>
                <a:lnTo>
                  <a:pt x="0" y="0"/>
                </a:lnTo>
              </a:path>
            </a:pathLst>
          </a:custGeom>
          <a:noFill xmlns:a="http://schemas.openxmlformats.org/drawingml/2006/main"/>
          <a:ln xmlns:a="http://schemas.openxmlformats.org/drawingml/2006/main" w="16279" cap="rnd">
            <a:solidFill>
              <a:srgbClr val="BF9000"/>
            </a:solidFill>
            <a:round/>
          </a:ln>
        </p:spPr>
      </p:sp>
    </p:spTree>
    <p:extLst>
      <p:ext uri="{BB962C8B-B14F-4D97-AF65-F5344CB8AC3E}">
        <p14:creationId xmlns:p14="http://schemas.microsoft.com/office/powerpoint/2010/main" val="12799303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2026-09-05T17:18:08.9360000Z</dcterms:created>
  <dcterms:modified xsi:type="dcterms:W3CDTF">2026-09-05T17:18:08.9360000Z</dcterms:modified>
</coreProperties>
</file>