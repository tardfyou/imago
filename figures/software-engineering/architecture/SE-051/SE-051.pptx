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8483640c84ab5" /><Relationship Type="http://schemas.openxmlformats.org/officeDocument/2006/relationships/extended-properties" Target="/docProps/app.xml" Id="R9ba005c35f4341a5" /><Relationship Type="http://schemas.openxmlformats.org/officeDocument/2006/relationships/officeDocument" Target="/ppt/presentation.xml" Id="Rd5de5c58cfea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395313ff04d8b"/>
  </p:sldMasterIdLst>
  <p:notesMasterIdLst>
    <p:notesMasterId xmlns:r="http://schemas.openxmlformats.org/officeDocument/2006/relationships" r:id="R27b312a8c7d947f4"/>
  </p:notesMasterIdLst>
  <p:sldIdLst>
    <p:sldId xmlns:r="http://schemas.openxmlformats.org/officeDocument/2006/relationships" id="256" r:id="R5b7bedb4e4214066"/>
  </p:sldIdLst>
  <p:sldSz cx="13058775" cy="7172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fdc281454d45dd" /><Relationship Type="http://schemas.openxmlformats.org/officeDocument/2006/relationships/slideMaster" Target="/ppt/slideMasters/slideMaster1.xml" Id="R10d395313ff04d8b" /><Relationship Type="http://schemas.openxmlformats.org/officeDocument/2006/relationships/notesMaster" Target="/ppt/notesMasters/notesMaster1.xml" Id="R27b312a8c7d947f4" /><Relationship Type="http://schemas.openxmlformats.org/officeDocument/2006/relationships/presProps" Target="/ppt/presProps.xml" Id="R11de0a2b9cf34363" /><Relationship Type="http://schemas.openxmlformats.org/officeDocument/2006/relationships/tableStyles" Target="/ppt/tableStyles.xml" Id="R0176af8cb2354fc6" /><Relationship Type="http://schemas.openxmlformats.org/officeDocument/2006/relationships/slide" Target="/ppt/slides/slide1.xml" Id="R5b7bedb4e421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51c564e33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298d84acab4318" /><Relationship Type="http://schemas.openxmlformats.org/officeDocument/2006/relationships/notesMaster" Target="/ppt/notesMasters/notesMaster1.xml" Id="R565827b7055f4d4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素材ID：SE-051</ns1:t>
            </ns1:r>
          </ns1:p>
          <ns1:p>
            <ns1:r>
              <ns1:t>论文：A Pair Programming Framework for Code Generation via Multi-Plan Exploration and Feedback-Driven Refinement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借鉴点：紫绿两条角色区域交织，六个子模块中嵌入计划采样、聚类、测试反馈和历史记忆，粗蓝连接突出多个循环出口。</ns1:t>
            </ns1:r>
          </ns1:p>
          <ns1:p>
            <ns1:r>
              <ns1:t>论文URL：https://arxiv.org/pdf/2409.05001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8e60db4c049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6e7b7534c483f" /><Relationship Type="http://schemas.openxmlformats.org/officeDocument/2006/relationships/slideLayout" Target="/ppt/slideLayouts/slideLayout1.xml" Id="R65be3f7be2d9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e3f7be2d9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b73c4c5674a01" /><Relationship Type="http://schemas.openxmlformats.org/officeDocument/2006/relationships/image" Target="/ppt/media/image.png" Id="Re8fb75d6a1aa4a8e" /><Relationship Type="http://schemas.openxmlformats.org/officeDocument/2006/relationships/image" Target="/ppt/media/image2.png" Id="Rf63a3a30cc9543a0" /><Relationship Type="http://schemas.openxmlformats.org/officeDocument/2006/relationships/image" Target="/ppt/media/image3.png" Id="Re874ab70e0be4d70" /><Relationship Type="http://schemas.openxmlformats.org/officeDocument/2006/relationships/image" Target="/ppt/media/image4.png" Id="Raf350a66d3e149bf" /><Relationship Type="http://schemas.openxmlformats.org/officeDocument/2006/relationships/image" Target="/ppt/media/image5.png" Id="R5b106c806e46407f" /><Relationship Type="http://schemas.openxmlformats.org/officeDocument/2006/relationships/image" Target="/ppt/media/image6.png" Id="R9a9d26ea02d444ab" /><Relationship Type="http://schemas.openxmlformats.org/officeDocument/2006/relationships/image" Target="/ppt/media/image7.png" Id="R7792b2244d1547ed" /><Relationship Type="http://schemas.openxmlformats.org/officeDocument/2006/relationships/image" Target="/ppt/media/image8.png" Id="R72fd168b12304da4" /><Relationship Type="http://schemas.openxmlformats.org/officeDocument/2006/relationships/image" Target="/ppt/media/image9.png" Id="R42ac98d854684f54" /><Relationship Type="http://schemas.openxmlformats.org/officeDocument/2006/relationships/image" Target="/ppt/media/image10.png" Id="R6a20dfc6a36748b4" /><Relationship Type="http://schemas.openxmlformats.org/officeDocument/2006/relationships/image" Target="/ppt/media/image11.png" Id="Rb17e8576a4764d32" /><Relationship Type="http://schemas.openxmlformats.org/officeDocument/2006/relationships/image" Target="/ppt/media/image12.png" Id="R33396ef788164687" /><Relationship Type="http://schemas.openxmlformats.org/officeDocument/2006/relationships/image" Target="/ppt/media/image13.png" Id="R41ccfd54ad7b442e" /><Relationship Type="http://schemas.openxmlformats.org/officeDocument/2006/relationships/image" Target="/ppt/media/image14.png" Id="Raabf8b5cdd4c452b" /><Relationship Type="http://schemas.openxmlformats.org/officeDocument/2006/relationships/image" Target="/ppt/media/image15.png" Id="Rba93cd0f3a6b4740" /><Relationship Type="http://schemas.openxmlformats.org/officeDocument/2006/relationships/image" Target="/ppt/media/image16.png" Id="R7d45a2bf6b3d4f7b" /><Relationship Type="http://schemas.openxmlformats.org/officeDocument/2006/relationships/image" Target="/ppt/media/image17.png" Id="R2eb4c659ba2f46cc" /><Relationship Type="http://schemas.openxmlformats.org/officeDocument/2006/relationships/image" Target="/ppt/media/image18.png" Id="R3619a898e74a4187" /><Relationship Type="http://schemas.openxmlformats.org/officeDocument/2006/relationships/image" Target="/ppt/media/image19.png" Id="R5cb1a1bedf8342a9" /><Relationship Type="http://schemas.openxmlformats.org/officeDocument/2006/relationships/image" Target="/ppt/media/image20.png" Id="Rc10e3553c23743ce" /><Relationship Type="http://schemas.openxmlformats.org/officeDocument/2006/relationships/image" Target="/ppt/media/image21.png" Id="R88888721f18b46b7" /><Relationship Type="http://schemas.openxmlformats.org/officeDocument/2006/relationships/image" Target="/ppt/media/image22.png" Id="R94d7e5b649964d39" /><Relationship Type="http://schemas.openxmlformats.org/officeDocument/2006/relationships/image" Target="/ppt/media/image23.png" Id="Rec7e6db2a49f4c22" /><Relationship Type="http://schemas.openxmlformats.org/officeDocument/2006/relationships/image" Target="/ppt/media/image24.png" Id="R38dad901cec24c0d" /><Relationship Type="http://schemas.openxmlformats.org/officeDocument/2006/relationships/image" Target="/ppt/media/image25.png" Id="Rd5fe4ce32bb4442c" /><Relationship Type="http://schemas.openxmlformats.org/officeDocument/2006/relationships/image" Target="/ppt/media/image26.png" Id="R9741e9016923499c" /><Relationship Type="http://schemas.openxmlformats.org/officeDocument/2006/relationships/image" Target="/ppt/media/image27.png" Id="R170e8eaa33ad4540" /><Relationship Type="http://schemas.openxmlformats.org/officeDocument/2006/relationships/image" Target="/ppt/media/image28.png" Id="R55353d76089644e4" /><Relationship Type="http://schemas.openxmlformats.org/officeDocument/2006/relationships/image" Target="/ppt/media/image29.png" Id="R459824f5e836483d" /><Relationship Type="http://schemas.openxmlformats.org/officeDocument/2006/relationships/image" Target="/ppt/media/image30.png" Id="R60896d8998564557" /><Relationship Type="http://schemas.openxmlformats.org/officeDocument/2006/relationships/image" Target="/ppt/media/image31.png" Id="R05c1f7e011374aa6" /><Relationship Type="http://schemas.openxmlformats.org/officeDocument/2006/relationships/image" Target="/ppt/media/image32.png" Id="R98a647d463db46dc" /><Relationship Type="http://schemas.openxmlformats.org/officeDocument/2006/relationships/image" Target="/ppt/media/image33.png" Id="Rc53fc2d7b9244400" /><Relationship Type="http://schemas.openxmlformats.org/officeDocument/2006/relationships/image" Target="/ppt/media/image34.png" Id="Ra48310e9bde04194" /><Relationship Type="http://schemas.openxmlformats.org/officeDocument/2006/relationships/image" Target="/ppt/media/image35.png" Id="R7d73e20a30974abe" /><Relationship Type="http://schemas.openxmlformats.org/officeDocument/2006/relationships/image" Target="/ppt/media/image36.png" Id="R2fb579bb5b434815" /><Relationship Type="http://schemas.openxmlformats.org/officeDocument/2006/relationships/image" Target="/ppt/media/image37.png" Id="R355df1b2a54c48be" /><Relationship Type="http://schemas.openxmlformats.org/officeDocument/2006/relationships/image" Target="/ppt/media/image38.png" Id="R12be4ed1da4e4d8d" /><Relationship Type="http://schemas.openxmlformats.org/officeDocument/2006/relationships/image" Target="/ppt/media/image39.png" Id="Reb2dc37d49734aa0" /><Relationship Type="http://schemas.openxmlformats.org/officeDocument/2006/relationships/image" Target="/ppt/media/image40.png" Id="Rf6719b0cf6d74c23" /><Relationship Type="http://schemas.openxmlformats.org/officeDocument/2006/relationships/image" Target="/ppt/media/image41.png" Id="R596354e6e02446e0" /><Relationship Type="http://schemas.openxmlformats.org/officeDocument/2006/relationships/notesSlide" Target="/ppt/notesSlides/notesSlide1.xml" Id="Rb94b3a6e211b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F4046-C84A-4DB9-8610-3998E1A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" y="48122"/>
            <a:ext cx="12971825" cy="7054852"/>
          </a:xfrm>
          <a:custGeom xmlns:a="http://schemas.openxmlformats.org/drawingml/2006/main">
            <a:pathLst>
              <a:path w="12971825" h="7054852">
                <a:moveTo>
                  <a:pt x="0" y="7054852"/>
                </a:moveTo>
                <a:lnTo>
                  <a:pt x="12971825" y="7054852"/>
                </a:lnTo>
                <a:lnTo>
                  <a:pt x="12971825" y="0"/>
                </a:lnTo>
                <a:lnTo>
                  <a:pt x="0" y="0"/>
                </a:lnTo>
                <a:lnTo>
                  <a:pt x="0" y="70548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A0181-C07D-4D21-B1C9-77A6915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2" y="5066170"/>
            <a:ext cx="12289097" cy="2014047"/>
          </a:xfrm>
          <a:custGeom xmlns:a="http://schemas.openxmlformats.org/drawingml/2006/main">
            <a:pathLst>
              <a:path w="12289097" h="2014047">
                <a:moveTo>
                  <a:pt x="0" y="0"/>
                </a:moveTo>
                <a:lnTo>
                  <a:pt x="12289097" y="0"/>
                </a:lnTo>
                <a:lnTo>
                  <a:pt x="12289097" y="2014047"/>
                </a:lnTo>
                <a:lnTo>
                  <a:pt x="0" y="2014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F3974-19ED-4360-AA15-1FFFA123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5" y="1959759"/>
            <a:ext cx="4079298" cy="5120457"/>
          </a:xfrm>
          <a:custGeom xmlns:a="http://schemas.openxmlformats.org/drawingml/2006/main">
            <a:pathLst>
              <a:path w="4079298" h="5120457">
                <a:moveTo>
                  <a:pt x="392184" y="5120457"/>
                </a:moveTo>
                <a:cubicBezTo>
                  <a:pt x="175589" y="5120457"/>
                  <a:pt x="0" y="4944868"/>
                  <a:pt x="0" y="4728273"/>
                </a:cubicBezTo>
                <a:lnTo>
                  <a:pt x="0" y="392184"/>
                </a:lnTo>
                <a:cubicBezTo>
                  <a:pt x="0" y="175589"/>
                  <a:pt x="175589" y="0"/>
                  <a:pt x="392184" y="0"/>
                </a:cubicBezTo>
                <a:lnTo>
                  <a:pt x="3687113" y="0"/>
                </a:lnTo>
                <a:cubicBezTo>
                  <a:pt x="3903708" y="0"/>
                  <a:pt x="4079298" y="175589"/>
                  <a:pt x="4079298" y="392184"/>
                </a:cubicBezTo>
                <a:lnTo>
                  <a:pt x="4079298" y="4728273"/>
                </a:lnTo>
                <a:cubicBezTo>
                  <a:pt x="4079298" y="4944868"/>
                  <a:pt x="3903708" y="5120457"/>
                  <a:pt x="3687113" y="5120457"/>
                </a:cubicBezTo>
                <a:lnTo>
                  <a:pt x="392184" y="5120457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1FF3E-1FB5-49AF-814E-F51AA06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314" y="3914066"/>
            <a:ext cx="4028093" cy="3166149"/>
          </a:xfrm>
          <a:custGeom xmlns:a="http://schemas.openxmlformats.org/drawingml/2006/main">
            <a:pathLst>
              <a:path w="4028093" h="3166149">
                <a:moveTo>
                  <a:pt x="304397" y="3166149"/>
                </a:moveTo>
                <a:cubicBezTo>
                  <a:pt x="136290" y="3166149"/>
                  <a:pt x="0" y="3029874"/>
                  <a:pt x="0" y="2861752"/>
                </a:cubicBezTo>
                <a:lnTo>
                  <a:pt x="0" y="304397"/>
                </a:lnTo>
                <a:cubicBezTo>
                  <a:pt x="0" y="136275"/>
                  <a:pt x="136290" y="0"/>
                  <a:pt x="304397" y="0"/>
                </a:cubicBezTo>
                <a:lnTo>
                  <a:pt x="3723710" y="0"/>
                </a:lnTo>
                <a:cubicBezTo>
                  <a:pt x="3891818" y="0"/>
                  <a:pt x="4028093" y="136275"/>
                  <a:pt x="4028093" y="304397"/>
                </a:cubicBezTo>
                <a:lnTo>
                  <a:pt x="4028093" y="2861752"/>
                </a:lnTo>
                <a:cubicBezTo>
                  <a:pt x="4028093" y="3029874"/>
                  <a:pt x="3891818" y="3166149"/>
                  <a:pt x="3723710" y="3166149"/>
                </a:cubicBezTo>
                <a:lnTo>
                  <a:pt x="304397" y="3166149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C6A61-6218-46F2-BE40-50035707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614" y="4665067"/>
            <a:ext cx="401102" cy="409637"/>
          </a:xfrm>
          <a:custGeom xmlns:a="http://schemas.openxmlformats.org/drawingml/2006/main">
            <a:pathLst>
              <a:path w="401102" h="409637">
                <a:moveTo>
                  <a:pt x="57" y="0"/>
                </a:moveTo>
                <a:lnTo>
                  <a:pt x="0" y="967"/>
                </a:lnTo>
                <a:lnTo>
                  <a:pt x="0" y="0"/>
                </a:lnTo>
                <a:lnTo>
                  <a:pt x="57" y="0"/>
                </a:lnTo>
                <a:close/>
                <a:moveTo>
                  <a:pt x="401102" y="409637"/>
                </a:moveTo>
                <a:lnTo>
                  <a:pt x="0" y="409637"/>
                </a:lnTo>
                <a:lnTo>
                  <a:pt x="0" y="967"/>
                </a:lnTo>
                <a:cubicBezTo>
                  <a:pt x="0" y="213068"/>
                  <a:pt x="165604" y="387519"/>
                  <a:pt x="377819" y="408499"/>
                </a:cubicBezTo>
                <a:lnTo>
                  <a:pt x="401102" y="409637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556E9-D023-4847-B506-F27EFAC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283" y="4673607"/>
            <a:ext cx="409637" cy="409637"/>
          </a:xfrm>
          <a:custGeom xmlns:a="http://schemas.openxmlformats.org/drawingml/2006/main">
            <a:pathLst>
              <a:path w="409637" h="409637">
                <a:moveTo>
                  <a:pt x="0" y="409580"/>
                </a:moveTo>
                <a:lnTo>
                  <a:pt x="967" y="409637"/>
                </a:lnTo>
                <a:lnTo>
                  <a:pt x="0" y="409637"/>
                </a:lnTo>
                <a:lnTo>
                  <a:pt x="0" y="409580"/>
                </a:lnTo>
                <a:close/>
                <a:moveTo>
                  <a:pt x="409637" y="0"/>
                </a:moveTo>
                <a:lnTo>
                  <a:pt x="409637" y="409637"/>
                </a:lnTo>
                <a:lnTo>
                  <a:pt x="967" y="409637"/>
                </a:lnTo>
                <a:cubicBezTo>
                  <a:pt x="213068" y="409637"/>
                  <a:pt x="387519" y="240505"/>
                  <a:pt x="408499" y="23782"/>
                </a:cubicBezTo>
                <a:lnTo>
                  <a:pt x="409637" y="0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7D4CD-EA48-490E-BE5F-F6F7E4B2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82" y="1695202"/>
            <a:ext cx="4838832" cy="2014046"/>
          </a:xfrm>
          <a:custGeom xmlns:a="http://schemas.openxmlformats.org/drawingml/2006/main">
            <a:pathLst>
              <a:path w="4838832" h="2014046">
                <a:moveTo>
                  <a:pt x="295920" y="2014046"/>
                </a:moveTo>
                <a:cubicBezTo>
                  <a:pt x="132492" y="2014046"/>
                  <a:pt x="0" y="1881555"/>
                  <a:pt x="0" y="1718127"/>
                </a:cubicBezTo>
                <a:lnTo>
                  <a:pt x="0" y="295920"/>
                </a:lnTo>
                <a:cubicBezTo>
                  <a:pt x="0" y="132492"/>
                  <a:pt x="132492" y="0"/>
                  <a:pt x="295920" y="0"/>
                </a:cubicBezTo>
                <a:lnTo>
                  <a:pt x="4542912" y="0"/>
                </a:lnTo>
                <a:cubicBezTo>
                  <a:pt x="4706340" y="0"/>
                  <a:pt x="4838832" y="132492"/>
                  <a:pt x="4838832" y="295920"/>
                </a:cubicBezTo>
                <a:lnTo>
                  <a:pt x="4838832" y="1718127"/>
                </a:lnTo>
                <a:cubicBezTo>
                  <a:pt x="4838832" y="1881555"/>
                  <a:pt x="4706340" y="2014046"/>
                  <a:pt x="4542912" y="2014046"/>
                </a:cubicBezTo>
                <a:lnTo>
                  <a:pt x="295920" y="2014046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2F3AC-14F9-43E4-B51D-0FAE2095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050" y="526031"/>
            <a:ext cx="3814741" cy="4395059"/>
          </a:xfrm>
          <a:custGeom xmlns:a="http://schemas.openxmlformats.org/drawingml/2006/main">
            <a:pathLst>
              <a:path w="3814741" h="4395059">
                <a:moveTo>
                  <a:pt x="366753" y="4395059"/>
                </a:moveTo>
                <a:cubicBezTo>
                  <a:pt x="164196" y="4395059"/>
                  <a:pt x="0" y="4230863"/>
                  <a:pt x="0" y="4028306"/>
                </a:cubicBezTo>
                <a:lnTo>
                  <a:pt x="0" y="366753"/>
                </a:lnTo>
                <a:cubicBezTo>
                  <a:pt x="0" y="164196"/>
                  <a:pt x="164196" y="0"/>
                  <a:pt x="366753" y="0"/>
                </a:cubicBezTo>
                <a:lnTo>
                  <a:pt x="3447988" y="0"/>
                </a:lnTo>
                <a:cubicBezTo>
                  <a:pt x="3650545" y="0"/>
                  <a:pt x="3814741" y="164196"/>
                  <a:pt x="3814741" y="366753"/>
                </a:cubicBezTo>
                <a:lnTo>
                  <a:pt x="3814741" y="4028306"/>
                </a:lnTo>
                <a:cubicBezTo>
                  <a:pt x="3814741" y="4230863"/>
                  <a:pt x="3650545" y="4395059"/>
                  <a:pt x="3447988" y="4395059"/>
                </a:cubicBezTo>
                <a:lnTo>
                  <a:pt x="366753" y="4395059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79E40-177E-4B3A-B890-91890389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258" y="1387975"/>
            <a:ext cx="324296" cy="324296"/>
          </a:xfrm>
          <a:custGeom xmlns:a="http://schemas.openxmlformats.org/drawingml/2006/main">
            <a:pathLst>
              <a:path w="324296" h="324296">
                <a:moveTo>
                  <a:pt x="43" y="0"/>
                </a:moveTo>
                <a:lnTo>
                  <a:pt x="0" y="768"/>
                </a:lnTo>
                <a:lnTo>
                  <a:pt x="0" y="0"/>
                </a:lnTo>
                <a:lnTo>
                  <a:pt x="43" y="0"/>
                </a:lnTo>
                <a:close/>
                <a:moveTo>
                  <a:pt x="324296" y="324296"/>
                </a:moveTo>
                <a:lnTo>
                  <a:pt x="0" y="324296"/>
                </a:lnTo>
                <a:lnTo>
                  <a:pt x="0" y="768"/>
                </a:lnTo>
                <a:cubicBezTo>
                  <a:pt x="0" y="168676"/>
                  <a:pt x="133886" y="306786"/>
                  <a:pt x="305464" y="323385"/>
                </a:cubicBezTo>
                <a:lnTo>
                  <a:pt x="324296" y="324296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D25A1-E5C9-4918-A978-D9A6217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94" y="3700713"/>
            <a:ext cx="324296" cy="324296"/>
          </a:xfrm>
          <a:custGeom xmlns:a="http://schemas.openxmlformats.org/drawingml/2006/main">
            <a:pathLst>
              <a:path w="324296" h="324296">
                <a:moveTo>
                  <a:pt x="324296" y="43"/>
                </a:moveTo>
                <a:lnTo>
                  <a:pt x="323528" y="0"/>
                </a:lnTo>
                <a:lnTo>
                  <a:pt x="324296" y="0"/>
                </a:lnTo>
                <a:lnTo>
                  <a:pt x="324296" y="43"/>
                </a:lnTo>
                <a:close/>
                <a:moveTo>
                  <a:pt x="0" y="324296"/>
                </a:moveTo>
                <a:lnTo>
                  <a:pt x="0" y="0"/>
                </a:lnTo>
                <a:lnTo>
                  <a:pt x="323528" y="0"/>
                </a:lnTo>
                <a:cubicBezTo>
                  <a:pt x="155619" y="0"/>
                  <a:pt x="17509" y="133886"/>
                  <a:pt x="910" y="305464"/>
                </a:cubicBezTo>
                <a:lnTo>
                  <a:pt x="0" y="324296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b75d6a1aa4a8e"/>
          <a:stretch xmlns:a="http://schemas.openxmlformats.org/drawingml/2006/main"/>
        </p:blipFill>
        <p:spPr>
          <a:xfrm xmlns:a="http://schemas.openxmlformats.org/drawingml/2006/main">
            <a:off x="228403" y="2039291"/>
            <a:ext cx="3891547" cy="5012599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68119-FA78-4D6A-B5C9-FFD67BD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74" y="2079232"/>
            <a:ext cx="3746468" cy="4872968"/>
          </a:xfrm>
          <a:custGeom xmlns:a="http://schemas.openxmlformats.org/drawingml/2006/main">
            <a:pathLst>
              <a:path w="3746468" h="4872968">
                <a:moveTo>
                  <a:pt x="0" y="669983"/>
                </a:moveTo>
                <a:cubicBezTo>
                  <a:pt x="0" y="299959"/>
                  <a:pt x="299959" y="0"/>
                  <a:pt x="669983" y="0"/>
                </a:cubicBezTo>
                <a:lnTo>
                  <a:pt x="3076484" y="0"/>
                </a:lnTo>
                <a:cubicBezTo>
                  <a:pt x="3446509" y="0"/>
                  <a:pt x="3746468" y="299959"/>
                  <a:pt x="3746468" y="669983"/>
                </a:cubicBezTo>
                <a:lnTo>
                  <a:pt x="3746468" y="4202985"/>
                </a:lnTo>
                <a:cubicBezTo>
                  <a:pt x="3746468" y="4573009"/>
                  <a:pt x="3446509" y="4872968"/>
                  <a:pt x="3076484" y="4872968"/>
                </a:cubicBezTo>
                <a:lnTo>
                  <a:pt x="669983" y="4872968"/>
                </a:lnTo>
                <a:cubicBezTo>
                  <a:pt x="299959" y="4872968"/>
                  <a:pt x="0" y="4573009"/>
                  <a:pt x="0" y="4202985"/>
                </a:cubicBezTo>
                <a:lnTo>
                  <a:pt x="0" y="6699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5ACAB-9DCD-4D17-A35A-A76E8F5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74" y="2079232"/>
            <a:ext cx="3746468" cy="4872968"/>
          </a:xfrm>
          <a:custGeom xmlns:a="http://schemas.openxmlformats.org/drawingml/2006/main">
            <a:pathLst>
              <a:path w="3746468" h="4872968" fill="none">
                <a:moveTo>
                  <a:pt x="0" y="669983"/>
                </a:moveTo>
                <a:cubicBezTo>
                  <a:pt x="0" y="299959"/>
                  <a:pt x="299959" y="0"/>
                  <a:pt x="669983" y="0"/>
                </a:cubicBezTo>
                <a:lnTo>
                  <a:pt x="3076484" y="0"/>
                </a:lnTo>
                <a:cubicBezTo>
                  <a:pt x="3446509" y="0"/>
                  <a:pt x="3746468" y="299959"/>
                  <a:pt x="3746468" y="669983"/>
                </a:cubicBezTo>
                <a:lnTo>
                  <a:pt x="3746468" y="4202985"/>
                </a:lnTo>
                <a:cubicBezTo>
                  <a:pt x="3746468" y="4573009"/>
                  <a:pt x="3446509" y="4872968"/>
                  <a:pt x="3076484" y="4872968"/>
                </a:cubicBezTo>
                <a:lnTo>
                  <a:pt x="669983" y="4872968"/>
                </a:lnTo>
                <a:cubicBezTo>
                  <a:pt x="299959" y="4872968"/>
                  <a:pt x="0" y="4573009"/>
                  <a:pt x="0" y="4202985"/>
                </a:cubicBezTo>
                <a:lnTo>
                  <a:pt x="0" y="6699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14" name="Text 1.Pr">
            <a:extLst xmlns:a="http://schemas.openxmlformats.org/drawingml/2006/main">
              <a:ext uri="{FF2B5EF4-FFF2-40B4-BE49-F238E27FC236}">
                <a16:creationId xmlns:a16="http://schemas.microsoft.com/office/drawing/2014/main" id="{EE4E35F9-9BB7-4366-B5C4-A4CF8F8D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7" y="2320343"/>
            <a:ext cx="510969" cy="176266"/>
          </a:xfrm>
          <a:custGeom xmlns:a="http://schemas.openxmlformats.org/drawingml/2006/main">
            <a:pathLst>
              <a:path w="510969" h="176266">
                <a:moveTo>
                  <a:pt x="66506" y="0"/>
                </a:moveTo>
                <a:lnTo>
                  <a:pt x="66506" y="138512"/>
                </a:lnTo>
                <a:cubicBezTo>
                  <a:pt x="66506" y="149019"/>
                  <a:pt x="66964" y="155721"/>
                  <a:pt x="67881" y="158620"/>
                </a:cubicBezTo>
                <a:cubicBezTo>
                  <a:pt x="68798" y="161518"/>
                  <a:pt x="70715" y="163892"/>
                  <a:pt x="73632" y="165741"/>
                </a:cubicBezTo>
                <a:cubicBezTo>
                  <a:pt x="76548" y="167590"/>
                  <a:pt x="81216" y="168515"/>
                  <a:pt x="87633" y="168515"/>
                </a:cubicBezTo>
                <a:lnTo>
                  <a:pt x="91508" y="168515"/>
                </a:lnTo>
                <a:lnTo>
                  <a:pt x="91508" y="173015"/>
                </a:lnTo>
                <a:lnTo>
                  <a:pt x="2250" y="173015"/>
                </a:lnTo>
                <a:lnTo>
                  <a:pt x="2250" y="168515"/>
                </a:lnTo>
                <a:lnTo>
                  <a:pt x="6751" y="168515"/>
                </a:lnTo>
                <a:cubicBezTo>
                  <a:pt x="14001" y="168515"/>
                  <a:pt x="19168" y="167675"/>
                  <a:pt x="22252" y="165995"/>
                </a:cubicBezTo>
                <a:cubicBezTo>
                  <a:pt x="25336" y="164313"/>
                  <a:pt x="27419" y="162001"/>
                  <a:pt x="28503" y="159061"/>
                </a:cubicBezTo>
                <a:cubicBezTo>
                  <a:pt x="29586" y="156118"/>
                  <a:pt x="30128" y="149269"/>
                  <a:pt x="30128" y="138512"/>
                </a:cubicBezTo>
                <a:lnTo>
                  <a:pt x="30128" y="50755"/>
                </a:lnTo>
                <a:cubicBezTo>
                  <a:pt x="30128" y="42921"/>
                  <a:pt x="29753" y="38024"/>
                  <a:pt x="29003" y="36066"/>
                </a:cubicBezTo>
                <a:cubicBezTo>
                  <a:pt x="28253" y="34107"/>
                  <a:pt x="26857" y="32440"/>
                  <a:pt x="24815" y="31065"/>
                </a:cubicBezTo>
                <a:cubicBezTo>
                  <a:pt x="22773" y="29690"/>
                  <a:pt x="20418" y="29003"/>
                  <a:pt x="17752" y="29003"/>
                </a:cubicBezTo>
                <a:cubicBezTo>
                  <a:pt x="13501" y="29003"/>
                  <a:pt x="8334" y="30336"/>
                  <a:pt x="2250" y="33003"/>
                </a:cubicBezTo>
                <a:lnTo>
                  <a:pt x="0" y="28503"/>
                </a:lnTo>
                <a:lnTo>
                  <a:pt x="62381" y="0"/>
                </a:lnTo>
                <a:lnTo>
                  <a:pt x="66506" y="0"/>
                </a:lnTo>
                <a:close/>
                <a:moveTo>
                  <a:pt x="143138" y="134512"/>
                </a:moveTo>
                <a:cubicBezTo>
                  <a:pt x="148972" y="134512"/>
                  <a:pt x="153910" y="136560"/>
                  <a:pt x="157952" y="140657"/>
                </a:cubicBezTo>
                <a:cubicBezTo>
                  <a:pt x="161994" y="144751"/>
                  <a:pt x="164015" y="149683"/>
                  <a:pt x="164015" y="155451"/>
                </a:cubicBezTo>
                <a:cubicBezTo>
                  <a:pt x="164015" y="161220"/>
                  <a:pt x="161973" y="166132"/>
                  <a:pt x="157889" y="170187"/>
                </a:cubicBezTo>
                <a:cubicBezTo>
                  <a:pt x="153805" y="174240"/>
                  <a:pt x="148888" y="176266"/>
                  <a:pt x="143138" y="176266"/>
                </a:cubicBezTo>
                <a:cubicBezTo>
                  <a:pt x="137387" y="176266"/>
                  <a:pt x="132491" y="174240"/>
                  <a:pt x="128449" y="170187"/>
                </a:cubicBezTo>
                <a:cubicBezTo>
                  <a:pt x="124407" y="166132"/>
                  <a:pt x="122386" y="161220"/>
                  <a:pt x="122386" y="155451"/>
                </a:cubicBezTo>
                <a:cubicBezTo>
                  <a:pt x="122386" y="149683"/>
                  <a:pt x="124407" y="144751"/>
                  <a:pt x="128449" y="140657"/>
                </a:cubicBezTo>
                <a:cubicBezTo>
                  <a:pt x="132491" y="136560"/>
                  <a:pt x="137387" y="134512"/>
                  <a:pt x="143138" y="134512"/>
                </a:cubicBezTo>
                <a:close/>
                <a:moveTo>
                  <a:pt x="308201" y="96259"/>
                </a:moveTo>
                <a:lnTo>
                  <a:pt x="308201" y="143263"/>
                </a:lnTo>
                <a:cubicBezTo>
                  <a:pt x="308201" y="152477"/>
                  <a:pt x="308763" y="158278"/>
                  <a:pt x="309888" y="160667"/>
                </a:cubicBezTo>
                <a:cubicBezTo>
                  <a:pt x="311013" y="163052"/>
                  <a:pt x="313014" y="164957"/>
                  <a:pt x="315889" y="166382"/>
                </a:cubicBezTo>
                <a:cubicBezTo>
                  <a:pt x="318764" y="167804"/>
                  <a:pt x="324035" y="168515"/>
                  <a:pt x="331703" y="168515"/>
                </a:cubicBezTo>
                <a:lnTo>
                  <a:pt x="331703" y="173015"/>
                </a:lnTo>
                <a:lnTo>
                  <a:pt x="245570" y="173015"/>
                </a:lnTo>
                <a:lnTo>
                  <a:pt x="245570" y="168515"/>
                </a:lnTo>
                <a:cubicBezTo>
                  <a:pt x="253404" y="168515"/>
                  <a:pt x="258717" y="167782"/>
                  <a:pt x="261509" y="166316"/>
                </a:cubicBezTo>
                <a:cubicBezTo>
                  <a:pt x="264301" y="164849"/>
                  <a:pt x="266259" y="162944"/>
                  <a:pt x="267384" y="160600"/>
                </a:cubicBezTo>
                <a:cubicBezTo>
                  <a:pt x="268510" y="158256"/>
                  <a:pt x="269072" y="152477"/>
                  <a:pt x="269072" y="143263"/>
                </a:cubicBezTo>
                <a:lnTo>
                  <a:pt x="269072" y="33253"/>
                </a:lnTo>
                <a:cubicBezTo>
                  <a:pt x="269072" y="24039"/>
                  <a:pt x="268510" y="18239"/>
                  <a:pt x="267384" y="15853"/>
                </a:cubicBezTo>
                <a:cubicBezTo>
                  <a:pt x="266259" y="13465"/>
                  <a:pt x="264280" y="11560"/>
                  <a:pt x="261446" y="10138"/>
                </a:cubicBezTo>
                <a:cubicBezTo>
                  <a:pt x="258613" y="8713"/>
                  <a:pt x="253321" y="8001"/>
                  <a:pt x="245570" y="8001"/>
                </a:cubicBezTo>
                <a:lnTo>
                  <a:pt x="245570" y="3500"/>
                </a:lnTo>
                <a:lnTo>
                  <a:pt x="319452" y="3500"/>
                </a:lnTo>
                <a:cubicBezTo>
                  <a:pt x="343787" y="3500"/>
                  <a:pt x="361247" y="7834"/>
                  <a:pt x="371831" y="16501"/>
                </a:cubicBezTo>
                <a:cubicBezTo>
                  <a:pt x="382416" y="25169"/>
                  <a:pt x="387708" y="36003"/>
                  <a:pt x="387708" y="49004"/>
                </a:cubicBezTo>
                <a:cubicBezTo>
                  <a:pt x="387708" y="60005"/>
                  <a:pt x="384291" y="69423"/>
                  <a:pt x="377457" y="77257"/>
                </a:cubicBezTo>
                <a:cubicBezTo>
                  <a:pt x="370623" y="85091"/>
                  <a:pt x="361205" y="90425"/>
                  <a:pt x="349204" y="93258"/>
                </a:cubicBezTo>
                <a:cubicBezTo>
                  <a:pt x="341120" y="95259"/>
                  <a:pt x="327452" y="96259"/>
                  <a:pt x="308201" y="96259"/>
                </a:cubicBezTo>
                <a:moveTo>
                  <a:pt x="308201" y="13251"/>
                </a:moveTo>
                <a:lnTo>
                  <a:pt x="308201" y="86508"/>
                </a:lnTo>
                <a:cubicBezTo>
                  <a:pt x="310951" y="86674"/>
                  <a:pt x="313034" y="86758"/>
                  <a:pt x="314451" y="86758"/>
                </a:cubicBezTo>
                <a:cubicBezTo>
                  <a:pt x="324619" y="86758"/>
                  <a:pt x="332453" y="83737"/>
                  <a:pt x="337953" y="77694"/>
                </a:cubicBezTo>
                <a:cubicBezTo>
                  <a:pt x="343454" y="71652"/>
                  <a:pt x="346204" y="62297"/>
                  <a:pt x="346204" y="49629"/>
                </a:cubicBezTo>
                <a:cubicBezTo>
                  <a:pt x="346204" y="37045"/>
                  <a:pt x="343454" y="27836"/>
                  <a:pt x="337953" y="22002"/>
                </a:cubicBezTo>
                <a:cubicBezTo>
                  <a:pt x="332453" y="16168"/>
                  <a:pt x="324244" y="13251"/>
                  <a:pt x="313326" y="13251"/>
                </a:cubicBezTo>
                <a:lnTo>
                  <a:pt x="308201" y="13251"/>
                </a:lnTo>
                <a:close/>
                <a:moveTo>
                  <a:pt x="458339" y="56005"/>
                </a:moveTo>
                <a:lnTo>
                  <a:pt x="458339" y="82507"/>
                </a:lnTo>
                <a:cubicBezTo>
                  <a:pt x="466090" y="70423"/>
                  <a:pt x="472882" y="62401"/>
                  <a:pt x="478716" y="58443"/>
                </a:cubicBezTo>
                <a:cubicBezTo>
                  <a:pt x="484550" y="54484"/>
                  <a:pt x="490175" y="52505"/>
                  <a:pt x="495592" y="52505"/>
                </a:cubicBezTo>
                <a:cubicBezTo>
                  <a:pt x="500259" y="52505"/>
                  <a:pt x="503989" y="53948"/>
                  <a:pt x="506781" y="56833"/>
                </a:cubicBezTo>
                <a:cubicBezTo>
                  <a:pt x="509573" y="59719"/>
                  <a:pt x="510969" y="63796"/>
                  <a:pt x="510969" y="69065"/>
                </a:cubicBezTo>
                <a:cubicBezTo>
                  <a:pt x="510969" y="74669"/>
                  <a:pt x="509614" y="79020"/>
                  <a:pt x="506906" y="82117"/>
                </a:cubicBezTo>
                <a:cubicBezTo>
                  <a:pt x="504197" y="85211"/>
                  <a:pt x="500926" y="86758"/>
                  <a:pt x="497092" y="86758"/>
                </a:cubicBezTo>
                <a:cubicBezTo>
                  <a:pt x="492675" y="86758"/>
                  <a:pt x="488842" y="85341"/>
                  <a:pt x="485591" y="82507"/>
                </a:cubicBezTo>
                <a:cubicBezTo>
                  <a:pt x="482341" y="79674"/>
                  <a:pt x="480424" y="78090"/>
                  <a:pt x="479841" y="77757"/>
                </a:cubicBezTo>
                <a:cubicBezTo>
                  <a:pt x="479007" y="77257"/>
                  <a:pt x="478049" y="77007"/>
                  <a:pt x="476966" y="77007"/>
                </a:cubicBezTo>
                <a:cubicBezTo>
                  <a:pt x="474549" y="77007"/>
                  <a:pt x="472257" y="77924"/>
                  <a:pt x="470090" y="79757"/>
                </a:cubicBezTo>
                <a:cubicBezTo>
                  <a:pt x="466673" y="82591"/>
                  <a:pt x="464089" y="86633"/>
                  <a:pt x="462339" y="91883"/>
                </a:cubicBezTo>
                <a:cubicBezTo>
                  <a:pt x="459672" y="99967"/>
                  <a:pt x="458339" y="108885"/>
                  <a:pt x="458339" y="118636"/>
                </a:cubicBezTo>
                <a:lnTo>
                  <a:pt x="458339" y="145513"/>
                </a:lnTo>
                <a:lnTo>
                  <a:pt x="458464" y="152514"/>
                </a:lnTo>
                <a:cubicBezTo>
                  <a:pt x="458464" y="157264"/>
                  <a:pt x="458756" y="160306"/>
                  <a:pt x="459339" y="161639"/>
                </a:cubicBezTo>
                <a:cubicBezTo>
                  <a:pt x="460339" y="163890"/>
                  <a:pt x="461818" y="165536"/>
                  <a:pt x="463777" y="166577"/>
                </a:cubicBezTo>
                <a:cubicBezTo>
                  <a:pt x="465735" y="167619"/>
                  <a:pt x="469048" y="168265"/>
                  <a:pt x="473715" y="168515"/>
                </a:cubicBezTo>
                <a:lnTo>
                  <a:pt x="473715" y="173015"/>
                </a:lnTo>
                <a:lnTo>
                  <a:pt x="410585" y="173015"/>
                </a:lnTo>
                <a:lnTo>
                  <a:pt x="410585" y="168515"/>
                </a:lnTo>
                <a:cubicBezTo>
                  <a:pt x="415668" y="168098"/>
                  <a:pt x="419106" y="166702"/>
                  <a:pt x="420898" y="164327"/>
                </a:cubicBezTo>
                <a:cubicBezTo>
                  <a:pt x="422690" y="161952"/>
                  <a:pt x="423586" y="155681"/>
                  <a:pt x="423586" y="145513"/>
                </a:cubicBezTo>
                <a:lnTo>
                  <a:pt x="423586" y="80757"/>
                </a:lnTo>
                <a:cubicBezTo>
                  <a:pt x="423586" y="74048"/>
                  <a:pt x="423252" y="69772"/>
                  <a:pt x="422586" y="67928"/>
                </a:cubicBezTo>
                <a:cubicBezTo>
                  <a:pt x="421752" y="65579"/>
                  <a:pt x="420544" y="63860"/>
                  <a:pt x="418960" y="62771"/>
                </a:cubicBezTo>
                <a:cubicBezTo>
                  <a:pt x="417377" y="61680"/>
                  <a:pt x="414585" y="60925"/>
                  <a:pt x="410585" y="60505"/>
                </a:cubicBezTo>
                <a:lnTo>
                  <a:pt x="410585" y="56005"/>
                </a:lnTo>
                <a:lnTo>
                  <a:pt x="458339" y="56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oposepr">
            <a:extLst xmlns:a="http://schemas.openxmlformats.org/drawingml/2006/main">
              <a:ext uri="{FF2B5EF4-FFF2-40B4-BE49-F238E27FC236}">
                <a16:creationId xmlns:a16="http://schemas.microsoft.com/office/drawing/2014/main" id="{63A705B8-0775-40C7-8524-09C5D2F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90" y="2372848"/>
            <a:ext cx="928307" cy="175266"/>
          </a:xfrm>
          <a:custGeom xmlns:a="http://schemas.openxmlformats.org/drawingml/2006/main">
            <a:pathLst>
              <a:path w="928307" h="175266">
                <a:moveTo>
                  <a:pt x="54505" y="0"/>
                </a:moveTo>
                <a:cubicBezTo>
                  <a:pt x="64672" y="0"/>
                  <a:pt x="74132" y="2628"/>
                  <a:pt x="82882" y="7884"/>
                </a:cubicBezTo>
                <a:cubicBezTo>
                  <a:pt x="91633" y="13139"/>
                  <a:pt x="98280" y="20606"/>
                  <a:pt x="102822" y="30284"/>
                </a:cubicBezTo>
                <a:cubicBezTo>
                  <a:pt x="107364" y="39962"/>
                  <a:pt x="109635" y="50557"/>
                  <a:pt x="109635" y="62068"/>
                </a:cubicBezTo>
                <a:cubicBezTo>
                  <a:pt x="109635" y="78668"/>
                  <a:pt x="105426" y="92559"/>
                  <a:pt x="97009" y="103740"/>
                </a:cubicBezTo>
                <a:cubicBezTo>
                  <a:pt x="86841" y="117254"/>
                  <a:pt x="72798" y="124011"/>
                  <a:pt x="54880" y="124011"/>
                </a:cubicBezTo>
                <a:cubicBezTo>
                  <a:pt x="37295" y="124011"/>
                  <a:pt x="23752" y="117837"/>
                  <a:pt x="14251" y="105490"/>
                </a:cubicBezTo>
                <a:cubicBezTo>
                  <a:pt x="4750" y="93142"/>
                  <a:pt x="0" y="78835"/>
                  <a:pt x="0" y="62568"/>
                </a:cubicBezTo>
                <a:cubicBezTo>
                  <a:pt x="0" y="45801"/>
                  <a:pt x="4855" y="31181"/>
                  <a:pt x="14564" y="18709"/>
                </a:cubicBezTo>
                <a:cubicBezTo>
                  <a:pt x="24273" y="6236"/>
                  <a:pt x="37587" y="0"/>
                  <a:pt x="54505" y="0"/>
                </a:cubicBezTo>
                <a:moveTo>
                  <a:pt x="55005" y="8751"/>
                </a:moveTo>
                <a:cubicBezTo>
                  <a:pt x="50755" y="8751"/>
                  <a:pt x="47108" y="10358"/>
                  <a:pt x="44066" y="13572"/>
                </a:cubicBezTo>
                <a:cubicBezTo>
                  <a:pt x="41024" y="16783"/>
                  <a:pt x="39024" y="23123"/>
                  <a:pt x="38066" y="32593"/>
                </a:cubicBezTo>
                <a:cubicBezTo>
                  <a:pt x="37107" y="42062"/>
                  <a:pt x="36628" y="55225"/>
                  <a:pt x="36628" y="72081"/>
                </a:cubicBezTo>
                <a:cubicBezTo>
                  <a:pt x="36628" y="81009"/>
                  <a:pt x="37212" y="89353"/>
                  <a:pt x="38378" y="97114"/>
                </a:cubicBezTo>
                <a:cubicBezTo>
                  <a:pt x="39295" y="103037"/>
                  <a:pt x="41254" y="107542"/>
                  <a:pt x="44254" y="110631"/>
                </a:cubicBezTo>
                <a:cubicBezTo>
                  <a:pt x="47254" y="113717"/>
                  <a:pt x="50671" y="115260"/>
                  <a:pt x="54505" y="115260"/>
                </a:cubicBezTo>
                <a:cubicBezTo>
                  <a:pt x="58255" y="115260"/>
                  <a:pt x="61380" y="114217"/>
                  <a:pt x="63881" y="112131"/>
                </a:cubicBezTo>
                <a:cubicBezTo>
                  <a:pt x="67131" y="109295"/>
                  <a:pt x="69298" y="105331"/>
                  <a:pt x="70381" y="100239"/>
                </a:cubicBezTo>
                <a:cubicBezTo>
                  <a:pt x="72048" y="92314"/>
                  <a:pt x="72882" y="76295"/>
                  <a:pt x="72882" y="52180"/>
                </a:cubicBezTo>
                <a:cubicBezTo>
                  <a:pt x="72882" y="37997"/>
                  <a:pt x="72090" y="28256"/>
                  <a:pt x="70506" y="22959"/>
                </a:cubicBezTo>
                <a:cubicBezTo>
                  <a:pt x="68923" y="17659"/>
                  <a:pt x="66589" y="13799"/>
                  <a:pt x="63506" y="11380"/>
                </a:cubicBezTo>
                <a:cubicBezTo>
                  <a:pt x="61339" y="9627"/>
                  <a:pt x="58505" y="8751"/>
                  <a:pt x="55005" y="8751"/>
                </a:cubicBezTo>
                <a:close/>
                <a:moveTo>
                  <a:pt x="172640" y="108635"/>
                </a:moveTo>
                <a:lnTo>
                  <a:pt x="172640" y="152014"/>
                </a:lnTo>
                <a:cubicBezTo>
                  <a:pt x="172640" y="158095"/>
                  <a:pt x="173120" y="162233"/>
                  <a:pt x="174078" y="164429"/>
                </a:cubicBezTo>
                <a:cubicBezTo>
                  <a:pt x="175036" y="166627"/>
                  <a:pt x="176516" y="168232"/>
                  <a:pt x="178516" y="169246"/>
                </a:cubicBezTo>
                <a:cubicBezTo>
                  <a:pt x="180516" y="170259"/>
                  <a:pt x="184433" y="170765"/>
                  <a:pt x="190267" y="170765"/>
                </a:cubicBezTo>
                <a:lnTo>
                  <a:pt x="190267" y="175266"/>
                </a:lnTo>
                <a:lnTo>
                  <a:pt x="123636" y="175266"/>
                </a:lnTo>
                <a:lnTo>
                  <a:pt x="123636" y="170765"/>
                </a:lnTo>
                <a:cubicBezTo>
                  <a:pt x="128803" y="170596"/>
                  <a:pt x="132637" y="169118"/>
                  <a:pt x="135137" y="166331"/>
                </a:cubicBezTo>
                <a:cubicBezTo>
                  <a:pt x="136804" y="164391"/>
                  <a:pt x="137637" y="159368"/>
                  <a:pt x="137637" y="151264"/>
                </a:cubicBezTo>
                <a:lnTo>
                  <a:pt x="137637" y="28002"/>
                </a:lnTo>
                <a:cubicBezTo>
                  <a:pt x="137637" y="19648"/>
                  <a:pt x="136679" y="14310"/>
                  <a:pt x="134762" y="11989"/>
                </a:cubicBezTo>
                <a:cubicBezTo>
                  <a:pt x="132845" y="9669"/>
                  <a:pt x="129136" y="8339"/>
                  <a:pt x="123636" y="8001"/>
                </a:cubicBezTo>
                <a:lnTo>
                  <a:pt x="123636" y="3500"/>
                </a:lnTo>
                <a:lnTo>
                  <a:pt x="172640" y="3500"/>
                </a:lnTo>
                <a:lnTo>
                  <a:pt x="172640" y="18877"/>
                </a:lnTo>
                <a:cubicBezTo>
                  <a:pt x="176724" y="12876"/>
                  <a:pt x="180891" y="8542"/>
                  <a:pt x="185142" y="5876"/>
                </a:cubicBezTo>
                <a:cubicBezTo>
                  <a:pt x="191225" y="1959"/>
                  <a:pt x="197851" y="0"/>
                  <a:pt x="205018" y="0"/>
                </a:cubicBezTo>
                <a:cubicBezTo>
                  <a:pt x="213602" y="0"/>
                  <a:pt x="221416" y="2711"/>
                  <a:pt x="228458" y="8134"/>
                </a:cubicBezTo>
                <a:cubicBezTo>
                  <a:pt x="235500" y="13556"/>
                  <a:pt x="240855" y="21044"/>
                  <a:pt x="244522" y="30596"/>
                </a:cubicBezTo>
                <a:cubicBezTo>
                  <a:pt x="248189" y="40149"/>
                  <a:pt x="250022" y="50432"/>
                  <a:pt x="250022" y="61443"/>
                </a:cubicBezTo>
                <a:cubicBezTo>
                  <a:pt x="250022" y="73288"/>
                  <a:pt x="248126" y="84112"/>
                  <a:pt x="244334" y="93915"/>
                </a:cubicBezTo>
                <a:cubicBezTo>
                  <a:pt x="240542" y="103718"/>
                  <a:pt x="235042" y="111184"/>
                  <a:pt x="227833" y="116315"/>
                </a:cubicBezTo>
                <a:cubicBezTo>
                  <a:pt x="220624" y="121446"/>
                  <a:pt x="212602" y="124011"/>
                  <a:pt x="203768" y="124011"/>
                </a:cubicBezTo>
                <a:cubicBezTo>
                  <a:pt x="197351" y="124011"/>
                  <a:pt x="191350" y="122594"/>
                  <a:pt x="185767" y="119761"/>
                </a:cubicBezTo>
                <a:cubicBezTo>
                  <a:pt x="181600" y="117594"/>
                  <a:pt x="177224" y="113885"/>
                  <a:pt x="172640" y="108635"/>
                </a:cubicBezTo>
                <a:moveTo>
                  <a:pt x="172640" y="95989"/>
                </a:moveTo>
                <a:cubicBezTo>
                  <a:pt x="179808" y="106170"/>
                  <a:pt x="187475" y="111260"/>
                  <a:pt x="195642" y="111260"/>
                </a:cubicBezTo>
                <a:cubicBezTo>
                  <a:pt x="200143" y="111260"/>
                  <a:pt x="203852" y="108882"/>
                  <a:pt x="206768" y="104126"/>
                </a:cubicBezTo>
                <a:cubicBezTo>
                  <a:pt x="211102" y="97115"/>
                  <a:pt x="213269" y="83763"/>
                  <a:pt x="213269" y="64068"/>
                </a:cubicBezTo>
                <a:cubicBezTo>
                  <a:pt x="213269" y="43874"/>
                  <a:pt x="210894" y="30063"/>
                  <a:pt x="206143" y="22635"/>
                </a:cubicBezTo>
                <a:cubicBezTo>
                  <a:pt x="202976" y="17713"/>
                  <a:pt x="198726" y="15251"/>
                  <a:pt x="193392" y="15251"/>
                </a:cubicBezTo>
                <a:cubicBezTo>
                  <a:pt x="184975" y="15251"/>
                  <a:pt x="178058" y="21343"/>
                  <a:pt x="172640" y="33526"/>
                </a:cubicBezTo>
                <a:lnTo>
                  <a:pt x="172640" y="95989"/>
                </a:lnTo>
                <a:close/>
                <a:moveTo>
                  <a:pt x="327604" y="0"/>
                </a:moveTo>
                <a:cubicBezTo>
                  <a:pt x="337772" y="0"/>
                  <a:pt x="347231" y="2628"/>
                  <a:pt x="355982" y="7884"/>
                </a:cubicBezTo>
                <a:cubicBezTo>
                  <a:pt x="364733" y="13139"/>
                  <a:pt x="371379" y="20606"/>
                  <a:pt x="375921" y="30284"/>
                </a:cubicBezTo>
                <a:cubicBezTo>
                  <a:pt x="380463" y="39962"/>
                  <a:pt x="382734" y="50557"/>
                  <a:pt x="382734" y="62068"/>
                </a:cubicBezTo>
                <a:cubicBezTo>
                  <a:pt x="382734" y="78668"/>
                  <a:pt x="378526" y="92559"/>
                  <a:pt x="370108" y="103740"/>
                </a:cubicBezTo>
                <a:cubicBezTo>
                  <a:pt x="359941" y="117254"/>
                  <a:pt x="345898" y="124011"/>
                  <a:pt x="327979" y="124011"/>
                </a:cubicBezTo>
                <a:cubicBezTo>
                  <a:pt x="310395" y="124011"/>
                  <a:pt x="296852" y="117837"/>
                  <a:pt x="287351" y="105490"/>
                </a:cubicBezTo>
                <a:cubicBezTo>
                  <a:pt x="277850" y="93142"/>
                  <a:pt x="273100" y="78835"/>
                  <a:pt x="273100" y="62568"/>
                </a:cubicBezTo>
                <a:cubicBezTo>
                  <a:pt x="273100" y="45801"/>
                  <a:pt x="277954" y="31181"/>
                  <a:pt x="287663" y="18709"/>
                </a:cubicBezTo>
                <a:cubicBezTo>
                  <a:pt x="297373" y="6236"/>
                  <a:pt x="310686" y="0"/>
                  <a:pt x="327604" y="0"/>
                </a:cubicBezTo>
                <a:moveTo>
                  <a:pt x="328104" y="8751"/>
                </a:moveTo>
                <a:cubicBezTo>
                  <a:pt x="323854" y="8751"/>
                  <a:pt x="320208" y="10358"/>
                  <a:pt x="317166" y="13572"/>
                </a:cubicBezTo>
                <a:cubicBezTo>
                  <a:pt x="314124" y="16783"/>
                  <a:pt x="312124" y="23123"/>
                  <a:pt x="311165" y="32593"/>
                </a:cubicBezTo>
                <a:cubicBezTo>
                  <a:pt x="310207" y="42062"/>
                  <a:pt x="309728" y="55225"/>
                  <a:pt x="309728" y="72081"/>
                </a:cubicBezTo>
                <a:cubicBezTo>
                  <a:pt x="309728" y="81009"/>
                  <a:pt x="310311" y="89353"/>
                  <a:pt x="311478" y="97114"/>
                </a:cubicBezTo>
                <a:cubicBezTo>
                  <a:pt x="312395" y="103037"/>
                  <a:pt x="314353" y="107542"/>
                  <a:pt x="317353" y="110631"/>
                </a:cubicBezTo>
                <a:cubicBezTo>
                  <a:pt x="320354" y="113717"/>
                  <a:pt x="323771" y="115260"/>
                  <a:pt x="327604" y="115260"/>
                </a:cubicBezTo>
                <a:cubicBezTo>
                  <a:pt x="331355" y="115260"/>
                  <a:pt x="334480" y="114217"/>
                  <a:pt x="336980" y="112131"/>
                </a:cubicBezTo>
                <a:cubicBezTo>
                  <a:pt x="340231" y="109295"/>
                  <a:pt x="342397" y="105331"/>
                  <a:pt x="343481" y="100239"/>
                </a:cubicBezTo>
                <a:cubicBezTo>
                  <a:pt x="345148" y="92314"/>
                  <a:pt x="345981" y="76295"/>
                  <a:pt x="345981" y="52180"/>
                </a:cubicBezTo>
                <a:cubicBezTo>
                  <a:pt x="345981" y="37997"/>
                  <a:pt x="345189" y="28256"/>
                  <a:pt x="343606" y="22959"/>
                </a:cubicBezTo>
                <a:cubicBezTo>
                  <a:pt x="342022" y="17659"/>
                  <a:pt x="339689" y="13799"/>
                  <a:pt x="336605" y="11380"/>
                </a:cubicBezTo>
                <a:cubicBezTo>
                  <a:pt x="334438" y="9627"/>
                  <a:pt x="331605" y="8751"/>
                  <a:pt x="328104" y="8751"/>
                </a:cubicBezTo>
                <a:close/>
                <a:moveTo>
                  <a:pt x="474367" y="500"/>
                </a:moveTo>
                <a:lnTo>
                  <a:pt x="476243" y="40504"/>
                </a:lnTo>
                <a:lnTo>
                  <a:pt x="471992" y="40504"/>
                </a:lnTo>
                <a:cubicBezTo>
                  <a:pt x="466908" y="28573"/>
                  <a:pt x="461637" y="20424"/>
                  <a:pt x="456178" y="16056"/>
                </a:cubicBezTo>
                <a:cubicBezTo>
                  <a:pt x="450720" y="11686"/>
                  <a:pt x="445282" y="9501"/>
                  <a:pt x="439864" y="9501"/>
                </a:cubicBezTo>
                <a:cubicBezTo>
                  <a:pt x="436447" y="9501"/>
                  <a:pt x="433530" y="10647"/>
                  <a:pt x="431114" y="12939"/>
                </a:cubicBezTo>
                <a:cubicBezTo>
                  <a:pt x="428697" y="15231"/>
                  <a:pt x="427488" y="17877"/>
                  <a:pt x="427488" y="20877"/>
                </a:cubicBezTo>
                <a:cubicBezTo>
                  <a:pt x="427488" y="23127"/>
                  <a:pt x="428322" y="25294"/>
                  <a:pt x="429989" y="27377"/>
                </a:cubicBezTo>
                <a:cubicBezTo>
                  <a:pt x="432655" y="30794"/>
                  <a:pt x="440114" y="36649"/>
                  <a:pt x="452366" y="44942"/>
                </a:cubicBezTo>
                <a:cubicBezTo>
                  <a:pt x="464617" y="53234"/>
                  <a:pt x="472680" y="60276"/>
                  <a:pt x="476555" y="66068"/>
                </a:cubicBezTo>
                <a:cubicBezTo>
                  <a:pt x="480431" y="71861"/>
                  <a:pt x="482368" y="78340"/>
                  <a:pt x="482368" y="85508"/>
                </a:cubicBezTo>
                <a:cubicBezTo>
                  <a:pt x="482368" y="92008"/>
                  <a:pt x="480743" y="98384"/>
                  <a:pt x="477493" y="104634"/>
                </a:cubicBezTo>
                <a:cubicBezTo>
                  <a:pt x="474242" y="110885"/>
                  <a:pt x="469659" y="115677"/>
                  <a:pt x="463742" y="119011"/>
                </a:cubicBezTo>
                <a:cubicBezTo>
                  <a:pt x="457824" y="122344"/>
                  <a:pt x="451282" y="124011"/>
                  <a:pt x="444115" y="124011"/>
                </a:cubicBezTo>
                <a:cubicBezTo>
                  <a:pt x="438531" y="124011"/>
                  <a:pt x="431072" y="122228"/>
                  <a:pt x="421738" y="118663"/>
                </a:cubicBezTo>
                <a:cubicBezTo>
                  <a:pt x="419238" y="117728"/>
                  <a:pt x="417529" y="117260"/>
                  <a:pt x="416612" y="117260"/>
                </a:cubicBezTo>
                <a:cubicBezTo>
                  <a:pt x="413862" y="117260"/>
                  <a:pt x="411570" y="119344"/>
                  <a:pt x="409737" y="123511"/>
                </a:cubicBezTo>
                <a:lnTo>
                  <a:pt x="405611" y="123511"/>
                </a:lnTo>
                <a:lnTo>
                  <a:pt x="403611" y="81507"/>
                </a:lnTo>
                <a:lnTo>
                  <a:pt x="407862" y="81507"/>
                </a:lnTo>
                <a:cubicBezTo>
                  <a:pt x="411612" y="92508"/>
                  <a:pt x="416758" y="100759"/>
                  <a:pt x="423300" y="106259"/>
                </a:cubicBezTo>
                <a:cubicBezTo>
                  <a:pt x="429843" y="111760"/>
                  <a:pt x="436031" y="114510"/>
                  <a:pt x="441865" y="114510"/>
                </a:cubicBezTo>
                <a:cubicBezTo>
                  <a:pt x="445865" y="114510"/>
                  <a:pt x="449136" y="113281"/>
                  <a:pt x="451678" y="110822"/>
                </a:cubicBezTo>
                <a:cubicBezTo>
                  <a:pt x="454220" y="108364"/>
                  <a:pt x="455491" y="105384"/>
                  <a:pt x="455491" y="101884"/>
                </a:cubicBezTo>
                <a:cubicBezTo>
                  <a:pt x="455491" y="97884"/>
                  <a:pt x="454241" y="94425"/>
                  <a:pt x="451740" y="91508"/>
                </a:cubicBezTo>
                <a:cubicBezTo>
                  <a:pt x="449240" y="88591"/>
                  <a:pt x="443656" y="84174"/>
                  <a:pt x="434989" y="78257"/>
                </a:cubicBezTo>
                <a:cubicBezTo>
                  <a:pt x="422238" y="69423"/>
                  <a:pt x="413987" y="62672"/>
                  <a:pt x="410237" y="58005"/>
                </a:cubicBezTo>
                <a:cubicBezTo>
                  <a:pt x="404736" y="51171"/>
                  <a:pt x="401986" y="43629"/>
                  <a:pt x="401986" y="35378"/>
                </a:cubicBezTo>
                <a:cubicBezTo>
                  <a:pt x="401986" y="26377"/>
                  <a:pt x="405090" y="18231"/>
                  <a:pt x="411299" y="10938"/>
                </a:cubicBezTo>
                <a:cubicBezTo>
                  <a:pt x="417508" y="3646"/>
                  <a:pt x="426488" y="0"/>
                  <a:pt x="438239" y="0"/>
                </a:cubicBezTo>
                <a:cubicBezTo>
                  <a:pt x="444573" y="0"/>
                  <a:pt x="450699" y="1602"/>
                  <a:pt x="456616" y="4805"/>
                </a:cubicBezTo>
                <a:cubicBezTo>
                  <a:pt x="458866" y="6102"/>
                  <a:pt x="460700" y="6751"/>
                  <a:pt x="462116" y="6751"/>
                </a:cubicBezTo>
                <a:cubicBezTo>
                  <a:pt x="463617" y="6751"/>
                  <a:pt x="464825" y="6438"/>
                  <a:pt x="465742" y="5813"/>
                </a:cubicBezTo>
                <a:cubicBezTo>
                  <a:pt x="466658" y="5188"/>
                  <a:pt x="468117" y="3417"/>
                  <a:pt x="470117" y="500"/>
                </a:cubicBezTo>
                <a:lnTo>
                  <a:pt x="474367" y="500"/>
                </a:lnTo>
                <a:close/>
                <a:moveTo>
                  <a:pt x="601904" y="57755"/>
                </a:moveTo>
                <a:lnTo>
                  <a:pt x="537773" y="57755"/>
                </a:lnTo>
                <a:cubicBezTo>
                  <a:pt x="538523" y="73298"/>
                  <a:pt x="542649" y="85582"/>
                  <a:pt x="550149" y="94606"/>
                </a:cubicBezTo>
                <a:cubicBezTo>
                  <a:pt x="555900" y="101542"/>
                  <a:pt x="562817" y="105009"/>
                  <a:pt x="570901" y="105009"/>
                </a:cubicBezTo>
                <a:cubicBezTo>
                  <a:pt x="575901" y="105009"/>
                  <a:pt x="580444" y="103613"/>
                  <a:pt x="584527" y="100822"/>
                </a:cubicBezTo>
                <a:cubicBezTo>
                  <a:pt x="588611" y="98030"/>
                  <a:pt x="592986" y="93008"/>
                  <a:pt x="597653" y="85758"/>
                </a:cubicBezTo>
                <a:lnTo>
                  <a:pt x="601904" y="88508"/>
                </a:lnTo>
                <a:cubicBezTo>
                  <a:pt x="595570" y="101426"/>
                  <a:pt x="588569" y="110572"/>
                  <a:pt x="580902" y="115948"/>
                </a:cubicBezTo>
                <a:cubicBezTo>
                  <a:pt x="573235" y="121323"/>
                  <a:pt x="564359" y="124011"/>
                  <a:pt x="554275" y="124011"/>
                </a:cubicBezTo>
                <a:cubicBezTo>
                  <a:pt x="536940" y="124011"/>
                  <a:pt x="523813" y="117337"/>
                  <a:pt x="514896" y="103990"/>
                </a:cubicBezTo>
                <a:cubicBezTo>
                  <a:pt x="507729" y="93228"/>
                  <a:pt x="504145" y="79881"/>
                  <a:pt x="504145" y="63947"/>
                </a:cubicBezTo>
                <a:cubicBezTo>
                  <a:pt x="504145" y="44425"/>
                  <a:pt x="509416" y="28887"/>
                  <a:pt x="519959" y="17334"/>
                </a:cubicBezTo>
                <a:cubicBezTo>
                  <a:pt x="530502" y="5778"/>
                  <a:pt x="542857" y="0"/>
                  <a:pt x="557025" y="0"/>
                </a:cubicBezTo>
                <a:cubicBezTo>
                  <a:pt x="568859" y="0"/>
                  <a:pt x="579131" y="4855"/>
                  <a:pt x="587840" y="14564"/>
                </a:cubicBezTo>
                <a:cubicBezTo>
                  <a:pt x="596549" y="24273"/>
                  <a:pt x="601237" y="38670"/>
                  <a:pt x="601904" y="57755"/>
                </a:cubicBezTo>
                <a:moveTo>
                  <a:pt x="571151" y="49504"/>
                </a:moveTo>
                <a:cubicBezTo>
                  <a:pt x="571151" y="36087"/>
                  <a:pt x="570422" y="26877"/>
                  <a:pt x="568963" y="21877"/>
                </a:cubicBezTo>
                <a:cubicBezTo>
                  <a:pt x="567505" y="16877"/>
                  <a:pt x="565234" y="13085"/>
                  <a:pt x="562150" y="10501"/>
                </a:cubicBezTo>
                <a:cubicBezTo>
                  <a:pt x="560400" y="9001"/>
                  <a:pt x="558067" y="8251"/>
                  <a:pt x="555150" y="8251"/>
                </a:cubicBezTo>
                <a:cubicBezTo>
                  <a:pt x="550816" y="8251"/>
                  <a:pt x="547274" y="10376"/>
                  <a:pt x="544524" y="14626"/>
                </a:cubicBezTo>
                <a:cubicBezTo>
                  <a:pt x="539607" y="22044"/>
                  <a:pt x="537148" y="32211"/>
                  <a:pt x="537148" y="45129"/>
                </a:cubicBezTo>
                <a:lnTo>
                  <a:pt x="537148" y="49504"/>
                </a:lnTo>
                <a:lnTo>
                  <a:pt x="571151" y="49504"/>
                </a:lnTo>
                <a:close/>
                <a:moveTo>
                  <a:pt x="727365" y="108635"/>
                </a:moveTo>
                <a:lnTo>
                  <a:pt x="727365" y="152014"/>
                </a:lnTo>
                <a:cubicBezTo>
                  <a:pt x="727365" y="158095"/>
                  <a:pt x="727844" y="162233"/>
                  <a:pt x="728802" y="164429"/>
                </a:cubicBezTo>
                <a:cubicBezTo>
                  <a:pt x="729761" y="166627"/>
                  <a:pt x="731240" y="168232"/>
                  <a:pt x="733240" y="169246"/>
                </a:cubicBezTo>
                <a:cubicBezTo>
                  <a:pt x="735240" y="170259"/>
                  <a:pt x="739157" y="170765"/>
                  <a:pt x="744991" y="170765"/>
                </a:cubicBezTo>
                <a:lnTo>
                  <a:pt x="744991" y="175266"/>
                </a:lnTo>
                <a:lnTo>
                  <a:pt x="678360" y="175266"/>
                </a:lnTo>
                <a:lnTo>
                  <a:pt x="678360" y="170765"/>
                </a:lnTo>
                <a:cubicBezTo>
                  <a:pt x="683527" y="170596"/>
                  <a:pt x="687361" y="169118"/>
                  <a:pt x="689861" y="166331"/>
                </a:cubicBezTo>
                <a:cubicBezTo>
                  <a:pt x="691528" y="164391"/>
                  <a:pt x="692362" y="159368"/>
                  <a:pt x="692362" y="151264"/>
                </a:cubicBezTo>
                <a:lnTo>
                  <a:pt x="692362" y="28002"/>
                </a:lnTo>
                <a:cubicBezTo>
                  <a:pt x="692362" y="19648"/>
                  <a:pt x="691403" y="14310"/>
                  <a:pt x="689486" y="11989"/>
                </a:cubicBezTo>
                <a:cubicBezTo>
                  <a:pt x="687569" y="9669"/>
                  <a:pt x="683861" y="8339"/>
                  <a:pt x="678360" y="8001"/>
                </a:cubicBezTo>
                <a:lnTo>
                  <a:pt x="678360" y="3500"/>
                </a:lnTo>
                <a:lnTo>
                  <a:pt x="727365" y="3500"/>
                </a:lnTo>
                <a:lnTo>
                  <a:pt x="727365" y="18877"/>
                </a:lnTo>
                <a:cubicBezTo>
                  <a:pt x="731448" y="12876"/>
                  <a:pt x="735615" y="8542"/>
                  <a:pt x="739866" y="5876"/>
                </a:cubicBezTo>
                <a:cubicBezTo>
                  <a:pt x="745950" y="1959"/>
                  <a:pt x="752575" y="0"/>
                  <a:pt x="759743" y="0"/>
                </a:cubicBezTo>
                <a:cubicBezTo>
                  <a:pt x="768327" y="0"/>
                  <a:pt x="776140" y="2711"/>
                  <a:pt x="783182" y="8134"/>
                </a:cubicBezTo>
                <a:cubicBezTo>
                  <a:pt x="790224" y="13556"/>
                  <a:pt x="795579" y="21044"/>
                  <a:pt x="799246" y="30596"/>
                </a:cubicBezTo>
                <a:cubicBezTo>
                  <a:pt x="802913" y="40149"/>
                  <a:pt x="804747" y="50432"/>
                  <a:pt x="804747" y="61443"/>
                </a:cubicBezTo>
                <a:cubicBezTo>
                  <a:pt x="804747" y="73288"/>
                  <a:pt x="802851" y="84112"/>
                  <a:pt x="799059" y="93915"/>
                </a:cubicBezTo>
                <a:cubicBezTo>
                  <a:pt x="795267" y="103718"/>
                  <a:pt x="789766" y="111184"/>
                  <a:pt x="782557" y="116315"/>
                </a:cubicBezTo>
                <a:cubicBezTo>
                  <a:pt x="775348" y="121446"/>
                  <a:pt x="767327" y="124011"/>
                  <a:pt x="758492" y="124011"/>
                </a:cubicBezTo>
                <a:cubicBezTo>
                  <a:pt x="752075" y="124011"/>
                  <a:pt x="746075" y="122594"/>
                  <a:pt x="740491" y="119761"/>
                </a:cubicBezTo>
                <a:cubicBezTo>
                  <a:pt x="736324" y="117594"/>
                  <a:pt x="731948" y="113885"/>
                  <a:pt x="727365" y="108635"/>
                </a:cubicBezTo>
                <a:moveTo>
                  <a:pt x="727365" y="95989"/>
                </a:moveTo>
                <a:cubicBezTo>
                  <a:pt x="734532" y="106170"/>
                  <a:pt x="742199" y="111260"/>
                  <a:pt x="750367" y="111260"/>
                </a:cubicBezTo>
                <a:cubicBezTo>
                  <a:pt x="754867" y="111260"/>
                  <a:pt x="758576" y="108882"/>
                  <a:pt x="761493" y="104126"/>
                </a:cubicBezTo>
                <a:cubicBezTo>
                  <a:pt x="765826" y="97115"/>
                  <a:pt x="767993" y="83763"/>
                  <a:pt x="767993" y="64068"/>
                </a:cubicBezTo>
                <a:cubicBezTo>
                  <a:pt x="767993" y="43874"/>
                  <a:pt x="765618" y="30063"/>
                  <a:pt x="760868" y="22635"/>
                </a:cubicBezTo>
                <a:cubicBezTo>
                  <a:pt x="757701" y="17713"/>
                  <a:pt x="753450" y="15251"/>
                  <a:pt x="748117" y="15251"/>
                </a:cubicBezTo>
                <a:cubicBezTo>
                  <a:pt x="739699" y="15251"/>
                  <a:pt x="732782" y="21343"/>
                  <a:pt x="727365" y="33526"/>
                </a:cubicBezTo>
                <a:lnTo>
                  <a:pt x="727365" y="95989"/>
                </a:lnTo>
                <a:close/>
                <a:moveTo>
                  <a:pt x="875678" y="3500"/>
                </a:moveTo>
                <a:lnTo>
                  <a:pt x="875678" y="30003"/>
                </a:lnTo>
                <a:cubicBezTo>
                  <a:pt x="883428" y="17918"/>
                  <a:pt x="890221" y="9897"/>
                  <a:pt x="896055" y="5938"/>
                </a:cubicBezTo>
                <a:cubicBezTo>
                  <a:pt x="901888" y="1979"/>
                  <a:pt x="907514" y="0"/>
                  <a:pt x="912931" y="0"/>
                </a:cubicBezTo>
                <a:cubicBezTo>
                  <a:pt x="917598" y="0"/>
                  <a:pt x="921328" y="1443"/>
                  <a:pt x="924120" y="4329"/>
                </a:cubicBezTo>
                <a:cubicBezTo>
                  <a:pt x="926911" y="7214"/>
                  <a:pt x="928307" y="11291"/>
                  <a:pt x="928307" y="16560"/>
                </a:cubicBezTo>
                <a:cubicBezTo>
                  <a:pt x="928307" y="22165"/>
                  <a:pt x="926953" y="26515"/>
                  <a:pt x="924245" y="29612"/>
                </a:cubicBezTo>
                <a:cubicBezTo>
                  <a:pt x="921536" y="32706"/>
                  <a:pt x="918265" y="34253"/>
                  <a:pt x="914431" y="34253"/>
                </a:cubicBezTo>
                <a:cubicBezTo>
                  <a:pt x="910014" y="34253"/>
                  <a:pt x="906180" y="32836"/>
                  <a:pt x="902930" y="30003"/>
                </a:cubicBezTo>
                <a:cubicBezTo>
                  <a:pt x="899680" y="27169"/>
                  <a:pt x="897763" y="25586"/>
                  <a:pt x="897180" y="25252"/>
                </a:cubicBezTo>
                <a:cubicBezTo>
                  <a:pt x="896346" y="24752"/>
                  <a:pt x="895388" y="24502"/>
                  <a:pt x="894304" y="24502"/>
                </a:cubicBezTo>
                <a:cubicBezTo>
                  <a:pt x="891887" y="24502"/>
                  <a:pt x="889596" y="25419"/>
                  <a:pt x="887429" y="27252"/>
                </a:cubicBezTo>
                <a:cubicBezTo>
                  <a:pt x="884012" y="30086"/>
                  <a:pt x="881428" y="34128"/>
                  <a:pt x="879678" y="39379"/>
                </a:cubicBezTo>
                <a:cubicBezTo>
                  <a:pt x="877011" y="47463"/>
                  <a:pt x="875678" y="56380"/>
                  <a:pt x="875678" y="66131"/>
                </a:cubicBezTo>
                <a:lnTo>
                  <a:pt x="875678" y="93008"/>
                </a:lnTo>
                <a:lnTo>
                  <a:pt x="875803" y="100009"/>
                </a:lnTo>
                <a:cubicBezTo>
                  <a:pt x="875803" y="104759"/>
                  <a:pt x="876094" y="107801"/>
                  <a:pt x="876678" y="109135"/>
                </a:cubicBezTo>
                <a:cubicBezTo>
                  <a:pt x="877678" y="111385"/>
                  <a:pt x="879157" y="113031"/>
                  <a:pt x="881116" y="114073"/>
                </a:cubicBezTo>
                <a:cubicBezTo>
                  <a:pt x="883074" y="115114"/>
                  <a:pt x="886387" y="115760"/>
                  <a:pt x="891054" y="116010"/>
                </a:cubicBezTo>
                <a:lnTo>
                  <a:pt x="891054" y="120511"/>
                </a:lnTo>
                <a:lnTo>
                  <a:pt x="827923" y="120511"/>
                </a:lnTo>
                <a:lnTo>
                  <a:pt x="827923" y="116010"/>
                </a:lnTo>
                <a:cubicBezTo>
                  <a:pt x="833007" y="115594"/>
                  <a:pt x="836445" y="114198"/>
                  <a:pt x="838237" y="111822"/>
                </a:cubicBezTo>
                <a:cubicBezTo>
                  <a:pt x="840029" y="109447"/>
                  <a:pt x="840925" y="103176"/>
                  <a:pt x="840925" y="93008"/>
                </a:cubicBezTo>
                <a:lnTo>
                  <a:pt x="840925" y="28253"/>
                </a:lnTo>
                <a:cubicBezTo>
                  <a:pt x="840925" y="21544"/>
                  <a:pt x="840591" y="17267"/>
                  <a:pt x="839925" y="15423"/>
                </a:cubicBezTo>
                <a:cubicBezTo>
                  <a:pt x="839091" y="13074"/>
                  <a:pt x="837883" y="11355"/>
                  <a:pt x="836299" y="10267"/>
                </a:cubicBezTo>
                <a:cubicBezTo>
                  <a:pt x="834716" y="9175"/>
                  <a:pt x="831924" y="8420"/>
                  <a:pt x="827923" y="8001"/>
                </a:cubicBezTo>
                <a:lnTo>
                  <a:pt x="827923" y="3500"/>
                </a:lnTo>
                <a:lnTo>
                  <a:pt x="875678" y="3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omisingplans">
            <a:extLst xmlns:a="http://schemas.openxmlformats.org/drawingml/2006/main">
              <a:ext uri="{FF2B5EF4-FFF2-40B4-BE49-F238E27FC236}">
                <a16:creationId xmlns:a16="http://schemas.microsoft.com/office/drawing/2014/main" id="{34860688-D107-47DA-BFD5-B0AE8AB4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072" y="2320093"/>
            <a:ext cx="1480858" cy="228520"/>
          </a:xfrm>
          <a:custGeom xmlns:a="http://schemas.openxmlformats.org/drawingml/2006/main">
            <a:pathLst>
              <a:path w="1480858" h="228520">
                <a:moveTo>
                  <a:pt x="54505" y="52755"/>
                </a:moveTo>
                <a:cubicBezTo>
                  <a:pt x="64672" y="52755"/>
                  <a:pt x="74132" y="55383"/>
                  <a:pt x="82882" y="60638"/>
                </a:cubicBezTo>
                <a:cubicBezTo>
                  <a:pt x="91633" y="65894"/>
                  <a:pt x="98280" y="73361"/>
                  <a:pt x="102822" y="83039"/>
                </a:cubicBezTo>
                <a:cubicBezTo>
                  <a:pt x="107364" y="92717"/>
                  <a:pt x="109635" y="103311"/>
                  <a:pt x="109635" y="114823"/>
                </a:cubicBezTo>
                <a:cubicBezTo>
                  <a:pt x="109635" y="131423"/>
                  <a:pt x="105426" y="145314"/>
                  <a:pt x="97009" y="156494"/>
                </a:cubicBezTo>
                <a:cubicBezTo>
                  <a:pt x="86841" y="170009"/>
                  <a:pt x="72798" y="176766"/>
                  <a:pt x="54880" y="176766"/>
                </a:cubicBezTo>
                <a:cubicBezTo>
                  <a:pt x="37295" y="176766"/>
                  <a:pt x="23752" y="170592"/>
                  <a:pt x="14251" y="158245"/>
                </a:cubicBezTo>
                <a:cubicBezTo>
                  <a:pt x="4750" y="145897"/>
                  <a:pt x="0" y="131590"/>
                  <a:pt x="0" y="115323"/>
                </a:cubicBezTo>
                <a:cubicBezTo>
                  <a:pt x="0" y="98556"/>
                  <a:pt x="4855" y="83936"/>
                  <a:pt x="14564" y="71463"/>
                </a:cubicBezTo>
                <a:cubicBezTo>
                  <a:pt x="24273" y="58991"/>
                  <a:pt x="37587" y="52755"/>
                  <a:pt x="54505" y="52755"/>
                </a:cubicBezTo>
                <a:moveTo>
                  <a:pt x="55005" y="61505"/>
                </a:moveTo>
                <a:cubicBezTo>
                  <a:pt x="50755" y="61505"/>
                  <a:pt x="47108" y="63112"/>
                  <a:pt x="44066" y="66326"/>
                </a:cubicBezTo>
                <a:cubicBezTo>
                  <a:pt x="41024" y="69537"/>
                  <a:pt x="39024" y="75878"/>
                  <a:pt x="38066" y="85347"/>
                </a:cubicBezTo>
                <a:cubicBezTo>
                  <a:pt x="37107" y="94817"/>
                  <a:pt x="36628" y="107980"/>
                  <a:pt x="36628" y="124835"/>
                </a:cubicBezTo>
                <a:cubicBezTo>
                  <a:pt x="36628" y="133763"/>
                  <a:pt x="37212" y="142108"/>
                  <a:pt x="38378" y="149869"/>
                </a:cubicBezTo>
                <a:cubicBezTo>
                  <a:pt x="39295" y="155791"/>
                  <a:pt x="41254" y="160297"/>
                  <a:pt x="44254" y="163386"/>
                </a:cubicBezTo>
                <a:cubicBezTo>
                  <a:pt x="47254" y="166472"/>
                  <a:pt x="50671" y="168015"/>
                  <a:pt x="54505" y="168015"/>
                </a:cubicBezTo>
                <a:cubicBezTo>
                  <a:pt x="58255" y="168015"/>
                  <a:pt x="61380" y="166972"/>
                  <a:pt x="63881" y="164886"/>
                </a:cubicBezTo>
                <a:cubicBezTo>
                  <a:pt x="67131" y="162050"/>
                  <a:pt x="69298" y="158086"/>
                  <a:pt x="70381" y="152994"/>
                </a:cubicBezTo>
                <a:cubicBezTo>
                  <a:pt x="72048" y="145069"/>
                  <a:pt x="72882" y="129049"/>
                  <a:pt x="72882" y="104935"/>
                </a:cubicBezTo>
                <a:cubicBezTo>
                  <a:pt x="72882" y="90752"/>
                  <a:pt x="72090" y="81011"/>
                  <a:pt x="70506" y="75714"/>
                </a:cubicBezTo>
                <a:cubicBezTo>
                  <a:pt x="68923" y="70414"/>
                  <a:pt x="66589" y="66554"/>
                  <a:pt x="63506" y="64135"/>
                </a:cubicBezTo>
                <a:cubicBezTo>
                  <a:pt x="61339" y="62382"/>
                  <a:pt x="58505" y="61505"/>
                  <a:pt x="55005" y="61505"/>
                </a:cubicBezTo>
                <a:close/>
                <a:moveTo>
                  <a:pt x="175891" y="56255"/>
                </a:moveTo>
                <a:lnTo>
                  <a:pt x="175891" y="71756"/>
                </a:lnTo>
                <a:cubicBezTo>
                  <a:pt x="182308" y="64709"/>
                  <a:pt x="188246" y="59780"/>
                  <a:pt x="193705" y="56970"/>
                </a:cubicBezTo>
                <a:cubicBezTo>
                  <a:pt x="199164" y="54160"/>
                  <a:pt x="205143" y="52755"/>
                  <a:pt x="211644" y="52755"/>
                </a:cubicBezTo>
                <a:cubicBezTo>
                  <a:pt x="219145" y="52755"/>
                  <a:pt x="225437" y="54515"/>
                  <a:pt x="230521" y="58036"/>
                </a:cubicBezTo>
                <a:cubicBezTo>
                  <a:pt x="235604" y="61558"/>
                  <a:pt x="239521" y="66923"/>
                  <a:pt x="242272" y="74132"/>
                </a:cubicBezTo>
                <a:cubicBezTo>
                  <a:pt x="248939" y="66587"/>
                  <a:pt x="255335" y="61138"/>
                  <a:pt x="261461" y="57786"/>
                </a:cubicBezTo>
                <a:cubicBezTo>
                  <a:pt x="267586" y="54432"/>
                  <a:pt x="273983" y="52755"/>
                  <a:pt x="280650" y="52755"/>
                </a:cubicBezTo>
                <a:cubicBezTo>
                  <a:pt x="288734" y="52755"/>
                  <a:pt x="295172" y="54612"/>
                  <a:pt x="299964" y="58326"/>
                </a:cubicBezTo>
                <a:cubicBezTo>
                  <a:pt x="304756" y="62039"/>
                  <a:pt x="308090" y="66755"/>
                  <a:pt x="309965" y="72471"/>
                </a:cubicBezTo>
                <a:cubicBezTo>
                  <a:pt x="311840" y="78188"/>
                  <a:pt x="312778" y="87305"/>
                  <a:pt x="312778" y="99821"/>
                </a:cubicBezTo>
                <a:lnTo>
                  <a:pt x="312778" y="147763"/>
                </a:lnTo>
                <a:cubicBezTo>
                  <a:pt x="312778" y="156764"/>
                  <a:pt x="313590" y="162348"/>
                  <a:pt x="315216" y="164515"/>
                </a:cubicBezTo>
                <a:cubicBezTo>
                  <a:pt x="316841" y="166682"/>
                  <a:pt x="320237" y="168098"/>
                  <a:pt x="325404" y="168765"/>
                </a:cubicBezTo>
                <a:lnTo>
                  <a:pt x="325404" y="173265"/>
                </a:lnTo>
                <a:lnTo>
                  <a:pt x="265024" y="173265"/>
                </a:lnTo>
                <a:lnTo>
                  <a:pt x="265024" y="168765"/>
                </a:lnTo>
                <a:cubicBezTo>
                  <a:pt x="269774" y="168348"/>
                  <a:pt x="273274" y="166515"/>
                  <a:pt x="275525" y="163265"/>
                </a:cubicBezTo>
                <a:cubicBezTo>
                  <a:pt x="277025" y="161014"/>
                  <a:pt x="277775" y="155847"/>
                  <a:pt x="277775" y="147763"/>
                </a:cubicBezTo>
                <a:lnTo>
                  <a:pt x="277775" y="97509"/>
                </a:lnTo>
                <a:cubicBezTo>
                  <a:pt x="277775" y="87091"/>
                  <a:pt x="277358" y="80466"/>
                  <a:pt x="276525" y="77632"/>
                </a:cubicBezTo>
                <a:cubicBezTo>
                  <a:pt x="275691" y="74798"/>
                  <a:pt x="274379" y="72694"/>
                  <a:pt x="272587" y="71319"/>
                </a:cubicBezTo>
                <a:cubicBezTo>
                  <a:pt x="270795" y="69944"/>
                  <a:pt x="268691" y="69256"/>
                  <a:pt x="266274" y="69256"/>
                </a:cubicBezTo>
                <a:cubicBezTo>
                  <a:pt x="262690" y="69256"/>
                  <a:pt x="259065" y="70569"/>
                  <a:pt x="255398" y="73194"/>
                </a:cubicBezTo>
                <a:cubicBezTo>
                  <a:pt x="251731" y="75819"/>
                  <a:pt x="248022" y="79757"/>
                  <a:pt x="244272" y="85008"/>
                </a:cubicBezTo>
                <a:lnTo>
                  <a:pt x="244272" y="147763"/>
                </a:lnTo>
                <a:cubicBezTo>
                  <a:pt x="244272" y="156181"/>
                  <a:pt x="244980" y="161473"/>
                  <a:pt x="246397" y="163640"/>
                </a:cubicBezTo>
                <a:cubicBezTo>
                  <a:pt x="248314" y="166723"/>
                  <a:pt x="251981" y="168432"/>
                  <a:pt x="257398" y="168765"/>
                </a:cubicBezTo>
                <a:lnTo>
                  <a:pt x="257398" y="173265"/>
                </a:lnTo>
                <a:lnTo>
                  <a:pt x="196893" y="173265"/>
                </a:lnTo>
                <a:lnTo>
                  <a:pt x="196893" y="168765"/>
                </a:lnTo>
                <a:cubicBezTo>
                  <a:pt x="200143" y="168598"/>
                  <a:pt x="202706" y="167786"/>
                  <a:pt x="204581" y="166327"/>
                </a:cubicBezTo>
                <a:cubicBezTo>
                  <a:pt x="206456" y="164869"/>
                  <a:pt x="207706" y="163119"/>
                  <a:pt x="208331" y="161077"/>
                </a:cubicBezTo>
                <a:cubicBezTo>
                  <a:pt x="208956" y="159035"/>
                  <a:pt x="209269" y="154597"/>
                  <a:pt x="209269" y="147763"/>
                </a:cubicBezTo>
                <a:lnTo>
                  <a:pt x="209269" y="97431"/>
                </a:lnTo>
                <a:cubicBezTo>
                  <a:pt x="209269" y="86828"/>
                  <a:pt x="208852" y="80192"/>
                  <a:pt x="208019" y="77523"/>
                </a:cubicBezTo>
                <a:cubicBezTo>
                  <a:pt x="207185" y="74850"/>
                  <a:pt x="205789" y="72763"/>
                  <a:pt x="203831" y="71260"/>
                </a:cubicBezTo>
                <a:cubicBezTo>
                  <a:pt x="201872" y="69758"/>
                  <a:pt x="199768" y="69006"/>
                  <a:pt x="197518" y="69006"/>
                </a:cubicBezTo>
                <a:cubicBezTo>
                  <a:pt x="194184" y="69006"/>
                  <a:pt x="191142" y="69888"/>
                  <a:pt x="188392" y="71651"/>
                </a:cubicBezTo>
                <a:cubicBezTo>
                  <a:pt x="184475" y="74255"/>
                  <a:pt x="180308" y="78708"/>
                  <a:pt x="175891" y="85008"/>
                </a:cubicBezTo>
                <a:lnTo>
                  <a:pt x="175891" y="147763"/>
                </a:lnTo>
                <a:cubicBezTo>
                  <a:pt x="175891" y="156014"/>
                  <a:pt x="176703" y="161452"/>
                  <a:pt x="178328" y="164077"/>
                </a:cubicBezTo>
                <a:cubicBezTo>
                  <a:pt x="179954" y="166702"/>
                  <a:pt x="183350" y="168265"/>
                  <a:pt x="188517" y="168765"/>
                </a:cubicBezTo>
                <a:lnTo>
                  <a:pt x="188517" y="173265"/>
                </a:lnTo>
                <a:lnTo>
                  <a:pt x="128261" y="173265"/>
                </a:lnTo>
                <a:lnTo>
                  <a:pt x="128261" y="168765"/>
                </a:lnTo>
                <a:cubicBezTo>
                  <a:pt x="133179" y="168265"/>
                  <a:pt x="136679" y="166682"/>
                  <a:pt x="138762" y="164015"/>
                </a:cubicBezTo>
                <a:cubicBezTo>
                  <a:pt x="140179" y="162181"/>
                  <a:pt x="140888" y="156764"/>
                  <a:pt x="140888" y="147763"/>
                </a:cubicBezTo>
                <a:lnTo>
                  <a:pt x="140888" y="81757"/>
                </a:lnTo>
                <a:cubicBezTo>
                  <a:pt x="140888" y="72816"/>
                  <a:pt x="140075" y="67249"/>
                  <a:pt x="138450" y="65057"/>
                </a:cubicBezTo>
                <a:cubicBezTo>
                  <a:pt x="136825" y="62864"/>
                  <a:pt x="133429" y="61430"/>
                  <a:pt x="128261" y="60755"/>
                </a:cubicBezTo>
                <a:lnTo>
                  <a:pt x="128261" y="56255"/>
                </a:lnTo>
                <a:lnTo>
                  <a:pt x="175891" y="56255"/>
                </a:lnTo>
                <a:close/>
                <a:moveTo>
                  <a:pt x="360332" y="0"/>
                </a:moveTo>
                <a:cubicBezTo>
                  <a:pt x="365749" y="0"/>
                  <a:pt x="370333" y="1903"/>
                  <a:pt x="374083" y="5708"/>
                </a:cubicBezTo>
                <a:cubicBezTo>
                  <a:pt x="377834" y="9510"/>
                  <a:pt x="379709" y="14087"/>
                  <a:pt x="379709" y="19439"/>
                </a:cubicBezTo>
                <a:cubicBezTo>
                  <a:pt x="379709" y="24791"/>
                  <a:pt x="377813" y="29349"/>
                  <a:pt x="374021" y="33112"/>
                </a:cubicBezTo>
                <a:cubicBezTo>
                  <a:pt x="370229" y="36873"/>
                  <a:pt x="365666" y="38753"/>
                  <a:pt x="360332" y="38753"/>
                </a:cubicBezTo>
                <a:cubicBezTo>
                  <a:pt x="354998" y="38753"/>
                  <a:pt x="350456" y="36873"/>
                  <a:pt x="346706" y="33112"/>
                </a:cubicBezTo>
                <a:cubicBezTo>
                  <a:pt x="342956" y="29349"/>
                  <a:pt x="341080" y="24791"/>
                  <a:pt x="341080" y="19439"/>
                </a:cubicBezTo>
                <a:cubicBezTo>
                  <a:pt x="341080" y="14087"/>
                  <a:pt x="342956" y="9510"/>
                  <a:pt x="346706" y="5708"/>
                </a:cubicBezTo>
                <a:cubicBezTo>
                  <a:pt x="350456" y="1903"/>
                  <a:pt x="354998" y="0"/>
                  <a:pt x="360332" y="0"/>
                </a:cubicBezTo>
                <a:moveTo>
                  <a:pt x="377834" y="56255"/>
                </a:moveTo>
                <a:lnTo>
                  <a:pt x="377834" y="149013"/>
                </a:lnTo>
                <a:cubicBezTo>
                  <a:pt x="377834" y="157264"/>
                  <a:pt x="378792" y="162535"/>
                  <a:pt x="380709" y="164827"/>
                </a:cubicBezTo>
                <a:cubicBezTo>
                  <a:pt x="382626" y="167119"/>
                  <a:pt x="386376" y="168432"/>
                  <a:pt x="391960" y="168765"/>
                </a:cubicBezTo>
                <a:lnTo>
                  <a:pt x="391960" y="173265"/>
                </a:lnTo>
                <a:lnTo>
                  <a:pt x="328829" y="173265"/>
                </a:lnTo>
                <a:lnTo>
                  <a:pt x="328829" y="168765"/>
                </a:lnTo>
                <a:cubicBezTo>
                  <a:pt x="333996" y="168598"/>
                  <a:pt x="337830" y="167098"/>
                  <a:pt x="340330" y="164265"/>
                </a:cubicBezTo>
                <a:cubicBezTo>
                  <a:pt x="341997" y="162348"/>
                  <a:pt x="342830" y="157264"/>
                  <a:pt x="342830" y="149013"/>
                </a:cubicBezTo>
                <a:lnTo>
                  <a:pt x="342830" y="80757"/>
                </a:lnTo>
                <a:cubicBezTo>
                  <a:pt x="342830" y="72402"/>
                  <a:pt x="341872" y="67065"/>
                  <a:pt x="339955" y="64744"/>
                </a:cubicBezTo>
                <a:cubicBezTo>
                  <a:pt x="338038" y="62424"/>
                  <a:pt x="334330" y="61094"/>
                  <a:pt x="328829" y="60755"/>
                </a:cubicBezTo>
                <a:lnTo>
                  <a:pt x="328829" y="56255"/>
                </a:lnTo>
                <a:lnTo>
                  <a:pt x="377834" y="56255"/>
                </a:lnTo>
                <a:close/>
                <a:moveTo>
                  <a:pt x="474367" y="53255"/>
                </a:moveTo>
                <a:lnTo>
                  <a:pt x="476242" y="93258"/>
                </a:lnTo>
                <a:lnTo>
                  <a:pt x="471992" y="93258"/>
                </a:lnTo>
                <a:cubicBezTo>
                  <a:pt x="466908" y="81328"/>
                  <a:pt x="461637" y="73178"/>
                  <a:pt x="456178" y="68811"/>
                </a:cubicBezTo>
                <a:cubicBezTo>
                  <a:pt x="450719" y="64441"/>
                  <a:pt x="445281" y="62256"/>
                  <a:pt x="439864" y="62256"/>
                </a:cubicBezTo>
                <a:cubicBezTo>
                  <a:pt x="436447" y="62256"/>
                  <a:pt x="433530" y="63401"/>
                  <a:pt x="431113" y="65693"/>
                </a:cubicBezTo>
                <a:cubicBezTo>
                  <a:pt x="428696" y="67985"/>
                  <a:pt x="427488" y="70631"/>
                  <a:pt x="427488" y="73632"/>
                </a:cubicBezTo>
                <a:cubicBezTo>
                  <a:pt x="427488" y="75882"/>
                  <a:pt x="428321" y="78049"/>
                  <a:pt x="429988" y="80132"/>
                </a:cubicBezTo>
                <a:cubicBezTo>
                  <a:pt x="432655" y="83549"/>
                  <a:pt x="440114" y="89404"/>
                  <a:pt x="452365" y="97696"/>
                </a:cubicBezTo>
                <a:cubicBezTo>
                  <a:pt x="464616" y="105989"/>
                  <a:pt x="472680" y="113031"/>
                  <a:pt x="476555" y="118823"/>
                </a:cubicBezTo>
                <a:cubicBezTo>
                  <a:pt x="480430" y="124615"/>
                  <a:pt x="482368" y="131095"/>
                  <a:pt x="482368" y="138262"/>
                </a:cubicBezTo>
                <a:cubicBezTo>
                  <a:pt x="482368" y="144763"/>
                  <a:pt x="480743" y="151138"/>
                  <a:pt x="477493" y="157389"/>
                </a:cubicBezTo>
                <a:cubicBezTo>
                  <a:pt x="474242" y="163640"/>
                  <a:pt x="469658" y="168432"/>
                  <a:pt x="463741" y="171765"/>
                </a:cubicBezTo>
                <a:cubicBezTo>
                  <a:pt x="457824" y="175099"/>
                  <a:pt x="451282" y="176766"/>
                  <a:pt x="444115" y="176766"/>
                </a:cubicBezTo>
                <a:cubicBezTo>
                  <a:pt x="438531" y="176766"/>
                  <a:pt x="431072" y="174983"/>
                  <a:pt x="421738" y="171418"/>
                </a:cubicBezTo>
                <a:cubicBezTo>
                  <a:pt x="419237" y="170483"/>
                  <a:pt x="417529" y="170015"/>
                  <a:pt x="416612" y="170015"/>
                </a:cubicBezTo>
                <a:cubicBezTo>
                  <a:pt x="413862" y="170015"/>
                  <a:pt x="411570" y="172099"/>
                  <a:pt x="409736" y="176266"/>
                </a:cubicBezTo>
                <a:lnTo>
                  <a:pt x="405611" y="176266"/>
                </a:lnTo>
                <a:lnTo>
                  <a:pt x="403611" y="134262"/>
                </a:lnTo>
                <a:lnTo>
                  <a:pt x="407861" y="134262"/>
                </a:lnTo>
                <a:cubicBezTo>
                  <a:pt x="411612" y="145263"/>
                  <a:pt x="416758" y="153514"/>
                  <a:pt x="423300" y="159014"/>
                </a:cubicBezTo>
                <a:cubicBezTo>
                  <a:pt x="429842" y="164515"/>
                  <a:pt x="436030" y="167265"/>
                  <a:pt x="441864" y="167265"/>
                </a:cubicBezTo>
                <a:cubicBezTo>
                  <a:pt x="445865" y="167265"/>
                  <a:pt x="449136" y="166036"/>
                  <a:pt x="451678" y="163577"/>
                </a:cubicBezTo>
                <a:cubicBezTo>
                  <a:pt x="454220" y="161119"/>
                  <a:pt x="455491" y="158139"/>
                  <a:pt x="455491" y="154639"/>
                </a:cubicBezTo>
                <a:cubicBezTo>
                  <a:pt x="455491" y="150638"/>
                  <a:pt x="454240" y="147180"/>
                  <a:pt x="451740" y="144263"/>
                </a:cubicBezTo>
                <a:cubicBezTo>
                  <a:pt x="449240" y="141346"/>
                  <a:pt x="443656" y="136929"/>
                  <a:pt x="434989" y="131012"/>
                </a:cubicBezTo>
                <a:cubicBezTo>
                  <a:pt x="422238" y="122178"/>
                  <a:pt x="413987" y="115427"/>
                  <a:pt x="410237" y="110760"/>
                </a:cubicBezTo>
                <a:cubicBezTo>
                  <a:pt x="404736" y="103926"/>
                  <a:pt x="401986" y="96384"/>
                  <a:pt x="401986" y="88133"/>
                </a:cubicBezTo>
                <a:cubicBezTo>
                  <a:pt x="401986" y="79132"/>
                  <a:pt x="405090" y="70985"/>
                  <a:pt x="411299" y="63693"/>
                </a:cubicBezTo>
                <a:cubicBezTo>
                  <a:pt x="417508" y="56401"/>
                  <a:pt x="426488" y="52755"/>
                  <a:pt x="438239" y="52755"/>
                </a:cubicBezTo>
                <a:cubicBezTo>
                  <a:pt x="444573" y="52755"/>
                  <a:pt x="450698" y="54356"/>
                  <a:pt x="456616" y="57560"/>
                </a:cubicBezTo>
                <a:cubicBezTo>
                  <a:pt x="458866" y="58857"/>
                  <a:pt x="460699" y="59505"/>
                  <a:pt x="462116" y="59505"/>
                </a:cubicBezTo>
                <a:cubicBezTo>
                  <a:pt x="463616" y="59505"/>
                  <a:pt x="464825" y="59193"/>
                  <a:pt x="465741" y="58568"/>
                </a:cubicBezTo>
                <a:cubicBezTo>
                  <a:pt x="466658" y="57943"/>
                  <a:pt x="468117" y="56172"/>
                  <a:pt x="470117" y="53255"/>
                </a:cubicBezTo>
                <a:lnTo>
                  <a:pt x="474367" y="53255"/>
                </a:lnTo>
                <a:close/>
                <a:moveTo>
                  <a:pt x="531023" y="0"/>
                </a:moveTo>
                <a:cubicBezTo>
                  <a:pt x="536440" y="0"/>
                  <a:pt x="541023" y="1903"/>
                  <a:pt x="544774" y="5708"/>
                </a:cubicBezTo>
                <a:cubicBezTo>
                  <a:pt x="548524" y="9510"/>
                  <a:pt x="550399" y="14087"/>
                  <a:pt x="550399" y="19439"/>
                </a:cubicBezTo>
                <a:cubicBezTo>
                  <a:pt x="550399" y="24791"/>
                  <a:pt x="548503" y="29349"/>
                  <a:pt x="544711" y="33112"/>
                </a:cubicBezTo>
                <a:cubicBezTo>
                  <a:pt x="540919" y="36873"/>
                  <a:pt x="536356" y="38753"/>
                  <a:pt x="531023" y="38753"/>
                </a:cubicBezTo>
                <a:cubicBezTo>
                  <a:pt x="525689" y="38753"/>
                  <a:pt x="521147" y="36873"/>
                  <a:pt x="517396" y="33112"/>
                </a:cubicBezTo>
                <a:cubicBezTo>
                  <a:pt x="513646" y="29349"/>
                  <a:pt x="511771" y="24791"/>
                  <a:pt x="511771" y="19439"/>
                </a:cubicBezTo>
                <a:cubicBezTo>
                  <a:pt x="511771" y="14087"/>
                  <a:pt x="513646" y="9510"/>
                  <a:pt x="517396" y="5708"/>
                </a:cubicBezTo>
                <a:cubicBezTo>
                  <a:pt x="521147" y="1903"/>
                  <a:pt x="525689" y="0"/>
                  <a:pt x="531023" y="0"/>
                </a:cubicBezTo>
                <a:moveTo>
                  <a:pt x="548524" y="56255"/>
                </a:moveTo>
                <a:lnTo>
                  <a:pt x="548524" y="149013"/>
                </a:lnTo>
                <a:cubicBezTo>
                  <a:pt x="548524" y="157264"/>
                  <a:pt x="549483" y="162535"/>
                  <a:pt x="551399" y="164827"/>
                </a:cubicBezTo>
                <a:cubicBezTo>
                  <a:pt x="553316" y="167119"/>
                  <a:pt x="557067" y="168432"/>
                  <a:pt x="562650" y="168765"/>
                </a:cubicBezTo>
                <a:lnTo>
                  <a:pt x="562650" y="173265"/>
                </a:lnTo>
                <a:lnTo>
                  <a:pt x="499520" y="173265"/>
                </a:lnTo>
                <a:lnTo>
                  <a:pt x="499520" y="168765"/>
                </a:lnTo>
                <a:cubicBezTo>
                  <a:pt x="504687" y="168598"/>
                  <a:pt x="508521" y="167098"/>
                  <a:pt x="511021" y="164265"/>
                </a:cubicBezTo>
                <a:cubicBezTo>
                  <a:pt x="512688" y="162348"/>
                  <a:pt x="513521" y="157264"/>
                  <a:pt x="513521" y="149013"/>
                </a:cubicBezTo>
                <a:lnTo>
                  <a:pt x="513521" y="80757"/>
                </a:lnTo>
                <a:cubicBezTo>
                  <a:pt x="513521" y="72402"/>
                  <a:pt x="512563" y="67065"/>
                  <a:pt x="510646" y="64744"/>
                </a:cubicBezTo>
                <a:cubicBezTo>
                  <a:pt x="508729" y="62424"/>
                  <a:pt x="505020" y="61094"/>
                  <a:pt x="499520" y="60755"/>
                </a:cubicBezTo>
                <a:lnTo>
                  <a:pt x="499520" y="56255"/>
                </a:lnTo>
                <a:lnTo>
                  <a:pt x="548524" y="56255"/>
                </a:lnTo>
                <a:close/>
                <a:moveTo>
                  <a:pt x="618905" y="56255"/>
                </a:moveTo>
                <a:lnTo>
                  <a:pt x="618905" y="71506"/>
                </a:lnTo>
                <a:cubicBezTo>
                  <a:pt x="624905" y="64962"/>
                  <a:pt x="630656" y="60201"/>
                  <a:pt x="636156" y="57224"/>
                </a:cubicBezTo>
                <a:cubicBezTo>
                  <a:pt x="641657" y="54244"/>
                  <a:pt x="647574" y="52755"/>
                  <a:pt x="653908" y="52755"/>
                </a:cubicBezTo>
                <a:cubicBezTo>
                  <a:pt x="661492" y="52755"/>
                  <a:pt x="667784" y="54862"/>
                  <a:pt x="672784" y="59076"/>
                </a:cubicBezTo>
                <a:cubicBezTo>
                  <a:pt x="677785" y="63289"/>
                  <a:pt x="681119" y="68526"/>
                  <a:pt x="682785" y="74784"/>
                </a:cubicBezTo>
                <a:cubicBezTo>
                  <a:pt x="684119" y="79542"/>
                  <a:pt x="684786" y="88681"/>
                  <a:pt x="684786" y="102201"/>
                </a:cubicBezTo>
                <a:lnTo>
                  <a:pt x="684786" y="147763"/>
                </a:lnTo>
                <a:cubicBezTo>
                  <a:pt x="684786" y="156764"/>
                  <a:pt x="685598" y="162369"/>
                  <a:pt x="687223" y="164577"/>
                </a:cubicBezTo>
                <a:cubicBezTo>
                  <a:pt x="688848" y="166786"/>
                  <a:pt x="692245" y="168182"/>
                  <a:pt x="697412" y="168765"/>
                </a:cubicBezTo>
                <a:lnTo>
                  <a:pt x="697412" y="173265"/>
                </a:lnTo>
                <a:lnTo>
                  <a:pt x="638281" y="173265"/>
                </a:lnTo>
                <a:lnTo>
                  <a:pt x="638281" y="168765"/>
                </a:lnTo>
                <a:cubicBezTo>
                  <a:pt x="642698" y="168182"/>
                  <a:pt x="645865" y="166348"/>
                  <a:pt x="647782" y="163265"/>
                </a:cubicBezTo>
                <a:cubicBezTo>
                  <a:pt x="649116" y="161181"/>
                  <a:pt x="649782" y="156014"/>
                  <a:pt x="649782" y="147763"/>
                </a:cubicBezTo>
                <a:lnTo>
                  <a:pt x="649782" y="95759"/>
                </a:lnTo>
                <a:cubicBezTo>
                  <a:pt x="649782" y="86174"/>
                  <a:pt x="649407" y="80132"/>
                  <a:pt x="648657" y="77632"/>
                </a:cubicBezTo>
                <a:cubicBezTo>
                  <a:pt x="647907" y="75132"/>
                  <a:pt x="646636" y="73194"/>
                  <a:pt x="644844" y="71819"/>
                </a:cubicBezTo>
                <a:cubicBezTo>
                  <a:pt x="643053" y="70444"/>
                  <a:pt x="641073" y="69756"/>
                  <a:pt x="638906" y="69756"/>
                </a:cubicBezTo>
                <a:cubicBezTo>
                  <a:pt x="631739" y="69756"/>
                  <a:pt x="625072" y="74923"/>
                  <a:pt x="618905" y="85258"/>
                </a:cubicBezTo>
                <a:lnTo>
                  <a:pt x="618905" y="147763"/>
                </a:lnTo>
                <a:cubicBezTo>
                  <a:pt x="618905" y="156514"/>
                  <a:pt x="619717" y="162056"/>
                  <a:pt x="621342" y="164390"/>
                </a:cubicBezTo>
                <a:cubicBezTo>
                  <a:pt x="622968" y="166723"/>
                  <a:pt x="625989" y="168182"/>
                  <a:pt x="630406" y="168765"/>
                </a:cubicBezTo>
                <a:lnTo>
                  <a:pt x="630406" y="173265"/>
                </a:lnTo>
                <a:lnTo>
                  <a:pt x="571275" y="173265"/>
                </a:lnTo>
                <a:lnTo>
                  <a:pt x="571275" y="168765"/>
                </a:lnTo>
                <a:cubicBezTo>
                  <a:pt x="576193" y="168265"/>
                  <a:pt x="579693" y="166682"/>
                  <a:pt x="581776" y="164015"/>
                </a:cubicBezTo>
                <a:cubicBezTo>
                  <a:pt x="583193" y="162181"/>
                  <a:pt x="583902" y="156764"/>
                  <a:pt x="583902" y="147763"/>
                </a:cubicBezTo>
                <a:lnTo>
                  <a:pt x="583902" y="81757"/>
                </a:lnTo>
                <a:cubicBezTo>
                  <a:pt x="583902" y="72816"/>
                  <a:pt x="583089" y="67249"/>
                  <a:pt x="581464" y="65057"/>
                </a:cubicBezTo>
                <a:cubicBezTo>
                  <a:pt x="579839" y="62864"/>
                  <a:pt x="576443" y="61430"/>
                  <a:pt x="571275" y="60755"/>
                </a:cubicBezTo>
                <a:lnTo>
                  <a:pt x="571275" y="56255"/>
                </a:lnTo>
                <a:lnTo>
                  <a:pt x="618905" y="56255"/>
                </a:lnTo>
                <a:close/>
                <a:moveTo>
                  <a:pt x="782720" y="57755"/>
                </a:moveTo>
                <a:lnTo>
                  <a:pt x="822098" y="57755"/>
                </a:lnTo>
                <a:lnTo>
                  <a:pt x="822098" y="71506"/>
                </a:lnTo>
                <a:lnTo>
                  <a:pt x="799721" y="71506"/>
                </a:lnTo>
                <a:cubicBezTo>
                  <a:pt x="803805" y="75590"/>
                  <a:pt x="806639" y="79299"/>
                  <a:pt x="808222" y="82632"/>
                </a:cubicBezTo>
                <a:cubicBezTo>
                  <a:pt x="810222" y="87133"/>
                  <a:pt x="811222" y="91842"/>
                  <a:pt x="811222" y="96759"/>
                </a:cubicBezTo>
                <a:cubicBezTo>
                  <a:pt x="811222" y="105093"/>
                  <a:pt x="808910" y="112323"/>
                  <a:pt x="804284" y="118448"/>
                </a:cubicBezTo>
                <a:cubicBezTo>
                  <a:pt x="799659" y="124574"/>
                  <a:pt x="793367" y="129366"/>
                  <a:pt x="785408" y="132824"/>
                </a:cubicBezTo>
                <a:cubicBezTo>
                  <a:pt x="777449" y="136283"/>
                  <a:pt x="770385" y="138012"/>
                  <a:pt x="764218" y="138012"/>
                </a:cubicBezTo>
                <a:cubicBezTo>
                  <a:pt x="763718" y="138012"/>
                  <a:pt x="758718" y="137804"/>
                  <a:pt x="749217" y="137387"/>
                </a:cubicBezTo>
                <a:cubicBezTo>
                  <a:pt x="745467" y="137387"/>
                  <a:pt x="742320" y="138610"/>
                  <a:pt x="739779" y="141056"/>
                </a:cubicBezTo>
                <a:cubicBezTo>
                  <a:pt x="737237" y="143501"/>
                  <a:pt x="735966" y="146422"/>
                  <a:pt x="735966" y="149818"/>
                </a:cubicBezTo>
                <a:cubicBezTo>
                  <a:pt x="735966" y="152803"/>
                  <a:pt x="737112" y="155248"/>
                  <a:pt x="739404" y="157155"/>
                </a:cubicBezTo>
                <a:cubicBezTo>
                  <a:pt x="741695" y="159061"/>
                  <a:pt x="745425" y="160014"/>
                  <a:pt x="750592" y="160014"/>
                </a:cubicBezTo>
                <a:lnTo>
                  <a:pt x="772219" y="159764"/>
                </a:lnTo>
                <a:cubicBezTo>
                  <a:pt x="789721" y="159764"/>
                  <a:pt x="801763" y="161685"/>
                  <a:pt x="808347" y="165526"/>
                </a:cubicBezTo>
                <a:cubicBezTo>
                  <a:pt x="817765" y="170868"/>
                  <a:pt x="822473" y="179092"/>
                  <a:pt x="822473" y="190197"/>
                </a:cubicBezTo>
                <a:cubicBezTo>
                  <a:pt x="822473" y="197294"/>
                  <a:pt x="820307" y="203743"/>
                  <a:pt x="815973" y="209546"/>
                </a:cubicBezTo>
                <a:cubicBezTo>
                  <a:pt x="811639" y="215349"/>
                  <a:pt x="805930" y="219628"/>
                  <a:pt x="798846" y="222383"/>
                </a:cubicBezTo>
                <a:cubicBezTo>
                  <a:pt x="788095" y="226475"/>
                  <a:pt x="775719" y="228520"/>
                  <a:pt x="761718" y="228520"/>
                </a:cubicBezTo>
                <a:cubicBezTo>
                  <a:pt x="751217" y="228520"/>
                  <a:pt x="741633" y="227499"/>
                  <a:pt x="732965" y="225458"/>
                </a:cubicBezTo>
                <a:cubicBezTo>
                  <a:pt x="724298" y="223416"/>
                  <a:pt x="718089" y="220581"/>
                  <a:pt x="714339" y="216953"/>
                </a:cubicBezTo>
                <a:cubicBezTo>
                  <a:pt x="710588" y="213328"/>
                  <a:pt x="708713" y="209513"/>
                  <a:pt x="708713" y="205511"/>
                </a:cubicBezTo>
                <a:cubicBezTo>
                  <a:pt x="708713" y="201677"/>
                  <a:pt x="710151" y="198238"/>
                  <a:pt x="713026" y="195193"/>
                </a:cubicBezTo>
                <a:cubicBezTo>
                  <a:pt x="715901" y="192151"/>
                  <a:pt x="721256" y="189589"/>
                  <a:pt x="729090" y="187505"/>
                </a:cubicBezTo>
                <a:cubicBezTo>
                  <a:pt x="718256" y="182171"/>
                  <a:pt x="712839" y="174755"/>
                  <a:pt x="712839" y="165257"/>
                </a:cubicBezTo>
                <a:cubicBezTo>
                  <a:pt x="712839" y="159506"/>
                  <a:pt x="715047" y="153924"/>
                  <a:pt x="719464" y="148509"/>
                </a:cubicBezTo>
                <a:cubicBezTo>
                  <a:pt x="723881" y="143092"/>
                  <a:pt x="730882" y="138383"/>
                  <a:pt x="740466" y="134383"/>
                </a:cubicBezTo>
                <a:cubicBezTo>
                  <a:pt x="729298" y="130294"/>
                  <a:pt x="721214" y="124911"/>
                  <a:pt x="716214" y="118233"/>
                </a:cubicBezTo>
                <a:cubicBezTo>
                  <a:pt x="711214" y="111556"/>
                  <a:pt x="708713" y="103835"/>
                  <a:pt x="708713" y="95071"/>
                </a:cubicBezTo>
                <a:cubicBezTo>
                  <a:pt x="708713" y="83638"/>
                  <a:pt x="713380" y="73727"/>
                  <a:pt x="722715" y="65338"/>
                </a:cubicBezTo>
                <a:cubicBezTo>
                  <a:pt x="732049" y="56949"/>
                  <a:pt x="744050" y="52755"/>
                  <a:pt x="758718" y="52755"/>
                </a:cubicBezTo>
                <a:cubicBezTo>
                  <a:pt x="766468" y="52755"/>
                  <a:pt x="774469" y="54422"/>
                  <a:pt x="782720" y="57755"/>
                </a:cubicBezTo>
                <a:moveTo>
                  <a:pt x="761093" y="60755"/>
                </a:moveTo>
                <a:cubicBezTo>
                  <a:pt x="756259" y="60755"/>
                  <a:pt x="752175" y="63189"/>
                  <a:pt x="748842" y="68057"/>
                </a:cubicBezTo>
                <a:cubicBezTo>
                  <a:pt x="745508" y="72922"/>
                  <a:pt x="743841" y="83009"/>
                  <a:pt x="743841" y="98317"/>
                </a:cubicBezTo>
                <a:cubicBezTo>
                  <a:pt x="743841" y="110712"/>
                  <a:pt x="745487" y="119218"/>
                  <a:pt x="748779" y="123835"/>
                </a:cubicBezTo>
                <a:cubicBezTo>
                  <a:pt x="752071" y="128453"/>
                  <a:pt x="755967" y="130762"/>
                  <a:pt x="760468" y="130762"/>
                </a:cubicBezTo>
                <a:cubicBezTo>
                  <a:pt x="765468" y="130762"/>
                  <a:pt x="769635" y="128474"/>
                  <a:pt x="772969" y="123898"/>
                </a:cubicBezTo>
                <a:cubicBezTo>
                  <a:pt x="776303" y="119322"/>
                  <a:pt x="777969" y="110420"/>
                  <a:pt x="777969" y="97192"/>
                </a:cubicBezTo>
                <a:cubicBezTo>
                  <a:pt x="777969" y="82303"/>
                  <a:pt x="776094" y="72154"/>
                  <a:pt x="772344" y="66744"/>
                </a:cubicBezTo>
                <a:cubicBezTo>
                  <a:pt x="769677" y="62752"/>
                  <a:pt x="765927" y="60755"/>
                  <a:pt x="761093" y="60755"/>
                </a:cubicBezTo>
                <a:moveTo>
                  <a:pt x="753717" y="190517"/>
                </a:moveTo>
                <a:cubicBezTo>
                  <a:pt x="745217" y="190517"/>
                  <a:pt x="739591" y="191223"/>
                  <a:pt x="736841" y="192634"/>
                </a:cubicBezTo>
                <a:cubicBezTo>
                  <a:pt x="732090" y="195205"/>
                  <a:pt x="729715" y="198690"/>
                  <a:pt x="729715" y="203088"/>
                </a:cubicBezTo>
                <a:cubicBezTo>
                  <a:pt x="729715" y="207321"/>
                  <a:pt x="732174" y="211158"/>
                  <a:pt x="737091" y="214601"/>
                </a:cubicBezTo>
                <a:cubicBezTo>
                  <a:pt x="742008" y="218047"/>
                  <a:pt x="751259" y="219770"/>
                  <a:pt x="764843" y="219770"/>
                </a:cubicBezTo>
                <a:cubicBezTo>
                  <a:pt x="776428" y="219770"/>
                  <a:pt x="785533" y="218234"/>
                  <a:pt x="792158" y="215164"/>
                </a:cubicBezTo>
                <a:cubicBezTo>
                  <a:pt x="798784" y="212093"/>
                  <a:pt x="802097" y="207778"/>
                  <a:pt x="802097" y="202217"/>
                </a:cubicBezTo>
                <a:cubicBezTo>
                  <a:pt x="802097" y="200144"/>
                  <a:pt x="801472" y="198402"/>
                  <a:pt x="800221" y="196990"/>
                </a:cubicBezTo>
                <a:cubicBezTo>
                  <a:pt x="797971" y="194500"/>
                  <a:pt x="794575" y="192798"/>
                  <a:pt x="790033" y="191884"/>
                </a:cubicBezTo>
                <a:cubicBezTo>
                  <a:pt x="785491" y="190973"/>
                  <a:pt x="773386" y="190517"/>
                  <a:pt x="753717" y="190517"/>
                </a:cubicBezTo>
                <a:close/>
                <a:moveTo>
                  <a:pt x="974837" y="161389"/>
                </a:moveTo>
                <a:lnTo>
                  <a:pt x="974837" y="204768"/>
                </a:lnTo>
                <a:cubicBezTo>
                  <a:pt x="974837" y="210850"/>
                  <a:pt x="975316" y="214988"/>
                  <a:pt x="976275" y="217183"/>
                </a:cubicBezTo>
                <a:cubicBezTo>
                  <a:pt x="977233" y="219382"/>
                  <a:pt x="978712" y="220987"/>
                  <a:pt x="980712" y="222000"/>
                </a:cubicBezTo>
                <a:cubicBezTo>
                  <a:pt x="982713" y="223013"/>
                  <a:pt x="986630" y="223520"/>
                  <a:pt x="992464" y="223520"/>
                </a:cubicBezTo>
                <a:lnTo>
                  <a:pt x="992464" y="228020"/>
                </a:lnTo>
                <a:lnTo>
                  <a:pt x="925833" y="228020"/>
                </a:lnTo>
                <a:lnTo>
                  <a:pt x="925833" y="223520"/>
                </a:lnTo>
                <a:cubicBezTo>
                  <a:pt x="931000" y="223351"/>
                  <a:pt x="934833" y="221873"/>
                  <a:pt x="937334" y="219086"/>
                </a:cubicBezTo>
                <a:cubicBezTo>
                  <a:pt x="939000" y="217146"/>
                  <a:pt x="939834" y="212123"/>
                  <a:pt x="939834" y="204018"/>
                </a:cubicBezTo>
                <a:lnTo>
                  <a:pt x="939834" y="80757"/>
                </a:lnTo>
                <a:cubicBezTo>
                  <a:pt x="939834" y="72402"/>
                  <a:pt x="938875" y="67065"/>
                  <a:pt x="936959" y="64744"/>
                </a:cubicBezTo>
                <a:cubicBezTo>
                  <a:pt x="935042" y="62424"/>
                  <a:pt x="931333" y="61094"/>
                  <a:pt x="925833" y="60755"/>
                </a:cubicBezTo>
                <a:lnTo>
                  <a:pt x="925833" y="56255"/>
                </a:lnTo>
                <a:lnTo>
                  <a:pt x="974837" y="56255"/>
                </a:lnTo>
                <a:lnTo>
                  <a:pt x="974837" y="71631"/>
                </a:lnTo>
                <a:cubicBezTo>
                  <a:pt x="978921" y="65631"/>
                  <a:pt x="983088" y="61297"/>
                  <a:pt x="987338" y="58630"/>
                </a:cubicBezTo>
                <a:cubicBezTo>
                  <a:pt x="993422" y="54713"/>
                  <a:pt x="1000048" y="52755"/>
                  <a:pt x="1007215" y="52755"/>
                </a:cubicBezTo>
                <a:cubicBezTo>
                  <a:pt x="1015799" y="52755"/>
                  <a:pt x="1023612" y="55466"/>
                  <a:pt x="1030654" y="60888"/>
                </a:cubicBezTo>
                <a:cubicBezTo>
                  <a:pt x="1037697" y="66311"/>
                  <a:pt x="1043051" y="73798"/>
                  <a:pt x="1046718" y="83351"/>
                </a:cubicBezTo>
                <a:cubicBezTo>
                  <a:pt x="1050385" y="92904"/>
                  <a:pt x="1052219" y="103186"/>
                  <a:pt x="1052219" y="114198"/>
                </a:cubicBezTo>
                <a:cubicBezTo>
                  <a:pt x="1052219" y="126042"/>
                  <a:pt x="1050323" y="136866"/>
                  <a:pt x="1046531" y="146669"/>
                </a:cubicBezTo>
                <a:cubicBezTo>
                  <a:pt x="1042739" y="156472"/>
                  <a:pt x="1037238" y="163939"/>
                  <a:pt x="1030029" y="169070"/>
                </a:cubicBezTo>
                <a:cubicBezTo>
                  <a:pt x="1022820" y="174200"/>
                  <a:pt x="1014799" y="176766"/>
                  <a:pt x="1005965" y="176766"/>
                </a:cubicBezTo>
                <a:cubicBezTo>
                  <a:pt x="999548" y="176766"/>
                  <a:pt x="993547" y="175349"/>
                  <a:pt x="987963" y="172515"/>
                </a:cubicBezTo>
                <a:cubicBezTo>
                  <a:pt x="983796" y="170349"/>
                  <a:pt x="979421" y="166640"/>
                  <a:pt x="974837" y="161389"/>
                </a:cubicBezTo>
                <a:moveTo>
                  <a:pt x="974837" y="148744"/>
                </a:moveTo>
                <a:cubicBezTo>
                  <a:pt x="982004" y="158924"/>
                  <a:pt x="989672" y="164015"/>
                  <a:pt x="997839" y="164015"/>
                </a:cubicBezTo>
                <a:cubicBezTo>
                  <a:pt x="1002339" y="164015"/>
                  <a:pt x="1006048" y="161637"/>
                  <a:pt x="1008965" y="156881"/>
                </a:cubicBezTo>
                <a:cubicBezTo>
                  <a:pt x="1013299" y="149870"/>
                  <a:pt x="1015466" y="136517"/>
                  <a:pt x="1015466" y="116823"/>
                </a:cubicBezTo>
                <a:cubicBezTo>
                  <a:pt x="1015466" y="96628"/>
                  <a:pt x="1013090" y="82817"/>
                  <a:pt x="1008340" y="75390"/>
                </a:cubicBezTo>
                <a:cubicBezTo>
                  <a:pt x="1005173" y="70467"/>
                  <a:pt x="1000923" y="68006"/>
                  <a:pt x="995589" y="68006"/>
                </a:cubicBezTo>
                <a:cubicBezTo>
                  <a:pt x="987171" y="68006"/>
                  <a:pt x="980254" y="74098"/>
                  <a:pt x="974837" y="86281"/>
                </a:cubicBezTo>
                <a:lnTo>
                  <a:pt x="974837" y="148744"/>
                </a:lnTo>
                <a:close/>
                <a:moveTo>
                  <a:pt x="1120425" y="3750"/>
                </a:moveTo>
                <a:lnTo>
                  <a:pt x="1120425" y="149013"/>
                </a:lnTo>
                <a:cubicBezTo>
                  <a:pt x="1120425" y="157264"/>
                  <a:pt x="1121383" y="162535"/>
                  <a:pt x="1123300" y="164827"/>
                </a:cubicBezTo>
                <a:cubicBezTo>
                  <a:pt x="1125217" y="167119"/>
                  <a:pt x="1128967" y="168432"/>
                  <a:pt x="1134551" y="168765"/>
                </a:cubicBezTo>
                <a:lnTo>
                  <a:pt x="1134551" y="173265"/>
                </a:lnTo>
                <a:lnTo>
                  <a:pt x="1071420" y="173265"/>
                </a:lnTo>
                <a:lnTo>
                  <a:pt x="1071420" y="168765"/>
                </a:lnTo>
                <a:cubicBezTo>
                  <a:pt x="1076588" y="168598"/>
                  <a:pt x="1080421" y="167098"/>
                  <a:pt x="1082921" y="164265"/>
                </a:cubicBezTo>
                <a:cubicBezTo>
                  <a:pt x="1084588" y="162348"/>
                  <a:pt x="1085422" y="157264"/>
                  <a:pt x="1085422" y="149013"/>
                </a:cubicBezTo>
                <a:lnTo>
                  <a:pt x="1085422" y="28002"/>
                </a:lnTo>
                <a:cubicBezTo>
                  <a:pt x="1085422" y="19783"/>
                  <a:pt x="1084463" y="14521"/>
                  <a:pt x="1082546" y="12216"/>
                </a:cubicBezTo>
                <a:cubicBezTo>
                  <a:pt x="1080630" y="9908"/>
                  <a:pt x="1076921" y="8587"/>
                  <a:pt x="1071420" y="8251"/>
                </a:cubicBezTo>
                <a:lnTo>
                  <a:pt x="1071420" y="3750"/>
                </a:lnTo>
                <a:lnTo>
                  <a:pt x="1120425" y="3750"/>
                </a:lnTo>
                <a:close/>
                <a:moveTo>
                  <a:pt x="1207458" y="156014"/>
                </a:moveTo>
                <a:cubicBezTo>
                  <a:pt x="1193206" y="168682"/>
                  <a:pt x="1180414" y="175016"/>
                  <a:pt x="1169079" y="175016"/>
                </a:cubicBezTo>
                <a:cubicBezTo>
                  <a:pt x="1162412" y="175016"/>
                  <a:pt x="1156870" y="172821"/>
                  <a:pt x="1152453" y="168433"/>
                </a:cubicBezTo>
                <a:cubicBezTo>
                  <a:pt x="1148036" y="164042"/>
                  <a:pt x="1145827" y="158544"/>
                  <a:pt x="1145827" y="151939"/>
                </a:cubicBezTo>
                <a:cubicBezTo>
                  <a:pt x="1145827" y="142991"/>
                  <a:pt x="1149661" y="134942"/>
                  <a:pt x="1157328" y="127793"/>
                </a:cubicBezTo>
                <a:cubicBezTo>
                  <a:pt x="1164996" y="120644"/>
                  <a:pt x="1181705" y="111132"/>
                  <a:pt x="1207458" y="99259"/>
                </a:cubicBezTo>
                <a:lnTo>
                  <a:pt x="1207458" y="87508"/>
                </a:lnTo>
                <a:cubicBezTo>
                  <a:pt x="1207458" y="78674"/>
                  <a:pt x="1206978" y="73111"/>
                  <a:pt x="1206020" y="70819"/>
                </a:cubicBezTo>
                <a:cubicBezTo>
                  <a:pt x="1205062" y="68527"/>
                  <a:pt x="1203249" y="66527"/>
                  <a:pt x="1200582" y="64818"/>
                </a:cubicBezTo>
                <a:cubicBezTo>
                  <a:pt x="1197915" y="63110"/>
                  <a:pt x="1194915" y="62256"/>
                  <a:pt x="1191581" y="62256"/>
                </a:cubicBezTo>
                <a:cubicBezTo>
                  <a:pt x="1186164" y="62256"/>
                  <a:pt x="1181705" y="63464"/>
                  <a:pt x="1178205" y="65881"/>
                </a:cubicBezTo>
                <a:cubicBezTo>
                  <a:pt x="1176038" y="67381"/>
                  <a:pt x="1174955" y="69131"/>
                  <a:pt x="1174955" y="71131"/>
                </a:cubicBezTo>
                <a:cubicBezTo>
                  <a:pt x="1174955" y="72882"/>
                  <a:pt x="1176122" y="75048"/>
                  <a:pt x="1178455" y="77632"/>
                </a:cubicBezTo>
                <a:cubicBezTo>
                  <a:pt x="1181622" y="81216"/>
                  <a:pt x="1183205" y="84674"/>
                  <a:pt x="1183205" y="88008"/>
                </a:cubicBezTo>
                <a:cubicBezTo>
                  <a:pt x="1183205" y="92092"/>
                  <a:pt x="1181684" y="95571"/>
                  <a:pt x="1178643" y="98446"/>
                </a:cubicBezTo>
                <a:cubicBezTo>
                  <a:pt x="1175601" y="101322"/>
                  <a:pt x="1171621" y="102759"/>
                  <a:pt x="1166704" y="102759"/>
                </a:cubicBezTo>
                <a:cubicBezTo>
                  <a:pt x="1161454" y="102759"/>
                  <a:pt x="1157057" y="101176"/>
                  <a:pt x="1153515" y="98009"/>
                </a:cubicBezTo>
                <a:cubicBezTo>
                  <a:pt x="1149973" y="94842"/>
                  <a:pt x="1148202" y="91133"/>
                  <a:pt x="1148202" y="86883"/>
                </a:cubicBezTo>
                <a:cubicBezTo>
                  <a:pt x="1148202" y="80882"/>
                  <a:pt x="1150578" y="75153"/>
                  <a:pt x="1155328" y="69694"/>
                </a:cubicBezTo>
                <a:cubicBezTo>
                  <a:pt x="1160078" y="64235"/>
                  <a:pt x="1166704" y="60047"/>
                  <a:pt x="1175205" y="57130"/>
                </a:cubicBezTo>
                <a:cubicBezTo>
                  <a:pt x="1183706" y="54213"/>
                  <a:pt x="1192540" y="52755"/>
                  <a:pt x="1201707" y="52755"/>
                </a:cubicBezTo>
                <a:cubicBezTo>
                  <a:pt x="1212791" y="52755"/>
                  <a:pt x="1221563" y="55116"/>
                  <a:pt x="1228022" y="59837"/>
                </a:cubicBezTo>
                <a:cubicBezTo>
                  <a:pt x="1234481" y="64557"/>
                  <a:pt x="1238669" y="69673"/>
                  <a:pt x="1240586" y="75186"/>
                </a:cubicBezTo>
                <a:cubicBezTo>
                  <a:pt x="1241752" y="78695"/>
                  <a:pt x="1242336" y="86755"/>
                  <a:pt x="1242336" y="99368"/>
                </a:cubicBezTo>
                <a:lnTo>
                  <a:pt x="1242336" y="144853"/>
                </a:lnTo>
                <a:cubicBezTo>
                  <a:pt x="1242336" y="150200"/>
                  <a:pt x="1242544" y="153563"/>
                  <a:pt x="1242961" y="154944"/>
                </a:cubicBezTo>
                <a:cubicBezTo>
                  <a:pt x="1243378" y="156321"/>
                  <a:pt x="1244003" y="157345"/>
                  <a:pt x="1244836" y="158014"/>
                </a:cubicBezTo>
                <a:cubicBezTo>
                  <a:pt x="1245669" y="158681"/>
                  <a:pt x="1246628" y="159014"/>
                  <a:pt x="1247711" y="159014"/>
                </a:cubicBezTo>
                <a:cubicBezTo>
                  <a:pt x="1249878" y="159014"/>
                  <a:pt x="1252087" y="157472"/>
                  <a:pt x="1254337" y="154389"/>
                </a:cubicBezTo>
                <a:lnTo>
                  <a:pt x="1258087" y="157389"/>
                </a:lnTo>
                <a:cubicBezTo>
                  <a:pt x="1253920" y="163556"/>
                  <a:pt x="1249607" y="168036"/>
                  <a:pt x="1245148" y="170828"/>
                </a:cubicBezTo>
                <a:cubicBezTo>
                  <a:pt x="1240690" y="173620"/>
                  <a:pt x="1235627" y="175016"/>
                  <a:pt x="1229960" y="175016"/>
                </a:cubicBezTo>
                <a:cubicBezTo>
                  <a:pt x="1223292" y="175016"/>
                  <a:pt x="1218084" y="173443"/>
                  <a:pt x="1214333" y="170296"/>
                </a:cubicBezTo>
                <a:cubicBezTo>
                  <a:pt x="1210583" y="167150"/>
                  <a:pt x="1208291" y="162389"/>
                  <a:pt x="1207458" y="156014"/>
                </a:cubicBezTo>
                <a:moveTo>
                  <a:pt x="1207458" y="146763"/>
                </a:moveTo>
                <a:lnTo>
                  <a:pt x="1207458" y="107658"/>
                </a:lnTo>
                <a:cubicBezTo>
                  <a:pt x="1197373" y="113604"/>
                  <a:pt x="1189873" y="119969"/>
                  <a:pt x="1184956" y="126753"/>
                </a:cubicBezTo>
                <a:cubicBezTo>
                  <a:pt x="1181705" y="131275"/>
                  <a:pt x="1180080" y="135839"/>
                  <a:pt x="1180080" y="140446"/>
                </a:cubicBezTo>
                <a:cubicBezTo>
                  <a:pt x="1180080" y="144298"/>
                  <a:pt x="1181455" y="147690"/>
                  <a:pt x="1184206" y="150623"/>
                </a:cubicBezTo>
                <a:cubicBezTo>
                  <a:pt x="1186289" y="152883"/>
                  <a:pt x="1189206" y="154014"/>
                  <a:pt x="1192956" y="154014"/>
                </a:cubicBezTo>
                <a:cubicBezTo>
                  <a:pt x="1197123" y="154014"/>
                  <a:pt x="1201957" y="151597"/>
                  <a:pt x="1207458" y="146763"/>
                </a:cubicBezTo>
                <a:close/>
                <a:moveTo>
                  <a:pt x="1310166" y="56255"/>
                </a:moveTo>
                <a:lnTo>
                  <a:pt x="1310166" y="71506"/>
                </a:lnTo>
                <a:cubicBezTo>
                  <a:pt x="1316167" y="64962"/>
                  <a:pt x="1321917" y="60201"/>
                  <a:pt x="1327418" y="57224"/>
                </a:cubicBezTo>
                <a:cubicBezTo>
                  <a:pt x="1332918" y="54244"/>
                  <a:pt x="1338836" y="52755"/>
                  <a:pt x="1345170" y="52755"/>
                </a:cubicBezTo>
                <a:cubicBezTo>
                  <a:pt x="1352754" y="52755"/>
                  <a:pt x="1359046" y="54862"/>
                  <a:pt x="1364046" y="59076"/>
                </a:cubicBezTo>
                <a:cubicBezTo>
                  <a:pt x="1369047" y="63289"/>
                  <a:pt x="1372380" y="68526"/>
                  <a:pt x="1374047" y="74784"/>
                </a:cubicBezTo>
                <a:cubicBezTo>
                  <a:pt x="1375381" y="79542"/>
                  <a:pt x="1376047" y="88681"/>
                  <a:pt x="1376047" y="102201"/>
                </a:cubicBezTo>
                <a:lnTo>
                  <a:pt x="1376047" y="147763"/>
                </a:lnTo>
                <a:cubicBezTo>
                  <a:pt x="1376047" y="156764"/>
                  <a:pt x="1376860" y="162369"/>
                  <a:pt x="1378485" y="164577"/>
                </a:cubicBezTo>
                <a:cubicBezTo>
                  <a:pt x="1380110" y="166786"/>
                  <a:pt x="1383506" y="168182"/>
                  <a:pt x="1388673" y="168765"/>
                </a:cubicBezTo>
                <a:lnTo>
                  <a:pt x="1388673" y="173265"/>
                </a:lnTo>
                <a:lnTo>
                  <a:pt x="1329543" y="173265"/>
                </a:lnTo>
                <a:lnTo>
                  <a:pt x="1329543" y="168765"/>
                </a:lnTo>
                <a:cubicBezTo>
                  <a:pt x="1333960" y="168182"/>
                  <a:pt x="1337127" y="166348"/>
                  <a:pt x="1339044" y="163265"/>
                </a:cubicBezTo>
                <a:cubicBezTo>
                  <a:pt x="1340377" y="161181"/>
                  <a:pt x="1341044" y="156014"/>
                  <a:pt x="1341044" y="147763"/>
                </a:cubicBezTo>
                <a:lnTo>
                  <a:pt x="1341044" y="95759"/>
                </a:lnTo>
                <a:cubicBezTo>
                  <a:pt x="1341044" y="86174"/>
                  <a:pt x="1340669" y="80132"/>
                  <a:pt x="1339919" y="77632"/>
                </a:cubicBezTo>
                <a:cubicBezTo>
                  <a:pt x="1339169" y="75132"/>
                  <a:pt x="1337898" y="73194"/>
                  <a:pt x="1336106" y="71819"/>
                </a:cubicBezTo>
                <a:cubicBezTo>
                  <a:pt x="1334314" y="70444"/>
                  <a:pt x="1332335" y="69756"/>
                  <a:pt x="1330168" y="69756"/>
                </a:cubicBezTo>
                <a:cubicBezTo>
                  <a:pt x="1323001" y="69756"/>
                  <a:pt x="1316334" y="74923"/>
                  <a:pt x="1310166" y="85258"/>
                </a:cubicBezTo>
                <a:lnTo>
                  <a:pt x="1310166" y="147763"/>
                </a:lnTo>
                <a:cubicBezTo>
                  <a:pt x="1310166" y="156514"/>
                  <a:pt x="1310979" y="162056"/>
                  <a:pt x="1312604" y="164390"/>
                </a:cubicBezTo>
                <a:cubicBezTo>
                  <a:pt x="1314229" y="166723"/>
                  <a:pt x="1317250" y="168182"/>
                  <a:pt x="1321667" y="168765"/>
                </a:cubicBezTo>
                <a:lnTo>
                  <a:pt x="1321667" y="173265"/>
                </a:lnTo>
                <a:lnTo>
                  <a:pt x="1262537" y="173265"/>
                </a:lnTo>
                <a:lnTo>
                  <a:pt x="1262537" y="168765"/>
                </a:lnTo>
                <a:cubicBezTo>
                  <a:pt x="1267454" y="168265"/>
                  <a:pt x="1270955" y="166682"/>
                  <a:pt x="1273038" y="164015"/>
                </a:cubicBezTo>
                <a:cubicBezTo>
                  <a:pt x="1274455" y="162181"/>
                  <a:pt x="1275163" y="156764"/>
                  <a:pt x="1275163" y="147763"/>
                </a:cubicBezTo>
                <a:lnTo>
                  <a:pt x="1275163" y="81757"/>
                </a:lnTo>
                <a:cubicBezTo>
                  <a:pt x="1275163" y="72816"/>
                  <a:pt x="1274351" y="67249"/>
                  <a:pt x="1272726" y="65057"/>
                </a:cubicBezTo>
                <a:cubicBezTo>
                  <a:pt x="1271100" y="62864"/>
                  <a:pt x="1267704" y="61430"/>
                  <a:pt x="1262537" y="60755"/>
                </a:cubicBezTo>
                <a:lnTo>
                  <a:pt x="1262537" y="56255"/>
                </a:lnTo>
                <a:lnTo>
                  <a:pt x="1310166" y="56255"/>
                </a:lnTo>
                <a:close/>
                <a:moveTo>
                  <a:pt x="1472857" y="53255"/>
                </a:moveTo>
                <a:lnTo>
                  <a:pt x="1474732" y="93258"/>
                </a:lnTo>
                <a:lnTo>
                  <a:pt x="1470482" y="93258"/>
                </a:lnTo>
                <a:cubicBezTo>
                  <a:pt x="1465398" y="81328"/>
                  <a:pt x="1460127" y="73178"/>
                  <a:pt x="1454668" y="68811"/>
                </a:cubicBezTo>
                <a:cubicBezTo>
                  <a:pt x="1449209" y="64441"/>
                  <a:pt x="1443771" y="62256"/>
                  <a:pt x="1438354" y="62256"/>
                </a:cubicBezTo>
                <a:cubicBezTo>
                  <a:pt x="1434937" y="62256"/>
                  <a:pt x="1432020" y="63401"/>
                  <a:pt x="1429603" y="65693"/>
                </a:cubicBezTo>
                <a:cubicBezTo>
                  <a:pt x="1427186" y="67985"/>
                  <a:pt x="1425978" y="70631"/>
                  <a:pt x="1425978" y="73632"/>
                </a:cubicBezTo>
                <a:cubicBezTo>
                  <a:pt x="1425978" y="75882"/>
                  <a:pt x="1426811" y="78049"/>
                  <a:pt x="1428478" y="80132"/>
                </a:cubicBezTo>
                <a:cubicBezTo>
                  <a:pt x="1431145" y="83549"/>
                  <a:pt x="1438604" y="89404"/>
                  <a:pt x="1450855" y="97696"/>
                </a:cubicBezTo>
                <a:cubicBezTo>
                  <a:pt x="1463106" y="105989"/>
                  <a:pt x="1471169" y="113031"/>
                  <a:pt x="1475045" y="118823"/>
                </a:cubicBezTo>
                <a:cubicBezTo>
                  <a:pt x="1478920" y="124615"/>
                  <a:pt x="1480858" y="131095"/>
                  <a:pt x="1480858" y="138262"/>
                </a:cubicBezTo>
                <a:cubicBezTo>
                  <a:pt x="1480858" y="144763"/>
                  <a:pt x="1479232" y="151138"/>
                  <a:pt x="1475982" y="157389"/>
                </a:cubicBezTo>
                <a:cubicBezTo>
                  <a:pt x="1472732" y="163640"/>
                  <a:pt x="1468148" y="168432"/>
                  <a:pt x="1462231" y="171765"/>
                </a:cubicBezTo>
                <a:cubicBezTo>
                  <a:pt x="1456314" y="175099"/>
                  <a:pt x="1449772" y="176766"/>
                  <a:pt x="1442604" y="176766"/>
                </a:cubicBezTo>
                <a:cubicBezTo>
                  <a:pt x="1437020" y="176766"/>
                  <a:pt x="1429561" y="174983"/>
                  <a:pt x="1420227" y="171418"/>
                </a:cubicBezTo>
                <a:cubicBezTo>
                  <a:pt x="1417727" y="170483"/>
                  <a:pt x="1416018" y="170015"/>
                  <a:pt x="1415102" y="170015"/>
                </a:cubicBezTo>
                <a:cubicBezTo>
                  <a:pt x="1412351" y="170015"/>
                  <a:pt x="1410060" y="172099"/>
                  <a:pt x="1408226" y="176266"/>
                </a:cubicBezTo>
                <a:lnTo>
                  <a:pt x="1404101" y="176266"/>
                </a:lnTo>
                <a:lnTo>
                  <a:pt x="1402101" y="134262"/>
                </a:lnTo>
                <a:lnTo>
                  <a:pt x="1406351" y="134262"/>
                </a:lnTo>
                <a:cubicBezTo>
                  <a:pt x="1410101" y="145263"/>
                  <a:pt x="1415248" y="153514"/>
                  <a:pt x="1421790" y="159014"/>
                </a:cubicBezTo>
                <a:cubicBezTo>
                  <a:pt x="1428332" y="164515"/>
                  <a:pt x="1434520" y="167265"/>
                  <a:pt x="1440354" y="167265"/>
                </a:cubicBezTo>
                <a:cubicBezTo>
                  <a:pt x="1444354" y="167265"/>
                  <a:pt x="1447625" y="166036"/>
                  <a:pt x="1450167" y="163577"/>
                </a:cubicBezTo>
                <a:cubicBezTo>
                  <a:pt x="1452709" y="161119"/>
                  <a:pt x="1453980" y="158139"/>
                  <a:pt x="1453980" y="154639"/>
                </a:cubicBezTo>
                <a:cubicBezTo>
                  <a:pt x="1453980" y="150638"/>
                  <a:pt x="1452730" y="147180"/>
                  <a:pt x="1450230" y="144263"/>
                </a:cubicBezTo>
                <a:cubicBezTo>
                  <a:pt x="1447730" y="141346"/>
                  <a:pt x="1442146" y="136929"/>
                  <a:pt x="1433478" y="131012"/>
                </a:cubicBezTo>
                <a:cubicBezTo>
                  <a:pt x="1420727" y="122178"/>
                  <a:pt x="1412477" y="115427"/>
                  <a:pt x="1408726" y="110760"/>
                </a:cubicBezTo>
                <a:cubicBezTo>
                  <a:pt x="1403226" y="103926"/>
                  <a:pt x="1400475" y="96384"/>
                  <a:pt x="1400475" y="88133"/>
                </a:cubicBezTo>
                <a:cubicBezTo>
                  <a:pt x="1400475" y="79132"/>
                  <a:pt x="1403580" y="70985"/>
                  <a:pt x="1409789" y="63693"/>
                </a:cubicBezTo>
                <a:cubicBezTo>
                  <a:pt x="1415998" y="56401"/>
                  <a:pt x="1424978" y="52755"/>
                  <a:pt x="1436729" y="52755"/>
                </a:cubicBezTo>
                <a:cubicBezTo>
                  <a:pt x="1443063" y="52755"/>
                  <a:pt x="1449188" y="54356"/>
                  <a:pt x="1455105" y="57560"/>
                </a:cubicBezTo>
                <a:cubicBezTo>
                  <a:pt x="1457356" y="58857"/>
                  <a:pt x="1459189" y="59505"/>
                  <a:pt x="1460606" y="59505"/>
                </a:cubicBezTo>
                <a:cubicBezTo>
                  <a:pt x="1462106" y="59505"/>
                  <a:pt x="1463314" y="59193"/>
                  <a:pt x="1464231" y="58568"/>
                </a:cubicBezTo>
                <a:cubicBezTo>
                  <a:pt x="1465148" y="57943"/>
                  <a:pt x="1466606" y="56172"/>
                  <a:pt x="1468607" y="53255"/>
                </a:cubicBezTo>
                <a:lnTo>
                  <a:pt x="1472857" y="53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827FC-5E1F-40EE-B6BE-7AF90C8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2" y="5697694"/>
            <a:ext cx="1587342" cy="332830"/>
          </a:xfrm>
          <a:custGeom xmlns:a="http://schemas.openxmlformats.org/drawingml/2006/main">
            <a:pathLst>
              <a:path w="1587342" h="332830">
                <a:moveTo>
                  <a:pt x="0" y="166415"/>
                </a:moveTo>
                <a:cubicBezTo>
                  <a:pt x="0" y="74503"/>
                  <a:pt x="74503" y="0"/>
                  <a:pt x="166415" y="0"/>
                </a:cubicBezTo>
                <a:lnTo>
                  <a:pt x="1420927" y="0"/>
                </a:lnTo>
                <a:cubicBezTo>
                  <a:pt x="1512839" y="0"/>
                  <a:pt x="1587342" y="74503"/>
                  <a:pt x="1587342" y="166415"/>
                </a:cubicBezTo>
                <a:cubicBezTo>
                  <a:pt x="1587342" y="258327"/>
                  <a:pt x="1512839" y="332830"/>
                  <a:pt x="1420927" y="332830"/>
                </a:cubicBezTo>
                <a:lnTo>
                  <a:pt x="166415" y="332830"/>
                </a:lnTo>
                <a:cubicBezTo>
                  <a:pt x="74503" y="332830"/>
                  <a:pt x="0" y="258327"/>
                  <a:pt x="0" y="166415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33043E8C-547D-43E8-B87E-18CCC7F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06" y="5795891"/>
            <a:ext cx="1054369" cy="190434"/>
          </a:xfrm>
          <a:custGeom xmlns:a="http://schemas.openxmlformats.org/drawingml/2006/main">
            <a:pathLst>
              <a:path w="1054369" h="190434">
                <a:moveTo>
                  <a:pt x="53859" y="11251"/>
                </a:moveTo>
                <a:lnTo>
                  <a:pt x="53859" y="68548"/>
                </a:lnTo>
                <a:lnTo>
                  <a:pt x="56672" y="68548"/>
                </a:lnTo>
                <a:cubicBezTo>
                  <a:pt x="65631" y="68548"/>
                  <a:pt x="72124" y="65735"/>
                  <a:pt x="76153" y="60110"/>
                </a:cubicBezTo>
                <a:cubicBezTo>
                  <a:pt x="80181" y="54484"/>
                  <a:pt x="82750" y="46185"/>
                  <a:pt x="83862" y="35211"/>
                </a:cubicBezTo>
                <a:lnTo>
                  <a:pt x="87820" y="35211"/>
                </a:lnTo>
                <a:lnTo>
                  <a:pt x="87820" y="109385"/>
                </a:lnTo>
                <a:lnTo>
                  <a:pt x="83862" y="109385"/>
                </a:lnTo>
                <a:cubicBezTo>
                  <a:pt x="83028" y="101302"/>
                  <a:pt x="81275" y="94684"/>
                  <a:pt x="78601" y="89529"/>
                </a:cubicBezTo>
                <a:cubicBezTo>
                  <a:pt x="75927" y="84373"/>
                  <a:pt x="72819" y="80907"/>
                  <a:pt x="69277" y="79131"/>
                </a:cubicBezTo>
                <a:cubicBezTo>
                  <a:pt x="65735" y="77354"/>
                  <a:pt x="60596" y="76465"/>
                  <a:pt x="53859" y="76465"/>
                </a:cubicBezTo>
                <a:lnTo>
                  <a:pt x="53859" y="116260"/>
                </a:lnTo>
                <a:cubicBezTo>
                  <a:pt x="53859" y="124039"/>
                  <a:pt x="54189" y="128796"/>
                  <a:pt x="54849" y="130532"/>
                </a:cubicBezTo>
                <a:cubicBezTo>
                  <a:pt x="55508" y="132269"/>
                  <a:pt x="56741" y="133692"/>
                  <a:pt x="58547" y="134804"/>
                </a:cubicBezTo>
                <a:cubicBezTo>
                  <a:pt x="60353" y="135915"/>
                  <a:pt x="63270" y="136471"/>
                  <a:pt x="67298" y="136471"/>
                </a:cubicBezTo>
                <a:lnTo>
                  <a:pt x="75736" y="136471"/>
                </a:lnTo>
                <a:cubicBezTo>
                  <a:pt x="88932" y="136471"/>
                  <a:pt x="99505" y="133432"/>
                  <a:pt x="107458" y="127355"/>
                </a:cubicBezTo>
                <a:cubicBezTo>
                  <a:pt x="115410" y="121278"/>
                  <a:pt x="121122" y="111989"/>
                  <a:pt x="124594" y="99488"/>
                </a:cubicBezTo>
                <a:lnTo>
                  <a:pt x="128449" y="99488"/>
                </a:lnTo>
                <a:lnTo>
                  <a:pt x="122094" y="144388"/>
                </a:lnTo>
                <a:lnTo>
                  <a:pt x="0" y="144388"/>
                </a:lnTo>
                <a:lnTo>
                  <a:pt x="0" y="140638"/>
                </a:lnTo>
                <a:lnTo>
                  <a:pt x="4688" y="140638"/>
                </a:lnTo>
                <a:cubicBezTo>
                  <a:pt x="8786" y="140638"/>
                  <a:pt x="12084" y="139905"/>
                  <a:pt x="14585" y="138440"/>
                </a:cubicBezTo>
                <a:cubicBezTo>
                  <a:pt x="16390" y="137461"/>
                  <a:pt x="17779" y="135786"/>
                  <a:pt x="18752" y="133414"/>
                </a:cubicBezTo>
                <a:cubicBezTo>
                  <a:pt x="19516" y="131738"/>
                  <a:pt x="19898" y="127340"/>
                  <a:pt x="19898" y="120219"/>
                </a:cubicBezTo>
                <a:lnTo>
                  <a:pt x="19898" y="27294"/>
                </a:lnTo>
                <a:cubicBezTo>
                  <a:pt x="19898" y="20872"/>
                  <a:pt x="19724" y="16928"/>
                  <a:pt x="19377" y="15460"/>
                </a:cubicBezTo>
                <a:cubicBezTo>
                  <a:pt x="18682" y="13019"/>
                  <a:pt x="17397" y="11135"/>
                  <a:pt x="15522" y="9809"/>
                </a:cubicBezTo>
                <a:cubicBezTo>
                  <a:pt x="12883" y="7853"/>
                  <a:pt x="9272" y="6876"/>
                  <a:pt x="4688" y="6876"/>
                </a:cubicBezTo>
                <a:lnTo>
                  <a:pt x="0" y="6876"/>
                </a:lnTo>
                <a:lnTo>
                  <a:pt x="0" y="3125"/>
                </a:lnTo>
                <a:lnTo>
                  <a:pt x="118240" y="3125"/>
                </a:lnTo>
                <a:lnTo>
                  <a:pt x="118240" y="45004"/>
                </a:lnTo>
                <a:lnTo>
                  <a:pt x="114281" y="45004"/>
                </a:lnTo>
                <a:cubicBezTo>
                  <a:pt x="112267" y="34762"/>
                  <a:pt x="109437" y="27412"/>
                  <a:pt x="105791" y="22955"/>
                </a:cubicBezTo>
                <a:cubicBezTo>
                  <a:pt x="102145" y="18497"/>
                  <a:pt x="96988" y="15223"/>
                  <a:pt x="90321" y="13133"/>
                </a:cubicBezTo>
                <a:cubicBezTo>
                  <a:pt x="86431" y="11878"/>
                  <a:pt x="79139" y="11251"/>
                  <a:pt x="68444" y="11251"/>
                </a:cubicBezTo>
                <a:lnTo>
                  <a:pt x="53859" y="11251"/>
                </a:lnTo>
                <a:close/>
                <a:moveTo>
                  <a:pt x="188417" y="46879"/>
                </a:moveTo>
                <a:lnTo>
                  <a:pt x="188417" y="59797"/>
                </a:lnTo>
                <a:cubicBezTo>
                  <a:pt x="193765" y="53924"/>
                  <a:pt x="198713" y="49817"/>
                  <a:pt x="203262" y="47475"/>
                </a:cubicBezTo>
                <a:cubicBezTo>
                  <a:pt x="207811" y="45133"/>
                  <a:pt x="212794" y="43962"/>
                  <a:pt x="218211" y="43962"/>
                </a:cubicBezTo>
                <a:cubicBezTo>
                  <a:pt x="224462" y="43962"/>
                  <a:pt x="229705" y="45429"/>
                  <a:pt x="233942" y="48364"/>
                </a:cubicBezTo>
                <a:cubicBezTo>
                  <a:pt x="238178" y="51298"/>
                  <a:pt x="241443" y="55769"/>
                  <a:pt x="243734" y="61776"/>
                </a:cubicBezTo>
                <a:cubicBezTo>
                  <a:pt x="249290" y="55489"/>
                  <a:pt x="254621" y="50949"/>
                  <a:pt x="259725" y="48155"/>
                </a:cubicBezTo>
                <a:cubicBezTo>
                  <a:pt x="264830" y="45360"/>
                  <a:pt x="270160" y="43962"/>
                  <a:pt x="275716" y="43962"/>
                </a:cubicBezTo>
                <a:cubicBezTo>
                  <a:pt x="282453" y="43962"/>
                  <a:pt x="287818" y="45510"/>
                  <a:pt x="291812" y="48605"/>
                </a:cubicBezTo>
                <a:cubicBezTo>
                  <a:pt x="295805" y="51699"/>
                  <a:pt x="298583" y="55629"/>
                  <a:pt x="300146" y="60393"/>
                </a:cubicBezTo>
                <a:cubicBezTo>
                  <a:pt x="301708" y="65157"/>
                  <a:pt x="302490" y="72754"/>
                  <a:pt x="302490" y="83185"/>
                </a:cubicBezTo>
                <a:lnTo>
                  <a:pt x="302490" y="123136"/>
                </a:lnTo>
                <a:cubicBezTo>
                  <a:pt x="302490" y="130637"/>
                  <a:pt x="303167" y="135290"/>
                  <a:pt x="304521" y="137096"/>
                </a:cubicBezTo>
                <a:cubicBezTo>
                  <a:pt x="305875" y="138901"/>
                  <a:pt x="308705" y="140082"/>
                  <a:pt x="313011" y="140638"/>
                </a:cubicBezTo>
                <a:lnTo>
                  <a:pt x="313011" y="144388"/>
                </a:lnTo>
                <a:lnTo>
                  <a:pt x="262694" y="144388"/>
                </a:lnTo>
                <a:lnTo>
                  <a:pt x="262694" y="140638"/>
                </a:lnTo>
                <a:cubicBezTo>
                  <a:pt x="266653" y="140290"/>
                  <a:pt x="269570" y="138762"/>
                  <a:pt x="271445" y="136054"/>
                </a:cubicBezTo>
                <a:cubicBezTo>
                  <a:pt x="272695" y="134179"/>
                  <a:pt x="273320" y="129873"/>
                  <a:pt x="273320" y="123136"/>
                </a:cubicBezTo>
                <a:lnTo>
                  <a:pt x="273320" y="81257"/>
                </a:lnTo>
                <a:cubicBezTo>
                  <a:pt x="273320" y="72576"/>
                  <a:pt x="272973" y="67055"/>
                  <a:pt x="272279" y="64693"/>
                </a:cubicBezTo>
                <a:cubicBezTo>
                  <a:pt x="271584" y="62332"/>
                  <a:pt x="270490" y="60578"/>
                  <a:pt x="268997" y="59432"/>
                </a:cubicBezTo>
                <a:cubicBezTo>
                  <a:pt x="267504" y="58286"/>
                  <a:pt x="265750" y="57713"/>
                  <a:pt x="263736" y="57713"/>
                </a:cubicBezTo>
                <a:cubicBezTo>
                  <a:pt x="260750" y="57713"/>
                  <a:pt x="257729" y="58807"/>
                  <a:pt x="254673" y="60995"/>
                </a:cubicBezTo>
                <a:cubicBezTo>
                  <a:pt x="251617" y="63183"/>
                  <a:pt x="248526" y="66464"/>
                  <a:pt x="245401" y="70840"/>
                </a:cubicBezTo>
                <a:lnTo>
                  <a:pt x="245401" y="123136"/>
                </a:lnTo>
                <a:cubicBezTo>
                  <a:pt x="245401" y="130151"/>
                  <a:pt x="245992" y="134561"/>
                  <a:pt x="247172" y="136366"/>
                </a:cubicBezTo>
                <a:cubicBezTo>
                  <a:pt x="248770" y="138936"/>
                  <a:pt x="251825" y="140360"/>
                  <a:pt x="256340" y="140638"/>
                </a:cubicBezTo>
                <a:lnTo>
                  <a:pt x="256340" y="144388"/>
                </a:lnTo>
                <a:lnTo>
                  <a:pt x="205918" y="144388"/>
                </a:lnTo>
                <a:lnTo>
                  <a:pt x="205918" y="140638"/>
                </a:lnTo>
                <a:cubicBezTo>
                  <a:pt x="208627" y="140499"/>
                  <a:pt x="210763" y="139822"/>
                  <a:pt x="212325" y="138606"/>
                </a:cubicBezTo>
                <a:cubicBezTo>
                  <a:pt x="213888" y="137391"/>
                  <a:pt x="214930" y="135932"/>
                  <a:pt x="215451" y="134231"/>
                </a:cubicBezTo>
                <a:cubicBezTo>
                  <a:pt x="215971" y="132529"/>
                  <a:pt x="216232" y="128831"/>
                  <a:pt x="216232" y="123136"/>
                </a:cubicBezTo>
                <a:lnTo>
                  <a:pt x="216232" y="81192"/>
                </a:lnTo>
                <a:cubicBezTo>
                  <a:pt x="216232" y="72357"/>
                  <a:pt x="215885" y="66827"/>
                  <a:pt x="215190" y="64602"/>
                </a:cubicBezTo>
                <a:cubicBezTo>
                  <a:pt x="214496" y="62375"/>
                  <a:pt x="213332" y="60636"/>
                  <a:pt x="211700" y="59384"/>
                </a:cubicBezTo>
                <a:cubicBezTo>
                  <a:pt x="210068" y="58131"/>
                  <a:pt x="208315" y="57505"/>
                  <a:pt x="206439" y="57505"/>
                </a:cubicBezTo>
                <a:cubicBezTo>
                  <a:pt x="203661" y="57505"/>
                  <a:pt x="201126" y="58240"/>
                  <a:pt x="198835" y="59709"/>
                </a:cubicBezTo>
                <a:cubicBezTo>
                  <a:pt x="195570" y="61879"/>
                  <a:pt x="192098" y="65590"/>
                  <a:pt x="188417" y="70840"/>
                </a:cubicBezTo>
                <a:lnTo>
                  <a:pt x="188417" y="123136"/>
                </a:lnTo>
                <a:cubicBezTo>
                  <a:pt x="188417" y="130012"/>
                  <a:pt x="189094" y="134543"/>
                  <a:pt x="190448" y="136731"/>
                </a:cubicBezTo>
                <a:cubicBezTo>
                  <a:pt x="191803" y="138919"/>
                  <a:pt x="194633" y="140221"/>
                  <a:pt x="198939" y="140638"/>
                </a:cubicBezTo>
                <a:lnTo>
                  <a:pt x="198939" y="144388"/>
                </a:lnTo>
                <a:lnTo>
                  <a:pt x="148726" y="144388"/>
                </a:lnTo>
                <a:lnTo>
                  <a:pt x="148726" y="140638"/>
                </a:lnTo>
                <a:cubicBezTo>
                  <a:pt x="152823" y="140221"/>
                  <a:pt x="155740" y="138901"/>
                  <a:pt x="157477" y="136679"/>
                </a:cubicBezTo>
                <a:cubicBezTo>
                  <a:pt x="158657" y="135151"/>
                  <a:pt x="159248" y="130637"/>
                  <a:pt x="159248" y="123136"/>
                </a:cubicBezTo>
                <a:lnTo>
                  <a:pt x="159248" y="68131"/>
                </a:lnTo>
                <a:cubicBezTo>
                  <a:pt x="159248" y="60680"/>
                  <a:pt x="158571" y="56041"/>
                  <a:pt x="157216" y="54214"/>
                </a:cubicBezTo>
                <a:cubicBezTo>
                  <a:pt x="155862" y="52386"/>
                  <a:pt x="153032" y="51192"/>
                  <a:pt x="148726" y="50630"/>
                </a:cubicBezTo>
                <a:lnTo>
                  <a:pt x="148726" y="46879"/>
                </a:lnTo>
                <a:lnTo>
                  <a:pt x="188417" y="46879"/>
                </a:lnTo>
                <a:close/>
                <a:moveTo>
                  <a:pt x="364924" y="3125"/>
                </a:moveTo>
                <a:lnTo>
                  <a:pt x="364924" y="56672"/>
                </a:lnTo>
                <a:cubicBezTo>
                  <a:pt x="373120" y="48199"/>
                  <a:pt x="382079" y="43962"/>
                  <a:pt x="391802" y="43962"/>
                </a:cubicBezTo>
                <a:cubicBezTo>
                  <a:pt x="398469" y="43962"/>
                  <a:pt x="404754" y="45926"/>
                  <a:pt x="410658" y="49855"/>
                </a:cubicBezTo>
                <a:cubicBezTo>
                  <a:pt x="416561" y="53783"/>
                  <a:pt x="421179" y="59362"/>
                  <a:pt x="424513" y="66591"/>
                </a:cubicBezTo>
                <a:cubicBezTo>
                  <a:pt x="427847" y="73821"/>
                  <a:pt x="429513" y="82163"/>
                  <a:pt x="429513" y="91620"/>
                </a:cubicBezTo>
                <a:cubicBezTo>
                  <a:pt x="429513" y="102256"/>
                  <a:pt x="427395" y="111920"/>
                  <a:pt x="423159" y="120610"/>
                </a:cubicBezTo>
                <a:cubicBezTo>
                  <a:pt x="418922" y="129300"/>
                  <a:pt x="413262" y="135921"/>
                  <a:pt x="406178" y="140475"/>
                </a:cubicBezTo>
                <a:cubicBezTo>
                  <a:pt x="399094" y="145028"/>
                  <a:pt x="391003" y="147305"/>
                  <a:pt x="381905" y="147305"/>
                </a:cubicBezTo>
                <a:cubicBezTo>
                  <a:pt x="376627" y="147305"/>
                  <a:pt x="371939" y="146471"/>
                  <a:pt x="367841" y="144805"/>
                </a:cubicBezTo>
                <a:cubicBezTo>
                  <a:pt x="363744" y="143138"/>
                  <a:pt x="359716" y="140429"/>
                  <a:pt x="355757" y="136679"/>
                </a:cubicBezTo>
                <a:lnTo>
                  <a:pt x="339610" y="147305"/>
                </a:lnTo>
                <a:lnTo>
                  <a:pt x="336068" y="147305"/>
                </a:lnTo>
                <a:lnTo>
                  <a:pt x="336068" y="23335"/>
                </a:lnTo>
                <a:cubicBezTo>
                  <a:pt x="336068" y="17673"/>
                  <a:pt x="335825" y="14179"/>
                  <a:pt x="335338" y="12853"/>
                </a:cubicBezTo>
                <a:cubicBezTo>
                  <a:pt x="334644" y="10895"/>
                  <a:pt x="333550" y="9444"/>
                  <a:pt x="332057" y="8500"/>
                </a:cubicBezTo>
                <a:cubicBezTo>
                  <a:pt x="330564" y="7556"/>
                  <a:pt x="328046" y="7015"/>
                  <a:pt x="324504" y="6876"/>
                </a:cubicBezTo>
                <a:lnTo>
                  <a:pt x="324504" y="3125"/>
                </a:lnTo>
                <a:lnTo>
                  <a:pt x="364924" y="3125"/>
                </a:lnTo>
                <a:moveTo>
                  <a:pt x="364924" y="65956"/>
                </a:moveTo>
                <a:lnTo>
                  <a:pt x="364924" y="109346"/>
                </a:lnTo>
                <a:cubicBezTo>
                  <a:pt x="364924" y="118177"/>
                  <a:pt x="365133" y="123810"/>
                  <a:pt x="365549" y="126245"/>
                </a:cubicBezTo>
                <a:cubicBezTo>
                  <a:pt x="366244" y="130347"/>
                  <a:pt x="367911" y="133668"/>
                  <a:pt x="370550" y="136207"/>
                </a:cubicBezTo>
                <a:cubicBezTo>
                  <a:pt x="373189" y="138744"/>
                  <a:pt x="376557" y="140012"/>
                  <a:pt x="380655" y="140012"/>
                </a:cubicBezTo>
                <a:cubicBezTo>
                  <a:pt x="384197" y="140012"/>
                  <a:pt x="387235" y="139004"/>
                  <a:pt x="389770" y="136988"/>
                </a:cubicBezTo>
                <a:cubicBezTo>
                  <a:pt x="392305" y="134972"/>
                  <a:pt x="394424" y="130974"/>
                  <a:pt x="396125" y="124995"/>
                </a:cubicBezTo>
                <a:cubicBezTo>
                  <a:pt x="397827" y="119013"/>
                  <a:pt x="398677" y="108234"/>
                  <a:pt x="398677" y="92658"/>
                </a:cubicBezTo>
                <a:cubicBezTo>
                  <a:pt x="398677" y="77707"/>
                  <a:pt x="396802" y="67450"/>
                  <a:pt x="393052" y="61887"/>
                </a:cubicBezTo>
                <a:cubicBezTo>
                  <a:pt x="390343" y="57855"/>
                  <a:pt x="386697" y="55838"/>
                  <a:pt x="382113" y="55838"/>
                </a:cubicBezTo>
                <a:cubicBezTo>
                  <a:pt x="376141" y="55838"/>
                  <a:pt x="370411" y="59211"/>
                  <a:pt x="364924" y="65956"/>
                </a:cubicBezTo>
                <a:close/>
                <a:moveTo>
                  <a:pt x="529197" y="92092"/>
                </a:moveTo>
                <a:lnTo>
                  <a:pt x="475755" y="92092"/>
                </a:lnTo>
                <a:cubicBezTo>
                  <a:pt x="476380" y="105044"/>
                  <a:pt x="479818" y="115280"/>
                  <a:pt x="486068" y="122801"/>
                </a:cubicBezTo>
                <a:cubicBezTo>
                  <a:pt x="490860" y="128580"/>
                  <a:pt x="496625" y="131470"/>
                  <a:pt x="503362" y="131470"/>
                </a:cubicBezTo>
                <a:cubicBezTo>
                  <a:pt x="507529" y="131470"/>
                  <a:pt x="511314" y="130307"/>
                  <a:pt x="514717" y="127980"/>
                </a:cubicBezTo>
                <a:cubicBezTo>
                  <a:pt x="518120" y="125654"/>
                  <a:pt x="521766" y="121469"/>
                  <a:pt x="525655" y="115427"/>
                </a:cubicBezTo>
                <a:lnTo>
                  <a:pt x="529197" y="117719"/>
                </a:lnTo>
                <a:cubicBezTo>
                  <a:pt x="523919" y="128484"/>
                  <a:pt x="518085" y="136106"/>
                  <a:pt x="511696" y="140585"/>
                </a:cubicBezTo>
                <a:cubicBezTo>
                  <a:pt x="505306" y="145065"/>
                  <a:pt x="497910" y="147305"/>
                  <a:pt x="489506" y="147305"/>
                </a:cubicBezTo>
                <a:cubicBezTo>
                  <a:pt x="475060" y="147305"/>
                  <a:pt x="464122" y="141743"/>
                  <a:pt x="456691" y="130620"/>
                </a:cubicBezTo>
                <a:cubicBezTo>
                  <a:pt x="450718" y="121653"/>
                  <a:pt x="447732" y="110530"/>
                  <a:pt x="447732" y="97252"/>
                </a:cubicBezTo>
                <a:cubicBezTo>
                  <a:pt x="447732" y="80983"/>
                  <a:pt x="452124" y="68035"/>
                  <a:pt x="460910" y="58407"/>
                </a:cubicBezTo>
                <a:cubicBezTo>
                  <a:pt x="469695" y="48777"/>
                  <a:pt x="479991" y="43962"/>
                  <a:pt x="491798" y="43962"/>
                </a:cubicBezTo>
                <a:cubicBezTo>
                  <a:pt x="501660" y="43962"/>
                  <a:pt x="510220" y="48008"/>
                  <a:pt x="517477" y="56099"/>
                </a:cubicBezTo>
                <a:cubicBezTo>
                  <a:pt x="524735" y="64190"/>
                  <a:pt x="528642" y="76187"/>
                  <a:pt x="529197" y="92092"/>
                </a:cubicBezTo>
                <a:moveTo>
                  <a:pt x="503570" y="85216"/>
                </a:moveTo>
                <a:cubicBezTo>
                  <a:pt x="503570" y="74034"/>
                  <a:pt x="502962" y="66360"/>
                  <a:pt x="501747" y="62193"/>
                </a:cubicBezTo>
                <a:cubicBezTo>
                  <a:pt x="500531" y="58026"/>
                  <a:pt x="498639" y="54866"/>
                  <a:pt x="496069" y="52713"/>
                </a:cubicBezTo>
                <a:cubicBezTo>
                  <a:pt x="494611" y="51463"/>
                  <a:pt x="492666" y="50838"/>
                  <a:pt x="490235" y="50838"/>
                </a:cubicBezTo>
                <a:cubicBezTo>
                  <a:pt x="486624" y="50838"/>
                  <a:pt x="483672" y="52609"/>
                  <a:pt x="481380" y="56151"/>
                </a:cubicBezTo>
                <a:cubicBezTo>
                  <a:pt x="477283" y="62332"/>
                  <a:pt x="475234" y="70805"/>
                  <a:pt x="475234" y="81570"/>
                </a:cubicBezTo>
                <a:lnTo>
                  <a:pt x="475234" y="85216"/>
                </a:lnTo>
                <a:lnTo>
                  <a:pt x="503570" y="85216"/>
                </a:lnTo>
                <a:close/>
                <a:moveTo>
                  <a:pt x="635261" y="3125"/>
                </a:moveTo>
                <a:lnTo>
                  <a:pt x="635261" y="115219"/>
                </a:lnTo>
                <a:cubicBezTo>
                  <a:pt x="635261" y="122713"/>
                  <a:pt x="635469" y="127147"/>
                  <a:pt x="635886" y="128521"/>
                </a:cubicBezTo>
                <a:cubicBezTo>
                  <a:pt x="636442" y="130791"/>
                  <a:pt x="637501" y="132476"/>
                  <a:pt x="639063" y="133576"/>
                </a:cubicBezTo>
                <a:cubicBezTo>
                  <a:pt x="640626" y="134675"/>
                  <a:pt x="643352" y="135361"/>
                  <a:pt x="647241" y="135637"/>
                </a:cubicBezTo>
                <a:lnTo>
                  <a:pt x="647241" y="139387"/>
                </a:lnTo>
                <a:lnTo>
                  <a:pt x="606092" y="147305"/>
                </a:lnTo>
                <a:lnTo>
                  <a:pt x="606092" y="131887"/>
                </a:lnTo>
                <a:cubicBezTo>
                  <a:pt x="601161" y="137860"/>
                  <a:pt x="596768" y="141922"/>
                  <a:pt x="592913" y="144075"/>
                </a:cubicBezTo>
                <a:cubicBezTo>
                  <a:pt x="589059" y="146228"/>
                  <a:pt x="584701" y="147305"/>
                  <a:pt x="579839" y="147305"/>
                </a:cubicBezTo>
                <a:cubicBezTo>
                  <a:pt x="567408" y="147305"/>
                  <a:pt x="557580" y="141743"/>
                  <a:pt x="550358" y="130620"/>
                </a:cubicBezTo>
                <a:cubicBezTo>
                  <a:pt x="544524" y="121583"/>
                  <a:pt x="541607" y="110495"/>
                  <a:pt x="541607" y="97356"/>
                </a:cubicBezTo>
                <a:cubicBezTo>
                  <a:pt x="541607" y="86858"/>
                  <a:pt x="543413" y="77455"/>
                  <a:pt x="547024" y="69147"/>
                </a:cubicBezTo>
                <a:cubicBezTo>
                  <a:pt x="550635" y="60839"/>
                  <a:pt x="555584" y="54564"/>
                  <a:pt x="561869" y="50323"/>
                </a:cubicBezTo>
                <a:cubicBezTo>
                  <a:pt x="568154" y="46083"/>
                  <a:pt x="574908" y="43962"/>
                  <a:pt x="582131" y="43962"/>
                </a:cubicBezTo>
                <a:cubicBezTo>
                  <a:pt x="586784" y="43962"/>
                  <a:pt x="590917" y="44873"/>
                  <a:pt x="594528" y="46694"/>
                </a:cubicBezTo>
                <a:cubicBezTo>
                  <a:pt x="598140" y="48515"/>
                  <a:pt x="601994" y="51702"/>
                  <a:pt x="606092" y="56255"/>
                </a:cubicBezTo>
                <a:lnTo>
                  <a:pt x="606092" y="26877"/>
                </a:lnTo>
                <a:cubicBezTo>
                  <a:pt x="606092" y="19446"/>
                  <a:pt x="605779" y="14967"/>
                  <a:pt x="605154" y="13439"/>
                </a:cubicBezTo>
                <a:cubicBezTo>
                  <a:pt x="604321" y="11425"/>
                  <a:pt x="603071" y="9931"/>
                  <a:pt x="601404" y="8959"/>
                </a:cubicBezTo>
                <a:cubicBezTo>
                  <a:pt x="599737" y="7987"/>
                  <a:pt x="596612" y="7501"/>
                  <a:pt x="592028" y="7501"/>
                </a:cubicBezTo>
                <a:lnTo>
                  <a:pt x="592028" y="3125"/>
                </a:lnTo>
                <a:lnTo>
                  <a:pt x="635261" y="3125"/>
                </a:lnTo>
                <a:moveTo>
                  <a:pt x="606092" y="68964"/>
                </a:moveTo>
                <a:cubicBezTo>
                  <a:pt x="600952" y="59241"/>
                  <a:pt x="594667" y="54380"/>
                  <a:pt x="587236" y="54380"/>
                </a:cubicBezTo>
                <a:cubicBezTo>
                  <a:pt x="584666" y="54380"/>
                  <a:pt x="582548" y="55074"/>
                  <a:pt x="580881" y="56463"/>
                </a:cubicBezTo>
                <a:cubicBezTo>
                  <a:pt x="578311" y="58616"/>
                  <a:pt x="576211" y="62401"/>
                  <a:pt x="574578" y="67819"/>
                </a:cubicBezTo>
                <a:cubicBezTo>
                  <a:pt x="572946" y="73236"/>
                  <a:pt x="572130" y="81535"/>
                  <a:pt x="572130" y="92717"/>
                </a:cubicBezTo>
                <a:cubicBezTo>
                  <a:pt x="572130" y="105009"/>
                  <a:pt x="573033" y="114107"/>
                  <a:pt x="574839" y="120011"/>
                </a:cubicBezTo>
                <a:cubicBezTo>
                  <a:pt x="576645" y="125914"/>
                  <a:pt x="579110" y="130185"/>
                  <a:pt x="582235" y="132824"/>
                </a:cubicBezTo>
                <a:cubicBezTo>
                  <a:pt x="583833" y="134144"/>
                  <a:pt x="586020" y="134804"/>
                  <a:pt x="588799" y="134804"/>
                </a:cubicBezTo>
                <a:cubicBezTo>
                  <a:pt x="594910" y="134804"/>
                  <a:pt x="600675" y="129996"/>
                  <a:pt x="606092" y="120382"/>
                </a:cubicBezTo>
                <a:lnTo>
                  <a:pt x="606092" y="68964"/>
                </a:lnTo>
                <a:close/>
                <a:moveTo>
                  <a:pt x="754738" y="3125"/>
                </a:moveTo>
                <a:lnTo>
                  <a:pt x="754738" y="115219"/>
                </a:lnTo>
                <a:cubicBezTo>
                  <a:pt x="754738" y="122713"/>
                  <a:pt x="754947" y="127147"/>
                  <a:pt x="755363" y="128521"/>
                </a:cubicBezTo>
                <a:cubicBezTo>
                  <a:pt x="755919" y="130791"/>
                  <a:pt x="756978" y="132476"/>
                  <a:pt x="758541" y="133576"/>
                </a:cubicBezTo>
                <a:cubicBezTo>
                  <a:pt x="760103" y="134675"/>
                  <a:pt x="762829" y="135361"/>
                  <a:pt x="766718" y="135637"/>
                </a:cubicBezTo>
                <a:lnTo>
                  <a:pt x="766718" y="139387"/>
                </a:lnTo>
                <a:lnTo>
                  <a:pt x="725569" y="147305"/>
                </a:lnTo>
                <a:lnTo>
                  <a:pt x="725569" y="131887"/>
                </a:lnTo>
                <a:cubicBezTo>
                  <a:pt x="720638" y="137860"/>
                  <a:pt x="716245" y="141922"/>
                  <a:pt x="712391" y="144075"/>
                </a:cubicBezTo>
                <a:cubicBezTo>
                  <a:pt x="708536" y="146228"/>
                  <a:pt x="704178" y="147305"/>
                  <a:pt x="699317" y="147305"/>
                </a:cubicBezTo>
                <a:cubicBezTo>
                  <a:pt x="686885" y="147305"/>
                  <a:pt x="677058" y="141743"/>
                  <a:pt x="669835" y="130620"/>
                </a:cubicBezTo>
                <a:cubicBezTo>
                  <a:pt x="664001" y="121583"/>
                  <a:pt x="661084" y="110495"/>
                  <a:pt x="661084" y="97356"/>
                </a:cubicBezTo>
                <a:cubicBezTo>
                  <a:pt x="661084" y="86858"/>
                  <a:pt x="662890" y="77455"/>
                  <a:pt x="666501" y="69147"/>
                </a:cubicBezTo>
                <a:cubicBezTo>
                  <a:pt x="670113" y="60839"/>
                  <a:pt x="675061" y="54564"/>
                  <a:pt x="681346" y="50323"/>
                </a:cubicBezTo>
                <a:cubicBezTo>
                  <a:pt x="687632" y="46083"/>
                  <a:pt x="694386" y="43962"/>
                  <a:pt x="701608" y="43962"/>
                </a:cubicBezTo>
                <a:cubicBezTo>
                  <a:pt x="706262" y="43962"/>
                  <a:pt x="710394" y="44873"/>
                  <a:pt x="714005" y="46694"/>
                </a:cubicBezTo>
                <a:cubicBezTo>
                  <a:pt x="717617" y="48515"/>
                  <a:pt x="721471" y="51702"/>
                  <a:pt x="725569" y="56255"/>
                </a:cubicBezTo>
                <a:lnTo>
                  <a:pt x="725569" y="26877"/>
                </a:lnTo>
                <a:cubicBezTo>
                  <a:pt x="725569" y="19446"/>
                  <a:pt x="725256" y="14967"/>
                  <a:pt x="724631" y="13439"/>
                </a:cubicBezTo>
                <a:cubicBezTo>
                  <a:pt x="723798" y="11425"/>
                  <a:pt x="722548" y="9931"/>
                  <a:pt x="720881" y="8959"/>
                </a:cubicBezTo>
                <a:cubicBezTo>
                  <a:pt x="719214" y="7987"/>
                  <a:pt x="716089" y="7501"/>
                  <a:pt x="711505" y="7501"/>
                </a:cubicBezTo>
                <a:lnTo>
                  <a:pt x="711505" y="3125"/>
                </a:lnTo>
                <a:lnTo>
                  <a:pt x="754738" y="3125"/>
                </a:lnTo>
                <a:moveTo>
                  <a:pt x="725569" y="68964"/>
                </a:moveTo>
                <a:cubicBezTo>
                  <a:pt x="720430" y="59241"/>
                  <a:pt x="714144" y="54380"/>
                  <a:pt x="706713" y="54380"/>
                </a:cubicBezTo>
                <a:cubicBezTo>
                  <a:pt x="704143" y="54380"/>
                  <a:pt x="702025" y="55074"/>
                  <a:pt x="700358" y="56463"/>
                </a:cubicBezTo>
                <a:cubicBezTo>
                  <a:pt x="697789" y="58616"/>
                  <a:pt x="695688" y="62401"/>
                  <a:pt x="694056" y="67819"/>
                </a:cubicBezTo>
                <a:cubicBezTo>
                  <a:pt x="692424" y="73236"/>
                  <a:pt x="691608" y="81535"/>
                  <a:pt x="691608" y="92717"/>
                </a:cubicBezTo>
                <a:cubicBezTo>
                  <a:pt x="691608" y="105009"/>
                  <a:pt x="692510" y="114107"/>
                  <a:pt x="694316" y="120011"/>
                </a:cubicBezTo>
                <a:cubicBezTo>
                  <a:pt x="696122" y="125914"/>
                  <a:pt x="698587" y="130185"/>
                  <a:pt x="701713" y="132824"/>
                </a:cubicBezTo>
                <a:cubicBezTo>
                  <a:pt x="703310" y="134144"/>
                  <a:pt x="705498" y="134804"/>
                  <a:pt x="708276" y="134804"/>
                </a:cubicBezTo>
                <a:cubicBezTo>
                  <a:pt x="714387" y="134804"/>
                  <a:pt x="720152" y="129996"/>
                  <a:pt x="725569" y="120382"/>
                </a:cubicBezTo>
                <a:lnTo>
                  <a:pt x="725569" y="68964"/>
                </a:lnTo>
                <a:close/>
                <a:moveTo>
                  <a:pt x="802959" y="0"/>
                </a:moveTo>
                <a:cubicBezTo>
                  <a:pt x="807474" y="0"/>
                  <a:pt x="811293" y="1585"/>
                  <a:pt x="814419" y="4756"/>
                </a:cubicBezTo>
                <a:cubicBezTo>
                  <a:pt x="817544" y="7925"/>
                  <a:pt x="819107" y="11739"/>
                  <a:pt x="819107" y="16199"/>
                </a:cubicBezTo>
                <a:cubicBezTo>
                  <a:pt x="819107" y="20659"/>
                  <a:pt x="817527" y="24457"/>
                  <a:pt x="814367" y="27594"/>
                </a:cubicBezTo>
                <a:cubicBezTo>
                  <a:pt x="811207" y="30728"/>
                  <a:pt x="807404" y="32295"/>
                  <a:pt x="802959" y="32295"/>
                </a:cubicBezTo>
                <a:cubicBezTo>
                  <a:pt x="798514" y="32295"/>
                  <a:pt x="794729" y="30728"/>
                  <a:pt x="791604" y="27594"/>
                </a:cubicBezTo>
                <a:cubicBezTo>
                  <a:pt x="788479" y="24457"/>
                  <a:pt x="786916" y="20659"/>
                  <a:pt x="786916" y="16199"/>
                </a:cubicBezTo>
                <a:cubicBezTo>
                  <a:pt x="786916" y="11739"/>
                  <a:pt x="788479" y="7925"/>
                  <a:pt x="791604" y="4756"/>
                </a:cubicBezTo>
                <a:cubicBezTo>
                  <a:pt x="794729" y="1585"/>
                  <a:pt x="798514" y="0"/>
                  <a:pt x="802959" y="0"/>
                </a:cubicBezTo>
                <a:moveTo>
                  <a:pt x="817544" y="46879"/>
                </a:moveTo>
                <a:lnTo>
                  <a:pt x="817544" y="124178"/>
                </a:lnTo>
                <a:cubicBezTo>
                  <a:pt x="817544" y="131053"/>
                  <a:pt x="818343" y="135446"/>
                  <a:pt x="819940" y="137356"/>
                </a:cubicBezTo>
                <a:cubicBezTo>
                  <a:pt x="821537" y="139266"/>
                  <a:pt x="824663" y="140360"/>
                  <a:pt x="829316" y="140638"/>
                </a:cubicBezTo>
                <a:lnTo>
                  <a:pt x="829316" y="144388"/>
                </a:lnTo>
                <a:lnTo>
                  <a:pt x="776707" y="144388"/>
                </a:lnTo>
                <a:lnTo>
                  <a:pt x="776707" y="140638"/>
                </a:lnTo>
                <a:cubicBezTo>
                  <a:pt x="781013" y="140499"/>
                  <a:pt x="784208" y="139249"/>
                  <a:pt x="786291" y="136887"/>
                </a:cubicBezTo>
                <a:cubicBezTo>
                  <a:pt x="787680" y="135290"/>
                  <a:pt x="788375" y="131053"/>
                  <a:pt x="788375" y="124178"/>
                </a:cubicBezTo>
                <a:lnTo>
                  <a:pt x="788375" y="67298"/>
                </a:lnTo>
                <a:cubicBezTo>
                  <a:pt x="788375" y="60335"/>
                  <a:pt x="787576" y="55887"/>
                  <a:pt x="785979" y="53953"/>
                </a:cubicBezTo>
                <a:cubicBezTo>
                  <a:pt x="784381" y="52020"/>
                  <a:pt x="781291" y="50912"/>
                  <a:pt x="776707" y="50630"/>
                </a:cubicBezTo>
                <a:lnTo>
                  <a:pt x="776707" y="46879"/>
                </a:lnTo>
                <a:lnTo>
                  <a:pt x="817544" y="46879"/>
                </a:lnTo>
                <a:close/>
                <a:moveTo>
                  <a:pt x="879054" y="46879"/>
                </a:moveTo>
                <a:lnTo>
                  <a:pt x="879054" y="59589"/>
                </a:lnTo>
                <a:cubicBezTo>
                  <a:pt x="884054" y="54135"/>
                  <a:pt x="888846" y="50167"/>
                  <a:pt x="893430" y="47687"/>
                </a:cubicBezTo>
                <a:cubicBezTo>
                  <a:pt x="898014" y="45204"/>
                  <a:pt x="902945" y="43962"/>
                  <a:pt x="908223" y="43962"/>
                </a:cubicBezTo>
                <a:cubicBezTo>
                  <a:pt x="914543" y="43962"/>
                  <a:pt x="919787" y="45718"/>
                  <a:pt x="923954" y="49230"/>
                </a:cubicBezTo>
                <a:cubicBezTo>
                  <a:pt x="928121" y="52741"/>
                  <a:pt x="930899" y="57105"/>
                  <a:pt x="932288" y="62320"/>
                </a:cubicBezTo>
                <a:cubicBezTo>
                  <a:pt x="933399" y="66285"/>
                  <a:pt x="933954" y="73901"/>
                  <a:pt x="933954" y="85167"/>
                </a:cubicBezTo>
                <a:lnTo>
                  <a:pt x="933954" y="123136"/>
                </a:lnTo>
                <a:cubicBezTo>
                  <a:pt x="933954" y="130637"/>
                  <a:pt x="934632" y="135307"/>
                  <a:pt x="935986" y="137148"/>
                </a:cubicBezTo>
                <a:cubicBezTo>
                  <a:pt x="937340" y="138988"/>
                  <a:pt x="940170" y="140151"/>
                  <a:pt x="944476" y="140638"/>
                </a:cubicBezTo>
                <a:lnTo>
                  <a:pt x="944476" y="144388"/>
                </a:lnTo>
                <a:lnTo>
                  <a:pt x="895201" y="144388"/>
                </a:lnTo>
                <a:lnTo>
                  <a:pt x="895201" y="140638"/>
                </a:lnTo>
                <a:cubicBezTo>
                  <a:pt x="898882" y="140151"/>
                  <a:pt x="901521" y="138623"/>
                  <a:pt x="903118" y="136054"/>
                </a:cubicBezTo>
                <a:cubicBezTo>
                  <a:pt x="904230" y="134318"/>
                  <a:pt x="904785" y="130012"/>
                  <a:pt x="904785" y="123136"/>
                </a:cubicBezTo>
                <a:lnTo>
                  <a:pt x="904785" y="79799"/>
                </a:lnTo>
                <a:cubicBezTo>
                  <a:pt x="904785" y="71812"/>
                  <a:pt x="904473" y="66777"/>
                  <a:pt x="903848" y="64693"/>
                </a:cubicBezTo>
                <a:cubicBezTo>
                  <a:pt x="903223" y="62610"/>
                  <a:pt x="902163" y="60995"/>
                  <a:pt x="900670" y="59849"/>
                </a:cubicBezTo>
                <a:cubicBezTo>
                  <a:pt x="899177" y="58703"/>
                  <a:pt x="897528" y="58130"/>
                  <a:pt x="895722" y="58130"/>
                </a:cubicBezTo>
                <a:cubicBezTo>
                  <a:pt x="889749" y="58130"/>
                  <a:pt x="884193" y="62436"/>
                  <a:pt x="879054" y="71048"/>
                </a:cubicBezTo>
                <a:lnTo>
                  <a:pt x="879054" y="123136"/>
                </a:lnTo>
                <a:cubicBezTo>
                  <a:pt x="879054" y="130428"/>
                  <a:pt x="879731" y="135047"/>
                  <a:pt x="881085" y="136991"/>
                </a:cubicBezTo>
                <a:cubicBezTo>
                  <a:pt x="882439" y="138936"/>
                  <a:pt x="884957" y="140151"/>
                  <a:pt x="888638" y="140638"/>
                </a:cubicBezTo>
                <a:lnTo>
                  <a:pt x="888638" y="144388"/>
                </a:lnTo>
                <a:lnTo>
                  <a:pt x="839363" y="144388"/>
                </a:lnTo>
                <a:lnTo>
                  <a:pt x="839363" y="140638"/>
                </a:lnTo>
                <a:cubicBezTo>
                  <a:pt x="843460" y="140221"/>
                  <a:pt x="846377" y="138901"/>
                  <a:pt x="848113" y="136679"/>
                </a:cubicBezTo>
                <a:cubicBezTo>
                  <a:pt x="849294" y="135151"/>
                  <a:pt x="849884" y="130637"/>
                  <a:pt x="849884" y="123136"/>
                </a:cubicBezTo>
                <a:lnTo>
                  <a:pt x="849884" y="68131"/>
                </a:lnTo>
                <a:cubicBezTo>
                  <a:pt x="849884" y="60680"/>
                  <a:pt x="849207" y="56041"/>
                  <a:pt x="847853" y="54214"/>
                </a:cubicBezTo>
                <a:cubicBezTo>
                  <a:pt x="846499" y="52386"/>
                  <a:pt x="843669" y="51192"/>
                  <a:pt x="839363" y="50630"/>
                </a:cubicBezTo>
                <a:lnTo>
                  <a:pt x="839363" y="46879"/>
                </a:lnTo>
                <a:lnTo>
                  <a:pt x="879054" y="46879"/>
                </a:lnTo>
                <a:close/>
                <a:moveTo>
                  <a:pt x="1021241" y="48129"/>
                </a:moveTo>
                <a:lnTo>
                  <a:pt x="1054057" y="48129"/>
                </a:lnTo>
                <a:lnTo>
                  <a:pt x="1054057" y="59589"/>
                </a:lnTo>
                <a:lnTo>
                  <a:pt x="1035409" y="59589"/>
                </a:lnTo>
                <a:cubicBezTo>
                  <a:pt x="1038812" y="62992"/>
                  <a:pt x="1041174" y="66082"/>
                  <a:pt x="1042493" y="68860"/>
                </a:cubicBezTo>
                <a:cubicBezTo>
                  <a:pt x="1044160" y="72611"/>
                  <a:pt x="1044994" y="76535"/>
                  <a:pt x="1044994" y="80632"/>
                </a:cubicBezTo>
                <a:cubicBezTo>
                  <a:pt x="1044994" y="87577"/>
                  <a:pt x="1043066" y="93602"/>
                  <a:pt x="1039212" y="98707"/>
                </a:cubicBezTo>
                <a:cubicBezTo>
                  <a:pt x="1035357" y="103811"/>
                  <a:pt x="1030114" y="107805"/>
                  <a:pt x="1023481" y="110687"/>
                </a:cubicBezTo>
                <a:cubicBezTo>
                  <a:pt x="1016849" y="113569"/>
                  <a:pt x="1010963" y="115010"/>
                  <a:pt x="1005823" y="115010"/>
                </a:cubicBezTo>
                <a:cubicBezTo>
                  <a:pt x="1005407" y="115010"/>
                  <a:pt x="1001240" y="114837"/>
                  <a:pt x="993322" y="114489"/>
                </a:cubicBezTo>
                <a:cubicBezTo>
                  <a:pt x="990197" y="114489"/>
                  <a:pt x="987575" y="115508"/>
                  <a:pt x="985457" y="117546"/>
                </a:cubicBezTo>
                <a:cubicBezTo>
                  <a:pt x="983339" y="119584"/>
                  <a:pt x="982280" y="122018"/>
                  <a:pt x="982280" y="124848"/>
                </a:cubicBezTo>
                <a:cubicBezTo>
                  <a:pt x="982280" y="127336"/>
                  <a:pt x="983235" y="129374"/>
                  <a:pt x="985144" y="130962"/>
                </a:cubicBezTo>
                <a:cubicBezTo>
                  <a:pt x="987054" y="132551"/>
                  <a:pt x="990162" y="133345"/>
                  <a:pt x="994468" y="133345"/>
                </a:cubicBezTo>
                <a:lnTo>
                  <a:pt x="1012491" y="133137"/>
                </a:lnTo>
                <a:cubicBezTo>
                  <a:pt x="1027075" y="133137"/>
                  <a:pt x="1037111" y="134738"/>
                  <a:pt x="1042598" y="137939"/>
                </a:cubicBezTo>
                <a:cubicBezTo>
                  <a:pt x="1050445" y="142390"/>
                  <a:pt x="1054369" y="149243"/>
                  <a:pt x="1054369" y="158497"/>
                </a:cubicBezTo>
                <a:cubicBezTo>
                  <a:pt x="1054369" y="164411"/>
                  <a:pt x="1052564" y="169786"/>
                  <a:pt x="1048952" y="174622"/>
                </a:cubicBezTo>
                <a:cubicBezTo>
                  <a:pt x="1045341" y="179457"/>
                  <a:pt x="1040583" y="183023"/>
                  <a:pt x="1034680" y="185319"/>
                </a:cubicBezTo>
                <a:cubicBezTo>
                  <a:pt x="1025721" y="188729"/>
                  <a:pt x="1015408" y="190434"/>
                  <a:pt x="1003740" y="190434"/>
                </a:cubicBezTo>
                <a:cubicBezTo>
                  <a:pt x="994989" y="190434"/>
                  <a:pt x="987002" y="189583"/>
                  <a:pt x="979779" y="187881"/>
                </a:cubicBezTo>
                <a:cubicBezTo>
                  <a:pt x="972557" y="186180"/>
                  <a:pt x="967382" y="183817"/>
                  <a:pt x="964257" y="180794"/>
                </a:cubicBezTo>
                <a:cubicBezTo>
                  <a:pt x="961132" y="177773"/>
                  <a:pt x="959569" y="174595"/>
                  <a:pt x="959569" y="171259"/>
                </a:cubicBezTo>
                <a:cubicBezTo>
                  <a:pt x="959569" y="168064"/>
                  <a:pt x="960767" y="165198"/>
                  <a:pt x="963163" y="162661"/>
                </a:cubicBezTo>
                <a:cubicBezTo>
                  <a:pt x="965559" y="160126"/>
                  <a:pt x="970022" y="157990"/>
                  <a:pt x="976550" y="156254"/>
                </a:cubicBezTo>
                <a:cubicBezTo>
                  <a:pt x="967521" y="151809"/>
                  <a:pt x="963007" y="145629"/>
                  <a:pt x="963007" y="137714"/>
                </a:cubicBezTo>
                <a:cubicBezTo>
                  <a:pt x="963007" y="132922"/>
                  <a:pt x="964848" y="128270"/>
                  <a:pt x="968528" y="123758"/>
                </a:cubicBezTo>
                <a:cubicBezTo>
                  <a:pt x="972209" y="119243"/>
                  <a:pt x="978043" y="115320"/>
                  <a:pt x="986030" y="111986"/>
                </a:cubicBezTo>
                <a:cubicBezTo>
                  <a:pt x="976724" y="108578"/>
                  <a:pt x="969987" y="104092"/>
                  <a:pt x="965820" y="98528"/>
                </a:cubicBezTo>
                <a:cubicBezTo>
                  <a:pt x="961653" y="92963"/>
                  <a:pt x="959569" y="86529"/>
                  <a:pt x="959569" y="79226"/>
                </a:cubicBezTo>
                <a:cubicBezTo>
                  <a:pt x="959569" y="69698"/>
                  <a:pt x="963459" y="61439"/>
                  <a:pt x="971237" y="54448"/>
                </a:cubicBezTo>
                <a:cubicBezTo>
                  <a:pt x="979015" y="47458"/>
                  <a:pt x="989016" y="43962"/>
                  <a:pt x="1001240" y="43962"/>
                </a:cubicBezTo>
                <a:cubicBezTo>
                  <a:pt x="1007699" y="43962"/>
                  <a:pt x="1014366" y="45351"/>
                  <a:pt x="1021241" y="48129"/>
                </a:cubicBezTo>
                <a:moveTo>
                  <a:pt x="1003219" y="50630"/>
                </a:moveTo>
                <a:cubicBezTo>
                  <a:pt x="999191" y="50630"/>
                  <a:pt x="995788" y="52658"/>
                  <a:pt x="993010" y="56714"/>
                </a:cubicBezTo>
                <a:cubicBezTo>
                  <a:pt x="990232" y="60768"/>
                  <a:pt x="988843" y="69174"/>
                  <a:pt x="988843" y="81931"/>
                </a:cubicBezTo>
                <a:cubicBezTo>
                  <a:pt x="988843" y="92260"/>
                  <a:pt x="990214" y="99348"/>
                  <a:pt x="992958" y="103196"/>
                </a:cubicBezTo>
                <a:cubicBezTo>
                  <a:pt x="995701" y="107044"/>
                  <a:pt x="998948" y="108968"/>
                  <a:pt x="1002698" y="108968"/>
                </a:cubicBezTo>
                <a:cubicBezTo>
                  <a:pt x="1006865" y="108968"/>
                  <a:pt x="1010338" y="107061"/>
                  <a:pt x="1013116" y="103248"/>
                </a:cubicBezTo>
                <a:cubicBezTo>
                  <a:pt x="1015894" y="99435"/>
                  <a:pt x="1017283" y="92017"/>
                  <a:pt x="1017283" y="80994"/>
                </a:cubicBezTo>
                <a:cubicBezTo>
                  <a:pt x="1017283" y="68586"/>
                  <a:pt x="1015720" y="60128"/>
                  <a:pt x="1012595" y="55620"/>
                </a:cubicBezTo>
                <a:cubicBezTo>
                  <a:pt x="1010372" y="52293"/>
                  <a:pt x="1007247" y="50630"/>
                  <a:pt x="1003219" y="50630"/>
                </a:cubicBezTo>
                <a:moveTo>
                  <a:pt x="997073" y="158764"/>
                </a:moveTo>
                <a:cubicBezTo>
                  <a:pt x="989989" y="158764"/>
                  <a:pt x="985301" y="159352"/>
                  <a:pt x="983009" y="160529"/>
                </a:cubicBezTo>
                <a:cubicBezTo>
                  <a:pt x="979050" y="162671"/>
                  <a:pt x="977071" y="165575"/>
                  <a:pt x="977071" y="169240"/>
                </a:cubicBezTo>
                <a:cubicBezTo>
                  <a:pt x="977071" y="172767"/>
                  <a:pt x="979120" y="175965"/>
                  <a:pt x="983217" y="178834"/>
                </a:cubicBezTo>
                <a:cubicBezTo>
                  <a:pt x="987315" y="181706"/>
                  <a:pt x="995024" y="183141"/>
                  <a:pt x="1006344" y="183141"/>
                </a:cubicBezTo>
                <a:cubicBezTo>
                  <a:pt x="1015998" y="183141"/>
                  <a:pt x="1023585" y="181862"/>
                  <a:pt x="1029107" y="179303"/>
                </a:cubicBezTo>
                <a:cubicBezTo>
                  <a:pt x="1034628" y="176744"/>
                  <a:pt x="1037389" y="173148"/>
                  <a:pt x="1037389" y="168514"/>
                </a:cubicBezTo>
                <a:cubicBezTo>
                  <a:pt x="1037389" y="166787"/>
                  <a:pt x="1036868" y="165335"/>
                  <a:pt x="1035826" y="164159"/>
                </a:cubicBezTo>
                <a:cubicBezTo>
                  <a:pt x="1033951" y="162084"/>
                  <a:pt x="1031121" y="160665"/>
                  <a:pt x="1027336" y="159904"/>
                </a:cubicBezTo>
                <a:cubicBezTo>
                  <a:pt x="1023551" y="159144"/>
                  <a:pt x="1013463" y="158764"/>
                  <a:pt x="997073" y="1587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BFE94-4399-47B9-AA08-096C536E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2" y="6337752"/>
            <a:ext cx="1587342" cy="341364"/>
          </a:xfrm>
          <a:custGeom xmlns:a="http://schemas.openxmlformats.org/drawingml/2006/main">
            <a:pathLst>
              <a:path w="1587342" h="341364">
                <a:moveTo>
                  <a:pt x="0" y="170682"/>
                </a:moveTo>
                <a:cubicBezTo>
                  <a:pt x="0" y="76423"/>
                  <a:pt x="76423" y="0"/>
                  <a:pt x="170682" y="0"/>
                </a:cubicBezTo>
                <a:lnTo>
                  <a:pt x="1416660" y="0"/>
                </a:lnTo>
                <a:cubicBezTo>
                  <a:pt x="1510933" y="0"/>
                  <a:pt x="1587342" y="76423"/>
                  <a:pt x="1587342" y="170682"/>
                </a:cubicBezTo>
                <a:cubicBezTo>
                  <a:pt x="1587342" y="264941"/>
                  <a:pt x="1510919" y="341364"/>
                  <a:pt x="1416660" y="341364"/>
                </a:cubicBezTo>
                <a:lnTo>
                  <a:pt x="170682" y="341364"/>
                </a:lnTo>
                <a:cubicBezTo>
                  <a:pt x="76423" y="341364"/>
                  <a:pt x="0" y="264941"/>
                  <a:pt x="0" y="170682"/>
                </a:cubicBezTo>
                <a:close/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Clustering">
            <a:extLst xmlns:a="http://schemas.openxmlformats.org/drawingml/2006/main">
              <a:ext uri="{FF2B5EF4-FFF2-40B4-BE49-F238E27FC236}">
                <a16:creationId xmlns:a16="http://schemas.microsoft.com/office/drawing/2014/main" id="{A6790EF6-1BCA-4356-BE66-86BAE24C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77" y="6441015"/>
            <a:ext cx="947793" cy="190434"/>
          </a:xfrm>
          <a:custGeom xmlns:a="http://schemas.openxmlformats.org/drawingml/2006/main">
            <a:pathLst>
              <a:path w="947793" h="190434">
                <a:moveTo>
                  <a:pt x="133970" y="0"/>
                </a:moveTo>
                <a:lnTo>
                  <a:pt x="133970" y="48963"/>
                </a:lnTo>
                <a:lnTo>
                  <a:pt x="129907" y="48963"/>
                </a:lnTo>
                <a:cubicBezTo>
                  <a:pt x="126852" y="36117"/>
                  <a:pt x="121157" y="26273"/>
                  <a:pt x="112823" y="19432"/>
                </a:cubicBezTo>
                <a:cubicBezTo>
                  <a:pt x="104489" y="12589"/>
                  <a:pt x="95043" y="9167"/>
                  <a:pt x="84487" y="9167"/>
                </a:cubicBezTo>
                <a:cubicBezTo>
                  <a:pt x="75666" y="9167"/>
                  <a:pt x="67575" y="11702"/>
                  <a:pt x="60214" y="16772"/>
                </a:cubicBezTo>
                <a:cubicBezTo>
                  <a:pt x="52852" y="21842"/>
                  <a:pt x="47470" y="28475"/>
                  <a:pt x="44066" y="36670"/>
                </a:cubicBezTo>
                <a:cubicBezTo>
                  <a:pt x="39691" y="47157"/>
                  <a:pt x="37503" y="58825"/>
                  <a:pt x="37503" y="71673"/>
                </a:cubicBezTo>
                <a:cubicBezTo>
                  <a:pt x="37503" y="84313"/>
                  <a:pt x="39101" y="95825"/>
                  <a:pt x="42295" y="106207"/>
                </a:cubicBezTo>
                <a:cubicBezTo>
                  <a:pt x="45490" y="116590"/>
                  <a:pt x="50491" y="124438"/>
                  <a:pt x="57297" y="129751"/>
                </a:cubicBezTo>
                <a:cubicBezTo>
                  <a:pt x="64103" y="135064"/>
                  <a:pt x="72923" y="137721"/>
                  <a:pt x="83757" y="137721"/>
                </a:cubicBezTo>
                <a:cubicBezTo>
                  <a:pt x="92647" y="137721"/>
                  <a:pt x="100790" y="135776"/>
                  <a:pt x="108187" y="131887"/>
                </a:cubicBezTo>
                <a:cubicBezTo>
                  <a:pt x="115583" y="127998"/>
                  <a:pt x="123379" y="121296"/>
                  <a:pt x="131574" y="111781"/>
                </a:cubicBezTo>
                <a:lnTo>
                  <a:pt x="131574" y="123969"/>
                </a:lnTo>
                <a:cubicBezTo>
                  <a:pt x="123657" y="132234"/>
                  <a:pt x="115410" y="138224"/>
                  <a:pt x="106832" y="141940"/>
                </a:cubicBezTo>
                <a:cubicBezTo>
                  <a:pt x="98255" y="145655"/>
                  <a:pt x="88237" y="147513"/>
                  <a:pt x="76778" y="147513"/>
                </a:cubicBezTo>
                <a:cubicBezTo>
                  <a:pt x="61707" y="147513"/>
                  <a:pt x="48320" y="144496"/>
                  <a:pt x="36618" y="138463"/>
                </a:cubicBezTo>
                <a:cubicBezTo>
                  <a:pt x="24915" y="132429"/>
                  <a:pt x="15887" y="123761"/>
                  <a:pt x="9532" y="112458"/>
                </a:cubicBezTo>
                <a:cubicBezTo>
                  <a:pt x="3177" y="101153"/>
                  <a:pt x="0" y="89119"/>
                  <a:pt x="0" y="76358"/>
                </a:cubicBezTo>
                <a:cubicBezTo>
                  <a:pt x="0" y="62904"/>
                  <a:pt x="3525" y="50143"/>
                  <a:pt x="10574" y="38076"/>
                </a:cubicBezTo>
                <a:cubicBezTo>
                  <a:pt x="17623" y="26007"/>
                  <a:pt x="27138" y="16644"/>
                  <a:pt x="39118" y="9988"/>
                </a:cubicBezTo>
                <a:cubicBezTo>
                  <a:pt x="51098" y="3329"/>
                  <a:pt x="63825" y="0"/>
                  <a:pt x="77299" y="0"/>
                </a:cubicBezTo>
                <a:cubicBezTo>
                  <a:pt x="87230" y="0"/>
                  <a:pt x="97717" y="2153"/>
                  <a:pt x="108760" y="6459"/>
                </a:cubicBezTo>
                <a:cubicBezTo>
                  <a:pt x="115149" y="8959"/>
                  <a:pt x="119212" y="10209"/>
                  <a:pt x="120948" y="10209"/>
                </a:cubicBezTo>
                <a:cubicBezTo>
                  <a:pt x="123171" y="10209"/>
                  <a:pt x="125098" y="9393"/>
                  <a:pt x="126730" y="7761"/>
                </a:cubicBezTo>
                <a:cubicBezTo>
                  <a:pt x="128362" y="6129"/>
                  <a:pt x="129421" y="3542"/>
                  <a:pt x="129907" y="0"/>
                </a:cubicBezTo>
                <a:lnTo>
                  <a:pt x="133970" y="0"/>
                </a:lnTo>
                <a:close/>
                <a:moveTo>
                  <a:pt x="181958" y="3125"/>
                </a:moveTo>
                <a:lnTo>
                  <a:pt x="181958" y="124178"/>
                </a:lnTo>
                <a:cubicBezTo>
                  <a:pt x="181958" y="131053"/>
                  <a:pt x="182757" y="135446"/>
                  <a:pt x="184354" y="137356"/>
                </a:cubicBezTo>
                <a:cubicBezTo>
                  <a:pt x="185951" y="139266"/>
                  <a:pt x="189077" y="140360"/>
                  <a:pt x="193730" y="140638"/>
                </a:cubicBezTo>
                <a:lnTo>
                  <a:pt x="193730" y="144388"/>
                </a:lnTo>
                <a:lnTo>
                  <a:pt x="141121" y="144388"/>
                </a:lnTo>
                <a:lnTo>
                  <a:pt x="141121" y="140638"/>
                </a:lnTo>
                <a:cubicBezTo>
                  <a:pt x="145427" y="140499"/>
                  <a:pt x="148622" y="139249"/>
                  <a:pt x="150705" y="136887"/>
                </a:cubicBezTo>
                <a:cubicBezTo>
                  <a:pt x="152094" y="135290"/>
                  <a:pt x="152789" y="131053"/>
                  <a:pt x="152789" y="124178"/>
                </a:cubicBezTo>
                <a:lnTo>
                  <a:pt x="152789" y="23335"/>
                </a:lnTo>
                <a:cubicBezTo>
                  <a:pt x="152789" y="16486"/>
                  <a:pt x="151990" y="12101"/>
                  <a:pt x="150393" y="10180"/>
                </a:cubicBezTo>
                <a:cubicBezTo>
                  <a:pt x="148795" y="8257"/>
                  <a:pt x="145705" y="7156"/>
                  <a:pt x="141121" y="6876"/>
                </a:cubicBezTo>
                <a:lnTo>
                  <a:pt x="141121" y="3125"/>
                </a:lnTo>
                <a:lnTo>
                  <a:pt x="181958" y="3125"/>
                </a:lnTo>
                <a:close/>
                <a:moveTo>
                  <a:pt x="297639" y="46879"/>
                </a:moveTo>
                <a:lnTo>
                  <a:pt x="297639" y="123136"/>
                </a:lnTo>
                <a:cubicBezTo>
                  <a:pt x="297639" y="130613"/>
                  <a:pt x="298334" y="135277"/>
                  <a:pt x="299723" y="137128"/>
                </a:cubicBezTo>
                <a:cubicBezTo>
                  <a:pt x="301112" y="138979"/>
                  <a:pt x="303924" y="140149"/>
                  <a:pt x="308161" y="140638"/>
                </a:cubicBezTo>
                <a:lnTo>
                  <a:pt x="308161" y="144388"/>
                </a:lnTo>
                <a:lnTo>
                  <a:pt x="268470" y="144388"/>
                </a:lnTo>
                <a:lnTo>
                  <a:pt x="268470" y="131366"/>
                </a:lnTo>
                <a:cubicBezTo>
                  <a:pt x="263817" y="136922"/>
                  <a:pt x="259163" y="140967"/>
                  <a:pt x="254510" y="143502"/>
                </a:cubicBezTo>
                <a:cubicBezTo>
                  <a:pt x="249857" y="146037"/>
                  <a:pt x="244648" y="147305"/>
                  <a:pt x="238884" y="147305"/>
                </a:cubicBezTo>
                <a:cubicBezTo>
                  <a:pt x="233397" y="147305"/>
                  <a:pt x="228518" y="145621"/>
                  <a:pt x="224247" y="142252"/>
                </a:cubicBezTo>
                <a:cubicBezTo>
                  <a:pt x="219976" y="138884"/>
                  <a:pt x="217111" y="134943"/>
                  <a:pt x="215653" y="130428"/>
                </a:cubicBezTo>
                <a:cubicBezTo>
                  <a:pt x="214194" y="125914"/>
                  <a:pt x="213465" y="118031"/>
                  <a:pt x="213465" y="106780"/>
                </a:cubicBezTo>
                <a:lnTo>
                  <a:pt x="213465" y="68131"/>
                </a:lnTo>
                <a:cubicBezTo>
                  <a:pt x="213465" y="60680"/>
                  <a:pt x="212788" y="56041"/>
                  <a:pt x="211433" y="54214"/>
                </a:cubicBezTo>
                <a:cubicBezTo>
                  <a:pt x="210079" y="52386"/>
                  <a:pt x="207249" y="51192"/>
                  <a:pt x="202943" y="50630"/>
                </a:cubicBezTo>
                <a:lnTo>
                  <a:pt x="202943" y="46879"/>
                </a:lnTo>
                <a:lnTo>
                  <a:pt x="242634" y="46879"/>
                </a:lnTo>
                <a:lnTo>
                  <a:pt x="242634" y="113529"/>
                </a:lnTo>
                <a:cubicBezTo>
                  <a:pt x="242634" y="120483"/>
                  <a:pt x="242964" y="124968"/>
                  <a:pt x="243624" y="126984"/>
                </a:cubicBezTo>
                <a:cubicBezTo>
                  <a:pt x="244284" y="129000"/>
                  <a:pt x="245325" y="130530"/>
                  <a:pt x="246749" y="131574"/>
                </a:cubicBezTo>
                <a:cubicBezTo>
                  <a:pt x="248173" y="132616"/>
                  <a:pt x="249822" y="133137"/>
                  <a:pt x="251698" y="133137"/>
                </a:cubicBezTo>
                <a:cubicBezTo>
                  <a:pt x="254198" y="133137"/>
                  <a:pt x="256455" y="132477"/>
                  <a:pt x="258469" y="131158"/>
                </a:cubicBezTo>
                <a:cubicBezTo>
                  <a:pt x="261247" y="129352"/>
                  <a:pt x="264581" y="125706"/>
                  <a:pt x="268470" y="120219"/>
                </a:cubicBezTo>
                <a:lnTo>
                  <a:pt x="268470" y="68131"/>
                </a:lnTo>
                <a:cubicBezTo>
                  <a:pt x="268470" y="60680"/>
                  <a:pt x="267793" y="56041"/>
                  <a:pt x="266438" y="54214"/>
                </a:cubicBezTo>
                <a:cubicBezTo>
                  <a:pt x="265084" y="52386"/>
                  <a:pt x="262254" y="51192"/>
                  <a:pt x="257948" y="50630"/>
                </a:cubicBezTo>
                <a:lnTo>
                  <a:pt x="257948" y="46879"/>
                </a:lnTo>
                <a:lnTo>
                  <a:pt x="297639" y="46879"/>
                </a:lnTo>
                <a:close/>
                <a:moveTo>
                  <a:pt x="384613" y="44379"/>
                </a:moveTo>
                <a:lnTo>
                  <a:pt x="386176" y="77715"/>
                </a:lnTo>
                <a:lnTo>
                  <a:pt x="382634" y="77715"/>
                </a:lnTo>
                <a:cubicBezTo>
                  <a:pt x="378398" y="67773"/>
                  <a:pt x="374005" y="60982"/>
                  <a:pt x="369456" y="57342"/>
                </a:cubicBezTo>
                <a:cubicBezTo>
                  <a:pt x="364907" y="53701"/>
                  <a:pt x="360375" y="51880"/>
                  <a:pt x="355861" y="51880"/>
                </a:cubicBezTo>
                <a:cubicBezTo>
                  <a:pt x="353013" y="51880"/>
                  <a:pt x="350583" y="52835"/>
                  <a:pt x="348569" y="54744"/>
                </a:cubicBezTo>
                <a:cubicBezTo>
                  <a:pt x="346555" y="56654"/>
                  <a:pt x="345547" y="58859"/>
                  <a:pt x="345547" y="61360"/>
                </a:cubicBezTo>
                <a:cubicBezTo>
                  <a:pt x="345547" y="63235"/>
                  <a:pt x="346242" y="65041"/>
                  <a:pt x="347631" y="66777"/>
                </a:cubicBezTo>
                <a:cubicBezTo>
                  <a:pt x="349853" y="69624"/>
                  <a:pt x="356069" y="74503"/>
                  <a:pt x="366279" y="81414"/>
                </a:cubicBezTo>
                <a:cubicBezTo>
                  <a:pt x="376488" y="88324"/>
                  <a:pt x="383207" y="94192"/>
                  <a:pt x="386437" y="99019"/>
                </a:cubicBezTo>
                <a:cubicBezTo>
                  <a:pt x="389666" y="103846"/>
                  <a:pt x="391281" y="109246"/>
                  <a:pt x="391281" y="115219"/>
                </a:cubicBezTo>
                <a:cubicBezTo>
                  <a:pt x="391281" y="120636"/>
                  <a:pt x="389926" y="125949"/>
                  <a:pt x="387218" y="131158"/>
                </a:cubicBezTo>
                <a:cubicBezTo>
                  <a:pt x="384509" y="136366"/>
                  <a:pt x="380690" y="140360"/>
                  <a:pt x="375759" y="143138"/>
                </a:cubicBezTo>
                <a:cubicBezTo>
                  <a:pt x="370828" y="145916"/>
                  <a:pt x="365376" y="147305"/>
                  <a:pt x="359403" y="147305"/>
                </a:cubicBezTo>
                <a:cubicBezTo>
                  <a:pt x="354750" y="147305"/>
                  <a:pt x="348534" y="145819"/>
                  <a:pt x="340755" y="142848"/>
                </a:cubicBezTo>
                <a:cubicBezTo>
                  <a:pt x="338672" y="142069"/>
                  <a:pt x="337248" y="141679"/>
                  <a:pt x="336484" y="141679"/>
                </a:cubicBezTo>
                <a:cubicBezTo>
                  <a:pt x="334192" y="141679"/>
                  <a:pt x="332282" y="143416"/>
                  <a:pt x="330754" y="146888"/>
                </a:cubicBezTo>
                <a:lnTo>
                  <a:pt x="327317" y="146888"/>
                </a:lnTo>
                <a:lnTo>
                  <a:pt x="325650" y="111885"/>
                </a:lnTo>
                <a:lnTo>
                  <a:pt x="329192" y="111885"/>
                </a:lnTo>
                <a:cubicBezTo>
                  <a:pt x="332317" y="121052"/>
                  <a:pt x="336606" y="127928"/>
                  <a:pt x="342058" y="132512"/>
                </a:cubicBezTo>
                <a:cubicBezTo>
                  <a:pt x="347509" y="137096"/>
                  <a:pt x="352666" y="139387"/>
                  <a:pt x="357528" y="139387"/>
                </a:cubicBezTo>
                <a:cubicBezTo>
                  <a:pt x="360861" y="139387"/>
                  <a:pt x="363587" y="138363"/>
                  <a:pt x="365706" y="136314"/>
                </a:cubicBezTo>
                <a:cubicBezTo>
                  <a:pt x="367824" y="134265"/>
                  <a:pt x="368883" y="131783"/>
                  <a:pt x="368883" y="128866"/>
                </a:cubicBezTo>
                <a:cubicBezTo>
                  <a:pt x="368883" y="125532"/>
                  <a:pt x="367841" y="122650"/>
                  <a:pt x="365758" y="120219"/>
                </a:cubicBezTo>
                <a:cubicBezTo>
                  <a:pt x="363674" y="117788"/>
                  <a:pt x="359021" y="114107"/>
                  <a:pt x="351798" y="109176"/>
                </a:cubicBezTo>
                <a:cubicBezTo>
                  <a:pt x="341172" y="101815"/>
                  <a:pt x="334296" y="96189"/>
                  <a:pt x="331171" y="92300"/>
                </a:cubicBezTo>
                <a:cubicBezTo>
                  <a:pt x="326587" y="86605"/>
                  <a:pt x="324296" y="80320"/>
                  <a:pt x="324296" y="73444"/>
                </a:cubicBezTo>
                <a:cubicBezTo>
                  <a:pt x="324296" y="65943"/>
                  <a:pt x="326883" y="59155"/>
                  <a:pt x="332057" y="53078"/>
                </a:cubicBezTo>
                <a:cubicBezTo>
                  <a:pt x="337231" y="47001"/>
                  <a:pt x="344714" y="43962"/>
                  <a:pt x="354507" y="43962"/>
                </a:cubicBezTo>
                <a:cubicBezTo>
                  <a:pt x="359785" y="43962"/>
                  <a:pt x="364889" y="45297"/>
                  <a:pt x="369820" y="47967"/>
                </a:cubicBezTo>
                <a:cubicBezTo>
                  <a:pt x="371696" y="49047"/>
                  <a:pt x="373224" y="49588"/>
                  <a:pt x="374404" y="49588"/>
                </a:cubicBezTo>
                <a:cubicBezTo>
                  <a:pt x="375654" y="49588"/>
                  <a:pt x="376661" y="49327"/>
                  <a:pt x="377425" y="48806"/>
                </a:cubicBezTo>
                <a:cubicBezTo>
                  <a:pt x="378189" y="48286"/>
                  <a:pt x="379405" y="46810"/>
                  <a:pt x="381071" y="44379"/>
                </a:cubicBezTo>
                <a:lnTo>
                  <a:pt x="384613" y="44379"/>
                </a:lnTo>
                <a:close/>
                <a:moveTo>
                  <a:pt x="455570" y="11043"/>
                </a:moveTo>
                <a:lnTo>
                  <a:pt x="455570" y="46879"/>
                </a:lnTo>
                <a:lnTo>
                  <a:pt x="478697" y="46879"/>
                </a:lnTo>
                <a:lnTo>
                  <a:pt x="478697" y="57088"/>
                </a:lnTo>
                <a:lnTo>
                  <a:pt x="455570" y="57088"/>
                </a:lnTo>
                <a:lnTo>
                  <a:pt x="455570" y="117361"/>
                </a:lnTo>
                <a:cubicBezTo>
                  <a:pt x="455570" y="123001"/>
                  <a:pt x="455830" y="126640"/>
                  <a:pt x="456351" y="128276"/>
                </a:cubicBezTo>
                <a:cubicBezTo>
                  <a:pt x="456872" y="129913"/>
                  <a:pt x="457792" y="131237"/>
                  <a:pt x="459112" y="132248"/>
                </a:cubicBezTo>
                <a:cubicBezTo>
                  <a:pt x="460431" y="133257"/>
                  <a:pt x="461647" y="133762"/>
                  <a:pt x="462758" y="133762"/>
                </a:cubicBezTo>
                <a:cubicBezTo>
                  <a:pt x="467272" y="133762"/>
                  <a:pt x="471543" y="130289"/>
                  <a:pt x="475572" y="123344"/>
                </a:cubicBezTo>
                <a:lnTo>
                  <a:pt x="478697" y="125659"/>
                </a:lnTo>
                <a:cubicBezTo>
                  <a:pt x="473071" y="139117"/>
                  <a:pt x="463939" y="145846"/>
                  <a:pt x="451299" y="145846"/>
                </a:cubicBezTo>
                <a:cubicBezTo>
                  <a:pt x="445117" y="145846"/>
                  <a:pt x="439891" y="144122"/>
                  <a:pt x="435620" y="140673"/>
                </a:cubicBezTo>
                <a:cubicBezTo>
                  <a:pt x="431349" y="137223"/>
                  <a:pt x="428623" y="133371"/>
                  <a:pt x="427442" y="129120"/>
                </a:cubicBezTo>
                <a:cubicBezTo>
                  <a:pt x="426748" y="126750"/>
                  <a:pt x="426400" y="120337"/>
                  <a:pt x="426400" y="109883"/>
                </a:cubicBezTo>
                <a:lnTo>
                  <a:pt x="426400" y="57088"/>
                </a:lnTo>
                <a:lnTo>
                  <a:pt x="413691" y="57088"/>
                </a:lnTo>
                <a:lnTo>
                  <a:pt x="413691" y="53433"/>
                </a:lnTo>
                <a:cubicBezTo>
                  <a:pt x="422442" y="47238"/>
                  <a:pt x="429890" y="40731"/>
                  <a:pt x="436037" y="33909"/>
                </a:cubicBezTo>
                <a:cubicBezTo>
                  <a:pt x="442183" y="27088"/>
                  <a:pt x="447548" y="19466"/>
                  <a:pt x="452132" y="11043"/>
                </a:cubicBezTo>
                <a:lnTo>
                  <a:pt x="455570" y="11043"/>
                </a:lnTo>
                <a:close/>
                <a:moveTo>
                  <a:pt x="567701" y="92092"/>
                </a:moveTo>
                <a:lnTo>
                  <a:pt x="514258" y="92092"/>
                </a:lnTo>
                <a:cubicBezTo>
                  <a:pt x="514883" y="105044"/>
                  <a:pt x="518321" y="115280"/>
                  <a:pt x="524572" y="122801"/>
                </a:cubicBezTo>
                <a:cubicBezTo>
                  <a:pt x="529364" y="128580"/>
                  <a:pt x="535128" y="131470"/>
                  <a:pt x="541865" y="131470"/>
                </a:cubicBezTo>
                <a:cubicBezTo>
                  <a:pt x="546032" y="131470"/>
                  <a:pt x="549817" y="130307"/>
                  <a:pt x="553220" y="127980"/>
                </a:cubicBezTo>
                <a:cubicBezTo>
                  <a:pt x="556623" y="125654"/>
                  <a:pt x="560269" y="121469"/>
                  <a:pt x="564159" y="115427"/>
                </a:cubicBezTo>
                <a:lnTo>
                  <a:pt x="567701" y="117719"/>
                </a:lnTo>
                <a:cubicBezTo>
                  <a:pt x="562422" y="128484"/>
                  <a:pt x="556588" y="136106"/>
                  <a:pt x="550199" y="140585"/>
                </a:cubicBezTo>
                <a:cubicBezTo>
                  <a:pt x="543810" y="145065"/>
                  <a:pt x="536413" y="147305"/>
                  <a:pt x="528009" y="147305"/>
                </a:cubicBezTo>
                <a:cubicBezTo>
                  <a:pt x="513564" y="147305"/>
                  <a:pt x="502625" y="141743"/>
                  <a:pt x="495194" y="130620"/>
                </a:cubicBezTo>
                <a:cubicBezTo>
                  <a:pt x="489221" y="121653"/>
                  <a:pt x="486235" y="110530"/>
                  <a:pt x="486235" y="97252"/>
                </a:cubicBezTo>
                <a:cubicBezTo>
                  <a:pt x="486235" y="80983"/>
                  <a:pt x="490628" y="68035"/>
                  <a:pt x="499413" y="58407"/>
                </a:cubicBezTo>
                <a:cubicBezTo>
                  <a:pt x="508199" y="48777"/>
                  <a:pt x="518495" y="43962"/>
                  <a:pt x="530301" y="43962"/>
                </a:cubicBezTo>
                <a:cubicBezTo>
                  <a:pt x="540163" y="43962"/>
                  <a:pt x="548723" y="48008"/>
                  <a:pt x="555981" y="56099"/>
                </a:cubicBezTo>
                <a:cubicBezTo>
                  <a:pt x="563238" y="64190"/>
                  <a:pt x="567145" y="76187"/>
                  <a:pt x="567701" y="92092"/>
                </a:cubicBezTo>
                <a:moveTo>
                  <a:pt x="542073" y="85216"/>
                </a:moveTo>
                <a:cubicBezTo>
                  <a:pt x="542073" y="74034"/>
                  <a:pt x="541466" y="66360"/>
                  <a:pt x="540250" y="62193"/>
                </a:cubicBezTo>
                <a:cubicBezTo>
                  <a:pt x="539035" y="58026"/>
                  <a:pt x="537142" y="54866"/>
                  <a:pt x="534573" y="52713"/>
                </a:cubicBezTo>
                <a:cubicBezTo>
                  <a:pt x="533114" y="51463"/>
                  <a:pt x="531169" y="50838"/>
                  <a:pt x="528739" y="50838"/>
                </a:cubicBezTo>
                <a:cubicBezTo>
                  <a:pt x="525127" y="50838"/>
                  <a:pt x="522176" y="52609"/>
                  <a:pt x="519884" y="56151"/>
                </a:cubicBezTo>
                <a:cubicBezTo>
                  <a:pt x="515786" y="62332"/>
                  <a:pt x="513737" y="70805"/>
                  <a:pt x="513737" y="81570"/>
                </a:cubicBezTo>
                <a:lnTo>
                  <a:pt x="513737" y="85216"/>
                </a:lnTo>
                <a:lnTo>
                  <a:pt x="542073" y="85216"/>
                </a:lnTo>
                <a:close/>
                <a:moveTo>
                  <a:pt x="619488" y="46879"/>
                </a:moveTo>
                <a:lnTo>
                  <a:pt x="619488" y="68964"/>
                </a:lnTo>
                <a:cubicBezTo>
                  <a:pt x="625947" y="58894"/>
                  <a:pt x="631608" y="52210"/>
                  <a:pt x="636469" y="48911"/>
                </a:cubicBezTo>
                <a:cubicBezTo>
                  <a:pt x="641331" y="45612"/>
                  <a:pt x="646019" y="43962"/>
                  <a:pt x="650533" y="43962"/>
                </a:cubicBezTo>
                <a:cubicBezTo>
                  <a:pt x="654422" y="43962"/>
                  <a:pt x="657530" y="45165"/>
                  <a:pt x="659857" y="47569"/>
                </a:cubicBezTo>
                <a:cubicBezTo>
                  <a:pt x="662183" y="49974"/>
                  <a:pt x="663347" y="53372"/>
                  <a:pt x="663347" y="57762"/>
                </a:cubicBezTo>
                <a:cubicBezTo>
                  <a:pt x="663347" y="62433"/>
                  <a:pt x="662218" y="66058"/>
                  <a:pt x="659961" y="68639"/>
                </a:cubicBezTo>
                <a:cubicBezTo>
                  <a:pt x="657704" y="71217"/>
                  <a:pt x="654978" y="72506"/>
                  <a:pt x="651783" y="72506"/>
                </a:cubicBezTo>
                <a:cubicBezTo>
                  <a:pt x="648102" y="72506"/>
                  <a:pt x="644907" y="71326"/>
                  <a:pt x="642199" y="68964"/>
                </a:cubicBezTo>
                <a:cubicBezTo>
                  <a:pt x="639490" y="66603"/>
                  <a:pt x="637893" y="65284"/>
                  <a:pt x="637407" y="65006"/>
                </a:cubicBezTo>
                <a:cubicBezTo>
                  <a:pt x="636712" y="64589"/>
                  <a:pt x="635914" y="64381"/>
                  <a:pt x="635011" y="64381"/>
                </a:cubicBezTo>
                <a:cubicBezTo>
                  <a:pt x="632997" y="64381"/>
                  <a:pt x="631087" y="65145"/>
                  <a:pt x="629281" y="66673"/>
                </a:cubicBezTo>
                <a:cubicBezTo>
                  <a:pt x="626434" y="69034"/>
                  <a:pt x="624281" y="72402"/>
                  <a:pt x="622822" y="76778"/>
                </a:cubicBezTo>
                <a:cubicBezTo>
                  <a:pt x="620600" y="83514"/>
                  <a:pt x="619488" y="90946"/>
                  <a:pt x="619488" y="99071"/>
                </a:cubicBezTo>
                <a:lnTo>
                  <a:pt x="619488" y="121469"/>
                </a:lnTo>
                <a:lnTo>
                  <a:pt x="619593" y="127303"/>
                </a:lnTo>
                <a:cubicBezTo>
                  <a:pt x="619593" y="131262"/>
                  <a:pt x="619836" y="133797"/>
                  <a:pt x="620322" y="134908"/>
                </a:cubicBezTo>
                <a:cubicBezTo>
                  <a:pt x="621155" y="136783"/>
                  <a:pt x="622388" y="138155"/>
                  <a:pt x="624020" y="139023"/>
                </a:cubicBezTo>
                <a:cubicBezTo>
                  <a:pt x="625652" y="139891"/>
                  <a:pt x="628413" y="140429"/>
                  <a:pt x="632302" y="140638"/>
                </a:cubicBezTo>
                <a:lnTo>
                  <a:pt x="632302" y="144388"/>
                </a:lnTo>
                <a:lnTo>
                  <a:pt x="579693" y="144388"/>
                </a:lnTo>
                <a:lnTo>
                  <a:pt x="579693" y="140638"/>
                </a:lnTo>
                <a:cubicBezTo>
                  <a:pt x="583930" y="140290"/>
                  <a:pt x="586795" y="139127"/>
                  <a:pt x="588288" y="137148"/>
                </a:cubicBezTo>
                <a:cubicBezTo>
                  <a:pt x="589781" y="135168"/>
                  <a:pt x="590528" y="129942"/>
                  <a:pt x="590528" y="121469"/>
                </a:cubicBezTo>
                <a:lnTo>
                  <a:pt x="590528" y="67506"/>
                </a:lnTo>
                <a:cubicBezTo>
                  <a:pt x="590528" y="61915"/>
                  <a:pt x="590250" y="58352"/>
                  <a:pt x="589694" y="56815"/>
                </a:cubicBezTo>
                <a:cubicBezTo>
                  <a:pt x="589000" y="54857"/>
                  <a:pt x="587993" y="53425"/>
                  <a:pt x="586673" y="52518"/>
                </a:cubicBezTo>
                <a:cubicBezTo>
                  <a:pt x="585354" y="51608"/>
                  <a:pt x="583027" y="50979"/>
                  <a:pt x="579693" y="50630"/>
                </a:cubicBezTo>
                <a:lnTo>
                  <a:pt x="579693" y="46879"/>
                </a:lnTo>
                <a:lnTo>
                  <a:pt x="619488" y="46879"/>
                </a:lnTo>
                <a:close/>
                <a:moveTo>
                  <a:pt x="696383" y="0"/>
                </a:moveTo>
                <a:cubicBezTo>
                  <a:pt x="700897" y="0"/>
                  <a:pt x="704717" y="1585"/>
                  <a:pt x="707842" y="4756"/>
                </a:cubicBezTo>
                <a:cubicBezTo>
                  <a:pt x="710967" y="7925"/>
                  <a:pt x="712530" y="11739"/>
                  <a:pt x="712530" y="16199"/>
                </a:cubicBezTo>
                <a:cubicBezTo>
                  <a:pt x="712530" y="20659"/>
                  <a:pt x="710950" y="24457"/>
                  <a:pt x="707790" y="27594"/>
                </a:cubicBezTo>
                <a:cubicBezTo>
                  <a:pt x="704630" y="30728"/>
                  <a:pt x="700828" y="32295"/>
                  <a:pt x="696383" y="32295"/>
                </a:cubicBezTo>
                <a:cubicBezTo>
                  <a:pt x="691938" y="32295"/>
                  <a:pt x="688153" y="30728"/>
                  <a:pt x="685028" y="27594"/>
                </a:cubicBezTo>
                <a:cubicBezTo>
                  <a:pt x="681902" y="24457"/>
                  <a:pt x="680340" y="20659"/>
                  <a:pt x="680340" y="16199"/>
                </a:cubicBezTo>
                <a:cubicBezTo>
                  <a:pt x="680340" y="11739"/>
                  <a:pt x="681902" y="7925"/>
                  <a:pt x="685028" y="4756"/>
                </a:cubicBezTo>
                <a:cubicBezTo>
                  <a:pt x="688153" y="1585"/>
                  <a:pt x="691938" y="0"/>
                  <a:pt x="696383" y="0"/>
                </a:cubicBezTo>
                <a:moveTo>
                  <a:pt x="710967" y="46879"/>
                </a:moveTo>
                <a:lnTo>
                  <a:pt x="710967" y="124178"/>
                </a:lnTo>
                <a:cubicBezTo>
                  <a:pt x="710967" y="131053"/>
                  <a:pt x="711766" y="135446"/>
                  <a:pt x="713363" y="137356"/>
                </a:cubicBezTo>
                <a:cubicBezTo>
                  <a:pt x="714961" y="139266"/>
                  <a:pt x="718086" y="140360"/>
                  <a:pt x="722739" y="140638"/>
                </a:cubicBezTo>
                <a:lnTo>
                  <a:pt x="722739" y="144388"/>
                </a:lnTo>
                <a:lnTo>
                  <a:pt x="670130" y="144388"/>
                </a:lnTo>
                <a:lnTo>
                  <a:pt x="670130" y="140638"/>
                </a:lnTo>
                <a:cubicBezTo>
                  <a:pt x="674436" y="140499"/>
                  <a:pt x="677631" y="139249"/>
                  <a:pt x="679715" y="136887"/>
                </a:cubicBezTo>
                <a:cubicBezTo>
                  <a:pt x="681104" y="135290"/>
                  <a:pt x="681798" y="131053"/>
                  <a:pt x="681798" y="124178"/>
                </a:cubicBezTo>
                <a:lnTo>
                  <a:pt x="681798" y="67298"/>
                </a:lnTo>
                <a:cubicBezTo>
                  <a:pt x="681798" y="60335"/>
                  <a:pt x="680999" y="55887"/>
                  <a:pt x="679402" y="53953"/>
                </a:cubicBezTo>
                <a:cubicBezTo>
                  <a:pt x="677805" y="52020"/>
                  <a:pt x="674714" y="50912"/>
                  <a:pt x="670130" y="50630"/>
                </a:cubicBezTo>
                <a:lnTo>
                  <a:pt x="670130" y="46879"/>
                </a:lnTo>
                <a:lnTo>
                  <a:pt x="710967" y="46879"/>
                </a:lnTo>
                <a:close/>
                <a:moveTo>
                  <a:pt x="772477" y="46879"/>
                </a:moveTo>
                <a:lnTo>
                  <a:pt x="772477" y="59589"/>
                </a:lnTo>
                <a:cubicBezTo>
                  <a:pt x="777478" y="54135"/>
                  <a:pt x="782270" y="50167"/>
                  <a:pt x="786853" y="47687"/>
                </a:cubicBezTo>
                <a:cubicBezTo>
                  <a:pt x="791437" y="45204"/>
                  <a:pt x="796368" y="43962"/>
                  <a:pt x="801646" y="43962"/>
                </a:cubicBezTo>
                <a:cubicBezTo>
                  <a:pt x="807966" y="43962"/>
                  <a:pt x="813210" y="45718"/>
                  <a:pt x="817377" y="49230"/>
                </a:cubicBezTo>
                <a:cubicBezTo>
                  <a:pt x="821544" y="52741"/>
                  <a:pt x="824322" y="57105"/>
                  <a:pt x="825711" y="62320"/>
                </a:cubicBezTo>
                <a:cubicBezTo>
                  <a:pt x="826822" y="66285"/>
                  <a:pt x="827378" y="73901"/>
                  <a:pt x="827378" y="85167"/>
                </a:cubicBezTo>
                <a:lnTo>
                  <a:pt x="827378" y="123136"/>
                </a:lnTo>
                <a:cubicBezTo>
                  <a:pt x="827378" y="130637"/>
                  <a:pt x="828055" y="135307"/>
                  <a:pt x="829409" y="137148"/>
                </a:cubicBezTo>
                <a:cubicBezTo>
                  <a:pt x="830764" y="138988"/>
                  <a:pt x="833594" y="140151"/>
                  <a:pt x="837900" y="140638"/>
                </a:cubicBezTo>
                <a:lnTo>
                  <a:pt x="837900" y="144388"/>
                </a:lnTo>
                <a:lnTo>
                  <a:pt x="788624" y="144388"/>
                </a:lnTo>
                <a:lnTo>
                  <a:pt x="788624" y="140638"/>
                </a:lnTo>
                <a:cubicBezTo>
                  <a:pt x="792305" y="140151"/>
                  <a:pt x="794944" y="138623"/>
                  <a:pt x="796542" y="136054"/>
                </a:cubicBezTo>
                <a:cubicBezTo>
                  <a:pt x="797653" y="134318"/>
                  <a:pt x="798209" y="130012"/>
                  <a:pt x="798209" y="123136"/>
                </a:cubicBezTo>
                <a:lnTo>
                  <a:pt x="798209" y="79799"/>
                </a:lnTo>
                <a:cubicBezTo>
                  <a:pt x="798209" y="71812"/>
                  <a:pt x="797896" y="66777"/>
                  <a:pt x="797271" y="64693"/>
                </a:cubicBezTo>
                <a:cubicBezTo>
                  <a:pt x="796646" y="62610"/>
                  <a:pt x="795587" y="60995"/>
                  <a:pt x="794094" y="59849"/>
                </a:cubicBezTo>
                <a:cubicBezTo>
                  <a:pt x="792600" y="58703"/>
                  <a:pt x="790951" y="58130"/>
                  <a:pt x="789145" y="58130"/>
                </a:cubicBezTo>
                <a:cubicBezTo>
                  <a:pt x="783173" y="58130"/>
                  <a:pt x="777617" y="62436"/>
                  <a:pt x="772477" y="71048"/>
                </a:cubicBezTo>
                <a:lnTo>
                  <a:pt x="772477" y="123136"/>
                </a:lnTo>
                <a:cubicBezTo>
                  <a:pt x="772477" y="130428"/>
                  <a:pt x="773154" y="135047"/>
                  <a:pt x="774509" y="136991"/>
                </a:cubicBezTo>
                <a:cubicBezTo>
                  <a:pt x="775863" y="138936"/>
                  <a:pt x="778380" y="140151"/>
                  <a:pt x="782061" y="140638"/>
                </a:cubicBezTo>
                <a:lnTo>
                  <a:pt x="782061" y="144388"/>
                </a:lnTo>
                <a:lnTo>
                  <a:pt x="732786" y="144388"/>
                </a:lnTo>
                <a:lnTo>
                  <a:pt x="732786" y="140638"/>
                </a:lnTo>
                <a:cubicBezTo>
                  <a:pt x="736884" y="140221"/>
                  <a:pt x="739801" y="138901"/>
                  <a:pt x="741537" y="136679"/>
                </a:cubicBezTo>
                <a:cubicBezTo>
                  <a:pt x="742718" y="135151"/>
                  <a:pt x="743308" y="130637"/>
                  <a:pt x="743308" y="123136"/>
                </a:cubicBezTo>
                <a:lnTo>
                  <a:pt x="743308" y="68131"/>
                </a:lnTo>
                <a:cubicBezTo>
                  <a:pt x="743308" y="60680"/>
                  <a:pt x="742631" y="56041"/>
                  <a:pt x="741276" y="54214"/>
                </a:cubicBezTo>
                <a:cubicBezTo>
                  <a:pt x="739922" y="52386"/>
                  <a:pt x="737092" y="51192"/>
                  <a:pt x="732786" y="50630"/>
                </a:cubicBezTo>
                <a:lnTo>
                  <a:pt x="732786" y="46879"/>
                </a:lnTo>
                <a:lnTo>
                  <a:pt x="772477" y="46879"/>
                </a:lnTo>
                <a:close/>
                <a:moveTo>
                  <a:pt x="914665" y="48129"/>
                </a:moveTo>
                <a:lnTo>
                  <a:pt x="947480" y="48129"/>
                </a:lnTo>
                <a:lnTo>
                  <a:pt x="947480" y="59589"/>
                </a:lnTo>
                <a:lnTo>
                  <a:pt x="928833" y="59589"/>
                </a:lnTo>
                <a:cubicBezTo>
                  <a:pt x="932236" y="62992"/>
                  <a:pt x="934597" y="66082"/>
                  <a:pt x="935917" y="68860"/>
                </a:cubicBezTo>
                <a:cubicBezTo>
                  <a:pt x="937584" y="72611"/>
                  <a:pt x="938417" y="76535"/>
                  <a:pt x="938417" y="80632"/>
                </a:cubicBezTo>
                <a:cubicBezTo>
                  <a:pt x="938417" y="87577"/>
                  <a:pt x="936490" y="93602"/>
                  <a:pt x="932635" y="98707"/>
                </a:cubicBezTo>
                <a:cubicBezTo>
                  <a:pt x="928781" y="103811"/>
                  <a:pt x="923537" y="107805"/>
                  <a:pt x="916905" y="110687"/>
                </a:cubicBezTo>
                <a:cubicBezTo>
                  <a:pt x="910272" y="113569"/>
                  <a:pt x="904386" y="115010"/>
                  <a:pt x="899247" y="115010"/>
                </a:cubicBezTo>
                <a:cubicBezTo>
                  <a:pt x="898830" y="115010"/>
                  <a:pt x="894663" y="114837"/>
                  <a:pt x="886746" y="114489"/>
                </a:cubicBezTo>
                <a:cubicBezTo>
                  <a:pt x="883620" y="114489"/>
                  <a:pt x="880999" y="115508"/>
                  <a:pt x="878880" y="117546"/>
                </a:cubicBezTo>
                <a:cubicBezTo>
                  <a:pt x="876762" y="119584"/>
                  <a:pt x="875703" y="122018"/>
                  <a:pt x="875703" y="124848"/>
                </a:cubicBezTo>
                <a:cubicBezTo>
                  <a:pt x="875703" y="127336"/>
                  <a:pt x="876658" y="129374"/>
                  <a:pt x="878568" y="130962"/>
                </a:cubicBezTo>
                <a:cubicBezTo>
                  <a:pt x="880478" y="132551"/>
                  <a:pt x="883586" y="133345"/>
                  <a:pt x="887892" y="133345"/>
                </a:cubicBezTo>
                <a:lnTo>
                  <a:pt x="905914" y="133137"/>
                </a:lnTo>
                <a:cubicBezTo>
                  <a:pt x="920499" y="133137"/>
                  <a:pt x="930534" y="134738"/>
                  <a:pt x="936021" y="137939"/>
                </a:cubicBezTo>
                <a:cubicBezTo>
                  <a:pt x="943869" y="142390"/>
                  <a:pt x="947793" y="149243"/>
                  <a:pt x="947793" y="158497"/>
                </a:cubicBezTo>
                <a:cubicBezTo>
                  <a:pt x="947793" y="164411"/>
                  <a:pt x="945987" y="169786"/>
                  <a:pt x="942376" y="174622"/>
                </a:cubicBezTo>
                <a:cubicBezTo>
                  <a:pt x="938764" y="179457"/>
                  <a:pt x="934007" y="183023"/>
                  <a:pt x="928104" y="185319"/>
                </a:cubicBezTo>
                <a:cubicBezTo>
                  <a:pt x="919144" y="188729"/>
                  <a:pt x="908831" y="190434"/>
                  <a:pt x="897163" y="190434"/>
                </a:cubicBezTo>
                <a:cubicBezTo>
                  <a:pt x="888412" y="190434"/>
                  <a:pt x="880426" y="189583"/>
                  <a:pt x="873203" y="187881"/>
                </a:cubicBezTo>
                <a:cubicBezTo>
                  <a:pt x="865980" y="186180"/>
                  <a:pt x="860806" y="183817"/>
                  <a:pt x="857681" y="180794"/>
                </a:cubicBezTo>
                <a:cubicBezTo>
                  <a:pt x="854555" y="177773"/>
                  <a:pt x="852993" y="174595"/>
                  <a:pt x="852993" y="171259"/>
                </a:cubicBezTo>
                <a:cubicBezTo>
                  <a:pt x="852993" y="168064"/>
                  <a:pt x="854191" y="165198"/>
                  <a:pt x="856587" y="162661"/>
                </a:cubicBezTo>
                <a:cubicBezTo>
                  <a:pt x="858983" y="160126"/>
                  <a:pt x="863445" y="157990"/>
                  <a:pt x="869973" y="156254"/>
                </a:cubicBezTo>
                <a:cubicBezTo>
                  <a:pt x="860945" y="151809"/>
                  <a:pt x="856430" y="145629"/>
                  <a:pt x="856430" y="137714"/>
                </a:cubicBezTo>
                <a:cubicBezTo>
                  <a:pt x="856430" y="132922"/>
                  <a:pt x="858271" y="128270"/>
                  <a:pt x="861952" y="123758"/>
                </a:cubicBezTo>
                <a:cubicBezTo>
                  <a:pt x="865633" y="119243"/>
                  <a:pt x="871467" y="115320"/>
                  <a:pt x="879453" y="111986"/>
                </a:cubicBezTo>
                <a:cubicBezTo>
                  <a:pt x="870147" y="108578"/>
                  <a:pt x="863410" y="104092"/>
                  <a:pt x="859243" y="98528"/>
                </a:cubicBezTo>
                <a:cubicBezTo>
                  <a:pt x="855076" y="92963"/>
                  <a:pt x="852993" y="86529"/>
                  <a:pt x="852993" y="79226"/>
                </a:cubicBezTo>
                <a:cubicBezTo>
                  <a:pt x="852993" y="69698"/>
                  <a:pt x="856882" y="61439"/>
                  <a:pt x="864660" y="54448"/>
                </a:cubicBezTo>
                <a:cubicBezTo>
                  <a:pt x="872439" y="47458"/>
                  <a:pt x="882440" y="43962"/>
                  <a:pt x="894663" y="43962"/>
                </a:cubicBezTo>
                <a:cubicBezTo>
                  <a:pt x="901122" y="43962"/>
                  <a:pt x="907789" y="45351"/>
                  <a:pt x="914665" y="48129"/>
                </a:cubicBezTo>
                <a:moveTo>
                  <a:pt x="896642" y="50630"/>
                </a:moveTo>
                <a:cubicBezTo>
                  <a:pt x="892614" y="50630"/>
                  <a:pt x="889211" y="52658"/>
                  <a:pt x="886433" y="56714"/>
                </a:cubicBezTo>
                <a:cubicBezTo>
                  <a:pt x="883655" y="60768"/>
                  <a:pt x="882266" y="69174"/>
                  <a:pt x="882266" y="81931"/>
                </a:cubicBezTo>
                <a:cubicBezTo>
                  <a:pt x="882266" y="92260"/>
                  <a:pt x="883638" y="99348"/>
                  <a:pt x="886381" y="103196"/>
                </a:cubicBezTo>
                <a:cubicBezTo>
                  <a:pt x="889124" y="107044"/>
                  <a:pt x="892371" y="108968"/>
                  <a:pt x="896121" y="108968"/>
                </a:cubicBezTo>
                <a:cubicBezTo>
                  <a:pt x="900289" y="108968"/>
                  <a:pt x="903761" y="107061"/>
                  <a:pt x="906539" y="103248"/>
                </a:cubicBezTo>
                <a:cubicBezTo>
                  <a:pt x="909317" y="99435"/>
                  <a:pt x="910706" y="92017"/>
                  <a:pt x="910706" y="80994"/>
                </a:cubicBezTo>
                <a:cubicBezTo>
                  <a:pt x="910706" y="68586"/>
                  <a:pt x="909143" y="60128"/>
                  <a:pt x="906018" y="55620"/>
                </a:cubicBezTo>
                <a:cubicBezTo>
                  <a:pt x="903796" y="52293"/>
                  <a:pt x="900671" y="50630"/>
                  <a:pt x="896642" y="50630"/>
                </a:cubicBezTo>
                <a:moveTo>
                  <a:pt x="890496" y="158764"/>
                </a:moveTo>
                <a:cubicBezTo>
                  <a:pt x="883412" y="158764"/>
                  <a:pt x="878724" y="159352"/>
                  <a:pt x="876432" y="160529"/>
                </a:cubicBezTo>
                <a:cubicBezTo>
                  <a:pt x="872474" y="162671"/>
                  <a:pt x="870494" y="165575"/>
                  <a:pt x="870494" y="169240"/>
                </a:cubicBezTo>
                <a:cubicBezTo>
                  <a:pt x="870494" y="172767"/>
                  <a:pt x="872543" y="175965"/>
                  <a:pt x="876641" y="178834"/>
                </a:cubicBezTo>
                <a:cubicBezTo>
                  <a:pt x="880738" y="181706"/>
                  <a:pt x="888447" y="183141"/>
                  <a:pt x="899768" y="183141"/>
                </a:cubicBezTo>
                <a:cubicBezTo>
                  <a:pt x="909421" y="183141"/>
                  <a:pt x="917009" y="181862"/>
                  <a:pt x="922530" y="179303"/>
                </a:cubicBezTo>
                <a:cubicBezTo>
                  <a:pt x="928051" y="176744"/>
                  <a:pt x="930812" y="173148"/>
                  <a:pt x="930812" y="168514"/>
                </a:cubicBezTo>
                <a:cubicBezTo>
                  <a:pt x="930812" y="166787"/>
                  <a:pt x="930291" y="165335"/>
                  <a:pt x="929249" y="164159"/>
                </a:cubicBezTo>
                <a:cubicBezTo>
                  <a:pt x="927374" y="162084"/>
                  <a:pt x="924544" y="160665"/>
                  <a:pt x="920759" y="159904"/>
                </a:cubicBezTo>
                <a:cubicBezTo>
                  <a:pt x="916974" y="159144"/>
                  <a:pt x="906886" y="158764"/>
                  <a:pt x="890496" y="1587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a3a30cc9543a0"/>
          <a:stretch xmlns:a="http://schemas.openxmlformats.org/drawingml/2006/main"/>
        </p:blipFill>
        <p:spPr>
          <a:xfrm xmlns:a="http://schemas.openxmlformats.org/drawingml/2006/main">
            <a:off x="2024174" y="5552613"/>
            <a:ext cx="1895882" cy="1297182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7A09F-C75A-4362-8322-21D01E42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035" y="5599551"/>
            <a:ext cx="1740955" cy="1143569"/>
          </a:xfrm>
          <a:custGeom xmlns:a="http://schemas.openxmlformats.org/drawingml/2006/main">
            <a:pathLst>
              <a:path w="1740955" h="1143569">
                <a:moveTo>
                  <a:pt x="0" y="571784"/>
                </a:moveTo>
                <a:lnTo>
                  <a:pt x="290159" y="0"/>
                </a:lnTo>
                <a:lnTo>
                  <a:pt x="1450796" y="0"/>
                </a:lnTo>
                <a:cubicBezTo>
                  <a:pt x="1611052" y="0"/>
                  <a:pt x="1740955" y="255994"/>
                  <a:pt x="1740955" y="571784"/>
                </a:cubicBezTo>
                <a:cubicBezTo>
                  <a:pt x="1740955" y="887574"/>
                  <a:pt x="1611052" y="1143569"/>
                  <a:pt x="1450796" y="1143569"/>
                </a:cubicBezTo>
                <a:lnTo>
                  <a:pt x="290159" y="1143569"/>
                </a:lnTo>
                <a:lnTo>
                  <a:pt x="0" y="5717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673A5-F540-4AA6-95A7-C0E2335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035" y="5599551"/>
            <a:ext cx="1740955" cy="1143569"/>
          </a:xfrm>
          <a:custGeom xmlns:a="http://schemas.openxmlformats.org/drawingml/2006/main">
            <a:pathLst>
              <a:path w="1740955" h="1143569" fill="none">
                <a:moveTo>
                  <a:pt x="0" y="571784"/>
                </a:moveTo>
                <a:lnTo>
                  <a:pt x="290159" y="0"/>
                </a:lnTo>
                <a:lnTo>
                  <a:pt x="1450796" y="0"/>
                </a:lnTo>
                <a:cubicBezTo>
                  <a:pt x="1611052" y="0"/>
                  <a:pt x="1740955" y="255994"/>
                  <a:pt x="1740955" y="571784"/>
                </a:cubicBezTo>
                <a:cubicBezTo>
                  <a:pt x="1740955" y="887574"/>
                  <a:pt x="1611052" y="1143569"/>
                  <a:pt x="1450796" y="1143569"/>
                </a:cubicBezTo>
                <a:lnTo>
                  <a:pt x="290159" y="1143569"/>
                </a:lnTo>
                <a:lnTo>
                  <a:pt x="0" y="5717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91" cap="flat">
            <a:solidFill>
              <a:srgbClr val="ACD78E"/>
            </a:solidFill>
            <a:custDash>
              <a:ds d="300000" sp="100000"/>
            </a:custDash>
            <a:miter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4ab70e0be4d70"/>
          <a:stretch xmlns:a="http://schemas.openxmlformats.org/drawingml/2006/main"/>
        </p:blipFill>
        <p:spPr>
          <a:xfrm xmlns:a="http://schemas.openxmlformats.org/drawingml/2006/main">
            <a:off x="2293654" y="6202081"/>
            <a:ext cx="520580" cy="399349"/>
          </a:xfrm>
          <a:prstGeom xmlns:a="http://schemas.openxmlformats.org/drawingml/2006/main" prst="rect">
            <a:avLst/>
          </a:prstGeom>
        </p:spPr>
      </p:pic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50a66d3e149bf"/>
          <a:stretch xmlns:a="http://schemas.openxmlformats.org/drawingml/2006/main"/>
        </p:blipFill>
        <p:spPr>
          <a:xfrm xmlns:a="http://schemas.openxmlformats.org/drawingml/2006/main">
            <a:off x="2745961" y="6211161"/>
            <a:ext cx="512046" cy="398258"/>
          </a:xfrm>
          <a:prstGeom xmlns:a="http://schemas.openxmlformats.org/drawingml/2006/main" prst="rect">
            <a:avLst/>
          </a:prstGeom>
        </p:spPr>
      </p:pic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06c806e46407f"/>
          <a:stretch xmlns:a="http://schemas.openxmlformats.org/drawingml/2006/main"/>
        </p:blipFill>
        <p:spPr>
          <a:xfrm xmlns:a="http://schemas.openxmlformats.org/drawingml/2006/main">
            <a:off x="3181200" y="6210621"/>
            <a:ext cx="520566" cy="399338"/>
          </a:xfrm>
          <a:prstGeom xmlns:a="http://schemas.openxmlformats.org/drawingml/2006/main" prst="rect">
            <a:avLst/>
          </a:prstGeom>
        </p:spPr>
      </p:pic>
      <p:sp>
        <p:nvSpPr>
          <p:cNvPr id="27" name="Text Representative">
            <a:extLst xmlns:a="http://schemas.openxmlformats.org/drawingml/2006/main">
              <a:ext uri="{FF2B5EF4-FFF2-40B4-BE49-F238E27FC236}">
                <a16:creationId xmlns:a16="http://schemas.microsoft.com/office/drawing/2014/main" id="{3082DA45-C252-4AA5-8A8E-411B7162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197" y="5713015"/>
            <a:ext cx="1254179" cy="193767"/>
          </a:xfrm>
          <a:custGeom xmlns:a="http://schemas.openxmlformats.org/drawingml/2006/main">
            <a:pathLst>
              <a:path w="1254179" h="193767">
                <a:moveTo>
                  <a:pt x="140533" y="148138"/>
                </a:moveTo>
                <a:lnTo>
                  <a:pt x="102822" y="148138"/>
                </a:lnTo>
                <a:lnTo>
                  <a:pt x="55005" y="81882"/>
                </a:lnTo>
                <a:cubicBezTo>
                  <a:pt x="51463" y="82021"/>
                  <a:pt x="48581" y="82091"/>
                  <a:pt x="46358" y="82091"/>
                </a:cubicBezTo>
                <a:cubicBezTo>
                  <a:pt x="45455" y="82091"/>
                  <a:pt x="44483" y="82073"/>
                  <a:pt x="43441" y="82039"/>
                </a:cubicBezTo>
                <a:cubicBezTo>
                  <a:pt x="42400" y="82004"/>
                  <a:pt x="41323" y="81952"/>
                  <a:pt x="40212" y="81882"/>
                </a:cubicBezTo>
                <a:lnTo>
                  <a:pt x="40212" y="123064"/>
                </a:lnTo>
                <a:cubicBezTo>
                  <a:pt x="40212" y="131984"/>
                  <a:pt x="41184" y="137524"/>
                  <a:pt x="43129" y="139684"/>
                </a:cubicBezTo>
                <a:cubicBezTo>
                  <a:pt x="45768" y="142750"/>
                  <a:pt x="49727" y="144284"/>
                  <a:pt x="55005" y="144284"/>
                </a:cubicBezTo>
                <a:lnTo>
                  <a:pt x="60526" y="144284"/>
                </a:lnTo>
                <a:lnTo>
                  <a:pt x="60526" y="148138"/>
                </a:lnTo>
                <a:lnTo>
                  <a:pt x="0" y="148138"/>
                </a:lnTo>
                <a:lnTo>
                  <a:pt x="0" y="144284"/>
                </a:lnTo>
                <a:lnTo>
                  <a:pt x="5313" y="144284"/>
                </a:lnTo>
                <a:cubicBezTo>
                  <a:pt x="11286" y="144284"/>
                  <a:pt x="15557" y="142339"/>
                  <a:pt x="18127" y="138450"/>
                </a:cubicBezTo>
                <a:cubicBezTo>
                  <a:pt x="19585" y="136297"/>
                  <a:pt x="20314" y="131192"/>
                  <a:pt x="20314" y="123136"/>
                </a:cubicBezTo>
                <a:lnTo>
                  <a:pt x="20314" y="31878"/>
                </a:lnTo>
                <a:cubicBezTo>
                  <a:pt x="20314" y="22988"/>
                  <a:pt x="19342" y="17467"/>
                  <a:pt x="17397" y="15314"/>
                </a:cubicBezTo>
                <a:cubicBezTo>
                  <a:pt x="14689" y="12258"/>
                  <a:pt x="10661" y="10730"/>
                  <a:pt x="5313" y="10730"/>
                </a:cubicBezTo>
                <a:lnTo>
                  <a:pt x="0" y="10730"/>
                </a:lnTo>
                <a:lnTo>
                  <a:pt x="0" y="6876"/>
                </a:lnTo>
                <a:lnTo>
                  <a:pt x="51463" y="6876"/>
                </a:lnTo>
                <a:cubicBezTo>
                  <a:pt x="66464" y="6876"/>
                  <a:pt x="77524" y="7966"/>
                  <a:pt x="84643" y="10147"/>
                </a:cubicBezTo>
                <a:cubicBezTo>
                  <a:pt x="91762" y="12329"/>
                  <a:pt x="97804" y="16346"/>
                  <a:pt x="102770" y="22199"/>
                </a:cubicBezTo>
                <a:cubicBezTo>
                  <a:pt x="107735" y="28050"/>
                  <a:pt x="110218" y="35027"/>
                  <a:pt x="110218" y="43129"/>
                </a:cubicBezTo>
                <a:cubicBezTo>
                  <a:pt x="110218" y="51784"/>
                  <a:pt x="107388" y="59298"/>
                  <a:pt x="101728" y="65670"/>
                </a:cubicBezTo>
                <a:cubicBezTo>
                  <a:pt x="96068" y="72040"/>
                  <a:pt x="87299" y="76541"/>
                  <a:pt x="75423" y="79174"/>
                </a:cubicBezTo>
                <a:lnTo>
                  <a:pt x="104593" y="119828"/>
                </a:lnTo>
                <a:cubicBezTo>
                  <a:pt x="111260" y="129165"/>
                  <a:pt x="116990" y="135367"/>
                  <a:pt x="121782" y="138434"/>
                </a:cubicBezTo>
                <a:cubicBezTo>
                  <a:pt x="126574" y="141498"/>
                  <a:pt x="132824" y="143448"/>
                  <a:pt x="140533" y="144284"/>
                </a:cubicBezTo>
                <a:lnTo>
                  <a:pt x="140533" y="148138"/>
                </a:lnTo>
                <a:moveTo>
                  <a:pt x="40212" y="75528"/>
                </a:moveTo>
                <a:cubicBezTo>
                  <a:pt x="41531" y="75528"/>
                  <a:pt x="42677" y="75545"/>
                  <a:pt x="43650" y="75580"/>
                </a:cubicBezTo>
                <a:cubicBezTo>
                  <a:pt x="44622" y="75614"/>
                  <a:pt x="45421" y="75632"/>
                  <a:pt x="46046" y="75632"/>
                </a:cubicBezTo>
                <a:cubicBezTo>
                  <a:pt x="59519" y="75632"/>
                  <a:pt x="69676" y="72715"/>
                  <a:pt x="76517" y="66881"/>
                </a:cubicBezTo>
                <a:cubicBezTo>
                  <a:pt x="83358" y="61047"/>
                  <a:pt x="86779" y="53616"/>
                  <a:pt x="86779" y="44587"/>
                </a:cubicBezTo>
                <a:cubicBezTo>
                  <a:pt x="86779" y="35767"/>
                  <a:pt x="84018" y="28596"/>
                  <a:pt x="78497" y="23075"/>
                </a:cubicBezTo>
                <a:cubicBezTo>
                  <a:pt x="72975" y="17554"/>
                  <a:pt x="65666" y="14793"/>
                  <a:pt x="56568" y="14793"/>
                </a:cubicBezTo>
                <a:cubicBezTo>
                  <a:pt x="52539" y="14793"/>
                  <a:pt x="47088" y="15453"/>
                  <a:pt x="40212" y="16772"/>
                </a:cubicBezTo>
                <a:lnTo>
                  <a:pt x="40212" y="75528"/>
                </a:lnTo>
                <a:close/>
                <a:moveTo>
                  <a:pt x="164144" y="88758"/>
                </a:moveTo>
                <a:cubicBezTo>
                  <a:pt x="164075" y="102893"/>
                  <a:pt x="167512" y="113980"/>
                  <a:pt x="174457" y="122019"/>
                </a:cubicBezTo>
                <a:cubicBezTo>
                  <a:pt x="181403" y="130056"/>
                  <a:pt x="189563" y="134074"/>
                  <a:pt x="198939" y="134074"/>
                </a:cubicBezTo>
                <a:cubicBezTo>
                  <a:pt x="205189" y="134074"/>
                  <a:pt x="210624" y="132356"/>
                  <a:pt x="215242" y="128918"/>
                </a:cubicBezTo>
                <a:cubicBezTo>
                  <a:pt x="219861" y="125480"/>
                  <a:pt x="223733" y="119594"/>
                  <a:pt x="226858" y="111260"/>
                </a:cubicBezTo>
                <a:lnTo>
                  <a:pt x="230087" y="113343"/>
                </a:lnTo>
                <a:cubicBezTo>
                  <a:pt x="228629" y="122858"/>
                  <a:pt x="224392" y="131522"/>
                  <a:pt x="217378" y="139335"/>
                </a:cubicBezTo>
                <a:cubicBezTo>
                  <a:pt x="210363" y="147149"/>
                  <a:pt x="201578" y="151055"/>
                  <a:pt x="191021" y="151055"/>
                </a:cubicBezTo>
                <a:cubicBezTo>
                  <a:pt x="179562" y="151055"/>
                  <a:pt x="169752" y="146603"/>
                  <a:pt x="161592" y="137698"/>
                </a:cubicBezTo>
                <a:cubicBezTo>
                  <a:pt x="153431" y="128791"/>
                  <a:pt x="149351" y="116817"/>
                  <a:pt x="149351" y="101777"/>
                </a:cubicBezTo>
                <a:cubicBezTo>
                  <a:pt x="149351" y="85490"/>
                  <a:pt x="153535" y="72791"/>
                  <a:pt x="161904" y="63678"/>
                </a:cubicBezTo>
                <a:cubicBezTo>
                  <a:pt x="170273" y="54562"/>
                  <a:pt x="180777" y="50004"/>
                  <a:pt x="193417" y="50004"/>
                </a:cubicBezTo>
                <a:cubicBezTo>
                  <a:pt x="204113" y="50004"/>
                  <a:pt x="212898" y="53520"/>
                  <a:pt x="219774" y="60552"/>
                </a:cubicBezTo>
                <a:cubicBezTo>
                  <a:pt x="226650" y="67582"/>
                  <a:pt x="230087" y="76984"/>
                  <a:pt x="230087" y="88758"/>
                </a:cubicBezTo>
                <a:lnTo>
                  <a:pt x="164144" y="88758"/>
                </a:lnTo>
                <a:moveTo>
                  <a:pt x="164144" y="82716"/>
                </a:moveTo>
                <a:lnTo>
                  <a:pt x="208315" y="82716"/>
                </a:lnTo>
                <a:cubicBezTo>
                  <a:pt x="207967" y="76604"/>
                  <a:pt x="207238" y="72298"/>
                  <a:pt x="206127" y="69798"/>
                </a:cubicBezTo>
                <a:cubicBezTo>
                  <a:pt x="204391" y="65909"/>
                  <a:pt x="201804" y="62853"/>
                  <a:pt x="198366" y="60630"/>
                </a:cubicBezTo>
                <a:cubicBezTo>
                  <a:pt x="194928" y="58408"/>
                  <a:pt x="191334" y="57297"/>
                  <a:pt x="187584" y="57297"/>
                </a:cubicBezTo>
                <a:cubicBezTo>
                  <a:pt x="181819" y="57297"/>
                  <a:pt x="176663" y="59537"/>
                  <a:pt x="172114" y="64016"/>
                </a:cubicBezTo>
                <a:cubicBezTo>
                  <a:pt x="167564" y="68496"/>
                  <a:pt x="164908" y="74729"/>
                  <a:pt x="164144" y="82716"/>
                </a:cubicBezTo>
                <a:close/>
                <a:moveTo>
                  <a:pt x="235100" y="62099"/>
                </a:moveTo>
                <a:lnTo>
                  <a:pt x="264478" y="50213"/>
                </a:lnTo>
                <a:lnTo>
                  <a:pt x="268437" y="50213"/>
                </a:lnTo>
                <a:lnTo>
                  <a:pt x="268437" y="72506"/>
                </a:lnTo>
                <a:cubicBezTo>
                  <a:pt x="273368" y="64103"/>
                  <a:pt x="278316" y="58252"/>
                  <a:pt x="283282" y="54953"/>
                </a:cubicBezTo>
                <a:cubicBezTo>
                  <a:pt x="288248" y="51654"/>
                  <a:pt x="293474" y="50004"/>
                  <a:pt x="298960" y="50004"/>
                </a:cubicBezTo>
                <a:cubicBezTo>
                  <a:pt x="308545" y="50004"/>
                  <a:pt x="316531" y="53750"/>
                  <a:pt x="322921" y="61242"/>
                </a:cubicBezTo>
                <a:cubicBezTo>
                  <a:pt x="330769" y="70401"/>
                  <a:pt x="334693" y="82335"/>
                  <a:pt x="334693" y="97043"/>
                </a:cubicBezTo>
                <a:cubicBezTo>
                  <a:pt x="334693" y="113486"/>
                  <a:pt x="329970" y="127084"/>
                  <a:pt x="320525" y="137838"/>
                </a:cubicBezTo>
                <a:cubicBezTo>
                  <a:pt x="312746" y="146649"/>
                  <a:pt x="302954" y="151055"/>
                  <a:pt x="291147" y="151055"/>
                </a:cubicBezTo>
                <a:cubicBezTo>
                  <a:pt x="286008" y="151055"/>
                  <a:pt x="281563" y="150326"/>
                  <a:pt x="277813" y="148867"/>
                </a:cubicBezTo>
                <a:cubicBezTo>
                  <a:pt x="275035" y="147826"/>
                  <a:pt x="271909" y="145742"/>
                  <a:pt x="268437" y="142617"/>
                </a:cubicBezTo>
                <a:lnTo>
                  <a:pt x="268437" y="171682"/>
                </a:lnTo>
                <a:cubicBezTo>
                  <a:pt x="268437" y="178210"/>
                  <a:pt x="268836" y="182360"/>
                  <a:pt x="269635" y="184131"/>
                </a:cubicBezTo>
                <a:cubicBezTo>
                  <a:pt x="270434" y="185902"/>
                  <a:pt x="271823" y="187308"/>
                  <a:pt x="273802" y="188350"/>
                </a:cubicBezTo>
                <a:cubicBezTo>
                  <a:pt x="275781" y="189392"/>
                  <a:pt x="279375" y="189913"/>
                  <a:pt x="284584" y="189913"/>
                </a:cubicBezTo>
                <a:lnTo>
                  <a:pt x="284584" y="193767"/>
                </a:lnTo>
                <a:lnTo>
                  <a:pt x="234580" y="193767"/>
                </a:lnTo>
                <a:lnTo>
                  <a:pt x="234580" y="189913"/>
                </a:lnTo>
                <a:lnTo>
                  <a:pt x="237184" y="189913"/>
                </a:lnTo>
                <a:cubicBezTo>
                  <a:pt x="241004" y="189982"/>
                  <a:pt x="244268" y="189252"/>
                  <a:pt x="246977" y="187722"/>
                </a:cubicBezTo>
                <a:cubicBezTo>
                  <a:pt x="248296" y="186958"/>
                  <a:pt x="249321" y="185724"/>
                  <a:pt x="250050" y="184020"/>
                </a:cubicBezTo>
                <a:cubicBezTo>
                  <a:pt x="250779" y="182319"/>
                  <a:pt x="251144" y="177993"/>
                  <a:pt x="251144" y="171044"/>
                </a:cubicBezTo>
                <a:lnTo>
                  <a:pt x="251144" y="80759"/>
                </a:lnTo>
                <a:cubicBezTo>
                  <a:pt x="251144" y="74574"/>
                  <a:pt x="250866" y="70648"/>
                  <a:pt x="250310" y="68981"/>
                </a:cubicBezTo>
                <a:cubicBezTo>
                  <a:pt x="249755" y="67312"/>
                  <a:pt x="248869" y="66061"/>
                  <a:pt x="247654" y="65227"/>
                </a:cubicBezTo>
                <a:cubicBezTo>
                  <a:pt x="246438" y="64392"/>
                  <a:pt x="244789" y="63974"/>
                  <a:pt x="242705" y="63974"/>
                </a:cubicBezTo>
                <a:cubicBezTo>
                  <a:pt x="241039" y="63974"/>
                  <a:pt x="238920" y="64460"/>
                  <a:pt x="236351" y="65432"/>
                </a:cubicBezTo>
                <a:lnTo>
                  <a:pt x="235100" y="62099"/>
                </a:lnTo>
                <a:moveTo>
                  <a:pt x="268437" y="78842"/>
                </a:moveTo>
                <a:lnTo>
                  <a:pt x="268437" y="114424"/>
                </a:lnTo>
                <a:cubicBezTo>
                  <a:pt x="268437" y="122125"/>
                  <a:pt x="268749" y="127188"/>
                  <a:pt x="269374" y="129614"/>
                </a:cubicBezTo>
                <a:cubicBezTo>
                  <a:pt x="270347" y="133638"/>
                  <a:pt x="272725" y="137176"/>
                  <a:pt x="276510" y="140227"/>
                </a:cubicBezTo>
                <a:cubicBezTo>
                  <a:pt x="280296" y="143279"/>
                  <a:pt x="285070" y="144805"/>
                  <a:pt x="290835" y="144805"/>
                </a:cubicBezTo>
                <a:cubicBezTo>
                  <a:pt x="297780" y="144805"/>
                  <a:pt x="303405" y="142099"/>
                  <a:pt x="307711" y="136689"/>
                </a:cubicBezTo>
                <a:cubicBezTo>
                  <a:pt x="313337" y="129616"/>
                  <a:pt x="316149" y="119662"/>
                  <a:pt x="316149" y="106829"/>
                </a:cubicBezTo>
                <a:cubicBezTo>
                  <a:pt x="316149" y="92264"/>
                  <a:pt x="312955" y="81063"/>
                  <a:pt x="306565" y="73226"/>
                </a:cubicBezTo>
                <a:cubicBezTo>
                  <a:pt x="302120" y="67815"/>
                  <a:pt x="296842" y="65110"/>
                  <a:pt x="290730" y="65110"/>
                </a:cubicBezTo>
                <a:cubicBezTo>
                  <a:pt x="287397" y="65110"/>
                  <a:pt x="284098" y="65942"/>
                  <a:pt x="280834" y="67607"/>
                </a:cubicBezTo>
                <a:cubicBezTo>
                  <a:pt x="278334" y="68855"/>
                  <a:pt x="274201" y="72600"/>
                  <a:pt x="268437" y="78842"/>
                </a:cubicBezTo>
                <a:close/>
                <a:moveTo>
                  <a:pt x="380838" y="50004"/>
                </a:moveTo>
                <a:lnTo>
                  <a:pt x="380838" y="71465"/>
                </a:lnTo>
                <a:cubicBezTo>
                  <a:pt x="388825" y="57158"/>
                  <a:pt x="397020" y="50004"/>
                  <a:pt x="405424" y="50004"/>
                </a:cubicBezTo>
                <a:cubicBezTo>
                  <a:pt x="409244" y="50004"/>
                  <a:pt x="412404" y="51168"/>
                  <a:pt x="414904" y="53494"/>
                </a:cubicBezTo>
                <a:cubicBezTo>
                  <a:pt x="417404" y="55821"/>
                  <a:pt x="418654" y="58512"/>
                  <a:pt x="418654" y="61568"/>
                </a:cubicBezTo>
                <a:cubicBezTo>
                  <a:pt x="418654" y="64277"/>
                  <a:pt x="417751" y="66568"/>
                  <a:pt x="415946" y="68444"/>
                </a:cubicBezTo>
                <a:cubicBezTo>
                  <a:pt x="414140" y="70319"/>
                  <a:pt x="411987" y="71256"/>
                  <a:pt x="409487" y="71256"/>
                </a:cubicBezTo>
                <a:cubicBezTo>
                  <a:pt x="407056" y="71256"/>
                  <a:pt x="404330" y="70058"/>
                  <a:pt x="401309" y="67662"/>
                </a:cubicBezTo>
                <a:cubicBezTo>
                  <a:pt x="398288" y="65266"/>
                  <a:pt x="396048" y="64068"/>
                  <a:pt x="394590" y="64068"/>
                </a:cubicBezTo>
                <a:cubicBezTo>
                  <a:pt x="393339" y="64068"/>
                  <a:pt x="391985" y="64761"/>
                  <a:pt x="390527" y="66145"/>
                </a:cubicBezTo>
                <a:cubicBezTo>
                  <a:pt x="387401" y="68986"/>
                  <a:pt x="384172" y="73662"/>
                  <a:pt x="380838" y="80173"/>
                </a:cubicBezTo>
                <a:lnTo>
                  <a:pt x="380838" y="125789"/>
                </a:lnTo>
                <a:cubicBezTo>
                  <a:pt x="380838" y="131052"/>
                  <a:pt x="381498" y="135035"/>
                  <a:pt x="382818" y="137737"/>
                </a:cubicBezTo>
                <a:cubicBezTo>
                  <a:pt x="383720" y="139608"/>
                  <a:pt x="385318" y="141167"/>
                  <a:pt x="387610" y="142415"/>
                </a:cubicBezTo>
                <a:cubicBezTo>
                  <a:pt x="389902" y="143661"/>
                  <a:pt x="393200" y="144284"/>
                  <a:pt x="397506" y="144284"/>
                </a:cubicBezTo>
                <a:lnTo>
                  <a:pt x="397506" y="148138"/>
                </a:lnTo>
                <a:lnTo>
                  <a:pt x="348648" y="148138"/>
                </a:lnTo>
                <a:lnTo>
                  <a:pt x="348648" y="144284"/>
                </a:lnTo>
                <a:cubicBezTo>
                  <a:pt x="353509" y="144284"/>
                  <a:pt x="357121" y="143522"/>
                  <a:pt x="359482" y="141998"/>
                </a:cubicBezTo>
                <a:cubicBezTo>
                  <a:pt x="361218" y="140889"/>
                  <a:pt x="362434" y="139122"/>
                  <a:pt x="363128" y="136695"/>
                </a:cubicBezTo>
                <a:cubicBezTo>
                  <a:pt x="363476" y="135517"/>
                  <a:pt x="363649" y="132156"/>
                  <a:pt x="363649" y="126613"/>
                </a:cubicBezTo>
                <a:lnTo>
                  <a:pt x="363649" y="89712"/>
                </a:lnTo>
                <a:cubicBezTo>
                  <a:pt x="363649" y="78624"/>
                  <a:pt x="363424" y="72024"/>
                  <a:pt x="362972" y="69912"/>
                </a:cubicBezTo>
                <a:cubicBezTo>
                  <a:pt x="362521" y="67798"/>
                  <a:pt x="361687" y="66256"/>
                  <a:pt x="360472" y="65286"/>
                </a:cubicBezTo>
                <a:cubicBezTo>
                  <a:pt x="359256" y="64316"/>
                  <a:pt x="357746" y="63831"/>
                  <a:pt x="355940" y="63831"/>
                </a:cubicBezTo>
                <a:cubicBezTo>
                  <a:pt x="353787" y="63831"/>
                  <a:pt x="351356" y="64350"/>
                  <a:pt x="348648" y="65390"/>
                </a:cubicBezTo>
                <a:lnTo>
                  <a:pt x="347606" y="61646"/>
                </a:lnTo>
                <a:lnTo>
                  <a:pt x="376463" y="50004"/>
                </a:lnTo>
                <a:lnTo>
                  <a:pt x="380838" y="50004"/>
                </a:lnTo>
                <a:close/>
                <a:moveTo>
                  <a:pt x="437235" y="88758"/>
                </a:moveTo>
                <a:cubicBezTo>
                  <a:pt x="437166" y="102893"/>
                  <a:pt x="440603" y="113980"/>
                  <a:pt x="447548" y="122019"/>
                </a:cubicBezTo>
                <a:cubicBezTo>
                  <a:pt x="454494" y="130056"/>
                  <a:pt x="462654" y="134074"/>
                  <a:pt x="472030" y="134074"/>
                </a:cubicBezTo>
                <a:cubicBezTo>
                  <a:pt x="478280" y="134074"/>
                  <a:pt x="483715" y="132356"/>
                  <a:pt x="488333" y="128918"/>
                </a:cubicBezTo>
                <a:cubicBezTo>
                  <a:pt x="492952" y="125480"/>
                  <a:pt x="496824" y="119594"/>
                  <a:pt x="499949" y="111260"/>
                </a:cubicBezTo>
                <a:lnTo>
                  <a:pt x="503178" y="113343"/>
                </a:lnTo>
                <a:cubicBezTo>
                  <a:pt x="501720" y="122858"/>
                  <a:pt x="497483" y="131522"/>
                  <a:pt x="490469" y="139335"/>
                </a:cubicBezTo>
                <a:cubicBezTo>
                  <a:pt x="483454" y="147149"/>
                  <a:pt x="474669" y="151055"/>
                  <a:pt x="464112" y="151055"/>
                </a:cubicBezTo>
                <a:cubicBezTo>
                  <a:pt x="452653" y="151055"/>
                  <a:pt x="442843" y="146603"/>
                  <a:pt x="434683" y="137698"/>
                </a:cubicBezTo>
                <a:cubicBezTo>
                  <a:pt x="426522" y="128791"/>
                  <a:pt x="422442" y="116817"/>
                  <a:pt x="422442" y="101777"/>
                </a:cubicBezTo>
                <a:cubicBezTo>
                  <a:pt x="422442" y="85490"/>
                  <a:pt x="426626" y="72791"/>
                  <a:pt x="434995" y="63678"/>
                </a:cubicBezTo>
                <a:cubicBezTo>
                  <a:pt x="443364" y="54562"/>
                  <a:pt x="453868" y="50004"/>
                  <a:pt x="466508" y="50004"/>
                </a:cubicBezTo>
                <a:cubicBezTo>
                  <a:pt x="477204" y="50004"/>
                  <a:pt x="485989" y="53520"/>
                  <a:pt x="492865" y="60552"/>
                </a:cubicBezTo>
                <a:cubicBezTo>
                  <a:pt x="499741" y="67582"/>
                  <a:pt x="503178" y="76984"/>
                  <a:pt x="503178" y="88758"/>
                </a:cubicBezTo>
                <a:lnTo>
                  <a:pt x="437235" y="88758"/>
                </a:lnTo>
                <a:moveTo>
                  <a:pt x="437235" y="82716"/>
                </a:moveTo>
                <a:lnTo>
                  <a:pt x="481406" y="82716"/>
                </a:lnTo>
                <a:cubicBezTo>
                  <a:pt x="481058" y="76604"/>
                  <a:pt x="480329" y="72298"/>
                  <a:pt x="479218" y="69798"/>
                </a:cubicBezTo>
                <a:cubicBezTo>
                  <a:pt x="477482" y="65909"/>
                  <a:pt x="474895" y="62853"/>
                  <a:pt x="471457" y="60630"/>
                </a:cubicBezTo>
                <a:cubicBezTo>
                  <a:pt x="468019" y="58408"/>
                  <a:pt x="464425" y="57297"/>
                  <a:pt x="460675" y="57297"/>
                </a:cubicBezTo>
                <a:cubicBezTo>
                  <a:pt x="454910" y="57297"/>
                  <a:pt x="449754" y="59537"/>
                  <a:pt x="445204" y="64016"/>
                </a:cubicBezTo>
                <a:cubicBezTo>
                  <a:pt x="440655" y="68496"/>
                  <a:pt x="437999" y="74729"/>
                  <a:pt x="437235" y="82716"/>
                </a:cubicBezTo>
                <a:close/>
                <a:moveTo>
                  <a:pt x="576739" y="50004"/>
                </a:moveTo>
                <a:lnTo>
                  <a:pt x="576739" y="82299"/>
                </a:lnTo>
                <a:lnTo>
                  <a:pt x="573301" y="82299"/>
                </a:lnTo>
                <a:cubicBezTo>
                  <a:pt x="570662" y="72170"/>
                  <a:pt x="567277" y="65280"/>
                  <a:pt x="563144" y="61630"/>
                </a:cubicBezTo>
                <a:cubicBezTo>
                  <a:pt x="559012" y="57977"/>
                  <a:pt x="553751" y="56151"/>
                  <a:pt x="547362" y="56151"/>
                </a:cubicBezTo>
                <a:cubicBezTo>
                  <a:pt x="542500" y="56151"/>
                  <a:pt x="538576" y="57435"/>
                  <a:pt x="535590" y="60002"/>
                </a:cubicBezTo>
                <a:cubicBezTo>
                  <a:pt x="532603" y="62567"/>
                  <a:pt x="531110" y="65412"/>
                  <a:pt x="531110" y="68535"/>
                </a:cubicBezTo>
                <a:cubicBezTo>
                  <a:pt x="531110" y="72420"/>
                  <a:pt x="532221" y="75749"/>
                  <a:pt x="534444" y="78523"/>
                </a:cubicBezTo>
                <a:cubicBezTo>
                  <a:pt x="536597" y="81368"/>
                  <a:pt x="540972" y="84386"/>
                  <a:pt x="547570" y="87576"/>
                </a:cubicBezTo>
                <a:lnTo>
                  <a:pt x="562780" y="94966"/>
                </a:lnTo>
                <a:cubicBezTo>
                  <a:pt x="576878" y="101833"/>
                  <a:pt x="583927" y="110887"/>
                  <a:pt x="583927" y="122127"/>
                </a:cubicBezTo>
                <a:cubicBezTo>
                  <a:pt x="583927" y="130797"/>
                  <a:pt x="580646" y="137787"/>
                  <a:pt x="574083" y="143095"/>
                </a:cubicBezTo>
                <a:cubicBezTo>
                  <a:pt x="567520" y="148402"/>
                  <a:pt x="560175" y="151055"/>
                  <a:pt x="552050" y="151055"/>
                </a:cubicBezTo>
                <a:cubicBezTo>
                  <a:pt x="546216" y="151055"/>
                  <a:pt x="539548" y="150013"/>
                  <a:pt x="532048" y="147930"/>
                </a:cubicBezTo>
                <a:cubicBezTo>
                  <a:pt x="529756" y="147235"/>
                  <a:pt x="527881" y="146888"/>
                  <a:pt x="526422" y="146888"/>
                </a:cubicBezTo>
                <a:cubicBezTo>
                  <a:pt x="524825" y="146888"/>
                  <a:pt x="523575" y="147791"/>
                  <a:pt x="522672" y="149597"/>
                </a:cubicBezTo>
                <a:lnTo>
                  <a:pt x="519234" y="149597"/>
                </a:lnTo>
                <a:lnTo>
                  <a:pt x="519234" y="115427"/>
                </a:lnTo>
                <a:lnTo>
                  <a:pt x="522672" y="115427"/>
                </a:lnTo>
                <a:cubicBezTo>
                  <a:pt x="524617" y="125185"/>
                  <a:pt x="528332" y="132538"/>
                  <a:pt x="533819" y="137486"/>
                </a:cubicBezTo>
                <a:cubicBezTo>
                  <a:pt x="539305" y="142435"/>
                  <a:pt x="545452" y="144909"/>
                  <a:pt x="552258" y="144909"/>
                </a:cubicBezTo>
                <a:cubicBezTo>
                  <a:pt x="557050" y="144909"/>
                  <a:pt x="560957" y="143505"/>
                  <a:pt x="563978" y="140696"/>
                </a:cubicBezTo>
                <a:cubicBezTo>
                  <a:pt x="566999" y="137886"/>
                  <a:pt x="568509" y="134503"/>
                  <a:pt x="568509" y="130549"/>
                </a:cubicBezTo>
                <a:cubicBezTo>
                  <a:pt x="568509" y="125761"/>
                  <a:pt x="566825" y="121737"/>
                  <a:pt x="563457" y="118477"/>
                </a:cubicBezTo>
                <a:cubicBezTo>
                  <a:pt x="560088" y="115218"/>
                  <a:pt x="553369" y="111091"/>
                  <a:pt x="543299" y="106097"/>
                </a:cubicBezTo>
                <a:cubicBezTo>
                  <a:pt x="533228" y="101101"/>
                  <a:pt x="526631" y="96591"/>
                  <a:pt x="523505" y="92567"/>
                </a:cubicBezTo>
                <a:cubicBezTo>
                  <a:pt x="520380" y="88613"/>
                  <a:pt x="518817" y="83617"/>
                  <a:pt x="518817" y="77582"/>
                </a:cubicBezTo>
                <a:cubicBezTo>
                  <a:pt x="518817" y="69743"/>
                  <a:pt x="521509" y="63187"/>
                  <a:pt x="526891" y="57915"/>
                </a:cubicBezTo>
                <a:cubicBezTo>
                  <a:pt x="532273" y="52641"/>
                  <a:pt x="539236" y="50004"/>
                  <a:pt x="547778" y="50004"/>
                </a:cubicBezTo>
                <a:cubicBezTo>
                  <a:pt x="551529" y="50004"/>
                  <a:pt x="556078" y="50803"/>
                  <a:pt x="561425" y="52401"/>
                </a:cubicBezTo>
                <a:cubicBezTo>
                  <a:pt x="564967" y="53442"/>
                  <a:pt x="567329" y="53963"/>
                  <a:pt x="568509" y="53963"/>
                </a:cubicBezTo>
                <a:cubicBezTo>
                  <a:pt x="569621" y="53963"/>
                  <a:pt x="570489" y="53720"/>
                  <a:pt x="571114" y="53234"/>
                </a:cubicBezTo>
                <a:cubicBezTo>
                  <a:pt x="571739" y="52748"/>
                  <a:pt x="572468" y="51671"/>
                  <a:pt x="573301" y="50004"/>
                </a:cubicBezTo>
                <a:lnTo>
                  <a:pt x="576739" y="50004"/>
                </a:lnTo>
                <a:close/>
                <a:moveTo>
                  <a:pt x="616451" y="88758"/>
                </a:moveTo>
                <a:cubicBezTo>
                  <a:pt x="616382" y="102893"/>
                  <a:pt x="619820" y="113980"/>
                  <a:pt x="626765" y="122019"/>
                </a:cubicBezTo>
                <a:cubicBezTo>
                  <a:pt x="633710" y="130056"/>
                  <a:pt x="641870" y="134074"/>
                  <a:pt x="651246" y="134074"/>
                </a:cubicBezTo>
                <a:cubicBezTo>
                  <a:pt x="657497" y="134074"/>
                  <a:pt x="662931" y="132356"/>
                  <a:pt x="667550" y="128918"/>
                </a:cubicBezTo>
                <a:cubicBezTo>
                  <a:pt x="672168" y="125480"/>
                  <a:pt x="676040" y="119594"/>
                  <a:pt x="679165" y="111260"/>
                </a:cubicBezTo>
                <a:lnTo>
                  <a:pt x="682395" y="113343"/>
                </a:lnTo>
                <a:cubicBezTo>
                  <a:pt x="680936" y="122858"/>
                  <a:pt x="676700" y="131522"/>
                  <a:pt x="669685" y="139335"/>
                </a:cubicBezTo>
                <a:cubicBezTo>
                  <a:pt x="662671" y="147149"/>
                  <a:pt x="653885" y="151055"/>
                  <a:pt x="643329" y="151055"/>
                </a:cubicBezTo>
                <a:cubicBezTo>
                  <a:pt x="631869" y="151055"/>
                  <a:pt x="622060" y="146603"/>
                  <a:pt x="613899" y="137698"/>
                </a:cubicBezTo>
                <a:cubicBezTo>
                  <a:pt x="605739" y="128791"/>
                  <a:pt x="601658" y="116817"/>
                  <a:pt x="601658" y="101777"/>
                </a:cubicBezTo>
                <a:cubicBezTo>
                  <a:pt x="601658" y="85490"/>
                  <a:pt x="605843" y="72791"/>
                  <a:pt x="614212" y="63678"/>
                </a:cubicBezTo>
                <a:cubicBezTo>
                  <a:pt x="622580" y="54562"/>
                  <a:pt x="633085" y="50004"/>
                  <a:pt x="645725" y="50004"/>
                </a:cubicBezTo>
                <a:cubicBezTo>
                  <a:pt x="656420" y="50004"/>
                  <a:pt x="665206" y="53520"/>
                  <a:pt x="672081" y="60552"/>
                </a:cubicBezTo>
                <a:cubicBezTo>
                  <a:pt x="678957" y="67582"/>
                  <a:pt x="682395" y="76984"/>
                  <a:pt x="682395" y="88758"/>
                </a:cubicBezTo>
                <a:lnTo>
                  <a:pt x="616451" y="88758"/>
                </a:lnTo>
                <a:moveTo>
                  <a:pt x="616451" y="82716"/>
                </a:moveTo>
                <a:lnTo>
                  <a:pt x="660622" y="82716"/>
                </a:lnTo>
                <a:cubicBezTo>
                  <a:pt x="660275" y="76604"/>
                  <a:pt x="659546" y="72298"/>
                  <a:pt x="658434" y="69798"/>
                </a:cubicBezTo>
                <a:cubicBezTo>
                  <a:pt x="656698" y="65909"/>
                  <a:pt x="654111" y="62853"/>
                  <a:pt x="650673" y="60630"/>
                </a:cubicBezTo>
                <a:cubicBezTo>
                  <a:pt x="647235" y="58408"/>
                  <a:pt x="643641" y="57297"/>
                  <a:pt x="639891" y="57297"/>
                </a:cubicBezTo>
                <a:cubicBezTo>
                  <a:pt x="634127" y="57297"/>
                  <a:pt x="628970" y="59537"/>
                  <a:pt x="624421" y="64016"/>
                </a:cubicBezTo>
                <a:cubicBezTo>
                  <a:pt x="619872" y="68496"/>
                  <a:pt x="617215" y="74729"/>
                  <a:pt x="616451" y="82716"/>
                </a:cubicBezTo>
                <a:close/>
                <a:moveTo>
                  <a:pt x="722098" y="70215"/>
                </a:moveTo>
                <a:cubicBezTo>
                  <a:pt x="733280" y="56741"/>
                  <a:pt x="743941" y="50004"/>
                  <a:pt x="754081" y="50004"/>
                </a:cubicBezTo>
                <a:cubicBezTo>
                  <a:pt x="759289" y="50004"/>
                  <a:pt x="763769" y="51304"/>
                  <a:pt x="767519" y="53905"/>
                </a:cubicBezTo>
                <a:cubicBezTo>
                  <a:pt x="771270" y="56502"/>
                  <a:pt x="774256" y="60781"/>
                  <a:pt x="776478" y="66741"/>
                </a:cubicBezTo>
                <a:cubicBezTo>
                  <a:pt x="778006" y="70897"/>
                  <a:pt x="778770" y="77273"/>
                  <a:pt x="778770" y="85867"/>
                </a:cubicBezTo>
                <a:lnTo>
                  <a:pt x="778770" y="126509"/>
                </a:lnTo>
                <a:cubicBezTo>
                  <a:pt x="778770" y="132538"/>
                  <a:pt x="779256" y="136627"/>
                  <a:pt x="780229" y="138775"/>
                </a:cubicBezTo>
                <a:cubicBezTo>
                  <a:pt x="780993" y="140507"/>
                  <a:pt x="782225" y="141858"/>
                  <a:pt x="783927" y="142829"/>
                </a:cubicBezTo>
                <a:cubicBezTo>
                  <a:pt x="785628" y="143799"/>
                  <a:pt x="788771" y="144284"/>
                  <a:pt x="793355" y="144284"/>
                </a:cubicBezTo>
                <a:lnTo>
                  <a:pt x="793355" y="148138"/>
                </a:lnTo>
                <a:lnTo>
                  <a:pt x="746163" y="148138"/>
                </a:lnTo>
                <a:lnTo>
                  <a:pt x="746163" y="144284"/>
                </a:lnTo>
                <a:lnTo>
                  <a:pt x="748142" y="144284"/>
                </a:lnTo>
                <a:cubicBezTo>
                  <a:pt x="752587" y="144284"/>
                  <a:pt x="755695" y="143610"/>
                  <a:pt x="757466" y="142262"/>
                </a:cubicBezTo>
                <a:cubicBezTo>
                  <a:pt x="759237" y="140914"/>
                  <a:pt x="760470" y="138928"/>
                  <a:pt x="761164" y="136304"/>
                </a:cubicBezTo>
                <a:cubicBezTo>
                  <a:pt x="761442" y="135267"/>
                  <a:pt x="761581" y="132019"/>
                  <a:pt x="761581" y="126561"/>
                </a:cubicBezTo>
                <a:lnTo>
                  <a:pt x="761581" y="87693"/>
                </a:lnTo>
                <a:cubicBezTo>
                  <a:pt x="761581" y="79058"/>
                  <a:pt x="760453" y="72788"/>
                  <a:pt x="758195" y="68883"/>
                </a:cubicBezTo>
                <a:cubicBezTo>
                  <a:pt x="755938" y="64979"/>
                  <a:pt x="752136" y="63026"/>
                  <a:pt x="746788" y="63026"/>
                </a:cubicBezTo>
                <a:cubicBezTo>
                  <a:pt x="738524" y="63026"/>
                  <a:pt x="730294" y="67518"/>
                  <a:pt x="722098" y="76501"/>
                </a:cubicBezTo>
                <a:lnTo>
                  <a:pt x="722098" y="126561"/>
                </a:lnTo>
                <a:cubicBezTo>
                  <a:pt x="722098" y="132987"/>
                  <a:pt x="722480" y="136960"/>
                  <a:pt x="723244" y="138479"/>
                </a:cubicBezTo>
                <a:cubicBezTo>
                  <a:pt x="724217" y="140482"/>
                  <a:pt x="725554" y="141951"/>
                  <a:pt x="727255" y="142884"/>
                </a:cubicBezTo>
                <a:cubicBezTo>
                  <a:pt x="728957" y="143817"/>
                  <a:pt x="732412" y="144284"/>
                  <a:pt x="737621" y="144284"/>
                </a:cubicBezTo>
                <a:lnTo>
                  <a:pt x="737621" y="148138"/>
                </a:lnTo>
                <a:lnTo>
                  <a:pt x="690429" y="148138"/>
                </a:lnTo>
                <a:lnTo>
                  <a:pt x="690429" y="144284"/>
                </a:lnTo>
                <a:lnTo>
                  <a:pt x="692513" y="144284"/>
                </a:lnTo>
                <a:cubicBezTo>
                  <a:pt x="697374" y="144284"/>
                  <a:pt x="700656" y="143054"/>
                  <a:pt x="702357" y="140595"/>
                </a:cubicBezTo>
                <a:cubicBezTo>
                  <a:pt x="704059" y="138134"/>
                  <a:pt x="704909" y="133439"/>
                  <a:pt x="704909" y="126509"/>
                </a:cubicBezTo>
                <a:lnTo>
                  <a:pt x="704909" y="91167"/>
                </a:lnTo>
                <a:cubicBezTo>
                  <a:pt x="704909" y="79734"/>
                  <a:pt x="704649" y="72770"/>
                  <a:pt x="704128" y="70276"/>
                </a:cubicBezTo>
                <a:cubicBezTo>
                  <a:pt x="703607" y="67781"/>
                  <a:pt x="702809" y="66082"/>
                  <a:pt x="701732" y="65182"/>
                </a:cubicBezTo>
                <a:cubicBezTo>
                  <a:pt x="700656" y="64281"/>
                  <a:pt x="699214" y="63831"/>
                  <a:pt x="697409" y="63831"/>
                </a:cubicBezTo>
                <a:cubicBezTo>
                  <a:pt x="695464" y="63831"/>
                  <a:pt x="693138" y="64350"/>
                  <a:pt x="690429" y="65390"/>
                </a:cubicBezTo>
                <a:lnTo>
                  <a:pt x="688866" y="61646"/>
                </a:lnTo>
                <a:lnTo>
                  <a:pt x="717619" y="50004"/>
                </a:lnTo>
                <a:lnTo>
                  <a:pt x="722098" y="50004"/>
                </a:lnTo>
                <a:lnTo>
                  <a:pt x="722098" y="70215"/>
                </a:lnTo>
                <a:close/>
                <a:moveTo>
                  <a:pt x="832937" y="21252"/>
                </a:moveTo>
                <a:lnTo>
                  <a:pt x="832937" y="52713"/>
                </a:lnTo>
                <a:lnTo>
                  <a:pt x="855231" y="52713"/>
                </a:lnTo>
                <a:lnTo>
                  <a:pt x="855231" y="60005"/>
                </a:lnTo>
                <a:lnTo>
                  <a:pt x="832937" y="60005"/>
                </a:lnTo>
                <a:lnTo>
                  <a:pt x="832937" y="121801"/>
                </a:lnTo>
                <a:cubicBezTo>
                  <a:pt x="832937" y="127976"/>
                  <a:pt x="833823" y="132139"/>
                  <a:pt x="835594" y="134289"/>
                </a:cubicBezTo>
                <a:cubicBezTo>
                  <a:pt x="837365" y="136438"/>
                  <a:pt x="839639" y="137512"/>
                  <a:pt x="842417" y="137512"/>
                </a:cubicBezTo>
                <a:cubicBezTo>
                  <a:pt x="844709" y="137512"/>
                  <a:pt x="846932" y="136800"/>
                  <a:pt x="849085" y="135377"/>
                </a:cubicBezTo>
                <a:cubicBezTo>
                  <a:pt x="851238" y="133953"/>
                  <a:pt x="852904" y="131852"/>
                  <a:pt x="854085" y="129074"/>
                </a:cubicBezTo>
                <a:lnTo>
                  <a:pt x="858148" y="129074"/>
                </a:lnTo>
                <a:cubicBezTo>
                  <a:pt x="855717" y="135900"/>
                  <a:pt x="852279" y="141062"/>
                  <a:pt x="847834" y="144560"/>
                </a:cubicBezTo>
                <a:cubicBezTo>
                  <a:pt x="843390" y="148057"/>
                  <a:pt x="838806" y="149805"/>
                  <a:pt x="834083" y="149805"/>
                </a:cubicBezTo>
                <a:cubicBezTo>
                  <a:pt x="830889" y="149805"/>
                  <a:pt x="827763" y="148918"/>
                  <a:pt x="824707" y="147145"/>
                </a:cubicBezTo>
                <a:cubicBezTo>
                  <a:pt x="821652" y="145372"/>
                  <a:pt x="819394" y="142835"/>
                  <a:pt x="817936" y="139534"/>
                </a:cubicBezTo>
                <a:cubicBezTo>
                  <a:pt x="816478" y="136231"/>
                  <a:pt x="815748" y="131137"/>
                  <a:pt x="815748" y="124253"/>
                </a:cubicBezTo>
                <a:lnTo>
                  <a:pt x="815748" y="60005"/>
                </a:lnTo>
                <a:lnTo>
                  <a:pt x="800643" y="60005"/>
                </a:lnTo>
                <a:lnTo>
                  <a:pt x="800643" y="56568"/>
                </a:lnTo>
                <a:cubicBezTo>
                  <a:pt x="804463" y="55035"/>
                  <a:pt x="808369" y="52441"/>
                  <a:pt x="812363" y="48784"/>
                </a:cubicBezTo>
                <a:cubicBezTo>
                  <a:pt x="816356" y="45127"/>
                  <a:pt x="819915" y="40790"/>
                  <a:pt x="823041" y="35775"/>
                </a:cubicBezTo>
                <a:cubicBezTo>
                  <a:pt x="824638" y="33129"/>
                  <a:pt x="826860" y="28288"/>
                  <a:pt x="829708" y="21252"/>
                </a:cubicBezTo>
                <a:lnTo>
                  <a:pt x="832937" y="21252"/>
                </a:lnTo>
                <a:close/>
                <a:moveTo>
                  <a:pt x="919032" y="134387"/>
                </a:moveTo>
                <a:cubicBezTo>
                  <a:pt x="909240" y="141957"/>
                  <a:pt x="903094" y="146333"/>
                  <a:pt x="900593" y="147513"/>
                </a:cubicBezTo>
                <a:cubicBezTo>
                  <a:pt x="896843" y="149319"/>
                  <a:pt x="892850" y="150222"/>
                  <a:pt x="888613" y="150222"/>
                </a:cubicBezTo>
                <a:cubicBezTo>
                  <a:pt x="882015" y="150222"/>
                  <a:pt x="876581" y="147965"/>
                  <a:pt x="872310" y="143450"/>
                </a:cubicBezTo>
                <a:cubicBezTo>
                  <a:pt x="868038" y="138936"/>
                  <a:pt x="865903" y="132998"/>
                  <a:pt x="865903" y="125636"/>
                </a:cubicBezTo>
                <a:cubicBezTo>
                  <a:pt x="865903" y="120983"/>
                  <a:pt x="866944" y="116955"/>
                  <a:pt x="869028" y="113552"/>
                </a:cubicBezTo>
                <a:cubicBezTo>
                  <a:pt x="871875" y="108829"/>
                  <a:pt x="876824" y="104384"/>
                  <a:pt x="883873" y="100217"/>
                </a:cubicBezTo>
                <a:cubicBezTo>
                  <a:pt x="890922" y="96050"/>
                  <a:pt x="902642" y="90980"/>
                  <a:pt x="919032" y="85008"/>
                </a:cubicBezTo>
                <a:lnTo>
                  <a:pt x="919032" y="81257"/>
                </a:lnTo>
                <a:cubicBezTo>
                  <a:pt x="919032" y="71743"/>
                  <a:pt x="917522" y="65214"/>
                  <a:pt x="914501" y="61672"/>
                </a:cubicBezTo>
                <a:cubicBezTo>
                  <a:pt x="911480" y="58130"/>
                  <a:pt x="907087" y="56359"/>
                  <a:pt x="901323" y="56359"/>
                </a:cubicBezTo>
                <a:cubicBezTo>
                  <a:pt x="896947" y="56359"/>
                  <a:pt x="893475" y="57536"/>
                  <a:pt x="890905" y="59888"/>
                </a:cubicBezTo>
                <a:cubicBezTo>
                  <a:pt x="888266" y="62241"/>
                  <a:pt x="886946" y="64940"/>
                  <a:pt x="886946" y="67985"/>
                </a:cubicBezTo>
                <a:lnTo>
                  <a:pt x="887155" y="74004"/>
                </a:lnTo>
                <a:cubicBezTo>
                  <a:pt x="887155" y="77186"/>
                  <a:pt x="886339" y="79641"/>
                  <a:pt x="884706" y="81371"/>
                </a:cubicBezTo>
                <a:cubicBezTo>
                  <a:pt x="883074" y="83101"/>
                  <a:pt x="880939" y="83966"/>
                  <a:pt x="878300" y="83966"/>
                </a:cubicBezTo>
                <a:cubicBezTo>
                  <a:pt x="875730" y="83966"/>
                  <a:pt x="873629" y="83066"/>
                  <a:pt x="871997" y="81267"/>
                </a:cubicBezTo>
                <a:cubicBezTo>
                  <a:pt x="870365" y="79466"/>
                  <a:pt x="869549" y="77007"/>
                  <a:pt x="869549" y="73890"/>
                </a:cubicBezTo>
                <a:cubicBezTo>
                  <a:pt x="869549" y="67937"/>
                  <a:pt x="872605" y="62468"/>
                  <a:pt x="878716" y="57482"/>
                </a:cubicBezTo>
                <a:cubicBezTo>
                  <a:pt x="884828" y="52497"/>
                  <a:pt x="893405" y="50004"/>
                  <a:pt x="904448" y="50004"/>
                </a:cubicBezTo>
                <a:cubicBezTo>
                  <a:pt x="912921" y="50004"/>
                  <a:pt x="919866" y="51426"/>
                  <a:pt x="925283" y="54269"/>
                </a:cubicBezTo>
                <a:cubicBezTo>
                  <a:pt x="929381" y="56420"/>
                  <a:pt x="932402" y="59785"/>
                  <a:pt x="934346" y="64364"/>
                </a:cubicBezTo>
                <a:cubicBezTo>
                  <a:pt x="935596" y="67347"/>
                  <a:pt x="936221" y="73451"/>
                  <a:pt x="936221" y="82677"/>
                </a:cubicBezTo>
                <a:lnTo>
                  <a:pt x="936221" y="115036"/>
                </a:lnTo>
                <a:cubicBezTo>
                  <a:pt x="936221" y="124123"/>
                  <a:pt x="936395" y="129690"/>
                  <a:pt x="936742" y="131737"/>
                </a:cubicBezTo>
                <a:cubicBezTo>
                  <a:pt x="937090" y="133784"/>
                  <a:pt x="937663" y="135154"/>
                  <a:pt x="938461" y="135849"/>
                </a:cubicBezTo>
                <a:cubicBezTo>
                  <a:pt x="939260" y="136541"/>
                  <a:pt x="940180" y="136887"/>
                  <a:pt x="941222" y="136887"/>
                </a:cubicBezTo>
                <a:cubicBezTo>
                  <a:pt x="942333" y="136887"/>
                  <a:pt x="943305" y="136644"/>
                  <a:pt x="944139" y="136158"/>
                </a:cubicBezTo>
                <a:cubicBezTo>
                  <a:pt x="945597" y="135255"/>
                  <a:pt x="948410" y="132720"/>
                  <a:pt x="952577" y="128553"/>
                </a:cubicBezTo>
                <a:lnTo>
                  <a:pt x="952577" y="134387"/>
                </a:lnTo>
                <a:cubicBezTo>
                  <a:pt x="944799" y="144805"/>
                  <a:pt x="937367" y="150013"/>
                  <a:pt x="930283" y="150013"/>
                </a:cubicBezTo>
                <a:cubicBezTo>
                  <a:pt x="926880" y="150013"/>
                  <a:pt x="924172" y="148833"/>
                  <a:pt x="922158" y="146471"/>
                </a:cubicBezTo>
                <a:cubicBezTo>
                  <a:pt x="920144" y="144110"/>
                  <a:pt x="919102" y="140082"/>
                  <a:pt x="919032" y="134387"/>
                </a:cubicBezTo>
                <a:moveTo>
                  <a:pt x="919032" y="127557"/>
                </a:moveTo>
                <a:lnTo>
                  <a:pt x="919032" y="91362"/>
                </a:lnTo>
                <a:cubicBezTo>
                  <a:pt x="908545" y="95510"/>
                  <a:pt x="901774" y="98448"/>
                  <a:pt x="898718" y="100178"/>
                </a:cubicBezTo>
                <a:cubicBezTo>
                  <a:pt x="893232" y="103221"/>
                  <a:pt x="889308" y="106402"/>
                  <a:pt x="886946" y="109720"/>
                </a:cubicBezTo>
                <a:cubicBezTo>
                  <a:pt x="884585" y="113039"/>
                  <a:pt x="883404" y="116668"/>
                  <a:pt x="883404" y="120610"/>
                </a:cubicBezTo>
                <a:cubicBezTo>
                  <a:pt x="883404" y="125588"/>
                  <a:pt x="884897" y="129720"/>
                  <a:pt x="887884" y="133003"/>
                </a:cubicBezTo>
                <a:cubicBezTo>
                  <a:pt x="890870" y="136287"/>
                  <a:pt x="894308" y="137929"/>
                  <a:pt x="898197" y="137929"/>
                </a:cubicBezTo>
                <a:cubicBezTo>
                  <a:pt x="903476" y="137929"/>
                  <a:pt x="910421" y="134472"/>
                  <a:pt x="919032" y="127557"/>
                </a:cubicBezTo>
                <a:close/>
                <a:moveTo>
                  <a:pt x="986551" y="21252"/>
                </a:moveTo>
                <a:lnTo>
                  <a:pt x="986551" y="52713"/>
                </a:lnTo>
                <a:lnTo>
                  <a:pt x="1008845" y="52713"/>
                </a:lnTo>
                <a:lnTo>
                  <a:pt x="1008845" y="60005"/>
                </a:lnTo>
                <a:lnTo>
                  <a:pt x="986551" y="60005"/>
                </a:lnTo>
                <a:lnTo>
                  <a:pt x="986551" y="121801"/>
                </a:lnTo>
                <a:cubicBezTo>
                  <a:pt x="986551" y="127976"/>
                  <a:pt x="987437" y="132139"/>
                  <a:pt x="989208" y="134289"/>
                </a:cubicBezTo>
                <a:cubicBezTo>
                  <a:pt x="990979" y="136438"/>
                  <a:pt x="993253" y="137512"/>
                  <a:pt x="996031" y="137512"/>
                </a:cubicBezTo>
                <a:cubicBezTo>
                  <a:pt x="998323" y="137512"/>
                  <a:pt x="1000545" y="136800"/>
                  <a:pt x="1002698" y="135377"/>
                </a:cubicBezTo>
                <a:cubicBezTo>
                  <a:pt x="1004851" y="133953"/>
                  <a:pt x="1006518" y="131852"/>
                  <a:pt x="1007699" y="129074"/>
                </a:cubicBezTo>
                <a:lnTo>
                  <a:pt x="1011762" y="129074"/>
                </a:lnTo>
                <a:cubicBezTo>
                  <a:pt x="1009331" y="135900"/>
                  <a:pt x="1005893" y="141062"/>
                  <a:pt x="1001448" y="144560"/>
                </a:cubicBezTo>
                <a:cubicBezTo>
                  <a:pt x="997003" y="148057"/>
                  <a:pt x="992420" y="149805"/>
                  <a:pt x="987697" y="149805"/>
                </a:cubicBezTo>
                <a:cubicBezTo>
                  <a:pt x="984502" y="149805"/>
                  <a:pt x="981377" y="148918"/>
                  <a:pt x="978321" y="147145"/>
                </a:cubicBezTo>
                <a:cubicBezTo>
                  <a:pt x="975265" y="145372"/>
                  <a:pt x="973008" y="142835"/>
                  <a:pt x="971550" y="139534"/>
                </a:cubicBezTo>
                <a:cubicBezTo>
                  <a:pt x="970091" y="136231"/>
                  <a:pt x="969362" y="131137"/>
                  <a:pt x="969362" y="124253"/>
                </a:cubicBezTo>
                <a:lnTo>
                  <a:pt x="969362" y="60005"/>
                </a:lnTo>
                <a:lnTo>
                  <a:pt x="954257" y="60005"/>
                </a:lnTo>
                <a:lnTo>
                  <a:pt x="954257" y="56568"/>
                </a:lnTo>
                <a:cubicBezTo>
                  <a:pt x="958076" y="55035"/>
                  <a:pt x="961983" y="52441"/>
                  <a:pt x="965976" y="48784"/>
                </a:cubicBezTo>
                <a:cubicBezTo>
                  <a:pt x="969970" y="45127"/>
                  <a:pt x="973529" y="40790"/>
                  <a:pt x="976654" y="35775"/>
                </a:cubicBezTo>
                <a:cubicBezTo>
                  <a:pt x="978252" y="33129"/>
                  <a:pt x="980474" y="28288"/>
                  <a:pt x="983322" y="21252"/>
                </a:cubicBezTo>
                <a:lnTo>
                  <a:pt x="986551" y="21252"/>
                </a:lnTo>
                <a:close/>
                <a:moveTo>
                  <a:pt x="1042852" y="0"/>
                </a:moveTo>
                <a:cubicBezTo>
                  <a:pt x="1045769" y="0"/>
                  <a:pt x="1048252" y="1030"/>
                  <a:pt x="1050300" y="3089"/>
                </a:cubicBezTo>
                <a:cubicBezTo>
                  <a:pt x="1052349" y="5147"/>
                  <a:pt x="1053374" y="7642"/>
                  <a:pt x="1053374" y="10574"/>
                </a:cubicBezTo>
                <a:cubicBezTo>
                  <a:pt x="1053374" y="13506"/>
                  <a:pt x="1052349" y="16019"/>
                  <a:pt x="1050300" y="18114"/>
                </a:cubicBezTo>
                <a:cubicBezTo>
                  <a:pt x="1048252" y="20206"/>
                  <a:pt x="1045769" y="21252"/>
                  <a:pt x="1042852" y="21252"/>
                </a:cubicBezTo>
                <a:cubicBezTo>
                  <a:pt x="1039935" y="21252"/>
                  <a:pt x="1037435" y="20206"/>
                  <a:pt x="1035351" y="18114"/>
                </a:cubicBezTo>
                <a:cubicBezTo>
                  <a:pt x="1033268" y="16019"/>
                  <a:pt x="1032226" y="13506"/>
                  <a:pt x="1032226" y="10574"/>
                </a:cubicBezTo>
                <a:cubicBezTo>
                  <a:pt x="1032226" y="7642"/>
                  <a:pt x="1033250" y="5147"/>
                  <a:pt x="1035299" y="3089"/>
                </a:cubicBezTo>
                <a:cubicBezTo>
                  <a:pt x="1037348" y="1030"/>
                  <a:pt x="1039866" y="0"/>
                  <a:pt x="1042852" y="0"/>
                </a:cubicBezTo>
                <a:moveTo>
                  <a:pt x="1051498" y="50004"/>
                </a:moveTo>
                <a:lnTo>
                  <a:pt x="1051498" y="126509"/>
                </a:lnTo>
                <a:cubicBezTo>
                  <a:pt x="1051498" y="132468"/>
                  <a:pt x="1051933" y="136436"/>
                  <a:pt x="1052801" y="138411"/>
                </a:cubicBezTo>
                <a:cubicBezTo>
                  <a:pt x="1053669" y="140386"/>
                  <a:pt x="1054954" y="141858"/>
                  <a:pt x="1056655" y="142829"/>
                </a:cubicBezTo>
                <a:cubicBezTo>
                  <a:pt x="1058357" y="143799"/>
                  <a:pt x="1061465" y="144284"/>
                  <a:pt x="1065979" y="144284"/>
                </a:cubicBezTo>
                <a:lnTo>
                  <a:pt x="1065979" y="148138"/>
                </a:lnTo>
                <a:lnTo>
                  <a:pt x="1019621" y="148138"/>
                </a:lnTo>
                <a:lnTo>
                  <a:pt x="1019621" y="144284"/>
                </a:lnTo>
                <a:cubicBezTo>
                  <a:pt x="1024274" y="144284"/>
                  <a:pt x="1027399" y="143833"/>
                  <a:pt x="1028996" y="142933"/>
                </a:cubicBezTo>
                <a:cubicBezTo>
                  <a:pt x="1030594" y="142032"/>
                  <a:pt x="1031861" y="140542"/>
                  <a:pt x="1032799" y="138463"/>
                </a:cubicBezTo>
                <a:cubicBezTo>
                  <a:pt x="1033736" y="136384"/>
                  <a:pt x="1034205" y="132399"/>
                  <a:pt x="1034205" y="126509"/>
                </a:cubicBezTo>
                <a:lnTo>
                  <a:pt x="1034205" y="89816"/>
                </a:lnTo>
                <a:cubicBezTo>
                  <a:pt x="1034205" y="79490"/>
                  <a:pt x="1033893" y="72803"/>
                  <a:pt x="1033268" y="69756"/>
                </a:cubicBezTo>
                <a:cubicBezTo>
                  <a:pt x="1032782" y="67537"/>
                  <a:pt x="1032018" y="65995"/>
                  <a:pt x="1030976" y="65130"/>
                </a:cubicBezTo>
                <a:cubicBezTo>
                  <a:pt x="1029934" y="64264"/>
                  <a:pt x="1028510" y="63831"/>
                  <a:pt x="1026705" y="63831"/>
                </a:cubicBezTo>
                <a:cubicBezTo>
                  <a:pt x="1024760" y="63831"/>
                  <a:pt x="1022399" y="64350"/>
                  <a:pt x="1019621" y="65390"/>
                </a:cubicBezTo>
                <a:lnTo>
                  <a:pt x="1018162" y="61646"/>
                </a:lnTo>
                <a:lnTo>
                  <a:pt x="1046915" y="50004"/>
                </a:lnTo>
                <a:lnTo>
                  <a:pt x="1051498" y="50004"/>
                </a:lnTo>
                <a:close/>
                <a:moveTo>
                  <a:pt x="1064887" y="52713"/>
                </a:moveTo>
                <a:lnTo>
                  <a:pt x="1109787" y="52713"/>
                </a:lnTo>
                <a:lnTo>
                  <a:pt x="1109787" y="56568"/>
                </a:lnTo>
                <a:lnTo>
                  <a:pt x="1106870" y="56568"/>
                </a:lnTo>
                <a:cubicBezTo>
                  <a:pt x="1104161" y="56568"/>
                  <a:pt x="1102095" y="57227"/>
                  <a:pt x="1100671" y="58547"/>
                </a:cubicBezTo>
                <a:cubicBezTo>
                  <a:pt x="1099248" y="59866"/>
                  <a:pt x="1098536" y="61637"/>
                  <a:pt x="1098536" y="63860"/>
                </a:cubicBezTo>
                <a:cubicBezTo>
                  <a:pt x="1098536" y="66291"/>
                  <a:pt x="1099265" y="69173"/>
                  <a:pt x="1100724" y="72506"/>
                </a:cubicBezTo>
                <a:lnTo>
                  <a:pt x="1122913" y="125220"/>
                </a:lnTo>
                <a:lnTo>
                  <a:pt x="1145207" y="70527"/>
                </a:lnTo>
                <a:cubicBezTo>
                  <a:pt x="1146804" y="66638"/>
                  <a:pt x="1147603" y="63686"/>
                  <a:pt x="1147603" y="61672"/>
                </a:cubicBezTo>
                <a:cubicBezTo>
                  <a:pt x="1147603" y="60700"/>
                  <a:pt x="1147325" y="59901"/>
                  <a:pt x="1146769" y="59276"/>
                </a:cubicBezTo>
                <a:cubicBezTo>
                  <a:pt x="1146005" y="58234"/>
                  <a:pt x="1145033" y="57523"/>
                  <a:pt x="1143852" y="57141"/>
                </a:cubicBezTo>
                <a:cubicBezTo>
                  <a:pt x="1142672" y="56759"/>
                  <a:pt x="1140276" y="56568"/>
                  <a:pt x="1136664" y="56568"/>
                </a:cubicBezTo>
                <a:lnTo>
                  <a:pt x="1136664" y="52713"/>
                </a:lnTo>
                <a:lnTo>
                  <a:pt x="1167813" y="52713"/>
                </a:lnTo>
                <a:lnTo>
                  <a:pt x="1167813" y="56568"/>
                </a:lnTo>
                <a:cubicBezTo>
                  <a:pt x="1164201" y="56845"/>
                  <a:pt x="1161701" y="57575"/>
                  <a:pt x="1160312" y="58755"/>
                </a:cubicBezTo>
                <a:cubicBezTo>
                  <a:pt x="1157881" y="60839"/>
                  <a:pt x="1155694" y="64311"/>
                  <a:pt x="1153749" y="69173"/>
                </a:cubicBezTo>
                <a:lnTo>
                  <a:pt x="1119892" y="151055"/>
                </a:lnTo>
                <a:lnTo>
                  <a:pt x="1115621" y="151055"/>
                </a:lnTo>
                <a:lnTo>
                  <a:pt x="1081555" y="70527"/>
                </a:lnTo>
                <a:cubicBezTo>
                  <a:pt x="1080027" y="66777"/>
                  <a:pt x="1078569" y="64086"/>
                  <a:pt x="1077180" y="62453"/>
                </a:cubicBezTo>
                <a:cubicBezTo>
                  <a:pt x="1075791" y="60821"/>
                  <a:pt x="1074020" y="59450"/>
                  <a:pt x="1071867" y="58339"/>
                </a:cubicBezTo>
                <a:cubicBezTo>
                  <a:pt x="1070686" y="57713"/>
                  <a:pt x="1068360" y="57123"/>
                  <a:pt x="1064887" y="56568"/>
                </a:cubicBezTo>
                <a:lnTo>
                  <a:pt x="1064887" y="52713"/>
                </a:lnTo>
                <a:close/>
                <a:moveTo>
                  <a:pt x="1188236" y="88758"/>
                </a:moveTo>
                <a:cubicBezTo>
                  <a:pt x="1188166" y="102893"/>
                  <a:pt x="1191604" y="113980"/>
                  <a:pt x="1198549" y="122019"/>
                </a:cubicBezTo>
                <a:cubicBezTo>
                  <a:pt x="1205494" y="130056"/>
                  <a:pt x="1213655" y="134074"/>
                  <a:pt x="1223031" y="134074"/>
                </a:cubicBezTo>
                <a:cubicBezTo>
                  <a:pt x="1229281" y="134074"/>
                  <a:pt x="1234716" y="132356"/>
                  <a:pt x="1239334" y="128918"/>
                </a:cubicBezTo>
                <a:cubicBezTo>
                  <a:pt x="1243953" y="125480"/>
                  <a:pt x="1247824" y="119594"/>
                  <a:pt x="1250950" y="111260"/>
                </a:cubicBezTo>
                <a:lnTo>
                  <a:pt x="1254179" y="113343"/>
                </a:lnTo>
                <a:cubicBezTo>
                  <a:pt x="1252721" y="122858"/>
                  <a:pt x="1248484" y="131522"/>
                  <a:pt x="1241470" y="139335"/>
                </a:cubicBezTo>
                <a:cubicBezTo>
                  <a:pt x="1234455" y="147149"/>
                  <a:pt x="1225670" y="151055"/>
                  <a:pt x="1215113" y="151055"/>
                </a:cubicBezTo>
                <a:cubicBezTo>
                  <a:pt x="1203654" y="151055"/>
                  <a:pt x="1193844" y="146603"/>
                  <a:pt x="1185683" y="137698"/>
                </a:cubicBezTo>
                <a:cubicBezTo>
                  <a:pt x="1177523" y="128791"/>
                  <a:pt x="1173443" y="116817"/>
                  <a:pt x="1173443" y="101777"/>
                </a:cubicBezTo>
                <a:cubicBezTo>
                  <a:pt x="1173443" y="85490"/>
                  <a:pt x="1177627" y="72791"/>
                  <a:pt x="1185996" y="63678"/>
                </a:cubicBezTo>
                <a:cubicBezTo>
                  <a:pt x="1194365" y="54562"/>
                  <a:pt x="1204869" y="50004"/>
                  <a:pt x="1217509" y="50004"/>
                </a:cubicBezTo>
                <a:cubicBezTo>
                  <a:pt x="1228205" y="50004"/>
                  <a:pt x="1236990" y="53520"/>
                  <a:pt x="1243866" y="60552"/>
                </a:cubicBezTo>
                <a:cubicBezTo>
                  <a:pt x="1250741" y="67582"/>
                  <a:pt x="1254179" y="76984"/>
                  <a:pt x="1254179" y="88758"/>
                </a:cubicBezTo>
                <a:lnTo>
                  <a:pt x="1188236" y="88758"/>
                </a:lnTo>
                <a:moveTo>
                  <a:pt x="1188236" y="82716"/>
                </a:moveTo>
                <a:lnTo>
                  <a:pt x="1232406" y="82716"/>
                </a:lnTo>
                <a:cubicBezTo>
                  <a:pt x="1232059" y="76604"/>
                  <a:pt x="1231330" y="72298"/>
                  <a:pt x="1230219" y="69798"/>
                </a:cubicBezTo>
                <a:cubicBezTo>
                  <a:pt x="1228482" y="65909"/>
                  <a:pt x="1225895" y="62853"/>
                  <a:pt x="1222458" y="60630"/>
                </a:cubicBezTo>
                <a:cubicBezTo>
                  <a:pt x="1219020" y="58408"/>
                  <a:pt x="1215426" y="57297"/>
                  <a:pt x="1211675" y="57297"/>
                </a:cubicBezTo>
                <a:cubicBezTo>
                  <a:pt x="1205911" y="57297"/>
                  <a:pt x="1200754" y="59537"/>
                  <a:pt x="1196205" y="64016"/>
                </a:cubicBezTo>
                <a:cubicBezTo>
                  <a:pt x="1191656" y="68496"/>
                  <a:pt x="1189000" y="74729"/>
                  <a:pt x="1188236" y="82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plans">
            <a:extLst xmlns:a="http://schemas.openxmlformats.org/drawingml/2006/main">
              <a:ext uri="{FF2B5EF4-FFF2-40B4-BE49-F238E27FC236}">
                <a16:creationId xmlns:a16="http://schemas.microsoft.com/office/drawing/2014/main" id="{C73DF2D3-886A-4C80-B3CF-C18680D9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24" y="5969038"/>
            <a:ext cx="443224" cy="193767"/>
          </a:xfrm>
          <a:custGeom xmlns:a="http://schemas.openxmlformats.org/drawingml/2006/main">
            <a:pathLst>
              <a:path w="443224" h="193767">
                <a:moveTo>
                  <a:pt x="521" y="62099"/>
                </a:moveTo>
                <a:lnTo>
                  <a:pt x="29899" y="50213"/>
                </a:lnTo>
                <a:lnTo>
                  <a:pt x="33857" y="50213"/>
                </a:lnTo>
                <a:lnTo>
                  <a:pt x="33857" y="72506"/>
                </a:lnTo>
                <a:cubicBezTo>
                  <a:pt x="38788" y="64103"/>
                  <a:pt x="43737" y="58252"/>
                  <a:pt x="48702" y="54953"/>
                </a:cubicBezTo>
                <a:cubicBezTo>
                  <a:pt x="53668" y="51654"/>
                  <a:pt x="58894" y="50004"/>
                  <a:pt x="64381" y="50004"/>
                </a:cubicBezTo>
                <a:cubicBezTo>
                  <a:pt x="73965" y="50004"/>
                  <a:pt x="81952" y="53750"/>
                  <a:pt x="88341" y="61242"/>
                </a:cubicBezTo>
                <a:cubicBezTo>
                  <a:pt x="96189" y="70401"/>
                  <a:pt x="100113" y="82335"/>
                  <a:pt x="100113" y="97043"/>
                </a:cubicBezTo>
                <a:cubicBezTo>
                  <a:pt x="100113" y="113486"/>
                  <a:pt x="95390" y="127084"/>
                  <a:pt x="85945" y="137838"/>
                </a:cubicBezTo>
                <a:cubicBezTo>
                  <a:pt x="78167" y="146649"/>
                  <a:pt x="68374" y="151055"/>
                  <a:pt x="56568" y="151055"/>
                </a:cubicBezTo>
                <a:cubicBezTo>
                  <a:pt x="51428" y="151055"/>
                  <a:pt x="46983" y="150326"/>
                  <a:pt x="43233" y="148867"/>
                </a:cubicBezTo>
                <a:cubicBezTo>
                  <a:pt x="40455" y="147826"/>
                  <a:pt x="37330" y="145742"/>
                  <a:pt x="33857" y="142617"/>
                </a:cubicBezTo>
                <a:lnTo>
                  <a:pt x="33857" y="171682"/>
                </a:lnTo>
                <a:cubicBezTo>
                  <a:pt x="33857" y="178210"/>
                  <a:pt x="34257" y="182360"/>
                  <a:pt x="35055" y="184131"/>
                </a:cubicBezTo>
                <a:cubicBezTo>
                  <a:pt x="35854" y="185902"/>
                  <a:pt x="37243" y="187308"/>
                  <a:pt x="39222" y="188350"/>
                </a:cubicBezTo>
                <a:cubicBezTo>
                  <a:pt x="41202" y="189392"/>
                  <a:pt x="44796" y="189913"/>
                  <a:pt x="50004" y="189913"/>
                </a:cubicBezTo>
                <a:lnTo>
                  <a:pt x="50004" y="193767"/>
                </a:lnTo>
                <a:lnTo>
                  <a:pt x="0" y="193767"/>
                </a:lnTo>
                <a:lnTo>
                  <a:pt x="0" y="189913"/>
                </a:lnTo>
                <a:lnTo>
                  <a:pt x="2604" y="189913"/>
                </a:lnTo>
                <a:cubicBezTo>
                  <a:pt x="6424" y="189982"/>
                  <a:pt x="9688" y="189252"/>
                  <a:pt x="12397" y="187722"/>
                </a:cubicBezTo>
                <a:cubicBezTo>
                  <a:pt x="13717" y="186958"/>
                  <a:pt x="14741" y="185724"/>
                  <a:pt x="15470" y="184020"/>
                </a:cubicBezTo>
                <a:cubicBezTo>
                  <a:pt x="16199" y="182319"/>
                  <a:pt x="16564" y="177993"/>
                  <a:pt x="16564" y="171044"/>
                </a:cubicBezTo>
                <a:lnTo>
                  <a:pt x="16564" y="80759"/>
                </a:lnTo>
                <a:cubicBezTo>
                  <a:pt x="16564" y="74574"/>
                  <a:pt x="16286" y="70648"/>
                  <a:pt x="15731" y="68981"/>
                </a:cubicBezTo>
                <a:cubicBezTo>
                  <a:pt x="15175" y="67312"/>
                  <a:pt x="14289" y="66061"/>
                  <a:pt x="13074" y="65227"/>
                </a:cubicBezTo>
                <a:cubicBezTo>
                  <a:pt x="11859" y="64392"/>
                  <a:pt x="10209" y="63974"/>
                  <a:pt x="8126" y="63974"/>
                </a:cubicBezTo>
                <a:cubicBezTo>
                  <a:pt x="6459" y="63974"/>
                  <a:pt x="4341" y="64460"/>
                  <a:pt x="1771" y="65432"/>
                </a:cubicBezTo>
                <a:lnTo>
                  <a:pt x="521" y="62099"/>
                </a:lnTo>
                <a:moveTo>
                  <a:pt x="33857" y="78842"/>
                </a:moveTo>
                <a:lnTo>
                  <a:pt x="33857" y="114424"/>
                </a:lnTo>
                <a:cubicBezTo>
                  <a:pt x="33857" y="122125"/>
                  <a:pt x="34170" y="127188"/>
                  <a:pt x="34795" y="129614"/>
                </a:cubicBezTo>
                <a:cubicBezTo>
                  <a:pt x="35767" y="133638"/>
                  <a:pt x="38146" y="137176"/>
                  <a:pt x="41931" y="140227"/>
                </a:cubicBezTo>
                <a:cubicBezTo>
                  <a:pt x="45716" y="143279"/>
                  <a:pt x="50491" y="144805"/>
                  <a:pt x="56255" y="144805"/>
                </a:cubicBezTo>
                <a:cubicBezTo>
                  <a:pt x="63200" y="144805"/>
                  <a:pt x="68826" y="142099"/>
                  <a:pt x="73132" y="136689"/>
                </a:cubicBezTo>
                <a:cubicBezTo>
                  <a:pt x="78757" y="129616"/>
                  <a:pt x="81570" y="119662"/>
                  <a:pt x="81570" y="106829"/>
                </a:cubicBezTo>
                <a:cubicBezTo>
                  <a:pt x="81570" y="92264"/>
                  <a:pt x="78375" y="81063"/>
                  <a:pt x="71986" y="73226"/>
                </a:cubicBezTo>
                <a:cubicBezTo>
                  <a:pt x="67541" y="67815"/>
                  <a:pt x="62263" y="65110"/>
                  <a:pt x="56151" y="65110"/>
                </a:cubicBezTo>
                <a:cubicBezTo>
                  <a:pt x="52817" y="65110"/>
                  <a:pt x="49518" y="65942"/>
                  <a:pt x="46254" y="67607"/>
                </a:cubicBezTo>
                <a:cubicBezTo>
                  <a:pt x="43754" y="68855"/>
                  <a:pt x="39622" y="72600"/>
                  <a:pt x="33857" y="78842"/>
                </a:cubicBezTo>
                <a:close/>
                <a:moveTo>
                  <a:pt x="151155" y="0"/>
                </a:moveTo>
                <a:lnTo>
                  <a:pt x="151155" y="126483"/>
                </a:lnTo>
                <a:cubicBezTo>
                  <a:pt x="151155" y="132451"/>
                  <a:pt x="151589" y="136408"/>
                  <a:pt x="152457" y="138352"/>
                </a:cubicBezTo>
                <a:cubicBezTo>
                  <a:pt x="153325" y="140295"/>
                  <a:pt x="154662" y="141769"/>
                  <a:pt x="156468" y="142776"/>
                </a:cubicBezTo>
                <a:cubicBezTo>
                  <a:pt x="158274" y="143781"/>
                  <a:pt x="161642" y="144284"/>
                  <a:pt x="166573" y="144284"/>
                </a:cubicBezTo>
                <a:lnTo>
                  <a:pt x="166573" y="148138"/>
                </a:lnTo>
                <a:lnTo>
                  <a:pt x="119798" y="148138"/>
                </a:lnTo>
                <a:lnTo>
                  <a:pt x="119798" y="144284"/>
                </a:lnTo>
                <a:cubicBezTo>
                  <a:pt x="124174" y="144284"/>
                  <a:pt x="127160" y="143833"/>
                  <a:pt x="128757" y="142933"/>
                </a:cubicBezTo>
                <a:cubicBezTo>
                  <a:pt x="130355" y="142030"/>
                  <a:pt x="131605" y="140538"/>
                  <a:pt x="132508" y="138456"/>
                </a:cubicBezTo>
                <a:cubicBezTo>
                  <a:pt x="133411" y="136373"/>
                  <a:pt x="133862" y="132382"/>
                  <a:pt x="133862" y="126483"/>
                </a:cubicBezTo>
                <a:lnTo>
                  <a:pt x="133862" y="39870"/>
                </a:lnTo>
                <a:cubicBezTo>
                  <a:pt x="133862" y="29114"/>
                  <a:pt x="133619" y="22504"/>
                  <a:pt x="133133" y="20041"/>
                </a:cubicBezTo>
                <a:cubicBezTo>
                  <a:pt x="132647" y="17575"/>
                  <a:pt x="131865" y="15892"/>
                  <a:pt x="130789" y="14992"/>
                </a:cubicBezTo>
                <a:cubicBezTo>
                  <a:pt x="129712" y="14089"/>
                  <a:pt x="128341" y="13637"/>
                  <a:pt x="126674" y="13637"/>
                </a:cubicBezTo>
                <a:cubicBezTo>
                  <a:pt x="124868" y="13637"/>
                  <a:pt x="122576" y="14193"/>
                  <a:pt x="119798" y="15304"/>
                </a:cubicBezTo>
                <a:lnTo>
                  <a:pt x="118027" y="11658"/>
                </a:lnTo>
                <a:lnTo>
                  <a:pt x="146467" y="0"/>
                </a:lnTo>
                <a:lnTo>
                  <a:pt x="151155" y="0"/>
                </a:lnTo>
                <a:close/>
                <a:moveTo>
                  <a:pt x="223612" y="134387"/>
                </a:moveTo>
                <a:cubicBezTo>
                  <a:pt x="213819" y="141957"/>
                  <a:pt x="207673" y="146333"/>
                  <a:pt x="205173" y="147513"/>
                </a:cubicBezTo>
                <a:cubicBezTo>
                  <a:pt x="201422" y="149319"/>
                  <a:pt x="197429" y="150222"/>
                  <a:pt x="193192" y="150222"/>
                </a:cubicBezTo>
                <a:cubicBezTo>
                  <a:pt x="186595" y="150222"/>
                  <a:pt x="181160" y="147965"/>
                  <a:pt x="176889" y="143450"/>
                </a:cubicBezTo>
                <a:cubicBezTo>
                  <a:pt x="172618" y="138936"/>
                  <a:pt x="170482" y="132998"/>
                  <a:pt x="170482" y="125636"/>
                </a:cubicBezTo>
                <a:cubicBezTo>
                  <a:pt x="170482" y="120983"/>
                  <a:pt x="171524" y="116955"/>
                  <a:pt x="173607" y="113552"/>
                </a:cubicBezTo>
                <a:cubicBezTo>
                  <a:pt x="176455" y="108829"/>
                  <a:pt x="181403" y="104384"/>
                  <a:pt x="188452" y="100217"/>
                </a:cubicBezTo>
                <a:cubicBezTo>
                  <a:pt x="195502" y="96050"/>
                  <a:pt x="207221" y="90980"/>
                  <a:pt x="223612" y="85008"/>
                </a:cubicBezTo>
                <a:lnTo>
                  <a:pt x="223612" y="81257"/>
                </a:lnTo>
                <a:cubicBezTo>
                  <a:pt x="223612" y="71743"/>
                  <a:pt x="222101" y="65214"/>
                  <a:pt x="219080" y="61672"/>
                </a:cubicBezTo>
                <a:cubicBezTo>
                  <a:pt x="216059" y="58130"/>
                  <a:pt x="211666" y="56359"/>
                  <a:pt x="205902" y="56359"/>
                </a:cubicBezTo>
                <a:cubicBezTo>
                  <a:pt x="201526" y="56359"/>
                  <a:pt x="198054" y="57536"/>
                  <a:pt x="195484" y="59888"/>
                </a:cubicBezTo>
                <a:cubicBezTo>
                  <a:pt x="192845" y="62241"/>
                  <a:pt x="191526" y="64940"/>
                  <a:pt x="191526" y="67985"/>
                </a:cubicBezTo>
                <a:lnTo>
                  <a:pt x="191734" y="74004"/>
                </a:lnTo>
                <a:cubicBezTo>
                  <a:pt x="191734" y="77186"/>
                  <a:pt x="190918" y="79641"/>
                  <a:pt x="189286" y="81371"/>
                </a:cubicBezTo>
                <a:cubicBezTo>
                  <a:pt x="187654" y="83101"/>
                  <a:pt x="185518" y="83966"/>
                  <a:pt x="182879" y="83966"/>
                </a:cubicBezTo>
                <a:cubicBezTo>
                  <a:pt x="180309" y="83966"/>
                  <a:pt x="178208" y="83066"/>
                  <a:pt x="176576" y="81267"/>
                </a:cubicBezTo>
                <a:cubicBezTo>
                  <a:pt x="174944" y="79466"/>
                  <a:pt x="174128" y="77007"/>
                  <a:pt x="174128" y="73890"/>
                </a:cubicBezTo>
                <a:cubicBezTo>
                  <a:pt x="174128" y="67937"/>
                  <a:pt x="177184" y="62468"/>
                  <a:pt x="183296" y="57482"/>
                </a:cubicBezTo>
                <a:cubicBezTo>
                  <a:pt x="189407" y="52497"/>
                  <a:pt x="197985" y="50004"/>
                  <a:pt x="209027" y="50004"/>
                </a:cubicBezTo>
                <a:cubicBezTo>
                  <a:pt x="217500" y="50004"/>
                  <a:pt x="224445" y="51426"/>
                  <a:pt x="229862" y="54269"/>
                </a:cubicBezTo>
                <a:cubicBezTo>
                  <a:pt x="233960" y="56420"/>
                  <a:pt x="236981" y="59785"/>
                  <a:pt x="238926" y="64364"/>
                </a:cubicBezTo>
                <a:cubicBezTo>
                  <a:pt x="240176" y="67347"/>
                  <a:pt x="240801" y="73451"/>
                  <a:pt x="240801" y="82677"/>
                </a:cubicBezTo>
                <a:lnTo>
                  <a:pt x="240801" y="115036"/>
                </a:lnTo>
                <a:cubicBezTo>
                  <a:pt x="240801" y="124123"/>
                  <a:pt x="240974" y="129690"/>
                  <a:pt x="241322" y="131737"/>
                </a:cubicBezTo>
                <a:cubicBezTo>
                  <a:pt x="241669" y="133784"/>
                  <a:pt x="242242" y="135154"/>
                  <a:pt x="243041" y="135849"/>
                </a:cubicBezTo>
                <a:cubicBezTo>
                  <a:pt x="243839" y="136541"/>
                  <a:pt x="244760" y="136887"/>
                  <a:pt x="245801" y="136887"/>
                </a:cubicBezTo>
                <a:cubicBezTo>
                  <a:pt x="246912" y="136887"/>
                  <a:pt x="247885" y="136644"/>
                  <a:pt x="248718" y="136158"/>
                </a:cubicBezTo>
                <a:cubicBezTo>
                  <a:pt x="250177" y="135255"/>
                  <a:pt x="252989" y="132720"/>
                  <a:pt x="257156" y="128553"/>
                </a:cubicBezTo>
                <a:lnTo>
                  <a:pt x="257156" y="134387"/>
                </a:lnTo>
                <a:cubicBezTo>
                  <a:pt x="249378" y="144805"/>
                  <a:pt x="241947" y="150013"/>
                  <a:pt x="234863" y="150013"/>
                </a:cubicBezTo>
                <a:cubicBezTo>
                  <a:pt x="231460" y="150013"/>
                  <a:pt x="228751" y="148833"/>
                  <a:pt x="226737" y="146471"/>
                </a:cubicBezTo>
                <a:cubicBezTo>
                  <a:pt x="224723" y="144110"/>
                  <a:pt x="223681" y="140082"/>
                  <a:pt x="223612" y="134387"/>
                </a:cubicBezTo>
                <a:moveTo>
                  <a:pt x="223612" y="127557"/>
                </a:moveTo>
                <a:lnTo>
                  <a:pt x="223612" y="91362"/>
                </a:lnTo>
                <a:cubicBezTo>
                  <a:pt x="213125" y="95510"/>
                  <a:pt x="206353" y="98448"/>
                  <a:pt x="203297" y="100178"/>
                </a:cubicBezTo>
                <a:cubicBezTo>
                  <a:pt x="197811" y="103221"/>
                  <a:pt x="193887" y="106402"/>
                  <a:pt x="191526" y="109720"/>
                </a:cubicBezTo>
                <a:cubicBezTo>
                  <a:pt x="189164" y="113039"/>
                  <a:pt x="187984" y="116668"/>
                  <a:pt x="187984" y="120610"/>
                </a:cubicBezTo>
                <a:cubicBezTo>
                  <a:pt x="187984" y="125588"/>
                  <a:pt x="189477" y="129720"/>
                  <a:pt x="192463" y="133003"/>
                </a:cubicBezTo>
                <a:cubicBezTo>
                  <a:pt x="195450" y="136287"/>
                  <a:pt x="198887" y="137929"/>
                  <a:pt x="202777" y="137929"/>
                </a:cubicBezTo>
                <a:cubicBezTo>
                  <a:pt x="208055" y="137929"/>
                  <a:pt x="215000" y="134472"/>
                  <a:pt x="223612" y="127557"/>
                </a:cubicBezTo>
                <a:close/>
                <a:moveTo>
                  <a:pt x="291235" y="70215"/>
                </a:moveTo>
                <a:cubicBezTo>
                  <a:pt x="302416" y="56741"/>
                  <a:pt x="313077" y="50004"/>
                  <a:pt x="323217" y="50004"/>
                </a:cubicBezTo>
                <a:cubicBezTo>
                  <a:pt x="328425" y="50004"/>
                  <a:pt x="332905" y="51304"/>
                  <a:pt x="336655" y="53905"/>
                </a:cubicBezTo>
                <a:cubicBezTo>
                  <a:pt x="340406" y="56502"/>
                  <a:pt x="343392" y="60781"/>
                  <a:pt x="345614" y="66741"/>
                </a:cubicBezTo>
                <a:cubicBezTo>
                  <a:pt x="347142" y="70897"/>
                  <a:pt x="347906" y="77273"/>
                  <a:pt x="347906" y="85867"/>
                </a:cubicBezTo>
                <a:lnTo>
                  <a:pt x="347906" y="126509"/>
                </a:lnTo>
                <a:cubicBezTo>
                  <a:pt x="347906" y="132538"/>
                  <a:pt x="348393" y="136627"/>
                  <a:pt x="349365" y="138775"/>
                </a:cubicBezTo>
                <a:cubicBezTo>
                  <a:pt x="350129" y="140507"/>
                  <a:pt x="351362" y="141858"/>
                  <a:pt x="353063" y="142829"/>
                </a:cubicBezTo>
                <a:cubicBezTo>
                  <a:pt x="354765" y="143799"/>
                  <a:pt x="357907" y="144284"/>
                  <a:pt x="362491" y="144284"/>
                </a:cubicBezTo>
                <a:lnTo>
                  <a:pt x="362491" y="148138"/>
                </a:lnTo>
                <a:lnTo>
                  <a:pt x="315299" y="148138"/>
                </a:lnTo>
                <a:lnTo>
                  <a:pt x="315299" y="144284"/>
                </a:lnTo>
                <a:lnTo>
                  <a:pt x="317279" y="144284"/>
                </a:lnTo>
                <a:cubicBezTo>
                  <a:pt x="321723" y="144284"/>
                  <a:pt x="324831" y="143610"/>
                  <a:pt x="326602" y="142262"/>
                </a:cubicBezTo>
                <a:cubicBezTo>
                  <a:pt x="328373" y="140914"/>
                  <a:pt x="329606" y="138928"/>
                  <a:pt x="330301" y="136304"/>
                </a:cubicBezTo>
                <a:cubicBezTo>
                  <a:pt x="330578" y="135267"/>
                  <a:pt x="330717" y="132019"/>
                  <a:pt x="330717" y="126561"/>
                </a:cubicBezTo>
                <a:lnTo>
                  <a:pt x="330717" y="87693"/>
                </a:lnTo>
                <a:cubicBezTo>
                  <a:pt x="330717" y="79058"/>
                  <a:pt x="329589" y="72788"/>
                  <a:pt x="327332" y="68883"/>
                </a:cubicBezTo>
                <a:cubicBezTo>
                  <a:pt x="325074" y="64979"/>
                  <a:pt x="321272" y="63026"/>
                  <a:pt x="315924" y="63026"/>
                </a:cubicBezTo>
                <a:cubicBezTo>
                  <a:pt x="307660" y="63026"/>
                  <a:pt x="299430" y="67518"/>
                  <a:pt x="291235" y="76501"/>
                </a:cubicBezTo>
                <a:lnTo>
                  <a:pt x="291235" y="126561"/>
                </a:lnTo>
                <a:cubicBezTo>
                  <a:pt x="291235" y="132987"/>
                  <a:pt x="291617" y="136960"/>
                  <a:pt x="292381" y="138479"/>
                </a:cubicBezTo>
                <a:cubicBezTo>
                  <a:pt x="293353" y="140482"/>
                  <a:pt x="294690" y="141951"/>
                  <a:pt x="296391" y="142884"/>
                </a:cubicBezTo>
                <a:cubicBezTo>
                  <a:pt x="298093" y="143817"/>
                  <a:pt x="301548" y="144284"/>
                  <a:pt x="306757" y="144284"/>
                </a:cubicBezTo>
                <a:lnTo>
                  <a:pt x="306757" y="148138"/>
                </a:lnTo>
                <a:lnTo>
                  <a:pt x="259565" y="148138"/>
                </a:lnTo>
                <a:lnTo>
                  <a:pt x="259565" y="144284"/>
                </a:lnTo>
                <a:lnTo>
                  <a:pt x="261649" y="144284"/>
                </a:lnTo>
                <a:cubicBezTo>
                  <a:pt x="266510" y="144284"/>
                  <a:pt x="269792" y="143054"/>
                  <a:pt x="271493" y="140595"/>
                </a:cubicBezTo>
                <a:cubicBezTo>
                  <a:pt x="273195" y="138134"/>
                  <a:pt x="274046" y="133439"/>
                  <a:pt x="274046" y="126509"/>
                </a:cubicBezTo>
                <a:lnTo>
                  <a:pt x="274046" y="91167"/>
                </a:lnTo>
                <a:cubicBezTo>
                  <a:pt x="274046" y="79734"/>
                  <a:pt x="273785" y="72770"/>
                  <a:pt x="273264" y="70276"/>
                </a:cubicBezTo>
                <a:cubicBezTo>
                  <a:pt x="272743" y="67781"/>
                  <a:pt x="271945" y="66082"/>
                  <a:pt x="270868" y="65182"/>
                </a:cubicBezTo>
                <a:cubicBezTo>
                  <a:pt x="269792" y="64281"/>
                  <a:pt x="268351" y="63831"/>
                  <a:pt x="266545" y="63831"/>
                </a:cubicBezTo>
                <a:cubicBezTo>
                  <a:pt x="264600" y="63831"/>
                  <a:pt x="262274" y="64350"/>
                  <a:pt x="259565" y="65390"/>
                </a:cubicBezTo>
                <a:lnTo>
                  <a:pt x="258002" y="61646"/>
                </a:lnTo>
                <a:lnTo>
                  <a:pt x="286755" y="50004"/>
                </a:lnTo>
                <a:lnTo>
                  <a:pt x="291235" y="50004"/>
                </a:lnTo>
                <a:lnTo>
                  <a:pt x="291235" y="70215"/>
                </a:lnTo>
                <a:close/>
                <a:moveTo>
                  <a:pt x="436035" y="50004"/>
                </a:moveTo>
                <a:lnTo>
                  <a:pt x="436035" y="82299"/>
                </a:lnTo>
                <a:lnTo>
                  <a:pt x="432598" y="82299"/>
                </a:lnTo>
                <a:cubicBezTo>
                  <a:pt x="429958" y="72170"/>
                  <a:pt x="426573" y="65280"/>
                  <a:pt x="422440" y="61630"/>
                </a:cubicBezTo>
                <a:cubicBezTo>
                  <a:pt x="418308" y="57977"/>
                  <a:pt x="413047" y="56151"/>
                  <a:pt x="406658" y="56151"/>
                </a:cubicBezTo>
                <a:cubicBezTo>
                  <a:pt x="401796" y="56151"/>
                  <a:pt x="397872" y="57435"/>
                  <a:pt x="394886" y="60002"/>
                </a:cubicBezTo>
                <a:cubicBezTo>
                  <a:pt x="391900" y="62567"/>
                  <a:pt x="390406" y="65412"/>
                  <a:pt x="390406" y="68535"/>
                </a:cubicBezTo>
                <a:cubicBezTo>
                  <a:pt x="390406" y="72420"/>
                  <a:pt x="391518" y="75749"/>
                  <a:pt x="393740" y="78523"/>
                </a:cubicBezTo>
                <a:cubicBezTo>
                  <a:pt x="395893" y="81368"/>
                  <a:pt x="400268" y="84386"/>
                  <a:pt x="406866" y="87576"/>
                </a:cubicBezTo>
                <a:lnTo>
                  <a:pt x="422076" y="94966"/>
                </a:lnTo>
                <a:cubicBezTo>
                  <a:pt x="436174" y="101833"/>
                  <a:pt x="443224" y="110887"/>
                  <a:pt x="443224" y="122127"/>
                </a:cubicBezTo>
                <a:cubicBezTo>
                  <a:pt x="443224" y="130797"/>
                  <a:pt x="439942" y="137787"/>
                  <a:pt x="433379" y="143095"/>
                </a:cubicBezTo>
                <a:cubicBezTo>
                  <a:pt x="426816" y="148402"/>
                  <a:pt x="419471" y="151055"/>
                  <a:pt x="411346" y="151055"/>
                </a:cubicBezTo>
                <a:cubicBezTo>
                  <a:pt x="405512" y="151055"/>
                  <a:pt x="398845" y="150013"/>
                  <a:pt x="391344" y="147930"/>
                </a:cubicBezTo>
                <a:cubicBezTo>
                  <a:pt x="389052" y="147235"/>
                  <a:pt x="387177" y="146888"/>
                  <a:pt x="385718" y="146888"/>
                </a:cubicBezTo>
                <a:cubicBezTo>
                  <a:pt x="384121" y="146888"/>
                  <a:pt x="382871" y="147791"/>
                  <a:pt x="381968" y="149597"/>
                </a:cubicBezTo>
                <a:lnTo>
                  <a:pt x="378530" y="149597"/>
                </a:lnTo>
                <a:lnTo>
                  <a:pt x="378530" y="115427"/>
                </a:lnTo>
                <a:lnTo>
                  <a:pt x="381968" y="115427"/>
                </a:lnTo>
                <a:cubicBezTo>
                  <a:pt x="383913" y="125185"/>
                  <a:pt x="387628" y="132538"/>
                  <a:pt x="393115" y="137486"/>
                </a:cubicBezTo>
                <a:cubicBezTo>
                  <a:pt x="398601" y="142435"/>
                  <a:pt x="404748" y="144909"/>
                  <a:pt x="411554" y="144909"/>
                </a:cubicBezTo>
                <a:cubicBezTo>
                  <a:pt x="416346" y="144909"/>
                  <a:pt x="420253" y="143505"/>
                  <a:pt x="423274" y="140696"/>
                </a:cubicBezTo>
                <a:cubicBezTo>
                  <a:pt x="426295" y="137886"/>
                  <a:pt x="427805" y="134503"/>
                  <a:pt x="427805" y="130549"/>
                </a:cubicBezTo>
                <a:cubicBezTo>
                  <a:pt x="427805" y="125761"/>
                  <a:pt x="426121" y="121737"/>
                  <a:pt x="422753" y="118477"/>
                </a:cubicBezTo>
                <a:cubicBezTo>
                  <a:pt x="419385" y="115218"/>
                  <a:pt x="412665" y="111091"/>
                  <a:pt x="402595" y="106097"/>
                </a:cubicBezTo>
                <a:cubicBezTo>
                  <a:pt x="392525" y="101101"/>
                  <a:pt x="385927" y="96591"/>
                  <a:pt x="382801" y="92567"/>
                </a:cubicBezTo>
                <a:cubicBezTo>
                  <a:pt x="379676" y="88613"/>
                  <a:pt x="378114" y="83617"/>
                  <a:pt x="378114" y="77582"/>
                </a:cubicBezTo>
                <a:cubicBezTo>
                  <a:pt x="378114" y="69743"/>
                  <a:pt x="380805" y="63187"/>
                  <a:pt x="386187" y="57915"/>
                </a:cubicBezTo>
                <a:cubicBezTo>
                  <a:pt x="391570" y="52641"/>
                  <a:pt x="398532" y="50004"/>
                  <a:pt x="407074" y="50004"/>
                </a:cubicBezTo>
                <a:cubicBezTo>
                  <a:pt x="410825" y="50004"/>
                  <a:pt x="415374" y="50803"/>
                  <a:pt x="420722" y="52401"/>
                </a:cubicBezTo>
                <a:cubicBezTo>
                  <a:pt x="424264" y="53442"/>
                  <a:pt x="426625" y="53963"/>
                  <a:pt x="427805" y="53963"/>
                </a:cubicBezTo>
                <a:cubicBezTo>
                  <a:pt x="428917" y="53963"/>
                  <a:pt x="429785" y="53720"/>
                  <a:pt x="430410" y="53234"/>
                </a:cubicBezTo>
                <a:cubicBezTo>
                  <a:pt x="431035" y="52748"/>
                  <a:pt x="431764" y="51671"/>
                  <a:pt x="432598" y="50004"/>
                </a:cubicBezTo>
                <a:lnTo>
                  <a:pt x="436035" y="50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d26ea02d444ab"/>
          <a:stretch xmlns:a="http://schemas.openxmlformats.org/drawingml/2006/main"/>
        </p:blipFill>
        <p:spPr>
          <a:xfrm xmlns:a="http://schemas.openxmlformats.org/drawingml/2006/main">
            <a:off x="4530286" y="5160045"/>
            <a:ext cx="3847480" cy="1920171"/>
          </a:xfrm>
          <a:prstGeom xmlns:a="http://schemas.openxmlformats.org/drawingml/2006/main" prst="rect">
            <a:avLst/>
          </a:prstGeom>
        </p:spPr>
      </p:pic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FAA52-D241-4C7E-804A-D4176719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58" y="5202723"/>
            <a:ext cx="3703797" cy="1775092"/>
          </a:xfrm>
          <a:custGeom xmlns:a="http://schemas.openxmlformats.org/drawingml/2006/main">
            <a:pathLst>
              <a:path w="3703797" h="1775092">
                <a:moveTo>
                  <a:pt x="0" y="295849"/>
                </a:moveTo>
                <a:cubicBezTo>
                  <a:pt x="0" y="132449"/>
                  <a:pt x="132463" y="0"/>
                  <a:pt x="295849" y="0"/>
                </a:cubicBezTo>
                <a:lnTo>
                  <a:pt x="3407949" y="0"/>
                </a:lnTo>
                <a:cubicBezTo>
                  <a:pt x="3571334" y="0"/>
                  <a:pt x="3703797" y="132449"/>
                  <a:pt x="3703797" y="295849"/>
                </a:cubicBezTo>
                <a:lnTo>
                  <a:pt x="3703797" y="1479229"/>
                </a:lnTo>
                <a:cubicBezTo>
                  <a:pt x="3703797" y="1642628"/>
                  <a:pt x="3571334" y="1775092"/>
                  <a:pt x="3407949" y="1775092"/>
                </a:cubicBezTo>
                <a:lnTo>
                  <a:pt x="295849" y="1775092"/>
                </a:lnTo>
                <a:cubicBezTo>
                  <a:pt x="132463" y="1775092"/>
                  <a:pt x="0" y="1642628"/>
                  <a:pt x="0" y="1479229"/>
                </a:cubicBezTo>
                <a:lnTo>
                  <a:pt x="0" y="2958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9BB3D-04B1-42EF-B836-F1E0549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59" y="5202723"/>
            <a:ext cx="3703797" cy="1775092"/>
          </a:xfrm>
          <a:custGeom xmlns:a="http://schemas.openxmlformats.org/drawingml/2006/main">
            <a:pathLst>
              <a:path w="3703797" h="1775092" fill="none">
                <a:moveTo>
                  <a:pt x="0" y="295849"/>
                </a:moveTo>
                <a:cubicBezTo>
                  <a:pt x="0" y="132449"/>
                  <a:pt x="132463" y="0"/>
                  <a:pt x="295849" y="0"/>
                </a:cubicBezTo>
                <a:lnTo>
                  <a:pt x="3407949" y="0"/>
                </a:lnTo>
                <a:cubicBezTo>
                  <a:pt x="3571334" y="0"/>
                  <a:pt x="3703797" y="132449"/>
                  <a:pt x="3703797" y="295849"/>
                </a:cubicBezTo>
                <a:lnTo>
                  <a:pt x="3703797" y="1479229"/>
                </a:lnTo>
                <a:cubicBezTo>
                  <a:pt x="3703797" y="1642628"/>
                  <a:pt x="3571334" y="1775092"/>
                  <a:pt x="3407949" y="1775092"/>
                </a:cubicBezTo>
                <a:lnTo>
                  <a:pt x="295849" y="1775092"/>
                </a:lnTo>
                <a:cubicBezTo>
                  <a:pt x="132463" y="1775092"/>
                  <a:pt x="0" y="1642628"/>
                  <a:pt x="0" y="1479229"/>
                </a:cubicBezTo>
                <a:lnTo>
                  <a:pt x="0" y="295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32" name="Text 2.Selectoptimalplan">
            <a:extLst xmlns:a="http://schemas.openxmlformats.org/drawingml/2006/main">
              <a:ext uri="{FF2B5EF4-FFF2-40B4-BE49-F238E27FC236}">
                <a16:creationId xmlns:a16="http://schemas.microsoft.com/office/drawing/2014/main" id="{2CE39831-9F39-4945-997A-E8165C0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637" y="5363369"/>
            <a:ext cx="2321959" cy="228020"/>
          </a:xfrm>
          <a:custGeom xmlns:a="http://schemas.openxmlformats.org/drawingml/2006/main">
            <a:pathLst>
              <a:path w="2321959" h="228020">
                <a:moveTo>
                  <a:pt x="99759" y="173265"/>
                </a:moveTo>
                <a:lnTo>
                  <a:pt x="0" y="173265"/>
                </a:lnTo>
                <a:lnTo>
                  <a:pt x="0" y="170515"/>
                </a:lnTo>
                <a:cubicBezTo>
                  <a:pt x="30586" y="134127"/>
                  <a:pt x="49150" y="109647"/>
                  <a:pt x="55692" y="97075"/>
                </a:cubicBezTo>
                <a:cubicBezTo>
                  <a:pt x="62235" y="84501"/>
                  <a:pt x="65506" y="72219"/>
                  <a:pt x="65506" y="60228"/>
                </a:cubicBezTo>
                <a:cubicBezTo>
                  <a:pt x="65506" y="51485"/>
                  <a:pt x="62797" y="44220"/>
                  <a:pt x="57380" y="38433"/>
                </a:cubicBezTo>
                <a:cubicBezTo>
                  <a:pt x="51963" y="32646"/>
                  <a:pt x="45337" y="29753"/>
                  <a:pt x="37503" y="29753"/>
                </a:cubicBezTo>
                <a:cubicBezTo>
                  <a:pt x="24669" y="29753"/>
                  <a:pt x="14710" y="36161"/>
                  <a:pt x="7626" y="48977"/>
                </a:cubicBezTo>
                <a:lnTo>
                  <a:pt x="3000" y="47356"/>
                </a:lnTo>
                <a:cubicBezTo>
                  <a:pt x="7501" y="31320"/>
                  <a:pt x="14335" y="19461"/>
                  <a:pt x="23502" y="11778"/>
                </a:cubicBezTo>
                <a:cubicBezTo>
                  <a:pt x="32670" y="4093"/>
                  <a:pt x="43254" y="250"/>
                  <a:pt x="55255" y="250"/>
                </a:cubicBezTo>
                <a:cubicBezTo>
                  <a:pt x="63839" y="250"/>
                  <a:pt x="71673" y="2250"/>
                  <a:pt x="78757" y="6251"/>
                </a:cubicBezTo>
                <a:cubicBezTo>
                  <a:pt x="85841" y="10251"/>
                  <a:pt x="91383" y="15731"/>
                  <a:pt x="95384" y="22690"/>
                </a:cubicBezTo>
                <a:cubicBezTo>
                  <a:pt x="99384" y="29648"/>
                  <a:pt x="101384" y="36170"/>
                  <a:pt x="101384" y="42254"/>
                </a:cubicBezTo>
                <a:cubicBezTo>
                  <a:pt x="101384" y="53338"/>
                  <a:pt x="98300" y="64589"/>
                  <a:pt x="92133" y="76007"/>
                </a:cubicBezTo>
                <a:cubicBezTo>
                  <a:pt x="83716" y="91425"/>
                  <a:pt x="65339" y="112927"/>
                  <a:pt x="37003" y="140513"/>
                </a:cubicBezTo>
                <a:lnTo>
                  <a:pt x="73632" y="140513"/>
                </a:lnTo>
                <a:cubicBezTo>
                  <a:pt x="82632" y="140513"/>
                  <a:pt x="88487" y="140138"/>
                  <a:pt x="91196" y="139387"/>
                </a:cubicBezTo>
                <a:cubicBezTo>
                  <a:pt x="93904" y="138637"/>
                  <a:pt x="96134" y="137366"/>
                  <a:pt x="97884" y="135575"/>
                </a:cubicBezTo>
                <a:cubicBezTo>
                  <a:pt x="99634" y="133783"/>
                  <a:pt x="101926" y="130012"/>
                  <a:pt x="104759" y="124261"/>
                </a:cubicBezTo>
                <a:lnTo>
                  <a:pt x="109260" y="124261"/>
                </a:lnTo>
                <a:lnTo>
                  <a:pt x="99759" y="173265"/>
                </a:lnTo>
                <a:close/>
                <a:moveTo>
                  <a:pt x="153764" y="134762"/>
                </a:moveTo>
                <a:cubicBezTo>
                  <a:pt x="159598" y="134762"/>
                  <a:pt x="164536" y="136810"/>
                  <a:pt x="168578" y="140907"/>
                </a:cubicBezTo>
                <a:cubicBezTo>
                  <a:pt x="172620" y="145001"/>
                  <a:pt x="174641" y="149933"/>
                  <a:pt x="174641" y="155701"/>
                </a:cubicBezTo>
                <a:cubicBezTo>
                  <a:pt x="174641" y="161470"/>
                  <a:pt x="172599" y="166382"/>
                  <a:pt x="168515" y="170437"/>
                </a:cubicBezTo>
                <a:cubicBezTo>
                  <a:pt x="164432" y="174490"/>
                  <a:pt x="159515" y="176516"/>
                  <a:pt x="153764" y="176516"/>
                </a:cubicBezTo>
                <a:cubicBezTo>
                  <a:pt x="148013" y="176516"/>
                  <a:pt x="143117" y="174490"/>
                  <a:pt x="139075" y="170437"/>
                </a:cubicBezTo>
                <a:cubicBezTo>
                  <a:pt x="135033" y="166382"/>
                  <a:pt x="133012" y="161470"/>
                  <a:pt x="133012" y="155701"/>
                </a:cubicBezTo>
                <a:cubicBezTo>
                  <a:pt x="133012" y="149933"/>
                  <a:pt x="135033" y="145001"/>
                  <a:pt x="139075" y="140907"/>
                </a:cubicBezTo>
                <a:cubicBezTo>
                  <a:pt x="143117" y="136810"/>
                  <a:pt x="148013" y="134762"/>
                  <a:pt x="153764" y="134762"/>
                </a:cubicBezTo>
                <a:close/>
                <a:moveTo>
                  <a:pt x="369956" y="0"/>
                </a:moveTo>
                <a:lnTo>
                  <a:pt x="371331" y="56505"/>
                </a:lnTo>
                <a:lnTo>
                  <a:pt x="366206" y="56505"/>
                </a:lnTo>
                <a:cubicBezTo>
                  <a:pt x="363789" y="42374"/>
                  <a:pt x="357851" y="31007"/>
                  <a:pt x="348392" y="22404"/>
                </a:cubicBezTo>
                <a:cubicBezTo>
                  <a:pt x="338933" y="13802"/>
                  <a:pt x="328702" y="9501"/>
                  <a:pt x="317702" y="9501"/>
                </a:cubicBezTo>
                <a:cubicBezTo>
                  <a:pt x="309201" y="9501"/>
                  <a:pt x="302471" y="11765"/>
                  <a:pt x="297512" y="16294"/>
                </a:cubicBezTo>
                <a:cubicBezTo>
                  <a:pt x="292553" y="20821"/>
                  <a:pt x="290074" y="26034"/>
                  <a:pt x="290074" y="31933"/>
                </a:cubicBezTo>
                <a:cubicBezTo>
                  <a:pt x="290074" y="35670"/>
                  <a:pt x="290949" y="38993"/>
                  <a:pt x="292699" y="41902"/>
                </a:cubicBezTo>
                <a:cubicBezTo>
                  <a:pt x="295116" y="45806"/>
                  <a:pt x="298992" y="49668"/>
                  <a:pt x="304325" y="53489"/>
                </a:cubicBezTo>
                <a:cubicBezTo>
                  <a:pt x="308242" y="56232"/>
                  <a:pt x="317285" y="61093"/>
                  <a:pt x="331453" y="68072"/>
                </a:cubicBezTo>
                <a:cubicBezTo>
                  <a:pt x="351288" y="77792"/>
                  <a:pt x="364664" y="86974"/>
                  <a:pt x="371581" y="95618"/>
                </a:cubicBezTo>
                <a:cubicBezTo>
                  <a:pt x="378415" y="104259"/>
                  <a:pt x="381832" y="114148"/>
                  <a:pt x="381832" y="125285"/>
                </a:cubicBezTo>
                <a:cubicBezTo>
                  <a:pt x="381832" y="139411"/>
                  <a:pt x="376311" y="151564"/>
                  <a:pt x="365268" y="161745"/>
                </a:cubicBezTo>
                <a:cubicBezTo>
                  <a:pt x="354226" y="171926"/>
                  <a:pt x="340204" y="177016"/>
                  <a:pt x="323202" y="177016"/>
                </a:cubicBezTo>
                <a:cubicBezTo>
                  <a:pt x="317868" y="177016"/>
                  <a:pt x="312826" y="176474"/>
                  <a:pt x="308076" y="175391"/>
                </a:cubicBezTo>
                <a:cubicBezTo>
                  <a:pt x="303325" y="174307"/>
                  <a:pt x="297366" y="172265"/>
                  <a:pt x="290199" y="169265"/>
                </a:cubicBezTo>
                <a:cubicBezTo>
                  <a:pt x="286199" y="167598"/>
                  <a:pt x="282907" y="166765"/>
                  <a:pt x="280323" y="166765"/>
                </a:cubicBezTo>
                <a:cubicBezTo>
                  <a:pt x="278156" y="166765"/>
                  <a:pt x="275864" y="167609"/>
                  <a:pt x="273448" y="169296"/>
                </a:cubicBezTo>
                <a:cubicBezTo>
                  <a:pt x="271031" y="170984"/>
                  <a:pt x="269072" y="173557"/>
                  <a:pt x="267572" y="177016"/>
                </a:cubicBezTo>
                <a:lnTo>
                  <a:pt x="262947" y="177016"/>
                </a:lnTo>
                <a:lnTo>
                  <a:pt x="262947" y="113010"/>
                </a:lnTo>
                <a:lnTo>
                  <a:pt x="267572" y="113010"/>
                </a:lnTo>
                <a:cubicBezTo>
                  <a:pt x="271239" y="130970"/>
                  <a:pt x="278302" y="144669"/>
                  <a:pt x="288761" y="154108"/>
                </a:cubicBezTo>
                <a:cubicBezTo>
                  <a:pt x="299221" y="163546"/>
                  <a:pt x="310493" y="168265"/>
                  <a:pt x="322577" y="168265"/>
                </a:cubicBezTo>
                <a:cubicBezTo>
                  <a:pt x="331911" y="168265"/>
                  <a:pt x="339349" y="165731"/>
                  <a:pt x="344891" y="160663"/>
                </a:cubicBezTo>
                <a:cubicBezTo>
                  <a:pt x="350434" y="155595"/>
                  <a:pt x="353205" y="149696"/>
                  <a:pt x="353205" y="142966"/>
                </a:cubicBezTo>
                <a:cubicBezTo>
                  <a:pt x="353205" y="138979"/>
                  <a:pt x="352142" y="135116"/>
                  <a:pt x="350017" y="131379"/>
                </a:cubicBezTo>
                <a:cubicBezTo>
                  <a:pt x="347892" y="127639"/>
                  <a:pt x="344662" y="124087"/>
                  <a:pt x="340329" y="120722"/>
                </a:cubicBezTo>
                <a:cubicBezTo>
                  <a:pt x="335995" y="117357"/>
                  <a:pt x="328327" y="112975"/>
                  <a:pt x="317326" y="107576"/>
                </a:cubicBezTo>
                <a:cubicBezTo>
                  <a:pt x="301908" y="100015"/>
                  <a:pt x="290824" y="93572"/>
                  <a:pt x="284074" y="88246"/>
                </a:cubicBezTo>
                <a:cubicBezTo>
                  <a:pt x="277323" y="82920"/>
                  <a:pt x="272135" y="76970"/>
                  <a:pt x="268510" y="70397"/>
                </a:cubicBezTo>
                <a:cubicBezTo>
                  <a:pt x="264884" y="63823"/>
                  <a:pt x="263072" y="56584"/>
                  <a:pt x="263072" y="48680"/>
                </a:cubicBezTo>
                <a:cubicBezTo>
                  <a:pt x="263072" y="35200"/>
                  <a:pt x="268030" y="23717"/>
                  <a:pt x="277948" y="14232"/>
                </a:cubicBezTo>
                <a:cubicBezTo>
                  <a:pt x="287866" y="4744"/>
                  <a:pt x="300367" y="0"/>
                  <a:pt x="315451" y="0"/>
                </a:cubicBezTo>
                <a:cubicBezTo>
                  <a:pt x="320952" y="0"/>
                  <a:pt x="326286" y="675"/>
                  <a:pt x="331453" y="2024"/>
                </a:cubicBezTo>
                <a:cubicBezTo>
                  <a:pt x="335370" y="3034"/>
                  <a:pt x="340141" y="4908"/>
                  <a:pt x="345767" y="7645"/>
                </a:cubicBezTo>
                <a:cubicBezTo>
                  <a:pt x="351392" y="10382"/>
                  <a:pt x="355330" y="11751"/>
                  <a:pt x="357580" y="11751"/>
                </a:cubicBezTo>
                <a:cubicBezTo>
                  <a:pt x="359747" y="11751"/>
                  <a:pt x="361455" y="11078"/>
                  <a:pt x="362706" y="9731"/>
                </a:cubicBezTo>
                <a:cubicBezTo>
                  <a:pt x="363956" y="8382"/>
                  <a:pt x="365122" y="5138"/>
                  <a:pt x="366206" y="0"/>
                </a:cubicBezTo>
                <a:lnTo>
                  <a:pt x="369956" y="0"/>
                </a:lnTo>
                <a:close/>
                <a:moveTo>
                  <a:pt x="502418" y="110510"/>
                </a:moveTo>
                <a:lnTo>
                  <a:pt x="438288" y="110510"/>
                </a:lnTo>
                <a:cubicBezTo>
                  <a:pt x="439038" y="126053"/>
                  <a:pt x="443163" y="138337"/>
                  <a:pt x="450664" y="147361"/>
                </a:cubicBezTo>
                <a:cubicBezTo>
                  <a:pt x="456414" y="154296"/>
                  <a:pt x="463332" y="157764"/>
                  <a:pt x="471416" y="157764"/>
                </a:cubicBezTo>
                <a:cubicBezTo>
                  <a:pt x="476416" y="157764"/>
                  <a:pt x="480958" y="156368"/>
                  <a:pt x="485042" y="153576"/>
                </a:cubicBezTo>
                <a:cubicBezTo>
                  <a:pt x="489126" y="150784"/>
                  <a:pt x="493501" y="145763"/>
                  <a:pt x="498168" y="138512"/>
                </a:cubicBezTo>
                <a:lnTo>
                  <a:pt x="502418" y="141263"/>
                </a:lnTo>
                <a:cubicBezTo>
                  <a:pt x="496085" y="154180"/>
                  <a:pt x="489084" y="163327"/>
                  <a:pt x="481417" y="168703"/>
                </a:cubicBezTo>
                <a:cubicBezTo>
                  <a:pt x="473749" y="174078"/>
                  <a:pt x="464873" y="176766"/>
                  <a:pt x="454789" y="176766"/>
                </a:cubicBezTo>
                <a:cubicBezTo>
                  <a:pt x="437454" y="176766"/>
                  <a:pt x="424328" y="170092"/>
                  <a:pt x="415411" y="156744"/>
                </a:cubicBezTo>
                <a:cubicBezTo>
                  <a:pt x="408243" y="145983"/>
                  <a:pt x="404660" y="132636"/>
                  <a:pt x="404660" y="116702"/>
                </a:cubicBezTo>
                <a:cubicBezTo>
                  <a:pt x="404660" y="97179"/>
                  <a:pt x="409931" y="81641"/>
                  <a:pt x="420474" y="70088"/>
                </a:cubicBezTo>
                <a:cubicBezTo>
                  <a:pt x="431016" y="58533"/>
                  <a:pt x="443372" y="52755"/>
                  <a:pt x="457539" y="52755"/>
                </a:cubicBezTo>
                <a:cubicBezTo>
                  <a:pt x="469374" y="52755"/>
                  <a:pt x="479646" y="57609"/>
                  <a:pt x="488355" y="67319"/>
                </a:cubicBezTo>
                <a:cubicBezTo>
                  <a:pt x="497064" y="77028"/>
                  <a:pt x="501752" y="91425"/>
                  <a:pt x="502418" y="110510"/>
                </a:cubicBezTo>
                <a:moveTo>
                  <a:pt x="471666" y="102259"/>
                </a:moveTo>
                <a:cubicBezTo>
                  <a:pt x="471666" y="88841"/>
                  <a:pt x="470936" y="79632"/>
                  <a:pt x="469478" y="74632"/>
                </a:cubicBezTo>
                <a:cubicBezTo>
                  <a:pt x="468020" y="69631"/>
                  <a:pt x="465749" y="65839"/>
                  <a:pt x="462665" y="63256"/>
                </a:cubicBezTo>
                <a:cubicBezTo>
                  <a:pt x="460915" y="61756"/>
                  <a:pt x="458581" y="61005"/>
                  <a:pt x="455664" y="61005"/>
                </a:cubicBezTo>
                <a:cubicBezTo>
                  <a:pt x="451331" y="61005"/>
                  <a:pt x="447789" y="63131"/>
                  <a:pt x="445038" y="67381"/>
                </a:cubicBezTo>
                <a:cubicBezTo>
                  <a:pt x="440121" y="74798"/>
                  <a:pt x="437663" y="84966"/>
                  <a:pt x="437663" y="97884"/>
                </a:cubicBezTo>
                <a:lnTo>
                  <a:pt x="437663" y="102259"/>
                </a:lnTo>
                <a:lnTo>
                  <a:pt x="471666" y="102259"/>
                </a:lnTo>
                <a:close/>
                <a:moveTo>
                  <a:pt x="560021" y="3750"/>
                </a:moveTo>
                <a:lnTo>
                  <a:pt x="560021" y="149013"/>
                </a:lnTo>
                <a:cubicBezTo>
                  <a:pt x="560021" y="157264"/>
                  <a:pt x="560980" y="162535"/>
                  <a:pt x="562897" y="164827"/>
                </a:cubicBezTo>
                <a:cubicBezTo>
                  <a:pt x="564813" y="167119"/>
                  <a:pt x="568564" y="168432"/>
                  <a:pt x="574148" y="168765"/>
                </a:cubicBezTo>
                <a:lnTo>
                  <a:pt x="574148" y="173265"/>
                </a:lnTo>
                <a:lnTo>
                  <a:pt x="511017" y="173265"/>
                </a:lnTo>
                <a:lnTo>
                  <a:pt x="511017" y="168765"/>
                </a:lnTo>
                <a:cubicBezTo>
                  <a:pt x="516184" y="168598"/>
                  <a:pt x="520018" y="167098"/>
                  <a:pt x="522518" y="164265"/>
                </a:cubicBezTo>
                <a:cubicBezTo>
                  <a:pt x="524185" y="162348"/>
                  <a:pt x="525018" y="157264"/>
                  <a:pt x="525018" y="149013"/>
                </a:cubicBezTo>
                <a:lnTo>
                  <a:pt x="525018" y="28002"/>
                </a:lnTo>
                <a:cubicBezTo>
                  <a:pt x="525018" y="19783"/>
                  <a:pt x="524060" y="14521"/>
                  <a:pt x="522143" y="12216"/>
                </a:cubicBezTo>
                <a:cubicBezTo>
                  <a:pt x="520226" y="9908"/>
                  <a:pt x="516517" y="8587"/>
                  <a:pt x="511017" y="8251"/>
                </a:cubicBezTo>
                <a:lnTo>
                  <a:pt x="511017" y="3750"/>
                </a:lnTo>
                <a:lnTo>
                  <a:pt x="560021" y="3750"/>
                </a:lnTo>
                <a:close/>
                <a:moveTo>
                  <a:pt x="681634" y="110510"/>
                </a:moveTo>
                <a:lnTo>
                  <a:pt x="617504" y="110510"/>
                </a:lnTo>
                <a:cubicBezTo>
                  <a:pt x="618254" y="126053"/>
                  <a:pt x="622379" y="138337"/>
                  <a:pt x="629880" y="147361"/>
                </a:cubicBezTo>
                <a:cubicBezTo>
                  <a:pt x="635630" y="154296"/>
                  <a:pt x="642547" y="157764"/>
                  <a:pt x="650632" y="157764"/>
                </a:cubicBezTo>
                <a:cubicBezTo>
                  <a:pt x="655632" y="157764"/>
                  <a:pt x="660174" y="156368"/>
                  <a:pt x="664258" y="153576"/>
                </a:cubicBezTo>
                <a:cubicBezTo>
                  <a:pt x="668341" y="150784"/>
                  <a:pt x="672717" y="145763"/>
                  <a:pt x="677384" y="138512"/>
                </a:cubicBezTo>
                <a:lnTo>
                  <a:pt x="681634" y="141263"/>
                </a:lnTo>
                <a:cubicBezTo>
                  <a:pt x="675300" y="154180"/>
                  <a:pt x="668300" y="163327"/>
                  <a:pt x="660632" y="168703"/>
                </a:cubicBezTo>
                <a:cubicBezTo>
                  <a:pt x="652965" y="174078"/>
                  <a:pt x="644089" y="176766"/>
                  <a:pt x="634005" y="176766"/>
                </a:cubicBezTo>
                <a:cubicBezTo>
                  <a:pt x="616670" y="176766"/>
                  <a:pt x="603544" y="170092"/>
                  <a:pt x="594627" y="156744"/>
                </a:cubicBezTo>
                <a:cubicBezTo>
                  <a:pt x="587459" y="145983"/>
                  <a:pt x="583876" y="132636"/>
                  <a:pt x="583876" y="116702"/>
                </a:cubicBezTo>
                <a:cubicBezTo>
                  <a:pt x="583876" y="97179"/>
                  <a:pt x="589147" y="81641"/>
                  <a:pt x="599689" y="70088"/>
                </a:cubicBezTo>
                <a:cubicBezTo>
                  <a:pt x="610232" y="58533"/>
                  <a:pt x="622587" y="52755"/>
                  <a:pt x="636755" y="52755"/>
                </a:cubicBezTo>
                <a:cubicBezTo>
                  <a:pt x="648590" y="52755"/>
                  <a:pt x="658861" y="57609"/>
                  <a:pt x="667571" y="67319"/>
                </a:cubicBezTo>
                <a:cubicBezTo>
                  <a:pt x="676280" y="77028"/>
                  <a:pt x="680968" y="91425"/>
                  <a:pt x="681634" y="110510"/>
                </a:cubicBezTo>
                <a:moveTo>
                  <a:pt x="650882" y="102259"/>
                </a:moveTo>
                <a:cubicBezTo>
                  <a:pt x="650882" y="88841"/>
                  <a:pt x="650152" y="79632"/>
                  <a:pt x="648694" y="74632"/>
                </a:cubicBezTo>
                <a:cubicBezTo>
                  <a:pt x="647235" y="69631"/>
                  <a:pt x="644964" y="65839"/>
                  <a:pt x="641881" y="63256"/>
                </a:cubicBezTo>
                <a:cubicBezTo>
                  <a:pt x="640131" y="61756"/>
                  <a:pt x="637797" y="61005"/>
                  <a:pt x="634880" y="61005"/>
                </a:cubicBezTo>
                <a:cubicBezTo>
                  <a:pt x="630546" y="61005"/>
                  <a:pt x="627004" y="63131"/>
                  <a:pt x="624254" y="67381"/>
                </a:cubicBezTo>
                <a:cubicBezTo>
                  <a:pt x="619337" y="74798"/>
                  <a:pt x="616879" y="84966"/>
                  <a:pt x="616879" y="97884"/>
                </a:cubicBezTo>
                <a:lnTo>
                  <a:pt x="616879" y="102259"/>
                </a:lnTo>
                <a:lnTo>
                  <a:pt x="650882" y="102259"/>
                </a:lnTo>
                <a:close/>
                <a:moveTo>
                  <a:pt x="788867" y="143040"/>
                </a:moveTo>
                <a:lnTo>
                  <a:pt x="792742" y="146036"/>
                </a:lnTo>
                <a:cubicBezTo>
                  <a:pt x="787242" y="156405"/>
                  <a:pt x="780387" y="164119"/>
                  <a:pt x="772178" y="169179"/>
                </a:cubicBezTo>
                <a:cubicBezTo>
                  <a:pt x="763969" y="174237"/>
                  <a:pt x="755239" y="176766"/>
                  <a:pt x="745988" y="176766"/>
                </a:cubicBezTo>
                <a:cubicBezTo>
                  <a:pt x="730404" y="176766"/>
                  <a:pt x="717944" y="170885"/>
                  <a:pt x="708610" y="159124"/>
                </a:cubicBezTo>
                <a:cubicBezTo>
                  <a:pt x="699276" y="147360"/>
                  <a:pt x="694609" y="133219"/>
                  <a:pt x="694609" y="116702"/>
                </a:cubicBezTo>
                <a:cubicBezTo>
                  <a:pt x="694609" y="100766"/>
                  <a:pt x="698859" y="86750"/>
                  <a:pt x="707360" y="74655"/>
                </a:cubicBezTo>
                <a:cubicBezTo>
                  <a:pt x="717611" y="60055"/>
                  <a:pt x="731737" y="52755"/>
                  <a:pt x="749739" y="52755"/>
                </a:cubicBezTo>
                <a:cubicBezTo>
                  <a:pt x="761823" y="52755"/>
                  <a:pt x="771428" y="55806"/>
                  <a:pt x="778554" y="61908"/>
                </a:cubicBezTo>
                <a:cubicBezTo>
                  <a:pt x="785679" y="68007"/>
                  <a:pt x="789242" y="74818"/>
                  <a:pt x="789242" y="82339"/>
                </a:cubicBezTo>
                <a:cubicBezTo>
                  <a:pt x="789242" y="87103"/>
                  <a:pt x="787805" y="90905"/>
                  <a:pt x="784929" y="93747"/>
                </a:cubicBezTo>
                <a:cubicBezTo>
                  <a:pt x="782054" y="96588"/>
                  <a:pt x="778283" y="98009"/>
                  <a:pt x="773616" y="98009"/>
                </a:cubicBezTo>
                <a:cubicBezTo>
                  <a:pt x="768699" y="98009"/>
                  <a:pt x="764636" y="96378"/>
                  <a:pt x="761427" y="93118"/>
                </a:cubicBezTo>
                <a:cubicBezTo>
                  <a:pt x="758219" y="89854"/>
                  <a:pt x="756239" y="84041"/>
                  <a:pt x="755489" y="75679"/>
                </a:cubicBezTo>
                <a:cubicBezTo>
                  <a:pt x="754989" y="70410"/>
                  <a:pt x="753781" y="66730"/>
                  <a:pt x="751864" y="64639"/>
                </a:cubicBezTo>
                <a:cubicBezTo>
                  <a:pt x="749947" y="62550"/>
                  <a:pt x="747697" y="61505"/>
                  <a:pt x="745113" y="61505"/>
                </a:cubicBezTo>
                <a:cubicBezTo>
                  <a:pt x="741113" y="61505"/>
                  <a:pt x="737696" y="63631"/>
                  <a:pt x="734862" y="67881"/>
                </a:cubicBezTo>
                <a:cubicBezTo>
                  <a:pt x="730529" y="74298"/>
                  <a:pt x="728362" y="84133"/>
                  <a:pt x="728362" y="97384"/>
                </a:cubicBezTo>
                <a:cubicBezTo>
                  <a:pt x="728362" y="108385"/>
                  <a:pt x="730112" y="118906"/>
                  <a:pt x="733612" y="128949"/>
                </a:cubicBezTo>
                <a:cubicBezTo>
                  <a:pt x="737112" y="138992"/>
                  <a:pt x="741905" y="146471"/>
                  <a:pt x="747988" y="151389"/>
                </a:cubicBezTo>
                <a:cubicBezTo>
                  <a:pt x="752572" y="154972"/>
                  <a:pt x="757989" y="156764"/>
                  <a:pt x="764240" y="156764"/>
                </a:cubicBezTo>
                <a:cubicBezTo>
                  <a:pt x="768324" y="156764"/>
                  <a:pt x="772199" y="155808"/>
                  <a:pt x="775866" y="153897"/>
                </a:cubicBezTo>
                <a:cubicBezTo>
                  <a:pt x="779533" y="151982"/>
                  <a:pt x="783867" y="148364"/>
                  <a:pt x="788867" y="143040"/>
                </a:cubicBezTo>
                <a:close/>
                <a:moveTo>
                  <a:pt x="850721" y="13251"/>
                </a:moveTo>
                <a:lnTo>
                  <a:pt x="850721" y="56255"/>
                </a:lnTo>
                <a:lnTo>
                  <a:pt x="878473" y="56255"/>
                </a:lnTo>
                <a:lnTo>
                  <a:pt x="878473" y="68506"/>
                </a:lnTo>
                <a:lnTo>
                  <a:pt x="850721" y="68506"/>
                </a:lnTo>
                <a:lnTo>
                  <a:pt x="850721" y="140833"/>
                </a:lnTo>
                <a:cubicBezTo>
                  <a:pt x="850721" y="147602"/>
                  <a:pt x="851033" y="151968"/>
                  <a:pt x="851658" y="153932"/>
                </a:cubicBezTo>
                <a:cubicBezTo>
                  <a:pt x="852283" y="155895"/>
                  <a:pt x="853387" y="157484"/>
                  <a:pt x="854971" y="158698"/>
                </a:cubicBezTo>
                <a:cubicBezTo>
                  <a:pt x="856554" y="159909"/>
                  <a:pt x="858013" y="160514"/>
                  <a:pt x="859346" y="160514"/>
                </a:cubicBezTo>
                <a:cubicBezTo>
                  <a:pt x="864764" y="160514"/>
                  <a:pt x="869889" y="156347"/>
                  <a:pt x="874723" y="148013"/>
                </a:cubicBezTo>
                <a:lnTo>
                  <a:pt x="878473" y="150791"/>
                </a:lnTo>
                <a:cubicBezTo>
                  <a:pt x="871722" y="166941"/>
                  <a:pt x="860763" y="175016"/>
                  <a:pt x="845595" y="175016"/>
                </a:cubicBezTo>
                <a:cubicBezTo>
                  <a:pt x="838178" y="175016"/>
                  <a:pt x="831906" y="172946"/>
                  <a:pt x="826781" y="168808"/>
                </a:cubicBezTo>
                <a:cubicBezTo>
                  <a:pt x="821655" y="164667"/>
                  <a:pt x="818384" y="160046"/>
                  <a:pt x="816968" y="154944"/>
                </a:cubicBezTo>
                <a:cubicBezTo>
                  <a:pt x="816134" y="152100"/>
                  <a:pt x="815717" y="144405"/>
                  <a:pt x="815717" y="131859"/>
                </a:cubicBezTo>
                <a:lnTo>
                  <a:pt x="815717" y="68506"/>
                </a:lnTo>
                <a:lnTo>
                  <a:pt x="800466" y="68506"/>
                </a:lnTo>
                <a:lnTo>
                  <a:pt x="800466" y="64119"/>
                </a:lnTo>
                <a:cubicBezTo>
                  <a:pt x="810967" y="56686"/>
                  <a:pt x="819905" y="48877"/>
                  <a:pt x="827281" y="40691"/>
                </a:cubicBezTo>
                <a:cubicBezTo>
                  <a:pt x="834657" y="32506"/>
                  <a:pt x="841095" y="23359"/>
                  <a:pt x="846595" y="13251"/>
                </a:cubicBezTo>
                <a:lnTo>
                  <a:pt x="850721" y="13251"/>
                </a:lnTo>
                <a:close/>
                <a:moveTo>
                  <a:pt x="1013085" y="52755"/>
                </a:moveTo>
                <a:cubicBezTo>
                  <a:pt x="1023252" y="52755"/>
                  <a:pt x="1032711" y="55383"/>
                  <a:pt x="1041462" y="60638"/>
                </a:cubicBezTo>
                <a:cubicBezTo>
                  <a:pt x="1050213" y="65894"/>
                  <a:pt x="1056859" y="73361"/>
                  <a:pt x="1061401" y="83039"/>
                </a:cubicBezTo>
                <a:cubicBezTo>
                  <a:pt x="1065943" y="92717"/>
                  <a:pt x="1068214" y="103311"/>
                  <a:pt x="1068214" y="114823"/>
                </a:cubicBezTo>
                <a:cubicBezTo>
                  <a:pt x="1068214" y="131423"/>
                  <a:pt x="1064006" y="145314"/>
                  <a:pt x="1055588" y="156494"/>
                </a:cubicBezTo>
                <a:cubicBezTo>
                  <a:pt x="1045421" y="170009"/>
                  <a:pt x="1031378" y="176766"/>
                  <a:pt x="1013460" y="176766"/>
                </a:cubicBezTo>
                <a:cubicBezTo>
                  <a:pt x="995875" y="176766"/>
                  <a:pt x="982332" y="170592"/>
                  <a:pt x="972831" y="158245"/>
                </a:cubicBezTo>
                <a:cubicBezTo>
                  <a:pt x="963330" y="145897"/>
                  <a:pt x="958580" y="131590"/>
                  <a:pt x="958580" y="115323"/>
                </a:cubicBezTo>
                <a:cubicBezTo>
                  <a:pt x="958580" y="98556"/>
                  <a:pt x="963434" y="83936"/>
                  <a:pt x="973144" y="71463"/>
                </a:cubicBezTo>
                <a:cubicBezTo>
                  <a:pt x="982853" y="58991"/>
                  <a:pt x="996166" y="52755"/>
                  <a:pt x="1013085" y="52755"/>
                </a:cubicBezTo>
                <a:moveTo>
                  <a:pt x="1013585" y="61505"/>
                </a:moveTo>
                <a:cubicBezTo>
                  <a:pt x="1009334" y="61505"/>
                  <a:pt x="1005688" y="63112"/>
                  <a:pt x="1002646" y="66326"/>
                </a:cubicBezTo>
                <a:cubicBezTo>
                  <a:pt x="999604" y="69537"/>
                  <a:pt x="997604" y="75878"/>
                  <a:pt x="996646" y="85347"/>
                </a:cubicBezTo>
                <a:cubicBezTo>
                  <a:pt x="995687" y="94817"/>
                  <a:pt x="995208" y="107980"/>
                  <a:pt x="995208" y="124835"/>
                </a:cubicBezTo>
                <a:cubicBezTo>
                  <a:pt x="995208" y="133763"/>
                  <a:pt x="995791" y="142108"/>
                  <a:pt x="996958" y="149869"/>
                </a:cubicBezTo>
                <a:cubicBezTo>
                  <a:pt x="997875" y="155791"/>
                  <a:pt x="999833" y="160297"/>
                  <a:pt x="1002834" y="163386"/>
                </a:cubicBezTo>
                <a:cubicBezTo>
                  <a:pt x="1005834" y="166472"/>
                  <a:pt x="1009251" y="168015"/>
                  <a:pt x="1013085" y="168015"/>
                </a:cubicBezTo>
                <a:cubicBezTo>
                  <a:pt x="1016835" y="168015"/>
                  <a:pt x="1019960" y="166972"/>
                  <a:pt x="1022460" y="164886"/>
                </a:cubicBezTo>
                <a:cubicBezTo>
                  <a:pt x="1025711" y="162050"/>
                  <a:pt x="1027878" y="158086"/>
                  <a:pt x="1028961" y="152994"/>
                </a:cubicBezTo>
                <a:cubicBezTo>
                  <a:pt x="1030628" y="145069"/>
                  <a:pt x="1031461" y="129049"/>
                  <a:pt x="1031461" y="104935"/>
                </a:cubicBezTo>
                <a:cubicBezTo>
                  <a:pt x="1031461" y="90752"/>
                  <a:pt x="1030669" y="81011"/>
                  <a:pt x="1029086" y="75714"/>
                </a:cubicBezTo>
                <a:cubicBezTo>
                  <a:pt x="1027503" y="70414"/>
                  <a:pt x="1025169" y="66554"/>
                  <a:pt x="1022085" y="64135"/>
                </a:cubicBezTo>
                <a:cubicBezTo>
                  <a:pt x="1019919" y="62382"/>
                  <a:pt x="1017085" y="61505"/>
                  <a:pt x="1013585" y="61505"/>
                </a:cubicBezTo>
                <a:close/>
                <a:moveTo>
                  <a:pt x="1131220" y="161389"/>
                </a:moveTo>
                <a:lnTo>
                  <a:pt x="1131220" y="204768"/>
                </a:lnTo>
                <a:cubicBezTo>
                  <a:pt x="1131220" y="210850"/>
                  <a:pt x="1131700" y="214988"/>
                  <a:pt x="1132658" y="217183"/>
                </a:cubicBezTo>
                <a:cubicBezTo>
                  <a:pt x="1133616" y="219382"/>
                  <a:pt x="1135096" y="220987"/>
                  <a:pt x="1137096" y="222000"/>
                </a:cubicBezTo>
                <a:cubicBezTo>
                  <a:pt x="1139096" y="223013"/>
                  <a:pt x="1143013" y="223520"/>
                  <a:pt x="1148847" y="223520"/>
                </a:cubicBezTo>
                <a:lnTo>
                  <a:pt x="1148847" y="228020"/>
                </a:lnTo>
                <a:lnTo>
                  <a:pt x="1082216" y="228020"/>
                </a:lnTo>
                <a:lnTo>
                  <a:pt x="1082216" y="223520"/>
                </a:lnTo>
                <a:cubicBezTo>
                  <a:pt x="1087383" y="223351"/>
                  <a:pt x="1091217" y="221873"/>
                  <a:pt x="1093717" y="219086"/>
                </a:cubicBezTo>
                <a:cubicBezTo>
                  <a:pt x="1095384" y="217146"/>
                  <a:pt x="1096217" y="212123"/>
                  <a:pt x="1096217" y="204018"/>
                </a:cubicBezTo>
                <a:lnTo>
                  <a:pt x="1096217" y="80757"/>
                </a:lnTo>
                <a:cubicBezTo>
                  <a:pt x="1096217" y="72402"/>
                  <a:pt x="1095259" y="67065"/>
                  <a:pt x="1093342" y="64744"/>
                </a:cubicBezTo>
                <a:cubicBezTo>
                  <a:pt x="1091425" y="62424"/>
                  <a:pt x="1087717" y="61094"/>
                  <a:pt x="1082216" y="60755"/>
                </a:cubicBezTo>
                <a:lnTo>
                  <a:pt x="1082216" y="56255"/>
                </a:lnTo>
                <a:lnTo>
                  <a:pt x="1131220" y="56255"/>
                </a:lnTo>
                <a:lnTo>
                  <a:pt x="1131220" y="71631"/>
                </a:lnTo>
                <a:cubicBezTo>
                  <a:pt x="1135304" y="65631"/>
                  <a:pt x="1139471" y="61297"/>
                  <a:pt x="1143722" y="58630"/>
                </a:cubicBezTo>
                <a:cubicBezTo>
                  <a:pt x="1149805" y="54713"/>
                  <a:pt x="1156431" y="52755"/>
                  <a:pt x="1163598" y="52755"/>
                </a:cubicBezTo>
                <a:cubicBezTo>
                  <a:pt x="1172182" y="52755"/>
                  <a:pt x="1179996" y="55466"/>
                  <a:pt x="1187038" y="60888"/>
                </a:cubicBezTo>
                <a:cubicBezTo>
                  <a:pt x="1194080" y="66311"/>
                  <a:pt x="1199435" y="73798"/>
                  <a:pt x="1203102" y="83351"/>
                </a:cubicBezTo>
                <a:cubicBezTo>
                  <a:pt x="1206769" y="92904"/>
                  <a:pt x="1208602" y="103186"/>
                  <a:pt x="1208602" y="114198"/>
                </a:cubicBezTo>
                <a:cubicBezTo>
                  <a:pt x="1208602" y="126042"/>
                  <a:pt x="1206706" y="136866"/>
                  <a:pt x="1202914" y="146669"/>
                </a:cubicBezTo>
                <a:cubicBezTo>
                  <a:pt x="1199122" y="156472"/>
                  <a:pt x="1193622" y="163939"/>
                  <a:pt x="1186413" y="169070"/>
                </a:cubicBezTo>
                <a:cubicBezTo>
                  <a:pt x="1179204" y="174200"/>
                  <a:pt x="1171182" y="176766"/>
                  <a:pt x="1162348" y="176766"/>
                </a:cubicBezTo>
                <a:cubicBezTo>
                  <a:pt x="1155931" y="176766"/>
                  <a:pt x="1149930" y="175349"/>
                  <a:pt x="1144347" y="172515"/>
                </a:cubicBezTo>
                <a:cubicBezTo>
                  <a:pt x="1140180" y="170349"/>
                  <a:pt x="1135804" y="166640"/>
                  <a:pt x="1131220" y="161389"/>
                </a:cubicBezTo>
                <a:moveTo>
                  <a:pt x="1131220" y="148744"/>
                </a:moveTo>
                <a:cubicBezTo>
                  <a:pt x="1138388" y="158924"/>
                  <a:pt x="1146055" y="164015"/>
                  <a:pt x="1154222" y="164015"/>
                </a:cubicBezTo>
                <a:cubicBezTo>
                  <a:pt x="1158723" y="164015"/>
                  <a:pt x="1162432" y="161637"/>
                  <a:pt x="1165348" y="156881"/>
                </a:cubicBezTo>
                <a:cubicBezTo>
                  <a:pt x="1169682" y="149870"/>
                  <a:pt x="1171849" y="136517"/>
                  <a:pt x="1171849" y="116823"/>
                </a:cubicBezTo>
                <a:cubicBezTo>
                  <a:pt x="1171849" y="96628"/>
                  <a:pt x="1169474" y="82817"/>
                  <a:pt x="1164723" y="75390"/>
                </a:cubicBezTo>
                <a:cubicBezTo>
                  <a:pt x="1161556" y="70467"/>
                  <a:pt x="1157306" y="68006"/>
                  <a:pt x="1151972" y="68006"/>
                </a:cubicBezTo>
                <a:cubicBezTo>
                  <a:pt x="1143555" y="68006"/>
                  <a:pt x="1136638" y="74098"/>
                  <a:pt x="1131220" y="86281"/>
                </a:cubicBezTo>
                <a:lnTo>
                  <a:pt x="1131220" y="148744"/>
                </a:lnTo>
                <a:close/>
                <a:moveTo>
                  <a:pt x="1277434" y="13251"/>
                </a:moveTo>
                <a:lnTo>
                  <a:pt x="1277434" y="56255"/>
                </a:lnTo>
                <a:lnTo>
                  <a:pt x="1305186" y="56255"/>
                </a:lnTo>
                <a:lnTo>
                  <a:pt x="1305186" y="68506"/>
                </a:lnTo>
                <a:lnTo>
                  <a:pt x="1277434" y="68506"/>
                </a:lnTo>
                <a:lnTo>
                  <a:pt x="1277434" y="140833"/>
                </a:lnTo>
                <a:cubicBezTo>
                  <a:pt x="1277434" y="147602"/>
                  <a:pt x="1277746" y="151968"/>
                  <a:pt x="1278371" y="153932"/>
                </a:cubicBezTo>
                <a:cubicBezTo>
                  <a:pt x="1278996" y="155895"/>
                  <a:pt x="1280101" y="157484"/>
                  <a:pt x="1281684" y="158698"/>
                </a:cubicBezTo>
                <a:cubicBezTo>
                  <a:pt x="1283267" y="159909"/>
                  <a:pt x="1284726" y="160514"/>
                  <a:pt x="1286059" y="160514"/>
                </a:cubicBezTo>
                <a:cubicBezTo>
                  <a:pt x="1291477" y="160514"/>
                  <a:pt x="1296602" y="156347"/>
                  <a:pt x="1301436" y="148013"/>
                </a:cubicBezTo>
                <a:lnTo>
                  <a:pt x="1305186" y="150791"/>
                </a:lnTo>
                <a:cubicBezTo>
                  <a:pt x="1298436" y="166941"/>
                  <a:pt x="1287476" y="175016"/>
                  <a:pt x="1272308" y="175016"/>
                </a:cubicBezTo>
                <a:cubicBezTo>
                  <a:pt x="1264891" y="175016"/>
                  <a:pt x="1258619" y="172946"/>
                  <a:pt x="1253494" y="168808"/>
                </a:cubicBezTo>
                <a:cubicBezTo>
                  <a:pt x="1248369" y="164667"/>
                  <a:pt x="1245097" y="160046"/>
                  <a:pt x="1243681" y="154944"/>
                </a:cubicBezTo>
                <a:cubicBezTo>
                  <a:pt x="1242847" y="152100"/>
                  <a:pt x="1242431" y="144405"/>
                  <a:pt x="1242431" y="131859"/>
                </a:cubicBezTo>
                <a:lnTo>
                  <a:pt x="1242431" y="68506"/>
                </a:lnTo>
                <a:lnTo>
                  <a:pt x="1227179" y="68506"/>
                </a:lnTo>
                <a:lnTo>
                  <a:pt x="1227179" y="64119"/>
                </a:lnTo>
                <a:cubicBezTo>
                  <a:pt x="1237680" y="56686"/>
                  <a:pt x="1246618" y="48877"/>
                  <a:pt x="1253994" y="40691"/>
                </a:cubicBezTo>
                <a:cubicBezTo>
                  <a:pt x="1261370" y="32506"/>
                  <a:pt x="1267808" y="23359"/>
                  <a:pt x="1273308" y="13251"/>
                </a:cubicBezTo>
                <a:lnTo>
                  <a:pt x="1277434" y="13251"/>
                </a:lnTo>
                <a:close/>
                <a:moveTo>
                  <a:pt x="1344514" y="0"/>
                </a:moveTo>
                <a:cubicBezTo>
                  <a:pt x="1349932" y="0"/>
                  <a:pt x="1354515" y="1903"/>
                  <a:pt x="1358266" y="5708"/>
                </a:cubicBezTo>
                <a:cubicBezTo>
                  <a:pt x="1362016" y="9510"/>
                  <a:pt x="1363891" y="14087"/>
                  <a:pt x="1363891" y="19439"/>
                </a:cubicBezTo>
                <a:cubicBezTo>
                  <a:pt x="1363891" y="24791"/>
                  <a:pt x="1361995" y="29349"/>
                  <a:pt x="1358203" y="33112"/>
                </a:cubicBezTo>
                <a:cubicBezTo>
                  <a:pt x="1354411" y="36873"/>
                  <a:pt x="1349848" y="38753"/>
                  <a:pt x="1344514" y="38753"/>
                </a:cubicBezTo>
                <a:cubicBezTo>
                  <a:pt x="1339181" y="38753"/>
                  <a:pt x="1334639" y="36873"/>
                  <a:pt x="1330888" y="33112"/>
                </a:cubicBezTo>
                <a:cubicBezTo>
                  <a:pt x="1327138" y="29349"/>
                  <a:pt x="1325263" y="24791"/>
                  <a:pt x="1325263" y="19439"/>
                </a:cubicBezTo>
                <a:cubicBezTo>
                  <a:pt x="1325263" y="14087"/>
                  <a:pt x="1327138" y="9510"/>
                  <a:pt x="1330888" y="5708"/>
                </a:cubicBezTo>
                <a:cubicBezTo>
                  <a:pt x="1334639" y="1903"/>
                  <a:pt x="1339181" y="0"/>
                  <a:pt x="1344514" y="0"/>
                </a:cubicBezTo>
                <a:moveTo>
                  <a:pt x="1362016" y="56255"/>
                </a:moveTo>
                <a:lnTo>
                  <a:pt x="1362016" y="149013"/>
                </a:lnTo>
                <a:cubicBezTo>
                  <a:pt x="1362016" y="157264"/>
                  <a:pt x="1362974" y="162535"/>
                  <a:pt x="1364891" y="164827"/>
                </a:cubicBezTo>
                <a:cubicBezTo>
                  <a:pt x="1366808" y="167119"/>
                  <a:pt x="1370558" y="168432"/>
                  <a:pt x="1376142" y="168765"/>
                </a:cubicBezTo>
                <a:lnTo>
                  <a:pt x="1376142" y="173265"/>
                </a:lnTo>
                <a:lnTo>
                  <a:pt x="1313012" y="173265"/>
                </a:lnTo>
                <a:lnTo>
                  <a:pt x="1313012" y="168765"/>
                </a:lnTo>
                <a:cubicBezTo>
                  <a:pt x="1318179" y="168598"/>
                  <a:pt x="1322012" y="167098"/>
                  <a:pt x="1324513" y="164265"/>
                </a:cubicBezTo>
                <a:cubicBezTo>
                  <a:pt x="1326179" y="162348"/>
                  <a:pt x="1327013" y="157264"/>
                  <a:pt x="1327013" y="149013"/>
                </a:cubicBezTo>
                <a:lnTo>
                  <a:pt x="1327013" y="80757"/>
                </a:lnTo>
                <a:cubicBezTo>
                  <a:pt x="1327013" y="72402"/>
                  <a:pt x="1326054" y="67065"/>
                  <a:pt x="1324138" y="64744"/>
                </a:cubicBezTo>
                <a:cubicBezTo>
                  <a:pt x="1322221" y="62424"/>
                  <a:pt x="1318512" y="61094"/>
                  <a:pt x="1313012" y="60755"/>
                </a:cubicBezTo>
                <a:lnTo>
                  <a:pt x="1313012" y="56255"/>
                </a:lnTo>
                <a:lnTo>
                  <a:pt x="1362016" y="56255"/>
                </a:lnTo>
                <a:close/>
                <a:moveTo>
                  <a:pt x="1433249" y="56255"/>
                </a:moveTo>
                <a:lnTo>
                  <a:pt x="1433249" y="71756"/>
                </a:lnTo>
                <a:cubicBezTo>
                  <a:pt x="1439666" y="64709"/>
                  <a:pt x="1445604" y="59780"/>
                  <a:pt x="1451063" y="56970"/>
                </a:cubicBezTo>
                <a:cubicBezTo>
                  <a:pt x="1456522" y="54160"/>
                  <a:pt x="1462502" y="52755"/>
                  <a:pt x="1469002" y="52755"/>
                </a:cubicBezTo>
                <a:cubicBezTo>
                  <a:pt x="1476503" y="52755"/>
                  <a:pt x="1482795" y="54515"/>
                  <a:pt x="1487879" y="58036"/>
                </a:cubicBezTo>
                <a:cubicBezTo>
                  <a:pt x="1492963" y="61558"/>
                  <a:pt x="1496880" y="66923"/>
                  <a:pt x="1499630" y="74132"/>
                </a:cubicBezTo>
                <a:cubicBezTo>
                  <a:pt x="1506297" y="66587"/>
                  <a:pt x="1512693" y="61138"/>
                  <a:pt x="1518819" y="57786"/>
                </a:cubicBezTo>
                <a:cubicBezTo>
                  <a:pt x="1524945" y="54432"/>
                  <a:pt x="1531341" y="52755"/>
                  <a:pt x="1538008" y="52755"/>
                </a:cubicBezTo>
                <a:cubicBezTo>
                  <a:pt x="1546092" y="52755"/>
                  <a:pt x="1552530" y="54612"/>
                  <a:pt x="1557322" y="58326"/>
                </a:cubicBezTo>
                <a:cubicBezTo>
                  <a:pt x="1562115" y="62039"/>
                  <a:pt x="1565448" y="66755"/>
                  <a:pt x="1567323" y="72471"/>
                </a:cubicBezTo>
                <a:cubicBezTo>
                  <a:pt x="1569199" y="78188"/>
                  <a:pt x="1570136" y="87305"/>
                  <a:pt x="1570136" y="99821"/>
                </a:cubicBezTo>
                <a:lnTo>
                  <a:pt x="1570136" y="147763"/>
                </a:lnTo>
                <a:cubicBezTo>
                  <a:pt x="1570136" y="156764"/>
                  <a:pt x="1570949" y="162348"/>
                  <a:pt x="1572574" y="164515"/>
                </a:cubicBezTo>
                <a:cubicBezTo>
                  <a:pt x="1574199" y="166682"/>
                  <a:pt x="1577595" y="168098"/>
                  <a:pt x="1582762" y="168765"/>
                </a:cubicBezTo>
                <a:lnTo>
                  <a:pt x="1582762" y="173265"/>
                </a:lnTo>
                <a:lnTo>
                  <a:pt x="1522382" y="173265"/>
                </a:lnTo>
                <a:lnTo>
                  <a:pt x="1522382" y="168765"/>
                </a:lnTo>
                <a:cubicBezTo>
                  <a:pt x="1527132" y="168348"/>
                  <a:pt x="1530633" y="166515"/>
                  <a:pt x="1532883" y="163265"/>
                </a:cubicBezTo>
                <a:cubicBezTo>
                  <a:pt x="1534383" y="161014"/>
                  <a:pt x="1535133" y="155847"/>
                  <a:pt x="1535133" y="147763"/>
                </a:cubicBezTo>
                <a:lnTo>
                  <a:pt x="1535133" y="97509"/>
                </a:lnTo>
                <a:cubicBezTo>
                  <a:pt x="1535133" y="87091"/>
                  <a:pt x="1534716" y="80466"/>
                  <a:pt x="1533883" y="77632"/>
                </a:cubicBezTo>
                <a:cubicBezTo>
                  <a:pt x="1533049" y="74798"/>
                  <a:pt x="1531737" y="72694"/>
                  <a:pt x="1529945" y="71319"/>
                </a:cubicBezTo>
                <a:cubicBezTo>
                  <a:pt x="1528153" y="69944"/>
                  <a:pt x="1526049" y="69256"/>
                  <a:pt x="1523632" y="69256"/>
                </a:cubicBezTo>
                <a:cubicBezTo>
                  <a:pt x="1520048" y="69256"/>
                  <a:pt x="1516423" y="70569"/>
                  <a:pt x="1512756" y="73194"/>
                </a:cubicBezTo>
                <a:cubicBezTo>
                  <a:pt x="1509089" y="75819"/>
                  <a:pt x="1505380" y="79757"/>
                  <a:pt x="1501630" y="85008"/>
                </a:cubicBezTo>
                <a:lnTo>
                  <a:pt x="1501630" y="147763"/>
                </a:lnTo>
                <a:cubicBezTo>
                  <a:pt x="1501630" y="156181"/>
                  <a:pt x="1502338" y="161473"/>
                  <a:pt x="1503755" y="163640"/>
                </a:cubicBezTo>
                <a:cubicBezTo>
                  <a:pt x="1505672" y="166723"/>
                  <a:pt x="1509339" y="168432"/>
                  <a:pt x="1514756" y="168765"/>
                </a:cubicBezTo>
                <a:lnTo>
                  <a:pt x="1514756" y="173265"/>
                </a:lnTo>
                <a:lnTo>
                  <a:pt x="1454251" y="173265"/>
                </a:lnTo>
                <a:lnTo>
                  <a:pt x="1454251" y="168765"/>
                </a:lnTo>
                <a:cubicBezTo>
                  <a:pt x="1457501" y="168598"/>
                  <a:pt x="1460064" y="167786"/>
                  <a:pt x="1461939" y="166327"/>
                </a:cubicBezTo>
                <a:cubicBezTo>
                  <a:pt x="1463814" y="164869"/>
                  <a:pt x="1465064" y="163119"/>
                  <a:pt x="1465689" y="161077"/>
                </a:cubicBezTo>
                <a:cubicBezTo>
                  <a:pt x="1466314" y="159035"/>
                  <a:pt x="1466627" y="154597"/>
                  <a:pt x="1466627" y="147763"/>
                </a:cubicBezTo>
                <a:lnTo>
                  <a:pt x="1466627" y="97431"/>
                </a:lnTo>
                <a:cubicBezTo>
                  <a:pt x="1466627" y="86828"/>
                  <a:pt x="1466210" y="80192"/>
                  <a:pt x="1465377" y="77523"/>
                </a:cubicBezTo>
                <a:cubicBezTo>
                  <a:pt x="1464543" y="74850"/>
                  <a:pt x="1463147" y="72763"/>
                  <a:pt x="1461189" y="71260"/>
                </a:cubicBezTo>
                <a:cubicBezTo>
                  <a:pt x="1459230" y="69758"/>
                  <a:pt x="1457126" y="69006"/>
                  <a:pt x="1454876" y="69006"/>
                </a:cubicBezTo>
                <a:cubicBezTo>
                  <a:pt x="1451542" y="69006"/>
                  <a:pt x="1448500" y="69888"/>
                  <a:pt x="1445750" y="71651"/>
                </a:cubicBezTo>
                <a:cubicBezTo>
                  <a:pt x="1441833" y="74255"/>
                  <a:pt x="1437666" y="78708"/>
                  <a:pt x="1433249" y="85008"/>
                </a:cubicBezTo>
                <a:lnTo>
                  <a:pt x="1433249" y="147763"/>
                </a:lnTo>
                <a:cubicBezTo>
                  <a:pt x="1433249" y="156014"/>
                  <a:pt x="1434061" y="161452"/>
                  <a:pt x="1435687" y="164077"/>
                </a:cubicBezTo>
                <a:cubicBezTo>
                  <a:pt x="1437312" y="166702"/>
                  <a:pt x="1440708" y="168265"/>
                  <a:pt x="1445875" y="168765"/>
                </a:cubicBezTo>
                <a:lnTo>
                  <a:pt x="1445875" y="173265"/>
                </a:lnTo>
                <a:lnTo>
                  <a:pt x="1385620" y="173265"/>
                </a:lnTo>
                <a:lnTo>
                  <a:pt x="1385620" y="168765"/>
                </a:lnTo>
                <a:cubicBezTo>
                  <a:pt x="1390537" y="168265"/>
                  <a:pt x="1394037" y="166682"/>
                  <a:pt x="1396121" y="164015"/>
                </a:cubicBezTo>
                <a:cubicBezTo>
                  <a:pt x="1397537" y="162181"/>
                  <a:pt x="1398246" y="156764"/>
                  <a:pt x="1398246" y="147763"/>
                </a:cubicBezTo>
                <a:lnTo>
                  <a:pt x="1398246" y="81757"/>
                </a:lnTo>
                <a:cubicBezTo>
                  <a:pt x="1398246" y="72816"/>
                  <a:pt x="1397433" y="67249"/>
                  <a:pt x="1395808" y="65057"/>
                </a:cubicBezTo>
                <a:cubicBezTo>
                  <a:pt x="1394183" y="62864"/>
                  <a:pt x="1390787" y="61430"/>
                  <a:pt x="1385620" y="60755"/>
                </a:cubicBezTo>
                <a:lnTo>
                  <a:pt x="1385620" y="56255"/>
                </a:lnTo>
                <a:lnTo>
                  <a:pt x="1433249" y="56255"/>
                </a:lnTo>
                <a:close/>
                <a:moveTo>
                  <a:pt x="1654068" y="156014"/>
                </a:moveTo>
                <a:cubicBezTo>
                  <a:pt x="1639817" y="168682"/>
                  <a:pt x="1627024" y="175016"/>
                  <a:pt x="1615690" y="175016"/>
                </a:cubicBezTo>
                <a:cubicBezTo>
                  <a:pt x="1609023" y="175016"/>
                  <a:pt x="1603481" y="172821"/>
                  <a:pt x="1599064" y="168433"/>
                </a:cubicBezTo>
                <a:cubicBezTo>
                  <a:pt x="1594647" y="164042"/>
                  <a:pt x="1592438" y="158544"/>
                  <a:pt x="1592438" y="151939"/>
                </a:cubicBezTo>
                <a:cubicBezTo>
                  <a:pt x="1592438" y="142991"/>
                  <a:pt x="1596272" y="134942"/>
                  <a:pt x="1603939" y="127793"/>
                </a:cubicBezTo>
                <a:cubicBezTo>
                  <a:pt x="1611606" y="120644"/>
                  <a:pt x="1628316" y="111132"/>
                  <a:pt x="1654068" y="99259"/>
                </a:cubicBezTo>
                <a:lnTo>
                  <a:pt x="1654068" y="87508"/>
                </a:lnTo>
                <a:cubicBezTo>
                  <a:pt x="1654068" y="78674"/>
                  <a:pt x="1653589" y="73111"/>
                  <a:pt x="1652631" y="70819"/>
                </a:cubicBezTo>
                <a:cubicBezTo>
                  <a:pt x="1651672" y="68527"/>
                  <a:pt x="1649860" y="66527"/>
                  <a:pt x="1647193" y="64818"/>
                </a:cubicBezTo>
                <a:cubicBezTo>
                  <a:pt x="1644526" y="63110"/>
                  <a:pt x="1641526" y="62256"/>
                  <a:pt x="1638192" y="62256"/>
                </a:cubicBezTo>
                <a:cubicBezTo>
                  <a:pt x="1632775" y="62256"/>
                  <a:pt x="1628316" y="63464"/>
                  <a:pt x="1624816" y="65881"/>
                </a:cubicBezTo>
                <a:cubicBezTo>
                  <a:pt x="1622649" y="67381"/>
                  <a:pt x="1621566" y="69131"/>
                  <a:pt x="1621566" y="71131"/>
                </a:cubicBezTo>
                <a:cubicBezTo>
                  <a:pt x="1621566" y="72882"/>
                  <a:pt x="1622732" y="75048"/>
                  <a:pt x="1625066" y="77632"/>
                </a:cubicBezTo>
                <a:cubicBezTo>
                  <a:pt x="1628233" y="81216"/>
                  <a:pt x="1629816" y="84674"/>
                  <a:pt x="1629816" y="88008"/>
                </a:cubicBezTo>
                <a:cubicBezTo>
                  <a:pt x="1629816" y="92092"/>
                  <a:pt x="1628295" y="95571"/>
                  <a:pt x="1625253" y="98446"/>
                </a:cubicBezTo>
                <a:cubicBezTo>
                  <a:pt x="1622211" y="101322"/>
                  <a:pt x="1618232" y="102759"/>
                  <a:pt x="1613315" y="102759"/>
                </a:cubicBezTo>
                <a:cubicBezTo>
                  <a:pt x="1608064" y="102759"/>
                  <a:pt x="1603668" y="101176"/>
                  <a:pt x="1600126" y="98009"/>
                </a:cubicBezTo>
                <a:cubicBezTo>
                  <a:pt x="1596584" y="94842"/>
                  <a:pt x="1594813" y="91133"/>
                  <a:pt x="1594813" y="86883"/>
                </a:cubicBezTo>
                <a:cubicBezTo>
                  <a:pt x="1594813" y="80882"/>
                  <a:pt x="1597188" y="75153"/>
                  <a:pt x="1601939" y="69694"/>
                </a:cubicBezTo>
                <a:cubicBezTo>
                  <a:pt x="1606689" y="64235"/>
                  <a:pt x="1613315" y="60047"/>
                  <a:pt x="1621816" y="57130"/>
                </a:cubicBezTo>
                <a:cubicBezTo>
                  <a:pt x="1630316" y="54213"/>
                  <a:pt x="1639150" y="52755"/>
                  <a:pt x="1648318" y="52755"/>
                </a:cubicBezTo>
                <a:cubicBezTo>
                  <a:pt x="1659402" y="52755"/>
                  <a:pt x="1668174" y="55116"/>
                  <a:pt x="1674633" y="59837"/>
                </a:cubicBezTo>
                <a:cubicBezTo>
                  <a:pt x="1681092" y="64557"/>
                  <a:pt x="1685280" y="69673"/>
                  <a:pt x="1687196" y="75186"/>
                </a:cubicBezTo>
                <a:cubicBezTo>
                  <a:pt x="1688363" y="78695"/>
                  <a:pt x="1688947" y="86755"/>
                  <a:pt x="1688947" y="99368"/>
                </a:cubicBezTo>
                <a:lnTo>
                  <a:pt x="1688947" y="144853"/>
                </a:lnTo>
                <a:cubicBezTo>
                  <a:pt x="1688947" y="150200"/>
                  <a:pt x="1689155" y="153563"/>
                  <a:pt x="1689572" y="154944"/>
                </a:cubicBezTo>
                <a:cubicBezTo>
                  <a:pt x="1689988" y="156321"/>
                  <a:pt x="1690613" y="157345"/>
                  <a:pt x="1691447" y="158014"/>
                </a:cubicBezTo>
                <a:cubicBezTo>
                  <a:pt x="1692280" y="158681"/>
                  <a:pt x="1693239" y="159014"/>
                  <a:pt x="1694322" y="159014"/>
                </a:cubicBezTo>
                <a:cubicBezTo>
                  <a:pt x="1696489" y="159014"/>
                  <a:pt x="1698697" y="157472"/>
                  <a:pt x="1700948" y="154389"/>
                </a:cubicBezTo>
                <a:lnTo>
                  <a:pt x="1704698" y="157389"/>
                </a:lnTo>
                <a:cubicBezTo>
                  <a:pt x="1700531" y="163556"/>
                  <a:pt x="1696218" y="168036"/>
                  <a:pt x="1691759" y="170828"/>
                </a:cubicBezTo>
                <a:cubicBezTo>
                  <a:pt x="1687301" y="173620"/>
                  <a:pt x="1682238" y="175016"/>
                  <a:pt x="1676570" y="175016"/>
                </a:cubicBezTo>
                <a:cubicBezTo>
                  <a:pt x="1669903" y="175016"/>
                  <a:pt x="1664694" y="173443"/>
                  <a:pt x="1660944" y="170296"/>
                </a:cubicBezTo>
                <a:cubicBezTo>
                  <a:pt x="1657194" y="167150"/>
                  <a:pt x="1654902" y="162389"/>
                  <a:pt x="1654068" y="156014"/>
                </a:cubicBezTo>
                <a:moveTo>
                  <a:pt x="1654068" y="146763"/>
                </a:moveTo>
                <a:lnTo>
                  <a:pt x="1654068" y="107658"/>
                </a:lnTo>
                <a:cubicBezTo>
                  <a:pt x="1643984" y="113604"/>
                  <a:pt x="1636484" y="119969"/>
                  <a:pt x="1631566" y="126753"/>
                </a:cubicBezTo>
                <a:cubicBezTo>
                  <a:pt x="1628316" y="131275"/>
                  <a:pt x="1626691" y="135839"/>
                  <a:pt x="1626691" y="140446"/>
                </a:cubicBezTo>
                <a:cubicBezTo>
                  <a:pt x="1626691" y="144298"/>
                  <a:pt x="1628066" y="147690"/>
                  <a:pt x="1630816" y="150623"/>
                </a:cubicBezTo>
                <a:cubicBezTo>
                  <a:pt x="1632900" y="152883"/>
                  <a:pt x="1635817" y="154014"/>
                  <a:pt x="1639567" y="154014"/>
                </a:cubicBezTo>
                <a:cubicBezTo>
                  <a:pt x="1643734" y="154014"/>
                  <a:pt x="1648568" y="151597"/>
                  <a:pt x="1654068" y="146763"/>
                </a:cubicBezTo>
                <a:close/>
                <a:moveTo>
                  <a:pt x="1754803" y="3750"/>
                </a:moveTo>
                <a:lnTo>
                  <a:pt x="1754803" y="149013"/>
                </a:lnTo>
                <a:cubicBezTo>
                  <a:pt x="1754803" y="157264"/>
                  <a:pt x="1755761" y="162535"/>
                  <a:pt x="1757678" y="164827"/>
                </a:cubicBezTo>
                <a:cubicBezTo>
                  <a:pt x="1759595" y="167119"/>
                  <a:pt x="1763345" y="168432"/>
                  <a:pt x="1768929" y="168765"/>
                </a:cubicBezTo>
                <a:lnTo>
                  <a:pt x="1768929" y="173265"/>
                </a:lnTo>
                <a:lnTo>
                  <a:pt x="1705799" y="173265"/>
                </a:lnTo>
                <a:lnTo>
                  <a:pt x="1705799" y="168765"/>
                </a:lnTo>
                <a:cubicBezTo>
                  <a:pt x="1710966" y="168598"/>
                  <a:pt x="1714799" y="167098"/>
                  <a:pt x="1717300" y="164265"/>
                </a:cubicBezTo>
                <a:cubicBezTo>
                  <a:pt x="1718966" y="162348"/>
                  <a:pt x="1719800" y="157264"/>
                  <a:pt x="1719800" y="149013"/>
                </a:cubicBezTo>
                <a:lnTo>
                  <a:pt x="1719800" y="28002"/>
                </a:lnTo>
                <a:cubicBezTo>
                  <a:pt x="1719800" y="19783"/>
                  <a:pt x="1718841" y="14521"/>
                  <a:pt x="1716925" y="12216"/>
                </a:cubicBezTo>
                <a:cubicBezTo>
                  <a:pt x="1715008" y="9908"/>
                  <a:pt x="1711299" y="8587"/>
                  <a:pt x="1705799" y="8251"/>
                </a:cubicBezTo>
                <a:lnTo>
                  <a:pt x="1705799" y="3750"/>
                </a:lnTo>
                <a:lnTo>
                  <a:pt x="1754803" y="3750"/>
                </a:lnTo>
                <a:close/>
                <a:moveTo>
                  <a:pt x="1908019" y="161389"/>
                </a:moveTo>
                <a:lnTo>
                  <a:pt x="1908019" y="204768"/>
                </a:lnTo>
                <a:cubicBezTo>
                  <a:pt x="1908019" y="210850"/>
                  <a:pt x="1908499" y="214988"/>
                  <a:pt x="1909457" y="217183"/>
                </a:cubicBezTo>
                <a:cubicBezTo>
                  <a:pt x="1910416" y="219382"/>
                  <a:pt x="1911895" y="220987"/>
                  <a:pt x="1913895" y="222000"/>
                </a:cubicBezTo>
                <a:cubicBezTo>
                  <a:pt x="1915895" y="223013"/>
                  <a:pt x="1919812" y="223520"/>
                  <a:pt x="1925646" y="223520"/>
                </a:cubicBezTo>
                <a:lnTo>
                  <a:pt x="1925646" y="228020"/>
                </a:lnTo>
                <a:lnTo>
                  <a:pt x="1859015" y="228020"/>
                </a:lnTo>
                <a:lnTo>
                  <a:pt x="1859015" y="223520"/>
                </a:lnTo>
                <a:cubicBezTo>
                  <a:pt x="1864182" y="223351"/>
                  <a:pt x="1868016" y="221873"/>
                  <a:pt x="1870516" y="219086"/>
                </a:cubicBezTo>
                <a:cubicBezTo>
                  <a:pt x="1872183" y="217146"/>
                  <a:pt x="1873016" y="212123"/>
                  <a:pt x="1873016" y="204018"/>
                </a:cubicBezTo>
                <a:lnTo>
                  <a:pt x="1873016" y="80757"/>
                </a:lnTo>
                <a:cubicBezTo>
                  <a:pt x="1873016" y="72402"/>
                  <a:pt x="1872058" y="67065"/>
                  <a:pt x="1870141" y="64744"/>
                </a:cubicBezTo>
                <a:cubicBezTo>
                  <a:pt x="1868224" y="62424"/>
                  <a:pt x="1864516" y="61094"/>
                  <a:pt x="1859015" y="60755"/>
                </a:cubicBezTo>
                <a:lnTo>
                  <a:pt x="1859015" y="56255"/>
                </a:lnTo>
                <a:lnTo>
                  <a:pt x="1908019" y="56255"/>
                </a:lnTo>
                <a:lnTo>
                  <a:pt x="1908019" y="71631"/>
                </a:lnTo>
                <a:cubicBezTo>
                  <a:pt x="1912103" y="65631"/>
                  <a:pt x="1916270" y="61297"/>
                  <a:pt x="1920521" y="58630"/>
                </a:cubicBezTo>
                <a:cubicBezTo>
                  <a:pt x="1926604" y="54713"/>
                  <a:pt x="1933230" y="52755"/>
                  <a:pt x="1940397" y="52755"/>
                </a:cubicBezTo>
                <a:cubicBezTo>
                  <a:pt x="1948981" y="52755"/>
                  <a:pt x="1956795" y="55466"/>
                  <a:pt x="1963837" y="60888"/>
                </a:cubicBezTo>
                <a:cubicBezTo>
                  <a:pt x="1970879" y="66311"/>
                  <a:pt x="1976234" y="73798"/>
                  <a:pt x="1979901" y="83351"/>
                </a:cubicBezTo>
                <a:cubicBezTo>
                  <a:pt x="1983568" y="92904"/>
                  <a:pt x="1985401" y="103186"/>
                  <a:pt x="1985401" y="114198"/>
                </a:cubicBezTo>
                <a:cubicBezTo>
                  <a:pt x="1985401" y="126042"/>
                  <a:pt x="1983505" y="136866"/>
                  <a:pt x="1979713" y="146669"/>
                </a:cubicBezTo>
                <a:cubicBezTo>
                  <a:pt x="1975921" y="156472"/>
                  <a:pt x="1970421" y="163939"/>
                  <a:pt x="1963212" y="169070"/>
                </a:cubicBezTo>
                <a:cubicBezTo>
                  <a:pt x="1956003" y="174200"/>
                  <a:pt x="1947981" y="176766"/>
                  <a:pt x="1939147" y="176766"/>
                </a:cubicBezTo>
                <a:cubicBezTo>
                  <a:pt x="1932730" y="176766"/>
                  <a:pt x="1926729" y="175349"/>
                  <a:pt x="1921146" y="172515"/>
                </a:cubicBezTo>
                <a:cubicBezTo>
                  <a:pt x="1916979" y="170349"/>
                  <a:pt x="1912603" y="166640"/>
                  <a:pt x="1908019" y="161389"/>
                </a:cubicBezTo>
                <a:moveTo>
                  <a:pt x="1908019" y="148744"/>
                </a:moveTo>
                <a:cubicBezTo>
                  <a:pt x="1915187" y="158924"/>
                  <a:pt x="1922854" y="164015"/>
                  <a:pt x="1931022" y="164015"/>
                </a:cubicBezTo>
                <a:cubicBezTo>
                  <a:pt x="1935522" y="164015"/>
                  <a:pt x="1939231" y="161637"/>
                  <a:pt x="1942148" y="156881"/>
                </a:cubicBezTo>
                <a:cubicBezTo>
                  <a:pt x="1946481" y="149870"/>
                  <a:pt x="1948648" y="136517"/>
                  <a:pt x="1948648" y="116823"/>
                </a:cubicBezTo>
                <a:cubicBezTo>
                  <a:pt x="1948648" y="96628"/>
                  <a:pt x="1946273" y="82817"/>
                  <a:pt x="1941522" y="75390"/>
                </a:cubicBezTo>
                <a:cubicBezTo>
                  <a:pt x="1938356" y="70467"/>
                  <a:pt x="1934105" y="68006"/>
                  <a:pt x="1928771" y="68006"/>
                </a:cubicBezTo>
                <a:cubicBezTo>
                  <a:pt x="1920354" y="68006"/>
                  <a:pt x="1913437" y="74098"/>
                  <a:pt x="1908019" y="86281"/>
                </a:cubicBezTo>
                <a:lnTo>
                  <a:pt x="1908019" y="148744"/>
                </a:lnTo>
                <a:close/>
                <a:moveTo>
                  <a:pt x="2053609" y="3750"/>
                </a:moveTo>
                <a:lnTo>
                  <a:pt x="2053609" y="149013"/>
                </a:lnTo>
                <a:cubicBezTo>
                  <a:pt x="2053609" y="157264"/>
                  <a:pt x="2054567" y="162535"/>
                  <a:pt x="2056484" y="164827"/>
                </a:cubicBezTo>
                <a:cubicBezTo>
                  <a:pt x="2058401" y="167119"/>
                  <a:pt x="2062151" y="168432"/>
                  <a:pt x="2067735" y="168765"/>
                </a:cubicBezTo>
                <a:lnTo>
                  <a:pt x="2067735" y="173265"/>
                </a:lnTo>
                <a:lnTo>
                  <a:pt x="2004604" y="173265"/>
                </a:lnTo>
                <a:lnTo>
                  <a:pt x="2004604" y="168765"/>
                </a:lnTo>
                <a:cubicBezTo>
                  <a:pt x="2009771" y="168598"/>
                  <a:pt x="2013605" y="167098"/>
                  <a:pt x="2016105" y="164265"/>
                </a:cubicBezTo>
                <a:cubicBezTo>
                  <a:pt x="2017772" y="162348"/>
                  <a:pt x="2018605" y="157264"/>
                  <a:pt x="2018605" y="149013"/>
                </a:cubicBezTo>
                <a:lnTo>
                  <a:pt x="2018605" y="28002"/>
                </a:lnTo>
                <a:cubicBezTo>
                  <a:pt x="2018605" y="19783"/>
                  <a:pt x="2017647" y="14521"/>
                  <a:pt x="2015730" y="12216"/>
                </a:cubicBezTo>
                <a:cubicBezTo>
                  <a:pt x="2013813" y="9908"/>
                  <a:pt x="2010105" y="8587"/>
                  <a:pt x="2004604" y="8251"/>
                </a:cubicBezTo>
                <a:lnTo>
                  <a:pt x="2004604" y="3750"/>
                </a:lnTo>
                <a:lnTo>
                  <a:pt x="2053609" y="3750"/>
                </a:lnTo>
                <a:close/>
                <a:moveTo>
                  <a:pt x="2140719" y="156014"/>
                </a:moveTo>
                <a:cubicBezTo>
                  <a:pt x="2126467" y="168682"/>
                  <a:pt x="2113675" y="175016"/>
                  <a:pt x="2102340" y="175016"/>
                </a:cubicBezTo>
                <a:cubicBezTo>
                  <a:pt x="2095673" y="175016"/>
                  <a:pt x="2090131" y="172821"/>
                  <a:pt x="2085714" y="168433"/>
                </a:cubicBezTo>
                <a:cubicBezTo>
                  <a:pt x="2081297" y="164042"/>
                  <a:pt x="2079088" y="158544"/>
                  <a:pt x="2079088" y="151939"/>
                </a:cubicBezTo>
                <a:cubicBezTo>
                  <a:pt x="2079088" y="142991"/>
                  <a:pt x="2082922" y="134942"/>
                  <a:pt x="2090589" y="127793"/>
                </a:cubicBezTo>
                <a:cubicBezTo>
                  <a:pt x="2098257" y="120644"/>
                  <a:pt x="2114966" y="111132"/>
                  <a:pt x="2140719" y="99259"/>
                </a:cubicBezTo>
                <a:lnTo>
                  <a:pt x="2140719" y="87508"/>
                </a:lnTo>
                <a:cubicBezTo>
                  <a:pt x="2140719" y="78674"/>
                  <a:pt x="2140240" y="73111"/>
                  <a:pt x="2139281" y="70819"/>
                </a:cubicBezTo>
                <a:cubicBezTo>
                  <a:pt x="2138323" y="68527"/>
                  <a:pt x="2136510" y="66527"/>
                  <a:pt x="2133843" y="64818"/>
                </a:cubicBezTo>
                <a:cubicBezTo>
                  <a:pt x="2131176" y="63110"/>
                  <a:pt x="2128176" y="62256"/>
                  <a:pt x="2124842" y="62256"/>
                </a:cubicBezTo>
                <a:cubicBezTo>
                  <a:pt x="2119425" y="62256"/>
                  <a:pt x="2114966" y="63464"/>
                  <a:pt x="2111466" y="65881"/>
                </a:cubicBezTo>
                <a:cubicBezTo>
                  <a:pt x="2109299" y="67381"/>
                  <a:pt x="2108216" y="69131"/>
                  <a:pt x="2108216" y="71131"/>
                </a:cubicBezTo>
                <a:cubicBezTo>
                  <a:pt x="2108216" y="72882"/>
                  <a:pt x="2109383" y="75048"/>
                  <a:pt x="2111716" y="77632"/>
                </a:cubicBezTo>
                <a:cubicBezTo>
                  <a:pt x="2114883" y="81216"/>
                  <a:pt x="2116467" y="84674"/>
                  <a:pt x="2116467" y="88008"/>
                </a:cubicBezTo>
                <a:cubicBezTo>
                  <a:pt x="2116467" y="92092"/>
                  <a:pt x="2114946" y="95571"/>
                  <a:pt x="2111904" y="98446"/>
                </a:cubicBezTo>
                <a:cubicBezTo>
                  <a:pt x="2108862" y="101322"/>
                  <a:pt x="2104882" y="102759"/>
                  <a:pt x="2099965" y="102759"/>
                </a:cubicBezTo>
                <a:cubicBezTo>
                  <a:pt x="2094715" y="102759"/>
                  <a:pt x="2090318" y="101176"/>
                  <a:pt x="2086776" y="98009"/>
                </a:cubicBezTo>
                <a:cubicBezTo>
                  <a:pt x="2083234" y="94842"/>
                  <a:pt x="2081463" y="91133"/>
                  <a:pt x="2081463" y="86883"/>
                </a:cubicBezTo>
                <a:cubicBezTo>
                  <a:pt x="2081463" y="80882"/>
                  <a:pt x="2083839" y="75153"/>
                  <a:pt x="2088589" y="69694"/>
                </a:cubicBezTo>
                <a:cubicBezTo>
                  <a:pt x="2093340" y="64235"/>
                  <a:pt x="2099965" y="60047"/>
                  <a:pt x="2108466" y="57130"/>
                </a:cubicBezTo>
                <a:cubicBezTo>
                  <a:pt x="2116967" y="54213"/>
                  <a:pt x="2125801" y="52755"/>
                  <a:pt x="2134968" y="52755"/>
                </a:cubicBezTo>
                <a:cubicBezTo>
                  <a:pt x="2146053" y="52755"/>
                  <a:pt x="2154824" y="55116"/>
                  <a:pt x="2161283" y="59837"/>
                </a:cubicBezTo>
                <a:cubicBezTo>
                  <a:pt x="2167742" y="64557"/>
                  <a:pt x="2171930" y="69673"/>
                  <a:pt x="2173847" y="75186"/>
                </a:cubicBezTo>
                <a:cubicBezTo>
                  <a:pt x="2175013" y="78695"/>
                  <a:pt x="2175597" y="86755"/>
                  <a:pt x="2175597" y="99368"/>
                </a:cubicBezTo>
                <a:lnTo>
                  <a:pt x="2175597" y="144853"/>
                </a:lnTo>
                <a:cubicBezTo>
                  <a:pt x="2175597" y="150200"/>
                  <a:pt x="2175805" y="153563"/>
                  <a:pt x="2176222" y="154944"/>
                </a:cubicBezTo>
                <a:cubicBezTo>
                  <a:pt x="2176639" y="156321"/>
                  <a:pt x="2177264" y="157345"/>
                  <a:pt x="2178097" y="158014"/>
                </a:cubicBezTo>
                <a:cubicBezTo>
                  <a:pt x="2178930" y="158681"/>
                  <a:pt x="2179889" y="159014"/>
                  <a:pt x="2180972" y="159014"/>
                </a:cubicBezTo>
                <a:cubicBezTo>
                  <a:pt x="2183139" y="159014"/>
                  <a:pt x="2185348" y="157472"/>
                  <a:pt x="2187598" y="154389"/>
                </a:cubicBezTo>
                <a:lnTo>
                  <a:pt x="2191348" y="157389"/>
                </a:lnTo>
                <a:cubicBezTo>
                  <a:pt x="2187181" y="163556"/>
                  <a:pt x="2182868" y="168036"/>
                  <a:pt x="2178410" y="170828"/>
                </a:cubicBezTo>
                <a:cubicBezTo>
                  <a:pt x="2173951" y="173620"/>
                  <a:pt x="2168888" y="175016"/>
                  <a:pt x="2163221" y="175016"/>
                </a:cubicBezTo>
                <a:cubicBezTo>
                  <a:pt x="2156553" y="175016"/>
                  <a:pt x="2151345" y="173443"/>
                  <a:pt x="2147594" y="170296"/>
                </a:cubicBezTo>
                <a:cubicBezTo>
                  <a:pt x="2143844" y="167150"/>
                  <a:pt x="2141552" y="162389"/>
                  <a:pt x="2140719" y="156014"/>
                </a:cubicBezTo>
                <a:moveTo>
                  <a:pt x="2140719" y="146763"/>
                </a:moveTo>
                <a:lnTo>
                  <a:pt x="2140719" y="107658"/>
                </a:lnTo>
                <a:cubicBezTo>
                  <a:pt x="2130635" y="113604"/>
                  <a:pt x="2123134" y="119969"/>
                  <a:pt x="2118217" y="126753"/>
                </a:cubicBezTo>
                <a:cubicBezTo>
                  <a:pt x="2114966" y="131275"/>
                  <a:pt x="2113341" y="135839"/>
                  <a:pt x="2113341" y="140446"/>
                </a:cubicBezTo>
                <a:cubicBezTo>
                  <a:pt x="2113341" y="144298"/>
                  <a:pt x="2114716" y="147690"/>
                  <a:pt x="2117467" y="150623"/>
                </a:cubicBezTo>
                <a:cubicBezTo>
                  <a:pt x="2119550" y="152883"/>
                  <a:pt x="2122467" y="154014"/>
                  <a:pt x="2126217" y="154014"/>
                </a:cubicBezTo>
                <a:cubicBezTo>
                  <a:pt x="2130384" y="154014"/>
                  <a:pt x="2135218" y="151597"/>
                  <a:pt x="2140719" y="146763"/>
                </a:cubicBezTo>
                <a:close/>
                <a:moveTo>
                  <a:pt x="2243452" y="56255"/>
                </a:moveTo>
                <a:lnTo>
                  <a:pt x="2243452" y="71506"/>
                </a:lnTo>
                <a:cubicBezTo>
                  <a:pt x="2249453" y="64962"/>
                  <a:pt x="2255203" y="60201"/>
                  <a:pt x="2260704" y="57224"/>
                </a:cubicBezTo>
                <a:cubicBezTo>
                  <a:pt x="2266204" y="54244"/>
                  <a:pt x="2272121" y="52755"/>
                  <a:pt x="2278455" y="52755"/>
                </a:cubicBezTo>
                <a:cubicBezTo>
                  <a:pt x="2286039" y="52755"/>
                  <a:pt x="2292332" y="54862"/>
                  <a:pt x="2297332" y="59076"/>
                </a:cubicBezTo>
                <a:cubicBezTo>
                  <a:pt x="2302332" y="63289"/>
                  <a:pt x="2305666" y="68526"/>
                  <a:pt x="2307333" y="74784"/>
                </a:cubicBezTo>
                <a:cubicBezTo>
                  <a:pt x="2308666" y="79542"/>
                  <a:pt x="2309333" y="88681"/>
                  <a:pt x="2309333" y="102201"/>
                </a:cubicBezTo>
                <a:lnTo>
                  <a:pt x="2309333" y="147763"/>
                </a:lnTo>
                <a:cubicBezTo>
                  <a:pt x="2309333" y="156764"/>
                  <a:pt x="2310146" y="162369"/>
                  <a:pt x="2311771" y="164577"/>
                </a:cubicBezTo>
                <a:cubicBezTo>
                  <a:pt x="2313396" y="166786"/>
                  <a:pt x="2316792" y="168182"/>
                  <a:pt x="2321959" y="168765"/>
                </a:cubicBezTo>
                <a:lnTo>
                  <a:pt x="2321959" y="173265"/>
                </a:lnTo>
                <a:lnTo>
                  <a:pt x="2262829" y="173265"/>
                </a:lnTo>
                <a:lnTo>
                  <a:pt x="2262829" y="168765"/>
                </a:lnTo>
                <a:cubicBezTo>
                  <a:pt x="2267246" y="168182"/>
                  <a:pt x="2270413" y="166348"/>
                  <a:pt x="2272330" y="163265"/>
                </a:cubicBezTo>
                <a:cubicBezTo>
                  <a:pt x="2273663" y="161181"/>
                  <a:pt x="2274330" y="156014"/>
                  <a:pt x="2274330" y="147763"/>
                </a:cubicBezTo>
                <a:lnTo>
                  <a:pt x="2274330" y="95759"/>
                </a:lnTo>
                <a:cubicBezTo>
                  <a:pt x="2274330" y="86174"/>
                  <a:pt x="2273955" y="80132"/>
                  <a:pt x="2273205" y="77632"/>
                </a:cubicBezTo>
                <a:cubicBezTo>
                  <a:pt x="2272455" y="75132"/>
                  <a:pt x="2271184" y="73194"/>
                  <a:pt x="2269392" y="71819"/>
                </a:cubicBezTo>
                <a:cubicBezTo>
                  <a:pt x="2267600" y="70444"/>
                  <a:pt x="2265621" y="69756"/>
                  <a:pt x="2263454" y="69756"/>
                </a:cubicBezTo>
                <a:cubicBezTo>
                  <a:pt x="2256287" y="69756"/>
                  <a:pt x="2249619" y="74923"/>
                  <a:pt x="2243452" y="85258"/>
                </a:cubicBezTo>
                <a:lnTo>
                  <a:pt x="2243452" y="147763"/>
                </a:lnTo>
                <a:cubicBezTo>
                  <a:pt x="2243452" y="156514"/>
                  <a:pt x="2244265" y="162056"/>
                  <a:pt x="2245890" y="164390"/>
                </a:cubicBezTo>
                <a:cubicBezTo>
                  <a:pt x="2247515" y="166723"/>
                  <a:pt x="2250536" y="168182"/>
                  <a:pt x="2254953" y="168765"/>
                </a:cubicBezTo>
                <a:lnTo>
                  <a:pt x="2254953" y="173265"/>
                </a:lnTo>
                <a:lnTo>
                  <a:pt x="2195823" y="173265"/>
                </a:lnTo>
                <a:lnTo>
                  <a:pt x="2195823" y="168765"/>
                </a:lnTo>
                <a:cubicBezTo>
                  <a:pt x="2200740" y="168265"/>
                  <a:pt x="2204240" y="166682"/>
                  <a:pt x="2206324" y="164015"/>
                </a:cubicBezTo>
                <a:cubicBezTo>
                  <a:pt x="2207741" y="162181"/>
                  <a:pt x="2208449" y="156764"/>
                  <a:pt x="2208449" y="147763"/>
                </a:cubicBezTo>
                <a:lnTo>
                  <a:pt x="2208449" y="81757"/>
                </a:lnTo>
                <a:cubicBezTo>
                  <a:pt x="2208449" y="72816"/>
                  <a:pt x="2207636" y="67249"/>
                  <a:pt x="2206011" y="65057"/>
                </a:cubicBezTo>
                <a:cubicBezTo>
                  <a:pt x="2204386" y="62864"/>
                  <a:pt x="2200990" y="61430"/>
                  <a:pt x="2195823" y="60755"/>
                </a:cubicBezTo>
                <a:lnTo>
                  <a:pt x="2195823" y="56255"/>
                </a:lnTo>
                <a:lnTo>
                  <a:pt x="2243452" y="5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92EFF-5662-40FF-8217-393DD4F5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35" y="5532427"/>
            <a:ext cx="1612944" cy="1308832"/>
          </a:xfrm>
          <a:custGeom xmlns:a="http://schemas.openxmlformats.org/drawingml/2006/main">
            <a:pathLst>
              <a:path w="1612944" h="1308832">
                <a:moveTo>
                  <a:pt x="0" y="1140994"/>
                </a:moveTo>
                <a:lnTo>
                  <a:pt x="0" y="721401"/>
                </a:lnTo>
                <a:lnTo>
                  <a:pt x="0" y="469645"/>
                </a:lnTo>
                <a:cubicBezTo>
                  <a:pt x="0" y="376951"/>
                  <a:pt x="75143" y="301808"/>
                  <a:pt x="167837" y="301808"/>
                </a:cubicBezTo>
                <a:lnTo>
                  <a:pt x="268824" y="301808"/>
                </a:lnTo>
                <a:lnTo>
                  <a:pt x="35189" y="0"/>
                </a:lnTo>
                <a:lnTo>
                  <a:pt x="672060" y="301808"/>
                </a:lnTo>
                <a:lnTo>
                  <a:pt x="1445107" y="301808"/>
                </a:lnTo>
                <a:cubicBezTo>
                  <a:pt x="1537801" y="301808"/>
                  <a:pt x="1612944" y="376951"/>
                  <a:pt x="1612944" y="469645"/>
                </a:cubicBezTo>
                <a:lnTo>
                  <a:pt x="1612944" y="721401"/>
                </a:lnTo>
                <a:lnTo>
                  <a:pt x="1612944" y="1140994"/>
                </a:lnTo>
                <a:cubicBezTo>
                  <a:pt x="1612944" y="1233689"/>
                  <a:pt x="1537801" y="1308832"/>
                  <a:pt x="1445107" y="1308832"/>
                </a:cubicBezTo>
                <a:lnTo>
                  <a:pt x="672060" y="1308832"/>
                </a:lnTo>
                <a:lnTo>
                  <a:pt x="268824" y="1308832"/>
                </a:lnTo>
                <a:lnTo>
                  <a:pt x="167837" y="1308832"/>
                </a:lnTo>
                <a:cubicBezTo>
                  <a:pt x="75143" y="1308832"/>
                  <a:pt x="0" y="1233689"/>
                  <a:pt x="0" y="1140994"/>
                </a:cubicBez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▸">
            <a:extLst xmlns:a="http://schemas.openxmlformats.org/drawingml/2006/main">
              <a:ext uri="{FF2B5EF4-FFF2-40B4-BE49-F238E27FC236}">
                <a16:creationId xmlns:a16="http://schemas.microsoft.com/office/drawing/2014/main" id="{CCFA20EE-182D-46DC-B205-3627EF1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681" y="5977607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E82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Correctness">
            <a:extLst xmlns:a="http://schemas.openxmlformats.org/drawingml/2006/main">
              <a:ext uri="{FF2B5EF4-FFF2-40B4-BE49-F238E27FC236}">
                <a16:creationId xmlns:a16="http://schemas.microsoft.com/office/drawing/2014/main" id="{D7208985-F18F-49B4-882E-E8AE217D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26" y="5952113"/>
            <a:ext cx="915953" cy="135712"/>
          </a:xfrm>
          <a:custGeom xmlns:a="http://schemas.openxmlformats.org/drawingml/2006/main">
            <a:pathLst>
              <a:path w="915953" h="135712">
                <a:moveTo>
                  <a:pt x="111081" y="0"/>
                </a:moveTo>
                <a:lnTo>
                  <a:pt x="114052" y="44087"/>
                </a:lnTo>
                <a:lnTo>
                  <a:pt x="111081" y="44087"/>
                </a:lnTo>
                <a:cubicBezTo>
                  <a:pt x="107119" y="30827"/>
                  <a:pt x="101465" y="21283"/>
                  <a:pt x="94117" y="15454"/>
                </a:cubicBezTo>
                <a:cubicBezTo>
                  <a:pt x="86769" y="9624"/>
                  <a:pt x="77951" y="6709"/>
                  <a:pt x="67664" y="6709"/>
                </a:cubicBezTo>
                <a:cubicBezTo>
                  <a:pt x="59039" y="6709"/>
                  <a:pt x="51243" y="8899"/>
                  <a:pt x="44279" y="13280"/>
                </a:cubicBezTo>
                <a:cubicBezTo>
                  <a:pt x="37314" y="17659"/>
                  <a:pt x="31835" y="24644"/>
                  <a:pt x="27842" y="34237"/>
                </a:cubicBezTo>
                <a:cubicBezTo>
                  <a:pt x="23849" y="43829"/>
                  <a:pt x="21852" y="55755"/>
                  <a:pt x="21852" y="70015"/>
                </a:cubicBezTo>
                <a:cubicBezTo>
                  <a:pt x="21852" y="81780"/>
                  <a:pt x="23737" y="91979"/>
                  <a:pt x="27507" y="100613"/>
                </a:cubicBezTo>
                <a:cubicBezTo>
                  <a:pt x="31276" y="109245"/>
                  <a:pt x="36947" y="115863"/>
                  <a:pt x="44519" y="120467"/>
                </a:cubicBezTo>
                <a:cubicBezTo>
                  <a:pt x="52090" y="125072"/>
                  <a:pt x="60732" y="127374"/>
                  <a:pt x="70444" y="127374"/>
                </a:cubicBezTo>
                <a:cubicBezTo>
                  <a:pt x="78878" y="127374"/>
                  <a:pt x="86322" y="125569"/>
                  <a:pt x="92775" y="121959"/>
                </a:cubicBezTo>
                <a:cubicBezTo>
                  <a:pt x="99228" y="118349"/>
                  <a:pt x="106321" y="111177"/>
                  <a:pt x="114052" y="100442"/>
                </a:cubicBezTo>
                <a:lnTo>
                  <a:pt x="117023" y="102353"/>
                </a:lnTo>
                <a:cubicBezTo>
                  <a:pt x="110506" y="113888"/>
                  <a:pt x="102902" y="122332"/>
                  <a:pt x="94213" y="127685"/>
                </a:cubicBezTo>
                <a:cubicBezTo>
                  <a:pt x="85523" y="133037"/>
                  <a:pt x="75204" y="135712"/>
                  <a:pt x="63256" y="135712"/>
                </a:cubicBezTo>
                <a:cubicBezTo>
                  <a:pt x="41723" y="135712"/>
                  <a:pt x="25047" y="127736"/>
                  <a:pt x="13226" y="111785"/>
                </a:cubicBezTo>
                <a:cubicBezTo>
                  <a:pt x="4409" y="99918"/>
                  <a:pt x="0" y="85945"/>
                  <a:pt x="0" y="69866"/>
                </a:cubicBezTo>
                <a:cubicBezTo>
                  <a:pt x="0" y="56913"/>
                  <a:pt x="2907" y="45014"/>
                  <a:pt x="8722" y="34168"/>
                </a:cubicBezTo>
                <a:cubicBezTo>
                  <a:pt x="14536" y="23322"/>
                  <a:pt x="22539" y="14915"/>
                  <a:pt x="32730" y="8949"/>
                </a:cubicBezTo>
                <a:cubicBezTo>
                  <a:pt x="42921" y="2983"/>
                  <a:pt x="54055" y="0"/>
                  <a:pt x="66131" y="0"/>
                </a:cubicBezTo>
                <a:cubicBezTo>
                  <a:pt x="75523" y="0"/>
                  <a:pt x="84788" y="2300"/>
                  <a:pt x="93925" y="6901"/>
                </a:cubicBezTo>
                <a:cubicBezTo>
                  <a:pt x="96609" y="8306"/>
                  <a:pt x="98525" y="9009"/>
                  <a:pt x="99676" y="9009"/>
                </a:cubicBezTo>
                <a:cubicBezTo>
                  <a:pt x="101401" y="9009"/>
                  <a:pt x="102902" y="8402"/>
                  <a:pt x="104180" y="7188"/>
                </a:cubicBezTo>
                <a:cubicBezTo>
                  <a:pt x="105841" y="5463"/>
                  <a:pt x="107023" y="3067"/>
                  <a:pt x="107726" y="0"/>
                </a:cubicBezTo>
                <a:lnTo>
                  <a:pt x="111081" y="0"/>
                </a:lnTo>
                <a:close/>
                <a:moveTo>
                  <a:pt x="169995" y="42554"/>
                </a:moveTo>
                <a:cubicBezTo>
                  <a:pt x="183285" y="42554"/>
                  <a:pt x="193956" y="47596"/>
                  <a:pt x="202007" y="57682"/>
                </a:cubicBezTo>
                <a:cubicBezTo>
                  <a:pt x="208843" y="66298"/>
                  <a:pt x="212262" y="76191"/>
                  <a:pt x="212262" y="87363"/>
                </a:cubicBezTo>
                <a:cubicBezTo>
                  <a:pt x="212262" y="95214"/>
                  <a:pt x="210377" y="103161"/>
                  <a:pt x="206607" y="111204"/>
                </a:cubicBezTo>
                <a:cubicBezTo>
                  <a:pt x="202837" y="119244"/>
                  <a:pt x="197646" y="125307"/>
                  <a:pt x="191033" y="129393"/>
                </a:cubicBezTo>
                <a:cubicBezTo>
                  <a:pt x="184420" y="133478"/>
                  <a:pt x="177056" y="135520"/>
                  <a:pt x="168941" y="135520"/>
                </a:cubicBezTo>
                <a:cubicBezTo>
                  <a:pt x="155715" y="135520"/>
                  <a:pt x="145204" y="130254"/>
                  <a:pt x="137409" y="119721"/>
                </a:cubicBezTo>
                <a:cubicBezTo>
                  <a:pt x="130828" y="110850"/>
                  <a:pt x="127537" y="100894"/>
                  <a:pt x="127537" y="89852"/>
                </a:cubicBezTo>
                <a:cubicBezTo>
                  <a:pt x="127537" y="81809"/>
                  <a:pt x="129534" y="73814"/>
                  <a:pt x="133527" y="65867"/>
                </a:cubicBezTo>
                <a:cubicBezTo>
                  <a:pt x="137521" y="57920"/>
                  <a:pt x="142776" y="52048"/>
                  <a:pt x="149293" y="48250"/>
                </a:cubicBezTo>
                <a:cubicBezTo>
                  <a:pt x="155811" y="44453"/>
                  <a:pt x="162711" y="42554"/>
                  <a:pt x="169995" y="42554"/>
                </a:cubicBezTo>
                <a:moveTo>
                  <a:pt x="167024" y="48879"/>
                </a:moveTo>
                <a:cubicBezTo>
                  <a:pt x="163638" y="48879"/>
                  <a:pt x="160235" y="49885"/>
                  <a:pt x="156817" y="51895"/>
                </a:cubicBezTo>
                <a:cubicBezTo>
                  <a:pt x="153399" y="53906"/>
                  <a:pt x="150635" y="57432"/>
                  <a:pt x="148527" y="62474"/>
                </a:cubicBezTo>
                <a:cubicBezTo>
                  <a:pt x="146418" y="67516"/>
                  <a:pt x="145364" y="73993"/>
                  <a:pt x="145364" y="81906"/>
                </a:cubicBezTo>
                <a:cubicBezTo>
                  <a:pt x="145364" y="94669"/>
                  <a:pt x="147904" y="105678"/>
                  <a:pt x="152983" y="114932"/>
                </a:cubicBezTo>
                <a:cubicBezTo>
                  <a:pt x="158063" y="124185"/>
                  <a:pt x="164756" y="128811"/>
                  <a:pt x="173062" y="128811"/>
                </a:cubicBezTo>
                <a:cubicBezTo>
                  <a:pt x="179260" y="128811"/>
                  <a:pt x="184372" y="126259"/>
                  <a:pt x="188397" y="121153"/>
                </a:cubicBezTo>
                <a:cubicBezTo>
                  <a:pt x="192422" y="116048"/>
                  <a:pt x="194435" y="107273"/>
                  <a:pt x="194435" y="94830"/>
                </a:cubicBezTo>
                <a:cubicBezTo>
                  <a:pt x="194435" y="79257"/>
                  <a:pt x="191081" y="67003"/>
                  <a:pt x="184372" y="58068"/>
                </a:cubicBezTo>
                <a:cubicBezTo>
                  <a:pt x="179835" y="51942"/>
                  <a:pt x="174053" y="48879"/>
                  <a:pt x="167024" y="48879"/>
                </a:cubicBezTo>
                <a:close/>
                <a:moveTo>
                  <a:pt x="255145" y="42554"/>
                </a:moveTo>
                <a:lnTo>
                  <a:pt x="255145" y="62297"/>
                </a:lnTo>
                <a:cubicBezTo>
                  <a:pt x="262493" y="49135"/>
                  <a:pt x="270032" y="42554"/>
                  <a:pt x="277764" y="42554"/>
                </a:cubicBezTo>
                <a:cubicBezTo>
                  <a:pt x="281278" y="42554"/>
                  <a:pt x="284185" y="43624"/>
                  <a:pt x="286485" y="45764"/>
                </a:cubicBezTo>
                <a:cubicBezTo>
                  <a:pt x="288785" y="47905"/>
                  <a:pt x="289935" y="50381"/>
                  <a:pt x="289935" y="53192"/>
                </a:cubicBezTo>
                <a:cubicBezTo>
                  <a:pt x="289935" y="55684"/>
                  <a:pt x="289105" y="57793"/>
                  <a:pt x="287444" y="59518"/>
                </a:cubicBezTo>
                <a:cubicBezTo>
                  <a:pt x="285782" y="61243"/>
                  <a:pt x="283802" y="62106"/>
                  <a:pt x="281501" y="62106"/>
                </a:cubicBezTo>
                <a:cubicBezTo>
                  <a:pt x="279265" y="62106"/>
                  <a:pt x="276757" y="61003"/>
                  <a:pt x="273978" y="58799"/>
                </a:cubicBezTo>
                <a:cubicBezTo>
                  <a:pt x="271198" y="56595"/>
                  <a:pt x="269138" y="55492"/>
                  <a:pt x="267796" y="55492"/>
                </a:cubicBezTo>
                <a:cubicBezTo>
                  <a:pt x="266646" y="55492"/>
                  <a:pt x="265400" y="56129"/>
                  <a:pt x="264058" y="57403"/>
                </a:cubicBezTo>
                <a:cubicBezTo>
                  <a:pt x="261183" y="60017"/>
                  <a:pt x="258212" y="64319"/>
                  <a:pt x="255145" y="70309"/>
                </a:cubicBezTo>
                <a:lnTo>
                  <a:pt x="255145" y="112276"/>
                </a:lnTo>
                <a:cubicBezTo>
                  <a:pt x="255145" y="117118"/>
                  <a:pt x="255752" y="120782"/>
                  <a:pt x="256966" y="123268"/>
                </a:cubicBezTo>
                <a:cubicBezTo>
                  <a:pt x="257796" y="124989"/>
                  <a:pt x="259266" y="126423"/>
                  <a:pt x="261375" y="127572"/>
                </a:cubicBezTo>
                <a:cubicBezTo>
                  <a:pt x="263483" y="128718"/>
                  <a:pt x="266518" y="129291"/>
                  <a:pt x="270480" y="129291"/>
                </a:cubicBezTo>
                <a:lnTo>
                  <a:pt x="270480" y="132837"/>
                </a:lnTo>
                <a:lnTo>
                  <a:pt x="225530" y="132837"/>
                </a:lnTo>
                <a:lnTo>
                  <a:pt x="225530" y="129291"/>
                </a:lnTo>
                <a:cubicBezTo>
                  <a:pt x="230002" y="129291"/>
                  <a:pt x="233325" y="128590"/>
                  <a:pt x="235497" y="127188"/>
                </a:cubicBezTo>
                <a:cubicBezTo>
                  <a:pt x="237095" y="126168"/>
                  <a:pt x="238213" y="124542"/>
                  <a:pt x="238852" y="122309"/>
                </a:cubicBezTo>
                <a:cubicBezTo>
                  <a:pt x="239171" y="121225"/>
                  <a:pt x="239331" y="118133"/>
                  <a:pt x="239331" y="113034"/>
                </a:cubicBezTo>
                <a:lnTo>
                  <a:pt x="239331" y="79085"/>
                </a:lnTo>
                <a:cubicBezTo>
                  <a:pt x="239331" y="68883"/>
                  <a:pt x="239123" y="62811"/>
                  <a:pt x="238708" y="60869"/>
                </a:cubicBezTo>
                <a:cubicBezTo>
                  <a:pt x="238293" y="58924"/>
                  <a:pt x="237526" y="57505"/>
                  <a:pt x="236408" y="56613"/>
                </a:cubicBezTo>
                <a:cubicBezTo>
                  <a:pt x="235290" y="55720"/>
                  <a:pt x="233900" y="55274"/>
                  <a:pt x="232239" y="55274"/>
                </a:cubicBezTo>
                <a:cubicBezTo>
                  <a:pt x="230258" y="55274"/>
                  <a:pt x="228022" y="55752"/>
                  <a:pt x="225530" y="56708"/>
                </a:cubicBezTo>
                <a:lnTo>
                  <a:pt x="224571" y="53264"/>
                </a:lnTo>
                <a:lnTo>
                  <a:pt x="251120" y="42554"/>
                </a:lnTo>
                <a:lnTo>
                  <a:pt x="255145" y="42554"/>
                </a:lnTo>
                <a:close/>
                <a:moveTo>
                  <a:pt x="323432" y="42554"/>
                </a:moveTo>
                <a:lnTo>
                  <a:pt x="323432" y="62297"/>
                </a:lnTo>
                <a:cubicBezTo>
                  <a:pt x="330780" y="49135"/>
                  <a:pt x="338320" y="42554"/>
                  <a:pt x="346051" y="42554"/>
                </a:cubicBezTo>
                <a:cubicBezTo>
                  <a:pt x="349565" y="42554"/>
                  <a:pt x="352472" y="43624"/>
                  <a:pt x="354773" y="45764"/>
                </a:cubicBezTo>
                <a:cubicBezTo>
                  <a:pt x="357073" y="47905"/>
                  <a:pt x="358223" y="50381"/>
                  <a:pt x="358223" y="53192"/>
                </a:cubicBezTo>
                <a:cubicBezTo>
                  <a:pt x="358223" y="55684"/>
                  <a:pt x="357392" y="57793"/>
                  <a:pt x="355731" y="59518"/>
                </a:cubicBezTo>
                <a:cubicBezTo>
                  <a:pt x="354070" y="61243"/>
                  <a:pt x="352089" y="62106"/>
                  <a:pt x="349789" y="62106"/>
                </a:cubicBezTo>
                <a:cubicBezTo>
                  <a:pt x="347552" y="62106"/>
                  <a:pt x="345045" y="61003"/>
                  <a:pt x="342265" y="58799"/>
                </a:cubicBezTo>
                <a:cubicBezTo>
                  <a:pt x="339486" y="56595"/>
                  <a:pt x="337425" y="55492"/>
                  <a:pt x="336083" y="55492"/>
                </a:cubicBezTo>
                <a:cubicBezTo>
                  <a:pt x="334933" y="55492"/>
                  <a:pt x="333687" y="56129"/>
                  <a:pt x="332346" y="57403"/>
                </a:cubicBezTo>
                <a:cubicBezTo>
                  <a:pt x="329470" y="60017"/>
                  <a:pt x="326499" y="64319"/>
                  <a:pt x="323432" y="70309"/>
                </a:cubicBezTo>
                <a:lnTo>
                  <a:pt x="323432" y="112276"/>
                </a:lnTo>
                <a:cubicBezTo>
                  <a:pt x="323432" y="117118"/>
                  <a:pt x="324039" y="120782"/>
                  <a:pt x="325253" y="123268"/>
                </a:cubicBezTo>
                <a:cubicBezTo>
                  <a:pt x="326084" y="124989"/>
                  <a:pt x="327553" y="126423"/>
                  <a:pt x="329662" y="127572"/>
                </a:cubicBezTo>
                <a:cubicBezTo>
                  <a:pt x="331771" y="128718"/>
                  <a:pt x="334805" y="129291"/>
                  <a:pt x="338767" y="129291"/>
                </a:cubicBezTo>
                <a:lnTo>
                  <a:pt x="338767" y="132837"/>
                </a:lnTo>
                <a:lnTo>
                  <a:pt x="293817" y="132837"/>
                </a:lnTo>
                <a:lnTo>
                  <a:pt x="293817" y="129291"/>
                </a:lnTo>
                <a:cubicBezTo>
                  <a:pt x="298290" y="129291"/>
                  <a:pt x="301612" y="128590"/>
                  <a:pt x="303785" y="127188"/>
                </a:cubicBezTo>
                <a:cubicBezTo>
                  <a:pt x="305382" y="126168"/>
                  <a:pt x="306500" y="124542"/>
                  <a:pt x="307139" y="122309"/>
                </a:cubicBezTo>
                <a:cubicBezTo>
                  <a:pt x="307459" y="121225"/>
                  <a:pt x="307618" y="118133"/>
                  <a:pt x="307618" y="113034"/>
                </a:cubicBezTo>
                <a:lnTo>
                  <a:pt x="307618" y="79085"/>
                </a:lnTo>
                <a:cubicBezTo>
                  <a:pt x="307618" y="68883"/>
                  <a:pt x="307411" y="62811"/>
                  <a:pt x="306995" y="60869"/>
                </a:cubicBezTo>
                <a:cubicBezTo>
                  <a:pt x="306580" y="58924"/>
                  <a:pt x="305813" y="57505"/>
                  <a:pt x="304695" y="56613"/>
                </a:cubicBezTo>
                <a:cubicBezTo>
                  <a:pt x="303577" y="55720"/>
                  <a:pt x="302187" y="55274"/>
                  <a:pt x="300526" y="55274"/>
                </a:cubicBezTo>
                <a:cubicBezTo>
                  <a:pt x="298545" y="55274"/>
                  <a:pt x="296309" y="55752"/>
                  <a:pt x="293817" y="56708"/>
                </a:cubicBezTo>
                <a:lnTo>
                  <a:pt x="292859" y="53264"/>
                </a:lnTo>
                <a:lnTo>
                  <a:pt x="319407" y="42554"/>
                </a:lnTo>
                <a:lnTo>
                  <a:pt x="323432" y="42554"/>
                </a:lnTo>
                <a:close/>
                <a:moveTo>
                  <a:pt x="380773" y="78207"/>
                </a:moveTo>
                <a:cubicBezTo>
                  <a:pt x="380709" y="91212"/>
                  <a:pt x="383872" y="101412"/>
                  <a:pt x="390262" y="108807"/>
                </a:cubicBezTo>
                <a:cubicBezTo>
                  <a:pt x="396651" y="116201"/>
                  <a:pt x="404159" y="119898"/>
                  <a:pt x="412785" y="119898"/>
                </a:cubicBezTo>
                <a:cubicBezTo>
                  <a:pt x="418535" y="119898"/>
                  <a:pt x="423535" y="118317"/>
                  <a:pt x="427784" y="115154"/>
                </a:cubicBezTo>
                <a:cubicBezTo>
                  <a:pt x="432033" y="111991"/>
                  <a:pt x="435595" y="106576"/>
                  <a:pt x="438470" y="98909"/>
                </a:cubicBezTo>
                <a:lnTo>
                  <a:pt x="441441" y="100826"/>
                </a:lnTo>
                <a:cubicBezTo>
                  <a:pt x="440100" y="109579"/>
                  <a:pt x="436202" y="117550"/>
                  <a:pt x="429749" y="124738"/>
                </a:cubicBezTo>
                <a:cubicBezTo>
                  <a:pt x="423295" y="131926"/>
                  <a:pt x="415213" y="135520"/>
                  <a:pt x="405501" y="135520"/>
                </a:cubicBezTo>
                <a:cubicBezTo>
                  <a:pt x="394958" y="135520"/>
                  <a:pt x="385933" y="131424"/>
                  <a:pt x="378425" y="123232"/>
                </a:cubicBezTo>
                <a:cubicBezTo>
                  <a:pt x="370918" y="115037"/>
                  <a:pt x="367164" y="104021"/>
                  <a:pt x="367164" y="90184"/>
                </a:cubicBezTo>
                <a:cubicBezTo>
                  <a:pt x="367164" y="75201"/>
                  <a:pt x="371013" y="63517"/>
                  <a:pt x="378713" y="55133"/>
                </a:cubicBezTo>
                <a:cubicBezTo>
                  <a:pt x="386412" y="46747"/>
                  <a:pt x="396076" y="42554"/>
                  <a:pt x="407705" y="42554"/>
                </a:cubicBezTo>
                <a:cubicBezTo>
                  <a:pt x="417545" y="42554"/>
                  <a:pt x="425627" y="45788"/>
                  <a:pt x="431953" y="52258"/>
                </a:cubicBezTo>
                <a:cubicBezTo>
                  <a:pt x="438279" y="58725"/>
                  <a:pt x="441441" y="67375"/>
                  <a:pt x="441441" y="78207"/>
                </a:cubicBezTo>
                <a:lnTo>
                  <a:pt x="380773" y="78207"/>
                </a:lnTo>
                <a:moveTo>
                  <a:pt x="380773" y="72648"/>
                </a:moveTo>
                <a:lnTo>
                  <a:pt x="421410" y="72648"/>
                </a:lnTo>
                <a:cubicBezTo>
                  <a:pt x="421091" y="67025"/>
                  <a:pt x="420420" y="63064"/>
                  <a:pt x="419398" y="60764"/>
                </a:cubicBezTo>
                <a:cubicBezTo>
                  <a:pt x="417800" y="57186"/>
                  <a:pt x="415420" y="54374"/>
                  <a:pt x="412257" y="52330"/>
                </a:cubicBezTo>
                <a:cubicBezTo>
                  <a:pt x="409095" y="50285"/>
                  <a:pt x="405788" y="49263"/>
                  <a:pt x="402338" y="49263"/>
                </a:cubicBezTo>
                <a:cubicBezTo>
                  <a:pt x="397035" y="49263"/>
                  <a:pt x="392290" y="51323"/>
                  <a:pt x="388105" y="55445"/>
                </a:cubicBezTo>
                <a:cubicBezTo>
                  <a:pt x="383920" y="59566"/>
                  <a:pt x="381476" y="65300"/>
                  <a:pt x="380773" y="72648"/>
                </a:cubicBezTo>
                <a:close/>
                <a:moveTo>
                  <a:pt x="525962" y="99484"/>
                </a:moveTo>
                <a:cubicBezTo>
                  <a:pt x="523598" y="111049"/>
                  <a:pt x="518966" y="119946"/>
                  <a:pt x="512065" y="126176"/>
                </a:cubicBezTo>
                <a:cubicBezTo>
                  <a:pt x="505165" y="132406"/>
                  <a:pt x="497529" y="135520"/>
                  <a:pt x="489159" y="135520"/>
                </a:cubicBezTo>
                <a:cubicBezTo>
                  <a:pt x="479191" y="135520"/>
                  <a:pt x="470502" y="131340"/>
                  <a:pt x="463090" y="122980"/>
                </a:cubicBezTo>
                <a:cubicBezTo>
                  <a:pt x="455678" y="114618"/>
                  <a:pt x="451972" y="103320"/>
                  <a:pt x="451972" y="89085"/>
                </a:cubicBezTo>
                <a:cubicBezTo>
                  <a:pt x="451972" y="75298"/>
                  <a:pt x="456078" y="64096"/>
                  <a:pt x="464288" y="55480"/>
                </a:cubicBezTo>
                <a:cubicBezTo>
                  <a:pt x="472498" y="46863"/>
                  <a:pt x="482354" y="42554"/>
                  <a:pt x="493855" y="42554"/>
                </a:cubicBezTo>
                <a:cubicBezTo>
                  <a:pt x="502481" y="42554"/>
                  <a:pt x="509573" y="44831"/>
                  <a:pt x="515132" y="49386"/>
                </a:cubicBezTo>
                <a:cubicBezTo>
                  <a:pt x="520691" y="53938"/>
                  <a:pt x="523470" y="58666"/>
                  <a:pt x="523470" y="63570"/>
                </a:cubicBezTo>
                <a:cubicBezTo>
                  <a:pt x="523470" y="65990"/>
                  <a:pt x="522688" y="67949"/>
                  <a:pt x="521122" y="69446"/>
                </a:cubicBezTo>
                <a:cubicBezTo>
                  <a:pt x="519557" y="70942"/>
                  <a:pt x="517368" y="71690"/>
                  <a:pt x="514557" y="71690"/>
                </a:cubicBezTo>
                <a:cubicBezTo>
                  <a:pt x="510787" y="71690"/>
                  <a:pt x="507944" y="70476"/>
                  <a:pt x="506027" y="68048"/>
                </a:cubicBezTo>
                <a:cubicBezTo>
                  <a:pt x="504941" y="66706"/>
                  <a:pt x="504222" y="64150"/>
                  <a:pt x="503871" y="60380"/>
                </a:cubicBezTo>
                <a:cubicBezTo>
                  <a:pt x="503519" y="56611"/>
                  <a:pt x="502225" y="53735"/>
                  <a:pt x="499989" y="51755"/>
                </a:cubicBezTo>
                <a:cubicBezTo>
                  <a:pt x="497753" y="49838"/>
                  <a:pt x="494654" y="48879"/>
                  <a:pt x="490692" y="48879"/>
                </a:cubicBezTo>
                <a:cubicBezTo>
                  <a:pt x="484303" y="48879"/>
                  <a:pt x="479159" y="51243"/>
                  <a:pt x="475262" y="55972"/>
                </a:cubicBezTo>
                <a:cubicBezTo>
                  <a:pt x="470086" y="62233"/>
                  <a:pt x="467499" y="70508"/>
                  <a:pt x="467499" y="80795"/>
                </a:cubicBezTo>
                <a:cubicBezTo>
                  <a:pt x="467499" y="91273"/>
                  <a:pt x="470070" y="100522"/>
                  <a:pt x="475214" y="108541"/>
                </a:cubicBezTo>
                <a:cubicBezTo>
                  <a:pt x="480357" y="116560"/>
                  <a:pt x="487306" y="120569"/>
                  <a:pt x="496060" y="120569"/>
                </a:cubicBezTo>
                <a:cubicBezTo>
                  <a:pt x="502321" y="120569"/>
                  <a:pt x="507944" y="118429"/>
                  <a:pt x="512928" y="114148"/>
                </a:cubicBezTo>
                <a:cubicBezTo>
                  <a:pt x="516442" y="111209"/>
                  <a:pt x="519860" y="105873"/>
                  <a:pt x="523183" y="98142"/>
                </a:cubicBezTo>
                <a:lnTo>
                  <a:pt x="525962" y="99484"/>
                </a:lnTo>
                <a:close/>
                <a:moveTo>
                  <a:pt x="562275" y="16101"/>
                </a:moveTo>
                <a:lnTo>
                  <a:pt x="562275" y="45046"/>
                </a:lnTo>
                <a:lnTo>
                  <a:pt x="582785" y="45046"/>
                </a:lnTo>
                <a:lnTo>
                  <a:pt x="582785" y="51755"/>
                </a:lnTo>
                <a:lnTo>
                  <a:pt x="562275" y="51755"/>
                </a:lnTo>
                <a:lnTo>
                  <a:pt x="562275" y="108607"/>
                </a:lnTo>
                <a:cubicBezTo>
                  <a:pt x="562275" y="114287"/>
                  <a:pt x="563090" y="118117"/>
                  <a:pt x="564719" y="120096"/>
                </a:cubicBezTo>
                <a:cubicBezTo>
                  <a:pt x="566348" y="122073"/>
                  <a:pt x="568441" y="123061"/>
                  <a:pt x="570997" y="123061"/>
                </a:cubicBezTo>
                <a:cubicBezTo>
                  <a:pt x="573105" y="123061"/>
                  <a:pt x="575150" y="122406"/>
                  <a:pt x="577131" y="121096"/>
                </a:cubicBezTo>
                <a:cubicBezTo>
                  <a:pt x="579111" y="119786"/>
                  <a:pt x="580645" y="117854"/>
                  <a:pt x="581731" y="115298"/>
                </a:cubicBezTo>
                <a:lnTo>
                  <a:pt x="585469" y="115298"/>
                </a:lnTo>
                <a:cubicBezTo>
                  <a:pt x="583232" y="121577"/>
                  <a:pt x="580070" y="126327"/>
                  <a:pt x="575980" y="129545"/>
                </a:cubicBezTo>
                <a:cubicBezTo>
                  <a:pt x="571891" y="132762"/>
                  <a:pt x="567674" y="134370"/>
                  <a:pt x="563329" y="134370"/>
                </a:cubicBezTo>
                <a:cubicBezTo>
                  <a:pt x="560390" y="134370"/>
                  <a:pt x="557515" y="133555"/>
                  <a:pt x="554704" y="131923"/>
                </a:cubicBezTo>
                <a:cubicBezTo>
                  <a:pt x="551892" y="130292"/>
                  <a:pt x="549816" y="127958"/>
                  <a:pt x="548474" y="124921"/>
                </a:cubicBezTo>
                <a:cubicBezTo>
                  <a:pt x="547132" y="121882"/>
                  <a:pt x="546461" y="117196"/>
                  <a:pt x="546461" y="110862"/>
                </a:cubicBezTo>
                <a:lnTo>
                  <a:pt x="546461" y="51755"/>
                </a:lnTo>
                <a:lnTo>
                  <a:pt x="532564" y="51755"/>
                </a:lnTo>
                <a:lnTo>
                  <a:pt x="532564" y="48592"/>
                </a:lnTo>
                <a:cubicBezTo>
                  <a:pt x="536078" y="47182"/>
                  <a:pt x="539672" y="44795"/>
                  <a:pt x="543346" y="41431"/>
                </a:cubicBezTo>
                <a:cubicBezTo>
                  <a:pt x="547020" y="38066"/>
                  <a:pt x="550295" y="34077"/>
                  <a:pt x="553170" y="29462"/>
                </a:cubicBezTo>
                <a:cubicBezTo>
                  <a:pt x="554640" y="27028"/>
                  <a:pt x="556684" y="22575"/>
                  <a:pt x="559304" y="16101"/>
                </a:cubicBezTo>
                <a:lnTo>
                  <a:pt x="562275" y="16101"/>
                </a:lnTo>
                <a:close/>
                <a:moveTo>
                  <a:pt x="613581" y="61147"/>
                </a:moveTo>
                <a:cubicBezTo>
                  <a:pt x="623868" y="48752"/>
                  <a:pt x="633676" y="42554"/>
                  <a:pt x="643004" y="42554"/>
                </a:cubicBezTo>
                <a:cubicBezTo>
                  <a:pt x="647796" y="42554"/>
                  <a:pt x="651917" y="43750"/>
                  <a:pt x="655368" y="46142"/>
                </a:cubicBezTo>
                <a:cubicBezTo>
                  <a:pt x="658818" y="48532"/>
                  <a:pt x="661566" y="52468"/>
                  <a:pt x="663610" y="57951"/>
                </a:cubicBezTo>
                <a:cubicBezTo>
                  <a:pt x="665016" y="61775"/>
                  <a:pt x="665719" y="67640"/>
                  <a:pt x="665719" y="75547"/>
                </a:cubicBezTo>
                <a:lnTo>
                  <a:pt x="665719" y="112938"/>
                </a:lnTo>
                <a:cubicBezTo>
                  <a:pt x="665719" y="118485"/>
                  <a:pt x="666166" y="122246"/>
                  <a:pt x="667060" y="124223"/>
                </a:cubicBezTo>
                <a:cubicBezTo>
                  <a:pt x="667763" y="125816"/>
                  <a:pt x="668897" y="127059"/>
                  <a:pt x="670463" y="127952"/>
                </a:cubicBezTo>
                <a:cubicBezTo>
                  <a:pt x="672028" y="128844"/>
                  <a:pt x="674919" y="129291"/>
                  <a:pt x="679137" y="129291"/>
                </a:cubicBezTo>
                <a:lnTo>
                  <a:pt x="679137" y="132837"/>
                </a:lnTo>
                <a:lnTo>
                  <a:pt x="635720" y="132837"/>
                </a:lnTo>
                <a:lnTo>
                  <a:pt x="635720" y="129291"/>
                </a:lnTo>
                <a:lnTo>
                  <a:pt x="637541" y="129291"/>
                </a:lnTo>
                <a:cubicBezTo>
                  <a:pt x="641630" y="129291"/>
                  <a:pt x="644490" y="128671"/>
                  <a:pt x="646119" y="127431"/>
                </a:cubicBezTo>
                <a:cubicBezTo>
                  <a:pt x="647748" y="126191"/>
                  <a:pt x="648882" y="124364"/>
                  <a:pt x="649521" y="121950"/>
                </a:cubicBezTo>
                <a:cubicBezTo>
                  <a:pt x="649777" y="120995"/>
                  <a:pt x="649905" y="118007"/>
                  <a:pt x="649905" y="112986"/>
                </a:cubicBezTo>
                <a:lnTo>
                  <a:pt x="649905" y="77228"/>
                </a:lnTo>
                <a:cubicBezTo>
                  <a:pt x="649905" y="69283"/>
                  <a:pt x="648866" y="63514"/>
                  <a:pt x="646790" y="59922"/>
                </a:cubicBezTo>
                <a:cubicBezTo>
                  <a:pt x="644713" y="56330"/>
                  <a:pt x="641215" y="54534"/>
                  <a:pt x="636295" y="54534"/>
                </a:cubicBezTo>
                <a:cubicBezTo>
                  <a:pt x="628692" y="54534"/>
                  <a:pt x="621120" y="58666"/>
                  <a:pt x="613581" y="66931"/>
                </a:cubicBezTo>
                <a:lnTo>
                  <a:pt x="613581" y="112986"/>
                </a:lnTo>
                <a:cubicBezTo>
                  <a:pt x="613581" y="118898"/>
                  <a:pt x="613932" y="122553"/>
                  <a:pt x="614635" y="123951"/>
                </a:cubicBezTo>
                <a:cubicBezTo>
                  <a:pt x="615529" y="125793"/>
                  <a:pt x="616759" y="127144"/>
                  <a:pt x="618325" y="128003"/>
                </a:cubicBezTo>
                <a:cubicBezTo>
                  <a:pt x="619890" y="128861"/>
                  <a:pt x="623069" y="129291"/>
                  <a:pt x="627861" y="129291"/>
                </a:cubicBezTo>
                <a:lnTo>
                  <a:pt x="627861" y="132837"/>
                </a:lnTo>
                <a:lnTo>
                  <a:pt x="584445" y="132837"/>
                </a:lnTo>
                <a:lnTo>
                  <a:pt x="584445" y="129291"/>
                </a:lnTo>
                <a:lnTo>
                  <a:pt x="586362" y="129291"/>
                </a:lnTo>
                <a:cubicBezTo>
                  <a:pt x="590834" y="129291"/>
                  <a:pt x="593853" y="128160"/>
                  <a:pt x="595419" y="125897"/>
                </a:cubicBezTo>
                <a:cubicBezTo>
                  <a:pt x="596984" y="123633"/>
                  <a:pt x="597767" y="119313"/>
                  <a:pt x="597767" y="112938"/>
                </a:cubicBezTo>
                <a:lnTo>
                  <a:pt x="597767" y="80423"/>
                </a:lnTo>
                <a:cubicBezTo>
                  <a:pt x="597767" y="69905"/>
                  <a:pt x="597527" y="63498"/>
                  <a:pt x="597048" y="61204"/>
                </a:cubicBezTo>
                <a:cubicBezTo>
                  <a:pt x="596569" y="58908"/>
                  <a:pt x="595834" y="57345"/>
                  <a:pt x="594844" y="56517"/>
                </a:cubicBezTo>
                <a:cubicBezTo>
                  <a:pt x="593853" y="55688"/>
                  <a:pt x="592527" y="55274"/>
                  <a:pt x="590866" y="55274"/>
                </a:cubicBezTo>
                <a:cubicBezTo>
                  <a:pt x="589077" y="55274"/>
                  <a:pt x="586937" y="55752"/>
                  <a:pt x="584445" y="56708"/>
                </a:cubicBezTo>
                <a:lnTo>
                  <a:pt x="583007" y="53264"/>
                </a:lnTo>
                <a:lnTo>
                  <a:pt x="609459" y="42554"/>
                </a:lnTo>
                <a:lnTo>
                  <a:pt x="613581" y="42554"/>
                </a:lnTo>
                <a:lnTo>
                  <a:pt x="613581" y="61147"/>
                </a:lnTo>
                <a:close/>
                <a:moveTo>
                  <a:pt x="705172" y="78207"/>
                </a:moveTo>
                <a:cubicBezTo>
                  <a:pt x="705108" y="91212"/>
                  <a:pt x="708271" y="101412"/>
                  <a:pt x="714660" y="108807"/>
                </a:cubicBezTo>
                <a:cubicBezTo>
                  <a:pt x="721049" y="116201"/>
                  <a:pt x="728557" y="119898"/>
                  <a:pt x="737183" y="119898"/>
                </a:cubicBezTo>
                <a:cubicBezTo>
                  <a:pt x="742933" y="119898"/>
                  <a:pt x="747933" y="118317"/>
                  <a:pt x="752182" y="115154"/>
                </a:cubicBezTo>
                <a:cubicBezTo>
                  <a:pt x="756431" y="111991"/>
                  <a:pt x="759993" y="106576"/>
                  <a:pt x="762868" y="98909"/>
                </a:cubicBezTo>
                <a:lnTo>
                  <a:pt x="765840" y="100826"/>
                </a:lnTo>
                <a:cubicBezTo>
                  <a:pt x="764498" y="109579"/>
                  <a:pt x="760600" y="117550"/>
                  <a:pt x="754147" y="124738"/>
                </a:cubicBezTo>
                <a:cubicBezTo>
                  <a:pt x="747693" y="131926"/>
                  <a:pt x="739611" y="135520"/>
                  <a:pt x="729899" y="135520"/>
                </a:cubicBezTo>
                <a:cubicBezTo>
                  <a:pt x="719356" y="135520"/>
                  <a:pt x="710331" y="131424"/>
                  <a:pt x="702824" y="123232"/>
                </a:cubicBezTo>
                <a:cubicBezTo>
                  <a:pt x="695316" y="115037"/>
                  <a:pt x="691562" y="104021"/>
                  <a:pt x="691562" y="90184"/>
                </a:cubicBezTo>
                <a:cubicBezTo>
                  <a:pt x="691562" y="75201"/>
                  <a:pt x="695412" y="63517"/>
                  <a:pt x="703111" y="55133"/>
                </a:cubicBezTo>
                <a:cubicBezTo>
                  <a:pt x="710810" y="46747"/>
                  <a:pt x="720474" y="42554"/>
                  <a:pt x="732103" y="42554"/>
                </a:cubicBezTo>
                <a:cubicBezTo>
                  <a:pt x="741943" y="42554"/>
                  <a:pt x="750026" y="45788"/>
                  <a:pt x="756351" y="52258"/>
                </a:cubicBezTo>
                <a:cubicBezTo>
                  <a:pt x="762677" y="58725"/>
                  <a:pt x="765840" y="67375"/>
                  <a:pt x="765840" y="78207"/>
                </a:cubicBezTo>
                <a:lnTo>
                  <a:pt x="705172" y="78207"/>
                </a:lnTo>
                <a:moveTo>
                  <a:pt x="705172" y="72648"/>
                </a:moveTo>
                <a:lnTo>
                  <a:pt x="745809" y="72648"/>
                </a:lnTo>
                <a:cubicBezTo>
                  <a:pt x="745489" y="67025"/>
                  <a:pt x="744818" y="63064"/>
                  <a:pt x="743796" y="60764"/>
                </a:cubicBezTo>
                <a:cubicBezTo>
                  <a:pt x="742199" y="57186"/>
                  <a:pt x="739818" y="54374"/>
                  <a:pt x="736656" y="52330"/>
                </a:cubicBezTo>
                <a:cubicBezTo>
                  <a:pt x="733493" y="50285"/>
                  <a:pt x="730186" y="49263"/>
                  <a:pt x="726736" y="49263"/>
                </a:cubicBezTo>
                <a:cubicBezTo>
                  <a:pt x="721433" y="49263"/>
                  <a:pt x="716689" y="51323"/>
                  <a:pt x="712504" y="55445"/>
                </a:cubicBezTo>
                <a:cubicBezTo>
                  <a:pt x="708318" y="59566"/>
                  <a:pt x="705874" y="65300"/>
                  <a:pt x="705172" y="72648"/>
                </a:cubicBezTo>
                <a:close/>
                <a:moveTo>
                  <a:pt x="832534" y="42554"/>
                </a:moveTo>
                <a:lnTo>
                  <a:pt x="832534" y="72265"/>
                </a:lnTo>
                <a:lnTo>
                  <a:pt x="829371" y="72265"/>
                </a:lnTo>
                <a:cubicBezTo>
                  <a:pt x="826943" y="62946"/>
                  <a:pt x="823829" y="56608"/>
                  <a:pt x="820027" y="53249"/>
                </a:cubicBezTo>
                <a:cubicBezTo>
                  <a:pt x="816225" y="49889"/>
                  <a:pt x="811385" y="48208"/>
                  <a:pt x="805507" y="48208"/>
                </a:cubicBezTo>
                <a:cubicBezTo>
                  <a:pt x="801034" y="48208"/>
                  <a:pt x="797424" y="49390"/>
                  <a:pt x="794677" y="51752"/>
                </a:cubicBezTo>
                <a:cubicBezTo>
                  <a:pt x="791929" y="54112"/>
                  <a:pt x="790555" y="56728"/>
                  <a:pt x="790555" y="59602"/>
                </a:cubicBezTo>
                <a:cubicBezTo>
                  <a:pt x="790555" y="63176"/>
                  <a:pt x="791578" y="66239"/>
                  <a:pt x="793622" y="68791"/>
                </a:cubicBezTo>
                <a:cubicBezTo>
                  <a:pt x="795603" y="71408"/>
                  <a:pt x="799628" y="74185"/>
                  <a:pt x="805698" y="77120"/>
                </a:cubicBezTo>
                <a:lnTo>
                  <a:pt x="819691" y="83919"/>
                </a:lnTo>
                <a:cubicBezTo>
                  <a:pt x="832662" y="90236"/>
                  <a:pt x="839147" y="98565"/>
                  <a:pt x="839147" y="108906"/>
                </a:cubicBezTo>
                <a:cubicBezTo>
                  <a:pt x="839147" y="116883"/>
                  <a:pt x="836128" y="123314"/>
                  <a:pt x="830090" y="128198"/>
                </a:cubicBezTo>
                <a:cubicBezTo>
                  <a:pt x="824052" y="133079"/>
                  <a:pt x="817295" y="135520"/>
                  <a:pt x="809820" y="135520"/>
                </a:cubicBezTo>
                <a:cubicBezTo>
                  <a:pt x="804453" y="135520"/>
                  <a:pt x="798319" y="134562"/>
                  <a:pt x="791418" y="132645"/>
                </a:cubicBezTo>
                <a:cubicBezTo>
                  <a:pt x="789310" y="132006"/>
                  <a:pt x="787584" y="131687"/>
                  <a:pt x="786243" y="131687"/>
                </a:cubicBezTo>
                <a:cubicBezTo>
                  <a:pt x="784773" y="131687"/>
                  <a:pt x="783623" y="132517"/>
                  <a:pt x="782792" y="134179"/>
                </a:cubicBezTo>
                <a:lnTo>
                  <a:pt x="779629" y="134179"/>
                </a:lnTo>
                <a:lnTo>
                  <a:pt x="779629" y="102743"/>
                </a:lnTo>
                <a:lnTo>
                  <a:pt x="782792" y="102743"/>
                </a:lnTo>
                <a:cubicBezTo>
                  <a:pt x="784581" y="111720"/>
                  <a:pt x="788000" y="118485"/>
                  <a:pt x="793047" y="123037"/>
                </a:cubicBezTo>
                <a:cubicBezTo>
                  <a:pt x="798095" y="127590"/>
                  <a:pt x="803750" y="129866"/>
                  <a:pt x="810011" y="129866"/>
                </a:cubicBezTo>
                <a:cubicBezTo>
                  <a:pt x="814420" y="129866"/>
                  <a:pt x="818014" y="128574"/>
                  <a:pt x="820794" y="125990"/>
                </a:cubicBezTo>
                <a:cubicBezTo>
                  <a:pt x="823573" y="123404"/>
                  <a:pt x="824963" y="120293"/>
                  <a:pt x="824963" y="116655"/>
                </a:cubicBezTo>
                <a:cubicBezTo>
                  <a:pt x="824963" y="112250"/>
                  <a:pt x="823413" y="108548"/>
                  <a:pt x="820314" y="105549"/>
                </a:cubicBezTo>
                <a:cubicBezTo>
                  <a:pt x="817215" y="102550"/>
                  <a:pt x="811034" y="98753"/>
                  <a:pt x="801769" y="94159"/>
                </a:cubicBezTo>
                <a:cubicBezTo>
                  <a:pt x="792504" y="89562"/>
                  <a:pt x="786434" y="85413"/>
                  <a:pt x="783559" y="81711"/>
                </a:cubicBezTo>
                <a:cubicBezTo>
                  <a:pt x="780684" y="78073"/>
                  <a:pt x="779246" y="73478"/>
                  <a:pt x="779246" y="67925"/>
                </a:cubicBezTo>
                <a:cubicBezTo>
                  <a:pt x="779246" y="60713"/>
                  <a:pt x="781722" y="54682"/>
                  <a:pt x="786674" y="49832"/>
                </a:cubicBezTo>
                <a:cubicBezTo>
                  <a:pt x="791626" y="44980"/>
                  <a:pt x="798031" y="42554"/>
                  <a:pt x="805890" y="42554"/>
                </a:cubicBezTo>
                <a:cubicBezTo>
                  <a:pt x="809340" y="42554"/>
                  <a:pt x="813526" y="43289"/>
                  <a:pt x="818445" y="44758"/>
                </a:cubicBezTo>
                <a:cubicBezTo>
                  <a:pt x="821704" y="45717"/>
                  <a:pt x="823876" y="46196"/>
                  <a:pt x="824963" y="46196"/>
                </a:cubicBezTo>
                <a:cubicBezTo>
                  <a:pt x="825985" y="46196"/>
                  <a:pt x="826784" y="45972"/>
                  <a:pt x="827359" y="45525"/>
                </a:cubicBezTo>
                <a:cubicBezTo>
                  <a:pt x="827934" y="45078"/>
                  <a:pt x="828605" y="44087"/>
                  <a:pt x="829371" y="42554"/>
                </a:cubicBezTo>
                <a:lnTo>
                  <a:pt x="832534" y="42554"/>
                </a:lnTo>
                <a:close/>
                <a:moveTo>
                  <a:pt x="909340" y="42554"/>
                </a:moveTo>
                <a:lnTo>
                  <a:pt x="909340" y="72265"/>
                </a:lnTo>
                <a:lnTo>
                  <a:pt x="906177" y="72265"/>
                </a:lnTo>
                <a:cubicBezTo>
                  <a:pt x="903749" y="62946"/>
                  <a:pt x="900634" y="56608"/>
                  <a:pt x="896832" y="53249"/>
                </a:cubicBezTo>
                <a:cubicBezTo>
                  <a:pt x="893031" y="49889"/>
                  <a:pt x="888191" y="48208"/>
                  <a:pt x="882312" y="48208"/>
                </a:cubicBezTo>
                <a:cubicBezTo>
                  <a:pt x="877840" y="48208"/>
                  <a:pt x="874230" y="49390"/>
                  <a:pt x="871482" y="51752"/>
                </a:cubicBezTo>
                <a:cubicBezTo>
                  <a:pt x="868735" y="54112"/>
                  <a:pt x="867361" y="56728"/>
                  <a:pt x="867361" y="59602"/>
                </a:cubicBezTo>
                <a:cubicBezTo>
                  <a:pt x="867361" y="63176"/>
                  <a:pt x="868383" y="66239"/>
                  <a:pt x="870428" y="68791"/>
                </a:cubicBezTo>
                <a:cubicBezTo>
                  <a:pt x="872409" y="71408"/>
                  <a:pt x="876434" y="74185"/>
                  <a:pt x="882504" y="77120"/>
                </a:cubicBezTo>
                <a:lnTo>
                  <a:pt x="896497" y="83919"/>
                </a:lnTo>
                <a:cubicBezTo>
                  <a:pt x="909468" y="90236"/>
                  <a:pt x="915953" y="98565"/>
                  <a:pt x="915953" y="108906"/>
                </a:cubicBezTo>
                <a:cubicBezTo>
                  <a:pt x="915953" y="116883"/>
                  <a:pt x="912934" y="123314"/>
                  <a:pt x="906896" y="128198"/>
                </a:cubicBezTo>
                <a:cubicBezTo>
                  <a:pt x="900858" y="133079"/>
                  <a:pt x="894101" y="135520"/>
                  <a:pt x="886625" y="135520"/>
                </a:cubicBezTo>
                <a:cubicBezTo>
                  <a:pt x="881258" y="135520"/>
                  <a:pt x="875124" y="134562"/>
                  <a:pt x="868224" y="132645"/>
                </a:cubicBezTo>
                <a:cubicBezTo>
                  <a:pt x="866115" y="132006"/>
                  <a:pt x="864390" y="131687"/>
                  <a:pt x="863048" y="131687"/>
                </a:cubicBezTo>
                <a:cubicBezTo>
                  <a:pt x="861579" y="131687"/>
                  <a:pt x="860428" y="132517"/>
                  <a:pt x="859598" y="134179"/>
                </a:cubicBezTo>
                <a:lnTo>
                  <a:pt x="856435" y="134179"/>
                </a:lnTo>
                <a:lnTo>
                  <a:pt x="856435" y="102743"/>
                </a:lnTo>
                <a:lnTo>
                  <a:pt x="859598" y="102743"/>
                </a:lnTo>
                <a:cubicBezTo>
                  <a:pt x="861387" y="111720"/>
                  <a:pt x="864805" y="118485"/>
                  <a:pt x="869853" y="123037"/>
                </a:cubicBezTo>
                <a:cubicBezTo>
                  <a:pt x="874901" y="127590"/>
                  <a:pt x="880555" y="129866"/>
                  <a:pt x="886817" y="129866"/>
                </a:cubicBezTo>
                <a:cubicBezTo>
                  <a:pt x="891226" y="129866"/>
                  <a:pt x="894820" y="128574"/>
                  <a:pt x="897599" y="125990"/>
                </a:cubicBezTo>
                <a:cubicBezTo>
                  <a:pt x="900379" y="123404"/>
                  <a:pt x="901768" y="120293"/>
                  <a:pt x="901768" y="116655"/>
                </a:cubicBezTo>
                <a:cubicBezTo>
                  <a:pt x="901768" y="112250"/>
                  <a:pt x="900219" y="108548"/>
                  <a:pt x="897120" y="105549"/>
                </a:cubicBezTo>
                <a:cubicBezTo>
                  <a:pt x="894021" y="102550"/>
                  <a:pt x="887839" y="98753"/>
                  <a:pt x="878575" y="94159"/>
                </a:cubicBezTo>
                <a:cubicBezTo>
                  <a:pt x="869310" y="89562"/>
                  <a:pt x="863240" y="85413"/>
                  <a:pt x="860365" y="81711"/>
                </a:cubicBezTo>
                <a:cubicBezTo>
                  <a:pt x="857489" y="78073"/>
                  <a:pt x="856052" y="73478"/>
                  <a:pt x="856052" y="67925"/>
                </a:cubicBezTo>
                <a:cubicBezTo>
                  <a:pt x="856052" y="60713"/>
                  <a:pt x="858528" y="54682"/>
                  <a:pt x="863479" y="49832"/>
                </a:cubicBezTo>
                <a:cubicBezTo>
                  <a:pt x="868431" y="44980"/>
                  <a:pt x="874837" y="42554"/>
                  <a:pt x="882696" y="42554"/>
                </a:cubicBezTo>
                <a:cubicBezTo>
                  <a:pt x="886146" y="42554"/>
                  <a:pt x="890331" y="43289"/>
                  <a:pt x="895251" y="44758"/>
                </a:cubicBezTo>
                <a:cubicBezTo>
                  <a:pt x="898510" y="45717"/>
                  <a:pt x="900682" y="46196"/>
                  <a:pt x="901768" y="46196"/>
                </a:cubicBezTo>
                <a:cubicBezTo>
                  <a:pt x="902791" y="46196"/>
                  <a:pt x="903589" y="45972"/>
                  <a:pt x="904164" y="45525"/>
                </a:cubicBezTo>
                <a:cubicBezTo>
                  <a:pt x="904739" y="45078"/>
                  <a:pt x="905410" y="44087"/>
                  <a:pt x="906177" y="42554"/>
                </a:cubicBezTo>
                <a:lnTo>
                  <a:pt x="909340" y="42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▸">
            <a:extLst xmlns:a="http://schemas.openxmlformats.org/drawingml/2006/main">
              <a:ext uri="{FF2B5EF4-FFF2-40B4-BE49-F238E27FC236}">
                <a16:creationId xmlns:a16="http://schemas.microsoft.com/office/drawing/2014/main" id="{508CE941-A4B3-4D5B-8978-E41D1BF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681" y="6190968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E82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Ef">
            <a:extLst xmlns:a="http://schemas.openxmlformats.org/drawingml/2006/main">
              <a:ext uri="{FF2B5EF4-FFF2-40B4-BE49-F238E27FC236}">
                <a16:creationId xmlns:a16="http://schemas.microsoft.com/office/drawing/2014/main" id="{6092C88A-B99F-430B-967F-C532A92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59" y="6162024"/>
            <a:ext cx="192213" cy="136287"/>
          </a:xfrm>
          <a:custGeom xmlns:a="http://schemas.openxmlformats.org/drawingml/2006/main">
            <a:pathLst>
              <a:path w="192213" h="136287">
                <a:moveTo>
                  <a:pt x="36995" y="13418"/>
                </a:moveTo>
                <a:lnTo>
                  <a:pt x="36995" y="64789"/>
                </a:lnTo>
                <a:lnTo>
                  <a:pt x="65556" y="64789"/>
                </a:lnTo>
                <a:cubicBezTo>
                  <a:pt x="72968" y="64789"/>
                  <a:pt x="77919" y="63665"/>
                  <a:pt x="80411" y="61417"/>
                </a:cubicBezTo>
                <a:cubicBezTo>
                  <a:pt x="83734" y="58464"/>
                  <a:pt x="85587" y="53262"/>
                  <a:pt x="85970" y="45812"/>
                </a:cubicBezTo>
                <a:lnTo>
                  <a:pt x="89516" y="45812"/>
                </a:lnTo>
                <a:lnTo>
                  <a:pt x="89516" y="91050"/>
                </a:lnTo>
                <a:lnTo>
                  <a:pt x="85970" y="91050"/>
                </a:lnTo>
                <a:cubicBezTo>
                  <a:pt x="85076" y="84786"/>
                  <a:pt x="84181" y="80769"/>
                  <a:pt x="83287" y="78998"/>
                </a:cubicBezTo>
                <a:cubicBezTo>
                  <a:pt x="82137" y="76783"/>
                  <a:pt x="80252" y="75044"/>
                  <a:pt x="77632" y="73780"/>
                </a:cubicBezTo>
                <a:cubicBezTo>
                  <a:pt x="75012" y="72514"/>
                  <a:pt x="70987" y="71881"/>
                  <a:pt x="65556" y="71881"/>
                </a:cubicBezTo>
                <a:lnTo>
                  <a:pt x="36995" y="71881"/>
                </a:lnTo>
                <a:lnTo>
                  <a:pt x="36995" y="114651"/>
                </a:lnTo>
                <a:cubicBezTo>
                  <a:pt x="36995" y="120391"/>
                  <a:pt x="37251" y="123884"/>
                  <a:pt x="37762" y="125128"/>
                </a:cubicBezTo>
                <a:cubicBezTo>
                  <a:pt x="38273" y="126372"/>
                  <a:pt x="39167" y="127361"/>
                  <a:pt x="40445" y="128096"/>
                </a:cubicBezTo>
                <a:cubicBezTo>
                  <a:pt x="41723" y="128828"/>
                  <a:pt x="44151" y="129195"/>
                  <a:pt x="47729" y="129195"/>
                </a:cubicBezTo>
                <a:lnTo>
                  <a:pt x="69773" y="129195"/>
                </a:lnTo>
                <a:cubicBezTo>
                  <a:pt x="77121" y="129195"/>
                  <a:pt x="82456" y="128684"/>
                  <a:pt x="85778" y="127661"/>
                </a:cubicBezTo>
                <a:cubicBezTo>
                  <a:pt x="89101" y="126639"/>
                  <a:pt x="92296" y="124626"/>
                  <a:pt x="95363" y="121623"/>
                </a:cubicBezTo>
                <a:cubicBezTo>
                  <a:pt x="99324" y="117662"/>
                  <a:pt x="103381" y="111688"/>
                  <a:pt x="107535" y="103701"/>
                </a:cubicBezTo>
                <a:lnTo>
                  <a:pt x="111368" y="103701"/>
                </a:lnTo>
                <a:lnTo>
                  <a:pt x="100155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600" y="132741"/>
                </a:lnTo>
                <a:cubicBezTo>
                  <a:pt x="7667" y="132741"/>
                  <a:pt x="10575" y="132006"/>
                  <a:pt x="13322" y="130537"/>
                </a:cubicBezTo>
                <a:cubicBezTo>
                  <a:pt x="15367" y="129514"/>
                  <a:pt x="16756" y="127981"/>
                  <a:pt x="17491" y="125936"/>
                </a:cubicBezTo>
                <a:cubicBezTo>
                  <a:pt x="18226" y="123892"/>
                  <a:pt x="18593" y="119707"/>
                  <a:pt x="18593" y="113381"/>
                </a:cubicBezTo>
                <a:lnTo>
                  <a:pt x="18593" y="28944"/>
                </a:lnTo>
                <a:cubicBezTo>
                  <a:pt x="18593" y="20702"/>
                  <a:pt x="17763" y="15622"/>
                  <a:pt x="16101" y="13705"/>
                </a:cubicBezTo>
                <a:cubicBezTo>
                  <a:pt x="13801" y="11150"/>
                  <a:pt x="9968" y="9872"/>
                  <a:pt x="4600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100155" y="6326"/>
                </a:lnTo>
                <a:lnTo>
                  <a:pt x="101592" y="34695"/>
                </a:lnTo>
                <a:lnTo>
                  <a:pt x="97855" y="34695"/>
                </a:lnTo>
                <a:cubicBezTo>
                  <a:pt x="96513" y="27888"/>
                  <a:pt x="95027" y="23213"/>
                  <a:pt x="93398" y="20669"/>
                </a:cubicBezTo>
                <a:cubicBezTo>
                  <a:pt x="91769" y="18125"/>
                  <a:pt x="89357" y="16185"/>
                  <a:pt x="86162" y="14850"/>
                </a:cubicBezTo>
                <a:cubicBezTo>
                  <a:pt x="83606" y="13895"/>
                  <a:pt x="79102" y="13418"/>
                  <a:pt x="72648" y="13418"/>
                </a:cubicBezTo>
                <a:lnTo>
                  <a:pt x="36995" y="13418"/>
                </a:lnTo>
                <a:close/>
                <a:moveTo>
                  <a:pt x="147359" y="55205"/>
                </a:moveTo>
                <a:lnTo>
                  <a:pt x="147359" y="112974"/>
                </a:lnTo>
                <a:cubicBezTo>
                  <a:pt x="147359" y="121162"/>
                  <a:pt x="148254" y="126344"/>
                  <a:pt x="150043" y="128518"/>
                </a:cubicBezTo>
                <a:cubicBezTo>
                  <a:pt x="152407" y="131333"/>
                  <a:pt x="155570" y="132741"/>
                  <a:pt x="159531" y="132741"/>
                </a:cubicBezTo>
                <a:lnTo>
                  <a:pt x="167486" y="132741"/>
                </a:lnTo>
                <a:lnTo>
                  <a:pt x="167486" y="136287"/>
                </a:lnTo>
                <a:lnTo>
                  <a:pt x="115061" y="136287"/>
                </a:lnTo>
                <a:lnTo>
                  <a:pt x="115061" y="132741"/>
                </a:lnTo>
                <a:lnTo>
                  <a:pt x="118990" y="132741"/>
                </a:lnTo>
                <a:cubicBezTo>
                  <a:pt x="121546" y="132741"/>
                  <a:pt x="123878" y="132101"/>
                  <a:pt x="125987" y="130821"/>
                </a:cubicBezTo>
                <a:cubicBezTo>
                  <a:pt x="128095" y="129541"/>
                  <a:pt x="129549" y="127814"/>
                  <a:pt x="130348" y="125640"/>
                </a:cubicBezTo>
                <a:cubicBezTo>
                  <a:pt x="131146" y="123465"/>
                  <a:pt x="131546" y="119243"/>
                  <a:pt x="131546" y="112974"/>
                </a:cubicBezTo>
                <a:lnTo>
                  <a:pt x="131546" y="55205"/>
                </a:lnTo>
                <a:lnTo>
                  <a:pt x="114486" y="55205"/>
                </a:lnTo>
                <a:lnTo>
                  <a:pt x="114486" y="48496"/>
                </a:lnTo>
                <a:lnTo>
                  <a:pt x="131546" y="48496"/>
                </a:lnTo>
                <a:lnTo>
                  <a:pt x="131546" y="42722"/>
                </a:lnTo>
                <a:cubicBezTo>
                  <a:pt x="131546" y="33934"/>
                  <a:pt x="132951" y="26493"/>
                  <a:pt x="135763" y="20399"/>
                </a:cubicBezTo>
                <a:cubicBezTo>
                  <a:pt x="138574" y="14305"/>
                  <a:pt x="142871" y="9383"/>
                  <a:pt x="148653" y="5631"/>
                </a:cubicBezTo>
                <a:cubicBezTo>
                  <a:pt x="154436" y="1877"/>
                  <a:pt x="160937" y="0"/>
                  <a:pt x="168157" y="0"/>
                </a:cubicBezTo>
                <a:cubicBezTo>
                  <a:pt x="174866" y="0"/>
                  <a:pt x="181032" y="2172"/>
                  <a:pt x="186655" y="6517"/>
                </a:cubicBezTo>
                <a:cubicBezTo>
                  <a:pt x="190361" y="9393"/>
                  <a:pt x="192213" y="12619"/>
                  <a:pt x="192213" y="16197"/>
                </a:cubicBezTo>
                <a:cubicBezTo>
                  <a:pt x="192213" y="18114"/>
                  <a:pt x="191383" y="19919"/>
                  <a:pt x="189722" y="21612"/>
                </a:cubicBezTo>
                <a:cubicBezTo>
                  <a:pt x="188060" y="23306"/>
                  <a:pt x="186271" y="24152"/>
                  <a:pt x="184354" y="24152"/>
                </a:cubicBezTo>
                <a:cubicBezTo>
                  <a:pt x="182885" y="24152"/>
                  <a:pt x="181335" y="23619"/>
                  <a:pt x="179706" y="22553"/>
                </a:cubicBezTo>
                <a:cubicBezTo>
                  <a:pt x="178077" y="21487"/>
                  <a:pt x="176080" y="19193"/>
                  <a:pt x="173716" y="15673"/>
                </a:cubicBezTo>
                <a:cubicBezTo>
                  <a:pt x="171352" y="12153"/>
                  <a:pt x="169180" y="9779"/>
                  <a:pt x="167199" y="8551"/>
                </a:cubicBezTo>
                <a:cubicBezTo>
                  <a:pt x="165218" y="7323"/>
                  <a:pt x="163014" y="6709"/>
                  <a:pt x="160586" y="6709"/>
                </a:cubicBezTo>
                <a:cubicBezTo>
                  <a:pt x="157647" y="6709"/>
                  <a:pt x="155155" y="7500"/>
                  <a:pt x="153110" y="9081"/>
                </a:cubicBezTo>
                <a:cubicBezTo>
                  <a:pt x="151065" y="10660"/>
                  <a:pt x="149596" y="13110"/>
                  <a:pt x="148701" y="16431"/>
                </a:cubicBezTo>
                <a:cubicBezTo>
                  <a:pt x="147807" y="19751"/>
                  <a:pt x="147359" y="28311"/>
                  <a:pt x="147359" y="42111"/>
                </a:cubicBezTo>
                <a:lnTo>
                  <a:pt x="147359" y="48496"/>
                </a:lnTo>
                <a:lnTo>
                  <a:pt x="169978" y="48496"/>
                </a:lnTo>
                <a:lnTo>
                  <a:pt x="169978" y="55205"/>
                </a:lnTo>
                <a:lnTo>
                  <a:pt x="147359" y="55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f">
            <a:extLst xmlns:a="http://schemas.openxmlformats.org/drawingml/2006/main">
              <a:ext uri="{FF2B5EF4-FFF2-40B4-BE49-F238E27FC236}">
                <a16:creationId xmlns:a16="http://schemas.microsoft.com/office/drawing/2014/main" id="{079B4FD5-1E39-4C42-912A-5526421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112" y="6162024"/>
            <a:ext cx="77728" cy="136287"/>
          </a:xfrm>
          <a:custGeom xmlns:a="http://schemas.openxmlformats.org/drawingml/2006/main">
            <a:pathLst>
              <a:path w="77728" h="136287">
                <a:moveTo>
                  <a:pt x="32874" y="55205"/>
                </a:moveTo>
                <a:lnTo>
                  <a:pt x="32874" y="112974"/>
                </a:lnTo>
                <a:cubicBezTo>
                  <a:pt x="32874" y="121162"/>
                  <a:pt x="33768" y="126344"/>
                  <a:pt x="35557" y="128518"/>
                </a:cubicBezTo>
                <a:cubicBezTo>
                  <a:pt x="37921" y="131333"/>
                  <a:pt x="41084" y="132741"/>
                  <a:pt x="45046" y="132741"/>
                </a:cubicBezTo>
                <a:lnTo>
                  <a:pt x="53001" y="132741"/>
                </a:lnTo>
                <a:lnTo>
                  <a:pt x="53001" y="136287"/>
                </a:lnTo>
                <a:lnTo>
                  <a:pt x="575" y="136287"/>
                </a:lnTo>
                <a:lnTo>
                  <a:pt x="575" y="132741"/>
                </a:lnTo>
                <a:lnTo>
                  <a:pt x="4505" y="132741"/>
                </a:lnTo>
                <a:cubicBezTo>
                  <a:pt x="7060" y="132741"/>
                  <a:pt x="9393" y="132101"/>
                  <a:pt x="11501" y="130821"/>
                </a:cubicBezTo>
                <a:cubicBezTo>
                  <a:pt x="13610" y="129541"/>
                  <a:pt x="15063" y="127814"/>
                  <a:pt x="15862" y="125640"/>
                </a:cubicBezTo>
                <a:cubicBezTo>
                  <a:pt x="16661" y="123465"/>
                  <a:pt x="17060" y="119243"/>
                  <a:pt x="17060" y="112974"/>
                </a:cubicBezTo>
                <a:lnTo>
                  <a:pt x="17060" y="55205"/>
                </a:lnTo>
                <a:lnTo>
                  <a:pt x="0" y="55205"/>
                </a:lnTo>
                <a:lnTo>
                  <a:pt x="0" y="48496"/>
                </a:lnTo>
                <a:lnTo>
                  <a:pt x="17060" y="48496"/>
                </a:lnTo>
                <a:lnTo>
                  <a:pt x="17060" y="42722"/>
                </a:lnTo>
                <a:cubicBezTo>
                  <a:pt x="17060" y="33934"/>
                  <a:pt x="18466" y="26493"/>
                  <a:pt x="21277" y="20399"/>
                </a:cubicBezTo>
                <a:cubicBezTo>
                  <a:pt x="24088" y="14305"/>
                  <a:pt x="28385" y="9383"/>
                  <a:pt x="34168" y="5631"/>
                </a:cubicBezTo>
                <a:cubicBezTo>
                  <a:pt x="39950" y="1877"/>
                  <a:pt x="46451" y="0"/>
                  <a:pt x="53671" y="0"/>
                </a:cubicBezTo>
                <a:cubicBezTo>
                  <a:pt x="60380" y="0"/>
                  <a:pt x="66546" y="2172"/>
                  <a:pt x="72169" y="6517"/>
                </a:cubicBezTo>
                <a:cubicBezTo>
                  <a:pt x="75875" y="9393"/>
                  <a:pt x="77728" y="12619"/>
                  <a:pt x="77728" y="16197"/>
                </a:cubicBezTo>
                <a:cubicBezTo>
                  <a:pt x="77728" y="18114"/>
                  <a:pt x="76897" y="19919"/>
                  <a:pt x="75236" y="21612"/>
                </a:cubicBezTo>
                <a:cubicBezTo>
                  <a:pt x="73575" y="23306"/>
                  <a:pt x="71786" y="24152"/>
                  <a:pt x="69869" y="24152"/>
                </a:cubicBezTo>
                <a:cubicBezTo>
                  <a:pt x="68399" y="24152"/>
                  <a:pt x="66850" y="23619"/>
                  <a:pt x="65220" y="22553"/>
                </a:cubicBezTo>
                <a:cubicBezTo>
                  <a:pt x="63591" y="21487"/>
                  <a:pt x="61594" y="19193"/>
                  <a:pt x="59230" y="15673"/>
                </a:cubicBezTo>
                <a:cubicBezTo>
                  <a:pt x="56866" y="12153"/>
                  <a:pt x="54694" y="9779"/>
                  <a:pt x="52713" y="8551"/>
                </a:cubicBezTo>
                <a:cubicBezTo>
                  <a:pt x="50732" y="7323"/>
                  <a:pt x="48528" y="6709"/>
                  <a:pt x="46100" y="6709"/>
                </a:cubicBezTo>
                <a:cubicBezTo>
                  <a:pt x="43161" y="6709"/>
                  <a:pt x="40669" y="7500"/>
                  <a:pt x="38624" y="9081"/>
                </a:cubicBezTo>
                <a:cubicBezTo>
                  <a:pt x="36580" y="10660"/>
                  <a:pt x="35110" y="13110"/>
                  <a:pt x="34216" y="16431"/>
                </a:cubicBezTo>
                <a:cubicBezTo>
                  <a:pt x="33321" y="19751"/>
                  <a:pt x="32874" y="28311"/>
                  <a:pt x="32874" y="42111"/>
                </a:cubicBezTo>
                <a:lnTo>
                  <a:pt x="32874" y="48496"/>
                </a:lnTo>
                <a:lnTo>
                  <a:pt x="55492" y="48496"/>
                </a:lnTo>
                <a:lnTo>
                  <a:pt x="55492" y="55205"/>
                </a:lnTo>
                <a:lnTo>
                  <a:pt x="32874" y="55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ciency">
            <a:extLst xmlns:a="http://schemas.openxmlformats.org/drawingml/2006/main">
              <a:ext uri="{FF2B5EF4-FFF2-40B4-BE49-F238E27FC236}">
                <a16:creationId xmlns:a16="http://schemas.microsoft.com/office/drawing/2014/main" id="{1885EA5B-86C9-4237-A88F-128B40EE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578" y="6162024"/>
            <a:ext cx="552214" cy="178649"/>
          </a:xfrm>
          <a:custGeom xmlns:a="http://schemas.openxmlformats.org/drawingml/2006/main">
            <a:pathLst>
              <a:path w="552214" h="178649">
                <a:moveTo>
                  <a:pt x="22715" y="0"/>
                </a:moveTo>
                <a:cubicBezTo>
                  <a:pt x="25398" y="0"/>
                  <a:pt x="27682" y="947"/>
                  <a:pt x="29567" y="2842"/>
                </a:cubicBezTo>
                <a:cubicBezTo>
                  <a:pt x="31452" y="4735"/>
                  <a:pt x="32395" y="7030"/>
                  <a:pt x="32395" y="9728"/>
                </a:cubicBezTo>
                <a:cubicBezTo>
                  <a:pt x="32395" y="12426"/>
                  <a:pt x="31452" y="14738"/>
                  <a:pt x="29567" y="16665"/>
                </a:cubicBezTo>
                <a:cubicBezTo>
                  <a:pt x="27682" y="18589"/>
                  <a:pt x="25398" y="19552"/>
                  <a:pt x="22715" y="19552"/>
                </a:cubicBezTo>
                <a:cubicBezTo>
                  <a:pt x="20031" y="19552"/>
                  <a:pt x="17731" y="18589"/>
                  <a:pt x="15814" y="16665"/>
                </a:cubicBezTo>
                <a:cubicBezTo>
                  <a:pt x="13897" y="14738"/>
                  <a:pt x="12939" y="12426"/>
                  <a:pt x="12939" y="9728"/>
                </a:cubicBezTo>
                <a:cubicBezTo>
                  <a:pt x="12939" y="7030"/>
                  <a:pt x="13881" y="4735"/>
                  <a:pt x="15766" y="2842"/>
                </a:cubicBezTo>
                <a:cubicBezTo>
                  <a:pt x="17651" y="947"/>
                  <a:pt x="19967" y="0"/>
                  <a:pt x="22715" y="0"/>
                </a:cubicBezTo>
                <a:moveTo>
                  <a:pt x="30669" y="46004"/>
                </a:moveTo>
                <a:lnTo>
                  <a:pt x="30669" y="116388"/>
                </a:lnTo>
                <a:cubicBezTo>
                  <a:pt x="30669" y="121871"/>
                  <a:pt x="31069" y="125521"/>
                  <a:pt x="31867" y="127338"/>
                </a:cubicBezTo>
                <a:cubicBezTo>
                  <a:pt x="32666" y="129155"/>
                  <a:pt x="33848" y="130510"/>
                  <a:pt x="35414" y="131402"/>
                </a:cubicBezTo>
                <a:cubicBezTo>
                  <a:pt x="36979" y="132295"/>
                  <a:pt x="39838" y="132741"/>
                  <a:pt x="43991" y="132741"/>
                </a:cubicBezTo>
                <a:lnTo>
                  <a:pt x="43991" y="136287"/>
                </a:lnTo>
                <a:lnTo>
                  <a:pt x="1342" y="136287"/>
                </a:lnTo>
                <a:lnTo>
                  <a:pt x="1342" y="132741"/>
                </a:lnTo>
                <a:cubicBezTo>
                  <a:pt x="5623" y="132741"/>
                  <a:pt x="8498" y="132327"/>
                  <a:pt x="9968" y="131498"/>
                </a:cubicBezTo>
                <a:cubicBezTo>
                  <a:pt x="11437" y="130669"/>
                  <a:pt x="12603" y="129299"/>
                  <a:pt x="13466" y="127386"/>
                </a:cubicBezTo>
                <a:cubicBezTo>
                  <a:pt x="14328" y="125473"/>
                  <a:pt x="14760" y="121807"/>
                  <a:pt x="14760" y="116388"/>
                </a:cubicBezTo>
                <a:lnTo>
                  <a:pt x="14760" y="82631"/>
                </a:lnTo>
                <a:cubicBezTo>
                  <a:pt x="14760" y="73130"/>
                  <a:pt x="14472" y="66979"/>
                  <a:pt x="13897" y="64175"/>
                </a:cubicBezTo>
                <a:cubicBezTo>
                  <a:pt x="13450" y="62134"/>
                  <a:pt x="12747" y="60716"/>
                  <a:pt x="11789" y="59919"/>
                </a:cubicBezTo>
                <a:cubicBezTo>
                  <a:pt x="10830" y="59122"/>
                  <a:pt x="9520" y="58724"/>
                  <a:pt x="7859" y="58724"/>
                </a:cubicBezTo>
                <a:cubicBezTo>
                  <a:pt x="6070" y="58724"/>
                  <a:pt x="3898" y="59202"/>
                  <a:pt x="1342" y="60159"/>
                </a:cubicBezTo>
                <a:lnTo>
                  <a:pt x="0" y="56714"/>
                </a:lnTo>
                <a:lnTo>
                  <a:pt x="26452" y="46004"/>
                </a:lnTo>
                <a:lnTo>
                  <a:pt x="30669" y="46004"/>
                </a:lnTo>
                <a:close/>
                <a:moveTo>
                  <a:pt x="126159" y="102934"/>
                </a:moveTo>
                <a:cubicBezTo>
                  <a:pt x="123795" y="114499"/>
                  <a:pt x="119162" y="123396"/>
                  <a:pt x="112262" y="129626"/>
                </a:cubicBezTo>
                <a:cubicBezTo>
                  <a:pt x="105361" y="135856"/>
                  <a:pt x="97726" y="138971"/>
                  <a:pt x="89355" y="138971"/>
                </a:cubicBezTo>
                <a:cubicBezTo>
                  <a:pt x="79388" y="138971"/>
                  <a:pt x="70698" y="134791"/>
                  <a:pt x="63286" y="126430"/>
                </a:cubicBezTo>
                <a:cubicBezTo>
                  <a:pt x="55875" y="118068"/>
                  <a:pt x="52169" y="106770"/>
                  <a:pt x="52169" y="92535"/>
                </a:cubicBezTo>
                <a:cubicBezTo>
                  <a:pt x="52169" y="78748"/>
                  <a:pt x="56274" y="67547"/>
                  <a:pt x="64485" y="58931"/>
                </a:cubicBezTo>
                <a:cubicBezTo>
                  <a:pt x="72695" y="50313"/>
                  <a:pt x="82551" y="46004"/>
                  <a:pt x="94052" y="46004"/>
                </a:cubicBezTo>
                <a:cubicBezTo>
                  <a:pt x="102677" y="46004"/>
                  <a:pt x="109770" y="48281"/>
                  <a:pt x="115329" y="52836"/>
                </a:cubicBezTo>
                <a:cubicBezTo>
                  <a:pt x="120887" y="57388"/>
                  <a:pt x="123667" y="62117"/>
                  <a:pt x="123667" y="67020"/>
                </a:cubicBezTo>
                <a:cubicBezTo>
                  <a:pt x="123667" y="69440"/>
                  <a:pt x="122884" y="71399"/>
                  <a:pt x="121319" y="72897"/>
                </a:cubicBezTo>
                <a:cubicBezTo>
                  <a:pt x="119753" y="74392"/>
                  <a:pt x="117565" y="75140"/>
                  <a:pt x="114754" y="75140"/>
                </a:cubicBezTo>
                <a:cubicBezTo>
                  <a:pt x="110984" y="75140"/>
                  <a:pt x="108140" y="73926"/>
                  <a:pt x="106224" y="71498"/>
                </a:cubicBezTo>
                <a:cubicBezTo>
                  <a:pt x="105137" y="70156"/>
                  <a:pt x="104419" y="67600"/>
                  <a:pt x="104067" y="63831"/>
                </a:cubicBezTo>
                <a:cubicBezTo>
                  <a:pt x="103716" y="60061"/>
                  <a:pt x="102422" y="57186"/>
                  <a:pt x="100186" y="55205"/>
                </a:cubicBezTo>
                <a:cubicBezTo>
                  <a:pt x="97949" y="53288"/>
                  <a:pt x="94850" y="52330"/>
                  <a:pt x="90889" y="52330"/>
                </a:cubicBezTo>
                <a:cubicBezTo>
                  <a:pt x="84499" y="52330"/>
                  <a:pt x="79356" y="54694"/>
                  <a:pt x="75458" y="59422"/>
                </a:cubicBezTo>
                <a:cubicBezTo>
                  <a:pt x="70283" y="65684"/>
                  <a:pt x="67695" y="73958"/>
                  <a:pt x="67695" y="84245"/>
                </a:cubicBezTo>
                <a:cubicBezTo>
                  <a:pt x="67695" y="94724"/>
                  <a:pt x="70267" y="103972"/>
                  <a:pt x="75410" y="111991"/>
                </a:cubicBezTo>
                <a:cubicBezTo>
                  <a:pt x="80554" y="120010"/>
                  <a:pt x="87503" y="124019"/>
                  <a:pt x="96256" y="124019"/>
                </a:cubicBezTo>
                <a:cubicBezTo>
                  <a:pt x="102518" y="124019"/>
                  <a:pt x="108140" y="121879"/>
                  <a:pt x="113124" y="117598"/>
                </a:cubicBezTo>
                <a:cubicBezTo>
                  <a:pt x="116638" y="114659"/>
                  <a:pt x="120057" y="109324"/>
                  <a:pt x="123379" y="101592"/>
                </a:cubicBezTo>
                <a:lnTo>
                  <a:pt x="126159" y="102934"/>
                </a:lnTo>
                <a:close/>
                <a:moveTo>
                  <a:pt x="159308" y="0"/>
                </a:moveTo>
                <a:cubicBezTo>
                  <a:pt x="161992" y="0"/>
                  <a:pt x="164276" y="947"/>
                  <a:pt x="166161" y="2842"/>
                </a:cubicBezTo>
                <a:cubicBezTo>
                  <a:pt x="168046" y="4735"/>
                  <a:pt x="168988" y="7030"/>
                  <a:pt x="168988" y="9728"/>
                </a:cubicBezTo>
                <a:cubicBezTo>
                  <a:pt x="168988" y="12426"/>
                  <a:pt x="168046" y="14738"/>
                  <a:pt x="166161" y="16665"/>
                </a:cubicBezTo>
                <a:cubicBezTo>
                  <a:pt x="164276" y="18589"/>
                  <a:pt x="161992" y="19552"/>
                  <a:pt x="159308" y="19552"/>
                </a:cubicBezTo>
                <a:cubicBezTo>
                  <a:pt x="156625" y="19552"/>
                  <a:pt x="154325" y="18589"/>
                  <a:pt x="152408" y="16665"/>
                </a:cubicBezTo>
                <a:cubicBezTo>
                  <a:pt x="150491" y="14738"/>
                  <a:pt x="149533" y="12426"/>
                  <a:pt x="149533" y="9728"/>
                </a:cubicBezTo>
                <a:cubicBezTo>
                  <a:pt x="149533" y="7030"/>
                  <a:pt x="150475" y="4735"/>
                  <a:pt x="152360" y="2842"/>
                </a:cubicBezTo>
                <a:cubicBezTo>
                  <a:pt x="154245" y="947"/>
                  <a:pt x="156561" y="0"/>
                  <a:pt x="159308" y="0"/>
                </a:cubicBezTo>
                <a:moveTo>
                  <a:pt x="167263" y="46004"/>
                </a:moveTo>
                <a:lnTo>
                  <a:pt x="167263" y="116388"/>
                </a:lnTo>
                <a:cubicBezTo>
                  <a:pt x="167263" y="121871"/>
                  <a:pt x="167663" y="125521"/>
                  <a:pt x="168461" y="127338"/>
                </a:cubicBezTo>
                <a:cubicBezTo>
                  <a:pt x="169260" y="129155"/>
                  <a:pt x="170442" y="130510"/>
                  <a:pt x="172008" y="131402"/>
                </a:cubicBezTo>
                <a:cubicBezTo>
                  <a:pt x="173573" y="132295"/>
                  <a:pt x="176432" y="132741"/>
                  <a:pt x="180585" y="132741"/>
                </a:cubicBezTo>
                <a:lnTo>
                  <a:pt x="180585" y="136287"/>
                </a:lnTo>
                <a:lnTo>
                  <a:pt x="137936" y="136287"/>
                </a:lnTo>
                <a:lnTo>
                  <a:pt x="137936" y="132741"/>
                </a:lnTo>
                <a:cubicBezTo>
                  <a:pt x="142217" y="132741"/>
                  <a:pt x="145092" y="132327"/>
                  <a:pt x="146561" y="131498"/>
                </a:cubicBezTo>
                <a:cubicBezTo>
                  <a:pt x="148031" y="130669"/>
                  <a:pt x="149197" y="129299"/>
                  <a:pt x="150060" y="127386"/>
                </a:cubicBezTo>
                <a:cubicBezTo>
                  <a:pt x="150922" y="125473"/>
                  <a:pt x="151354" y="121807"/>
                  <a:pt x="151354" y="116388"/>
                </a:cubicBezTo>
                <a:lnTo>
                  <a:pt x="151354" y="82631"/>
                </a:lnTo>
                <a:cubicBezTo>
                  <a:pt x="151354" y="73130"/>
                  <a:pt x="151066" y="66979"/>
                  <a:pt x="150491" y="64175"/>
                </a:cubicBezTo>
                <a:cubicBezTo>
                  <a:pt x="150044" y="62134"/>
                  <a:pt x="149341" y="60716"/>
                  <a:pt x="148382" y="59919"/>
                </a:cubicBezTo>
                <a:cubicBezTo>
                  <a:pt x="147424" y="59122"/>
                  <a:pt x="146114" y="58724"/>
                  <a:pt x="144453" y="58724"/>
                </a:cubicBezTo>
                <a:cubicBezTo>
                  <a:pt x="142664" y="58724"/>
                  <a:pt x="140491" y="59202"/>
                  <a:pt x="137936" y="60159"/>
                </a:cubicBezTo>
                <a:lnTo>
                  <a:pt x="136594" y="56714"/>
                </a:lnTo>
                <a:lnTo>
                  <a:pt x="163046" y="46004"/>
                </a:lnTo>
                <a:lnTo>
                  <a:pt x="167263" y="46004"/>
                </a:lnTo>
                <a:close/>
                <a:moveTo>
                  <a:pt x="202947" y="81657"/>
                </a:moveTo>
                <a:cubicBezTo>
                  <a:pt x="202883" y="94662"/>
                  <a:pt x="206046" y="104862"/>
                  <a:pt x="212435" y="112258"/>
                </a:cubicBezTo>
                <a:cubicBezTo>
                  <a:pt x="218825" y="119652"/>
                  <a:pt x="226332" y="123349"/>
                  <a:pt x="234958" y="123349"/>
                </a:cubicBezTo>
                <a:cubicBezTo>
                  <a:pt x="240709" y="123349"/>
                  <a:pt x="245709" y="121767"/>
                  <a:pt x="249958" y="118604"/>
                </a:cubicBezTo>
                <a:cubicBezTo>
                  <a:pt x="254206" y="115442"/>
                  <a:pt x="257769" y="110026"/>
                  <a:pt x="260644" y="102359"/>
                </a:cubicBezTo>
                <a:lnTo>
                  <a:pt x="263615" y="104276"/>
                </a:lnTo>
                <a:cubicBezTo>
                  <a:pt x="262273" y="113030"/>
                  <a:pt x="258376" y="121000"/>
                  <a:pt x="251922" y="128189"/>
                </a:cubicBezTo>
                <a:cubicBezTo>
                  <a:pt x="245469" y="135377"/>
                  <a:pt x="237386" y="138971"/>
                  <a:pt x="227674" y="138971"/>
                </a:cubicBezTo>
                <a:cubicBezTo>
                  <a:pt x="217132" y="138971"/>
                  <a:pt x="208107" y="134875"/>
                  <a:pt x="200599" y="126682"/>
                </a:cubicBezTo>
                <a:cubicBezTo>
                  <a:pt x="193091" y="118488"/>
                  <a:pt x="189338" y="107472"/>
                  <a:pt x="189338" y="93635"/>
                </a:cubicBezTo>
                <a:cubicBezTo>
                  <a:pt x="189338" y="78651"/>
                  <a:pt x="193187" y="66968"/>
                  <a:pt x="200886" y="58583"/>
                </a:cubicBezTo>
                <a:cubicBezTo>
                  <a:pt x="208586" y="50197"/>
                  <a:pt x="218250" y="46004"/>
                  <a:pt x="229879" y="46004"/>
                </a:cubicBezTo>
                <a:cubicBezTo>
                  <a:pt x="239718" y="46004"/>
                  <a:pt x="247801" y="49239"/>
                  <a:pt x="254127" y="55708"/>
                </a:cubicBezTo>
                <a:cubicBezTo>
                  <a:pt x="260452" y="62175"/>
                  <a:pt x="263615" y="70825"/>
                  <a:pt x="263615" y="81657"/>
                </a:cubicBezTo>
                <a:lnTo>
                  <a:pt x="202947" y="81657"/>
                </a:lnTo>
                <a:moveTo>
                  <a:pt x="202947" y="76098"/>
                </a:moveTo>
                <a:lnTo>
                  <a:pt x="243584" y="76098"/>
                </a:lnTo>
                <a:cubicBezTo>
                  <a:pt x="243265" y="70476"/>
                  <a:pt x="242594" y="66514"/>
                  <a:pt x="241571" y="64214"/>
                </a:cubicBezTo>
                <a:cubicBezTo>
                  <a:pt x="239974" y="60636"/>
                  <a:pt x="237594" y="57825"/>
                  <a:pt x="234431" y="55780"/>
                </a:cubicBezTo>
                <a:cubicBezTo>
                  <a:pt x="231268" y="53735"/>
                  <a:pt x="227962" y="52713"/>
                  <a:pt x="224511" y="52713"/>
                </a:cubicBezTo>
                <a:cubicBezTo>
                  <a:pt x="219208" y="52713"/>
                  <a:pt x="214464" y="54774"/>
                  <a:pt x="210279" y="58895"/>
                </a:cubicBezTo>
                <a:cubicBezTo>
                  <a:pt x="206094" y="63016"/>
                  <a:pt x="203650" y="68751"/>
                  <a:pt x="202947" y="76098"/>
                </a:cubicBezTo>
                <a:close/>
                <a:moveTo>
                  <a:pt x="299161" y="64597"/>
                </a:moveTo>
                <a:cubicBezTo>
                  <a:pt x="309448" y="52202"/>
                  <a:pt x="319256" y="46004"/>
                  <a:pt x="328584" y="46004"/>
                </a:cubicBezTo>
                <a:cubicBezTo>
                  <a:pt x="333377" y="46004"/>
                  <a:pt x="337498" y="47200"/>
                  <a:pt x="340948" y="49592"/>
                </a:cubicBezTo>
                <a:cubicBezTo>
                  <a:pt x="344398" y="51982"/>
                  <a:pt x="347146" y="55919"/>
                  <a:pt x="349190" y="61402"/>
                </a:cubicBezTo>
                <a:cubicBezTo>
                  <a:pt x="350596" y="65225"/>
                  <a:pt x="351299" y="71091"/>
                  <a:pt x="351299" y="78998"/>
                </a:cubicBezTo>
                <a:lnTo>
                  <a:pt x="351299" y="116388"/>
                </a:lnTo>
                <a:cubicBezTo>
                  <a:pt x="351299" y="121935"/>
                  <a:pt x="351746" y="125697"/>
                  <a:pt x="352641" y="127673"/>
                </a:cubicBezTo>
                <a:cubicBezTo>
                  <a:pt x="353344" y="129267"/>
                  <a:pt x="354478" y="130510"/>
                  <a:pt x="356043" y="131402"/>
                </a:cubicBezTo>
                <a:cubicBezTo>
                  <a:pt x="357609" y="132295"/>
                  <a:pt x="360500" y="132741"/>
                  <a:pt x="364717" y="132741"/>
                </a:cubicBezTo>
                <a:lnTo>
                  <a:pt x="364717" y="136287"/>
                </a:lnTo>
                <a:lnTo>
                  <a:pt x="321300" y="136287"/>
                </a:lnTo>
                <a:lnTo>
                  <a:pt x="321300" y="132741"/>
                </a:lnTo>
                <a:lnTo>
                  <a:pt x="323121" y="132741"/>
                </a:lnTo>
                <a:cubicBezTo>
                  <a:pt x="327211" y="132741"/>
                  <a:pt x="330070" y="132121"/>
                  <a:pt x="331699" y="130881"/>
                </a:cubicBezTo>
                <a:cubicBezTo>
                  <a:pt x="333329" y="129641"/>
                  <a:pt x="334463" y="127814"/>
                  <a:pt x="335102" y="125400"/>
                </a:cubicBezTo>
                <a:cubicBezTo>
                  <a:pt x="335357" y="124446"/>
                  <a:pt x="335485" y="121458"/>
                  <a:pt x="335485" y="116436"/>
                </a:cubicBezTo>
                <a:lnTo>
                  <a:pt x="335485" y="80678"/>
                </a:lnTo>
                <a:cubicBezTo>
                  <a:pt x="335485" y="72733"/>
                  <a:pt x="334447" y="66965"/>
                  <a:pt x="332370" y="63372"/>
                </a:cubicBezTo>
                <a:cubicBezTo>
                  <a:pt x="330294" y="59780"/>
                  <a:pt x="326795" y="57984"/>
                  <a:pt x="321876" y="57984"/>
                </a:cubicBezTo>
                <a:cubicBezTo>
                  <a:pt x="314272" y="57984"/>
                  <a:pt x="306701" y="62117"/>
                  <a:pt x="299161" y="70381"/>
                </a:cubicBezTo>
                <a:lnTo>
                  <a:pt x="299161" y="116436"/>
                </a:lnTo>
                <a:cubicBezTo>
                  <a:pt x="299161" y="122348"/>
                  <a:pt x="299512" y="126003"/>
                  <a:pt x="300215" y="127401"/>
                </a:cubicBezTo>
                <a:cubicBezTo>
                  <a:pt x="301110" y="129244"/>
                  <a:pt x="302340" y="130595"/>
                  <a:pt x="303905" y="131453"/>
                </a:cubicBezTo>
                <a:cubicBezTo>
                  <a:pt x="305471" y="132312"/>
                  <a:pt x="308649" y="132741"/>
                  <a:pt x="313441" y="132741"/>
                </a:cubicBezTo>
                <a:lnTo>
                  <a:pt x="313441" y="136287"/>
                </a:lnTo>
                <a:lnTo>
                  <a:pt x="270025" y="136287"/>
                </a:lnTo>
                <a:lnTo>
                  <a:pt x="270025" y="132741"/>
                </a:lnTo>
                <a:lnTo>
                  <a:pt x="271942" y="132741"/>
                </a:lnTo>
                <a:cubicBezTo>
                  <a:pt x="276415" y="132741"/>
                  <a:pt x="279434" y="131610"/>
                  <a:pt x="280999" y="129348"/>
                </a:cubicBezTo>
                <a:cubicBezTo>
                  <a:pt x="282564" y="127083"/>
                  <a:pt x="283347" y="122763"/>
                  <a:pt x="283347" y="116388"/>
                </a:cubicBezTo>
                <a:lnTo>
                  <a:pt x="283347" y="83874"/>
                </a:lnTo>
                <a:cubicBezTo>
                  <a:pt x="283347" y="73355"/>
                  <a:pt x="283107" y="66949"/>
                  <a:pt x="282628" y="64654"/>
                </a:cubicBezTo>
                <a:cubicBezTo>
                  <a:pt x="282149" y="62358"/>
                  <a:pt x="281414" y="60796"/>
                  <a:pt x="280424" y="59967"/>
                </a:cubicBezTo>
                <a:cubicBezTo>
                  <a:pt x="279434" y="59138"/>
                  <a:pt x="278108" y="58724"/>
                  <a:pt x="276446" y="58724"/>
                </a:cubicBezTo>
                <a:cubicBezTo>
                  <a:pt x="274657" y="58724"/>
                  <a:pt x="272517" y="59202"/>
                  <a:pt x="270025" y="60159"/>
                </a:cubicBezTo>
                <a:lnTo>
                  <a:pt x="268587" y="56714"/>
                </a:lnTo>
                <a:lnTo>
                  <a:pt x="295040" y="46004"/>
                </a:lnTo>
                <a:lnTo>
                  <a:pt x="299161" y="46004"/>
                </a:lnTo>
                <a:lnTo>
                  <a:pt x="299161" y="64597"/>
                </a:lnTo>
                <a:close/>
                <a:moveTo>
                  <a:pt x="450537" y="102934"/>
                </a:moveTo>
                <a:cubicBezTo>
                  <a:pt x="448173" y="114499"/>
                  <a:pt x="443541" y="123396"/>
                  <a:pt x="436640" y="129626"/>
                </a:cubicBezTo>
                <a:cubicBezTo>
                  <a:pt x="429739" y="135856"/>
                  <a:pt x="422104" y="138971"/>
                  <a:pt x="413734" y="138971"/>
                </a:cubicBezTo>
                <a:cubicBezTo>
                  <a:pt x="403766" y="138971"/>
                  <a:pt x="395077" y="134791"/>
                  <a:pt x="387665" y="126430"/>
                </a:cubicBezTo>
                <a:cubicBezTo>
                  <a:pt x="380253" y="118068"/>
                  <a:pt x="376547" y="106770"/>
                  <a:pt x="376547" y="92535"/>
                </a:cubicBezTo>
                <a:cubicBezTo>
                  <a:pt x="376547" y="78748"/>
                  <a:pt x="380652" y="67547"/>
                  <a:pt x="388863" y="58931"/>
                </a:cubicBezTo>
                <a:cubicBezTo>
                  <a:pt x="397073" y="50313"/>
                  <a:pt x="406929" y="46004"/>
                  <a:pt x="418430" y="46004"/>
                </a:cubicBezTo>
                <a:cubicBezTo>
                  <a:pt x="427056" y="46004"/>
                  <a:pt x="434148" y="48281"/>
                  <a:pt x="439707" y="52836"/>
                </a:cubicBezTo>
                <a:cubicBezTo>
                  <a:pt x="445266" y="57388"/>
                  <a:pt x="448045" y="62117"/>
                  <a:pt x="448045" y="67020"/>
                </a:cubicBezTo>
                <a:cubicBezTo>
                  <a:pt x="448045" y="69440"/>
                  <a:pt x="447262" y="71399"/>
                  <a:pt x="445697" y="72897"/>
                </a:cubicBezTo>
                <a:cubicBezTo>
                  <a:pt x="444132" y="74392"/>
                  <a:pt x="441943" y="75140"/>
                  <a:pt x="439132" y="75140"/>
                </a:cubicBezTo>
                <a:cubicBezTo>
                  <a:pt x="435362" y="75140"/>
                  <a:pt x="432519" y="73926"/>
                  <a:pt x="430602" y="71498"/>
                </a:cubicBezTo>
                <a:cubicBezTo>
                  <a:pt x="429516" y="70156"/>
                  <a:pt x="428797" y="67600"/>
                  <a:pt x="428445" y="63831"/>
                </a:cubicBezTo>
                <a:cubicBezTo>
                  <a:pt x="428094" y="60061"/>
                  <a:pt x="426800" y="57186"/>
                  <a:pt x="424564" y="55205"/>
                </a:cubicBezTo>
                <a:cubicBezTo>
                  <a:pt x="422328" y="53288"/>
                  <a:pt x="419229" y="52330"/>
                  <a:pt x="415267" y="52330"/>
                </a:cubicBezTo>
                <a:cubicBezTo>
                  <a:pt x="408878" y="52330"/>
                  <a:pt x="403734" y="54694"/>
                  <a:pt x="399837" y="59422"/>
                </a:cubicBezTo>
                <a:cubicBezTo>
                  <a:pt x="394661" y="65684"/>
                  <a:pt x="392073" y="73958"/>
                  <a:pt x="392073" y="84245"/>
                </a:cubicBezTo>
                <a:cubicBezTo>
                  <a:pt x="392073" y="94724"/>
                  <a:pt x="394645" y="103972"/>
                  <a:pt x="399789" y="111991"/>
                </a:cubicBezTo>
                <a:cubicBezTo>
                  <a:pt x="404932" y="120010"/>
                  <a:pt x="411881" y="124019"/>
                  <a:pt x="420634" y="124019"/>
                </a:cubicBezTo>
                <a:cubicBezTo>
                  <a:pt x="426896" y="124019"/>
                  <a:pt x="432519" y="121879"/>
                  <a:pt x="437503" y="117598"/>
                </a:cubicBezTo>
                <a:cubicBezTo>
                  <a:pt x="441017" y="114659"/>
                  <a:pt x="444435" y="109324"/>
                  <a:pt x="447758" y="101592"/>
                </a:cubicBezTo>
                <a:lnTo>
                  <a:pt x="450537" y="102934"/>
                </a:lnTo>
                <a:close/>
                <a:moveTo>
                  <a:pt x="456372" y="48496"/>
                </a:moveTo>
                <a:lnTo>
                  <a:pt x="497297" y="48496"/>
                </a:lnTo>
                <a:lnTo>
                  <a:pt x="497297" y="52042"/>
                </a:lnTo>
                <a:lnTo>
                  <a:pt x="495284" y="52042"/>
                </a:lnTo>
                <a:cubicBezTo>
                  <a:pt x="492409" y="52042"/>
                  <a:pt x="490252" y="52665"/>
                  <a:pt x="488815" y="53911"/>
                </a:cubicBezTo>
                <a:cubicBezTo>
                  <a:pt x="487377" y="55157"/>
                  <a:pt x="486658" y="56706"/>
                  <a:pt x="486658" y="58559"/>
                </a:cubicBezTo>
                <a:cubicBezTo>
                  <a:pt x="486658" y="61051"/>
                  <a:pt x="487712" y="64502"/>
                  <a:pt x="489821" y="68910"/>
                </a:cubicBezTo>
                <a:lnTo>
                  <a:pt x="511194" y="113189"/>
                </a:lnTo>
                <a:lnTo>
                  <a:pt x="530841" y="64693"/>
                </a:lnTo>
                <a:cubicBezTo>
                  <a:pt x="531927" y="62074"/>
                  <a:pt x="532471" y="59486"/>
                  <a:pt x="532471" y="56930"/>
                </a:cubicBezTo>
                <a:cubicBezTo>
                  <a:pt x="532471" y="55780"/>
                  <a:pt x="532247" y="54917"/>
                  <a:pt x="531800" y="54342"/>
                </a:cubicBezTo>
                <a:cubicBezTo>
                  <a:pt x="531288" y="53640"/>
                  <a:pt x="530490" y="53080"/>
                  <a:pt x="529404" y="52665"/>
                </a:cubicBezTo>
                <a:cubicBezTo>
                  <a:pt x="528317" y="52250"/>
                  <a:pt x="526401" y="52042"/>
                  <a:pt x="523653" y="52042"/>
                </a:cubicBezTo>
                <a:lnTo>
                  <a:pt x="523653" y="48496"/>
                </a:lnTo>
                <a:lnTo>
                  <a:pt x="552214" y="48496"/>
                </a:lnTo>
                <a:lnTo>
                  <a:pt x="552214" y="52042"/>
                </a:lnTo>
                <a:cubicBezTo>
                  <a:pt x="549850" y="52298"/>
                  <a:pt x="548029" y="52809"/>
                  <a:pt x="546751" y="53576"/>
                </a:cubicBezTo>
                <a:cubicBezTo>
                  <a:pt x="545473" y="54342"/>
                  <a:pt x="544067" y="55780"/>
                  <a:pt x="542534" y="57889"/>
                </a:cubicBezTo>
                <a:cubicBezTo>
                  <a:pt x="541959" y="58783"/>
                  <a:pt x="540873" y="61243"/>
                  <a:pt x="539275" y="65268"/>
                </a:cubicBezTo>
                <a:lnTo>
                  <a:pt x="503526" y="152868"/>
                </a:lnTo>
                <a:cubicBezTo>
                  <a:pt x="500076" y="161366"/>
                  <a:pt x="495555" y="167787"/>
                  <a:pt x="489965" y="172132"/>
                </a:cubicBezTo>
                <a:cubicBezTo>
                  <a:pt x="484374" y="176477"/>
                  <a:pt x="478991" y="178649"/>
                  <a:pt x="473815" y="178649"/>
                </a:cubicBezTo>
                <a:cubicBezTo>
                  <a:pt x="470046" y="178649"/>
                  <a:pt x="466947" y="177576"/>
                  <a:pt x="464519" y="175430"/>
                </a:cubicBezTo>
                <a:cubicBezTo>
                  <a:pt x="462091" y="173283"/>
                  <a:pt x="460877" y="170821"/>
                  <a:pt x="460877" y="168044"/>
                </a:cubicBezTo>
                <a:cubicBezTo>
                  <a:pt x="460877" y="165392"/>
                  <a:pt x="461755" y="163254"/>
                  <a:pt x="463512" y="161628"/>
                </a:cubicBezTo>
                <a:cubicBezTo>
                  <a:pt x="465269" y="160005"/>
                  <a:pt x="467681" y="159193"/>
                  <a:pt x="470748" y="159193"/>
                </a:cubicBezTo>
                <a:cubicBezTo>
                  <a:pt x="472857" y="159193"/>
                  <a:pt x="475732" y="159896"/>
                  <a:pt x="479374" y="161302"/>
                </a:cubicBezTo>
                <a:cubicBezTo>
                  <a:pt x="481930" y="162260"/>
                  <a:pt x="483527" y="162740"/>
                  <a:pt x="484166" y="162740"/>
                </a:cubicBezTo>
                <a:cubicBezTo>
                  <a:pt x="486083" y="162740"/>
                  <a:pt x="488176" y="161742"/>
                  <a:pt x="490444" y="159747"/>
                </a:cubicBezTo>
                <a:cubicBezTo>
                  <a:pt x="492712" y="157755"/>
                  <a:pt x="494996" y="153897"/>
                  <a:pt x="497297" y="148175"/>
                </a:cubicBezTo>
                <a:lnTo>
                  <a:pt x="503526" y="132837"/>
                </a:lnTo>
                <a:lnTo>
                  <a:pt x="471994" y="66610"/>
                </a:lnTo>
                <a:cubicBezTo>
                  <a:pt x="471036" y="64629"/>
                  <a:pt x="469502" y="62169"/>
                  <a:pt x="467394" y="59230"/>
                </a:cubicBezTo>
                <a:cubicBezTo>
                  <a:pt x="465797" y="56994"/>
                  <a:pt x="464487" y="55492"/>
                  <a:pt x="463464" y="54726"/>
                </a:cubicBezTo>
                <a:cubicBezTo>
                  <a:pt x="461995" y="53703"/>
                  <a:pt x="459631" y="52809"/>
                  <a:pt x="456372" y="52042"/>
                </a:cubicBezTo>
                <a:lnTo>
                  <a:pt x="456372" y="48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▸">
            <a:extLst xmlns:a="http://schemas.openxmlformats.org/drawingml/2006/main">
              <a:ext uri="{FF2B5EF4-FFF2-40B4-BE49-F238E27FC236}">
                <a16:creationId xmlns:a16="http://schemas.microsoft.com/office/drawing/2014/main" id="{ACF40B8E-AB89-4C45-ABAF-AE16130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681" y="6404329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E82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Robustness">
            <a:extLst xmlns:a="http://schemas.openxmlformats.org/drawingml/2006/main">
              <a:ext uri="{FF2B5EF4-FFF2-40B4-BE49-F238E27FC236}">
                <a16:creationId xmlns:a16="http://schemas.microsoft.com/office/drawing/2014/main" id="{E5FE4977-504E-4F95-BF1E-980175C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88" y="6375385"/>
            <a:ext cx="894138" cy="138971"/>
          </a:xfrm>
          <a:custGeom xmlns:a="http://schemas.openxmlformats.org/drawingml/2006/main">
            <a:pathLst>
              <a:path w="894138" h="138971">
                <a:moveTo>
                  <a:pt x="129291" y="136287"/>
                </a:moveTo>
                <a:lnTo>
                  <a:pt x="94596" y="136287"/>
                </a:lnTo>
                <a:lnTo>
                  <a:pt x="50605" y="75332"/>
                </a:lnTo>
                <a:cubicBezTo>
                  <a:pt x="47346" y="75460"/>
                  <a:pt x="44694" y="75523"/>
                  <a:pt x="42650" y="75523"/>
                </a:cubicBezTo>
                <a:cubicBezTo>
                  <a:pt x="41819" y="75523"/>
                  <a:pt x="40924" y="75507"/>
                  <a:pt x="39966" y="75475"/>
                </a:cubicBezTo>
                <a:cubicBezTo>
                  <a:pt x="39008" y="75444"/>
                  <a:pt x="38017" y="75396"/>
                  <a:pt x="36995" y="75332"/>
                </a:cubicBezTo>
                <a:lnTo>
                  <a:pt x="36995" y="113219"/>
                </a:lnTo>
                <a:cubicBezTo>
                  <a:pt x="36995" y="121426"/>
                  <a:pt x="37889" y="126522"/>
                  <a:pt x="39679" y="128509"/>
                </a:cubicBezTo>
                <a:cubicBezTo>
                  <a:pt x="42107" y="131330"/>
                  <a:pt x="45749" y="132741"/>
                  <a:pt x="50605" y="132741"/>
                </a:cubicBezTo>
                <a:lnTo>
                  <a:pt x="55684" y="132741"/>
                </a:lnTo>
                <a:lnTo>
                  <a:pt x="55684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888" y="132741"/>
                </a:lnTo>
                <a:cubicBezTo>
                  <a:pt x="10383" y="132741"/>
                  <a:pt x="14312" y="130952"/>
                  <a:pt x="16676" y="127374"/>
                </a:cubicBezTo>
                <a:cubicBezTo>
                  <a:pt x="18018" y="125393"/>
                  <a:pt x="18689" y="120697"/>
                  <a:pt x="18689" y="113285"/>
                </a:cubicBezTo>
                <a:lnTo>
                  <a:pt x="18689" y="29328"/>
                </a:lnTo>
                <a:cubicBezTo>
                  <a:pt x="18689" y="21149"/>
                  <a:pt x="17795" y="16069"/>
                  <a:pt x="16006" y="14089"/>
                </a:cubicBezTo>
                <a:cubicBezTo>
                  <a:pt x="13514" y="11277"/>
                  <a:pt x="9808" y="9872"/>
                  <a:pt x="4888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47346" y="6326"/>
                </a:lnTo>
                <a:cubicBezTo>
                  <a:pt x="61147" y="6326"/>
                  <a:pt x="71322" y="7329"/>
                  <a:pt x="77872" y="9336"/>
                </a:cubicBezTo>
                <a:cubicBezTo>
                  <a:pt x="84421" y="11342"/>
                  <a:pt x="89980" y="15038"/>
                  <a:pt x="94548" y="20423"/>
                </a:cubicBezTo>
                <a:cubicBezTo>
                  <a:pt x="99116" y="25806"/>
                  <a:pt x="101401" y="32225"/>
                  <a:pt x="101401" y="39679"/>
                </a:cubicBezTo>
                <a:cubicBezTo>
                  <a:pt x="101401" y="47641"/>
                  <a:pt x="98797" y="54554"/>
                  <a:pt x="93590" y="60416"/>
                </a:cubicBezTo>
                <a:cubicBezTo>
                  <a:pt x="88382" y="66277"/>
                  <a:pt x="80316" y="70418"/>
                  <a:pt x="69390" y="72840"/>
                </a:cubicBezTo>
                <a:lnTo>
                  <a:pt x="96225" y="110242"/>
                </a:lnTo>
                <a:cubicBezTo>
                  <a:pt x="102359" y="118832"/>
                  <a:pt x="107630" y="124538"/>
                  <a:pt x="112039" y="127359"/>
                </a:cubicBezTo>
                <a:cubicBezTo>
                  <a:pt x="116448" y="130178"/>
                  <a:pt x="122198" y="131972"/>
                  <a:pt x="129291" y="132741"/>
                </a:cubicBezTo>
                <a:lnTo>
                  <a:pt x="129291" y="136287"/>
                </a:lnTo>
                <a:moveTo>
                  <a:pt x="36995" y="69485"/>
                </a:moveTo>
                <a:cubicBezTo>
                  <a:pt x="38209" y="69485"/>
                  <a:pt x="39263" y="69501"/>
                  <a:pt x="40158" y="69533"/>
                </a:cubicBezTo>
                <a:cubicBezTo>
                  <a:pt x="41052" y="69565"/>
                  <a:pt x="41787" y="69581"/>
                  <a:pt x="42362" y="69581"/>
                </a:cubicBezTo>
                <a:cubicBezTo>
                  <a:pt x="54758" y="69581"/>
                  <a:pt x="64102" y="66898"/>
                  <a:pt x="70396" y="61530"/>
                </a:cubicBezTo>
                <a:cubicBezTo>
                  <a:pt x="76689" y="56163"/>
                  <a:pt x="79836" y="49327"/>
                  <a:pt x="79836" y="41020"/>
                </a:cubicBezTo>
                <a:cubicBezTo>
                  <a:pt x="79836" y="32906"/>
                  <a:pt x="77296" y="26309"/>
                  <a:pt x="72217" y="21229"/>
                </a:cubicBezTo>
                <a:cubicBezTo>
                  <a:pt x="67137" y="16149"/>
                  <a:pt x="60412" y="13610"/>
                  <a:pt x="52042" y="13610"/>
                </a:cubicBezTo>
                <a:cubicBezTo>
                  <a:pt x="48336" y="13610"/>
                  <a:pt x="43321" y="14217"/>
                  <a:pt x="36995" y="15431"/>
                </a:cubicBezTo>
                <a:lnTo>
                  <a:pt x="36995" y="69485"/>
                </a:lnTo>
                <a:close/>
                <a:moveTo>
                  <a:pt x="173733" y="46004"/>
                </a:moveTo>
                <a:cubicBezTo>
                  <a:pt x="187023" y="46004"/>
                  <a:pt x="197694" y="51047"/>
                  <a:pt x="205744" y="61132"/>
                </a:cubicBezTo>
                <a:cubicBezTo>
                  <a:pt x="212581" y="69748"/>
                  <a:pt x="215999" y="79642"/>
                  <a:pt x="215999" y="90813"/>
                </a:cubicBezTo>
                <a:cubicBezTo>
                  <a:pt x="215999" y="98664"/>
                  <a:pt x="214115" y="106611"/>
                  <a:pt x="210345" y="114654"/>
                </a:cubicBezTo>
                <a:cubicBezTo>
                  <a:pt x="206575" y="122695"/>
                  <a:pt x="201384" y="128758"/>
                  <a:pt x="194770" y="132843"/>
                </a:cubicBezTo>
                <a:cubicBezTo>
                  <a:pt x="188157" y="136928"/>
                  <a:pt x="180794" y="138971"/>
                  <a:pt x="172679" y="138971"/>
                </a:cubicBezTo>
                <a:cubicBezTo>
                  <a:pt x="159453" y="138971"/>
                  <a:pt x="148942" y="133704"/>
                  <a:pt x="141147" y="123172"/>
                </a:cubicBezTo>
                <a:cubicBezTo>
                  <a:pt x="134566" y="114300"/>
                  <a:pt x="131275" y="104344"/>
                  <a:pt x="131275" y="93302"/>
                </a:cubicBezTo>
                <a:cubicBezTo>
                  <a:pt x="131275" y="85259"/>
                  <a:pt x="133272" y="77265"/>
                  <a:pt x="137265" y="69318"/>
                </a:cubicBezTo>
                <a:cubicBezTo>
                  <a:pt x="141259" y="61371"/>
                  <a:pt x="146514" y="55498"/>
                  <a:pt x="153031" y="51701"/>
                </a:cubicBezTo>
                <a:cubicBezTo>
                  <a:pt x="159549" y="47903"/>
                  <a:pt x="166449" y="46004"/>
                  <a:pt x="173733" y="46004"/>
                </a:cubicBezTo>
                <a:moveTo>
                  <a:pt x="170762" y="52330"/>
                </a:moveTo>
                <a:cubicBezTo>
                  <a:pt x="167376" y="52330"/>
                  <a:pt x="163973" y="53335"/>
                  <a:pt x="160555" y="55346"/>
                </a:cubicBezTo>
                <a:cubicBezTo>
                  <a:pt x="157137" y="57356"/>
                  <a:pt x="154373" y="60883"/>
                  <a:pt x="152265" y="65924"/>
                </a:cubicBezTo>
                <a:cubicBezTo>
                  <a:pt x="150156" y="70966"/>
                  <a:pt x="149102" y="77443"/>
                  <a:pt x="149102" y="85356"/>
                </a:cubicBezTo>
                <a:cubicBezTo>
                  <a:pt x="149102" y="98119"/>
                  <a:pt x="151642" y="109128"/>
                  <a:pt x="156721" y="118383"/>
                </a:cubicBezTo>
                <a:cubicBezTo>
                  <a:pt x="161801" y="127635"/>
                  <a:pt x="168494" y="132262"/>
                  <a:pt x="176800" y="132262"/>
                </a:cubicBezTo>
                <a:cubicBezTo>
                  <a:pt x="182998" y="132262"/>
                  <a:pt x="188109" y="129709"/>
                  <a:pt x="192135" y="124603"/>
                </a:cubicBezTo>
                <a:cubicBezTo>
                  <a:pt x="196160" y="119498"/>
                  <a:pt x="198173" y="110723"/>
                  <a:pt x="198173" y="98280"/>
                </a:cubicBezTo>
                <a:cubicBezTo>
                  <a:pt x="198173" y="82708"/>
                  <a:pt x="194818" y="70454"/>
                  <a:pt x="188109" y="61519"/>
                </a:cubicBezTo>
                <a:cubicBezTo>
                  <a:pt x="183573" y="55393"/>
                  <a:pt x="177790" y="52330"/>
                  <a:pt x="170762" y="52330"/>
                </a:cubicBezTo>
                <a:close/>
                <a:moveTo>
                  <a:pt x="257313" y="63735"/>
                </a:moveTo>
                <a:cubicBezTo>
                  <a:pt x="265811" y="51914"/>
                  <a:pt x="274980" y="46004"/>
                  <a:pt x="284819" y="46004"/>
                </a:cubicBezTo>
                <a:cubicBezTo>
                  <a:pt x="293829" y="46004"/>
                  <a:pt x="301688" y="49850"/>
                  <a:pt x="308397" y="57541"/>
                </a:cubicBezTo>
                <a:cubicBezTo>
                  <a:pt x="315105" y="65232"/>
                  <a:pt x="318460" y="75748"/>
                  <a:pt x="318460" y="89088"/>
                </a:cubicBezTo>
                <a:cubicBezTo>
                  <a:pt x="318460" y="104662"/>
                  <a:pt x="313284" y="117205"/>
                  <a:pt x="302934" y="126715"/>
                </a:cubicBezTo>
                <a:cubicBezTo>
                  <a:pt x="294052" y="134885"/>
                  <a:pt x="284149" y="138971"/>
                  <a:pt x="273223" y="138971"/>
                </a:cubicBezTo>
                <a:cubicBezTo>
                  <a:pt x="268111" y="138971"/>
                  <a:pt x="262920" y="138044"/>
                  <a:pt x="257648" y="136191"/>
                </a:cubicBezTo>
                <a:cubicBezTo>
                  <a:pt x="252377" y="134338"/>
                  <a:pt x="246994" y="131559"/>
                  <a:pt x="241499" y="127853"/>
                </a:cubicBezTo>
                <a:lnTo>
                  <a:pt x="241499" y="36899"/>
                </a:lnTo>
                <a:cubicBezTo>
                  <a:pt x="241499" y="26932"/>
                  <a:pt x="241259" y="20798"/>
                  <a:pt x="240780" y="18497"/>
                </a:cubicBezTo>
                <a:cubicBezTo>
                  <a:pt x="240301" y="16197"/>
                  <a:pt x="239550" y="14632"/>
                  <a:pt x="238528" y="13801"/>
                </a:cubicBezTo>
                <a:cubicBezTo>
                  <a:pt x="237505" y="12971"/>
                  <a:pt x="236228" y="12555"/>
                  <a:pt x="234694" y="12555"/>
                </a:cubicBezTo>
                <a:cubicBezTo>
                  <a:pt x="232905" y="12555"/>
                  <a:pt x="230669" y="13066"/>
                  <a:pt x="227985" y="14089"/>
                </a:cubicBezTo>
                <a:lnTo>
                  <a:pt x="226643" y="10734"/>
                </a:lnTo>
                <a:lnTo>
                  <a:pt x="253000" y="0"/>
                </a:lnTo>
                <a:lnTo>
                  <a:pt x="257313" y="0"/>
                </a:lnTo>
                <a:lnTo>
                  <a:pt x="257313" y="63735"/>
                </a:lnTo>
                <a:moveTo>
                  <a:pt x="257313" y="69842"/>
                </a:moveTo>
                <a:lnTo>
                  <a:pt x="257313" y="122225"/>
                </a:lnTo>
                <a:cubicBezTo>
                  <a:pt x="260571" y="125410"/>
                  <a:pt x="263942" y="127815"/>
                  <a:pt x="267424" y="129440"/>
                </a:cubicBezTo>
                <a:cubicBezTo>
                  <a:pt x="270906" y="131066"/>
                  <a:pt x="274469" y="131878"/>
                  <a:pt x="278111" y="131878"/>
                </a:cubicBezTo>
                <a:cubicBezTo>
                  <a:pt x="283925" y="131878"/>
                  <a:pt x="289340" y="128693"/>
                  <a:pt x="294356" y="122321"/>
                </a:cubicBezTo>
                <a:cubicBezTo>
                  <a:pt x="299371" y="115948"/>
                  <a:pt x="301879" y="106675"/>
                  <a:pt x="301879" y="94503"/>
                </a:cubicBezTo>
                <a:cubicBezTo>
                  <a:pt x="301879" y="83288"/>
                  <a:pt x="299371" y="74669"/>
                  <a:pt x="294356" y="68647"/>
                </a:cubicBezTo>
                <a:cubicBezTo>
                  <a:pt x="289340" y="62625"/>
                  <a:pt x="283637" y="59614"/>
                  <a:pt x="277248" y="59614"/>
                </a:cubicBezTo>
                <a:cubicBezTo>
                  <a:pt x="273862" y="59614"/>
                  <a:pt x="270475" y="60474"/>
                  <a:pt x="267089" y="62195"/>
                </a:cubicBezTo>
                <a:cubicBezTo>
                  <a:pt x="264533" y="63469"/>
                  <a:pt x="261274" y="66018"/>
                  <a:pt x="257313" y="69842"/>
                </a:cubicBezTo>
                <a:close/>
                <a:moveTo>
                  <a:pt x="412678" y="48496"/>
                </a:moveTo>
                <a:lnTo>
                  <a:pt x="412678" y="101688"/>
                </a:lnTo>
                <a:cubicBezTo>
                  <a:pt x="412678" y="111847"/>
                  <a:pt x="412918" y="118061"/>
                  <a:pt x="413397" y="120329"/>
                </a:cubicBezTo>
                <a:cubicBezTo>
                  <a:pt x="413876" y="122598"/>
                  <a:pt x="414643" y="124179"/>
                  <a:pt x="415697" y="125074"/>
                </a:cubicBezTo>
                <a:cubicBezTo>
                  <a:pt x="416752" y="125968"/>
                  <a:pt x="417982" y="126415"/>
                  <a:pt x="419387" y="126415"/>
                </a:cubicBezTo>
                <a:cubicBezTo>
                  <a:pt x="421368" y="126415"/>
                  <a:pt x="423604" y="125872"/>
                  <a:pt x="426096" y="124786"/>
                </a:cubicBezTo>
                <a:lnTo>
                  <a:pt x="427438" y="128141"/>
                </a:lnTo>
                <a:lnTo>
                  <a:pt x="401177" y="138971"/>
                </a:lnTo>
                <a:lnTo>
                  <a:pt x="396864" y="138971"/>
                </a:lnTo>
                <a:lnTo>
                  <a:pt x="396864" y="120377"/>
                </a:lnTo>
                <a:cubicBezTo>
                  <a:pt x="389325" y="128556"/>
                  <a:pt x="383574" y="133699"/>
                  <a:pt x="379613" y="135808"/>
                </a:cubicBezTo>
                <a:cubicBezTo>
                  <a:pt x="375651" y="137916"/>
                  <a:pt x="371466" y="138971"/>
                  <a:pt x="367058" y="138971"/>
                </a:cubicBezTo>
                <a:cubicBezTo>
                  <a:pt x="362138" y="138971"/>
                  <a:pt x="357873" y="137549"/>
                  <a:pt x="354263" y="134706"/>
                </a:cubicBezTo>
                <a:cubicBezTo>
                  <a:pt x="350653" y="131862"/>
                  <a:pt x="348145" y="128205"/>
                  <a:pt x="346739" y="123732"/>
                </a:cubicBezTo>
                <a:cubicBezTo>
                  <a:pt x="345333" y="119259"/>
                  <a:pt x="344631" y="112934"/>
                  <a:pt x="344631" y="104755"/>
                </a:cubicBezTo>
                <a:lnTo>
                  <a:pt x="344631" y="65556"/>
                </a:lnTo>
                <a:cubicBezTo>
                  <a:pt x="344631" y="61403"/>
                  <a:pt x="344183" y="58527"/>
                  <a:pt x="343289" y="56930"/>
                </a:cubicBezTo>
                <a:cubicBezTo>
                  <a:pt x="342394" y="55333"/>
                  <a:pt x="341068" y="54103"/>
                  <a:pt x="339311" y="53240"/>
                </a:cubicBezTo>
                <a:cubicBezTo>
                  <a:pt x="337554" y="52378"/>
                  <a:pt x="334376" y="51978"/>
                  <a:pt x="329775" y="52042"/>
                </a:cubicBezTo>
                <a:lnTo>
                  <a:pt x="329775" y="48496"/>
                </a:lnTo>
                <a:lnTo>
                  <a:pt x="360540" y="48496"/>
                </a:lnTo>
                <a:lnTo>
                  <a:pt x="360540" y="107103"/>
                </a:lnTo>
                <a:cubicBezTo>
                  <a:pt x="360540" y="115262"/>
                  <a:pt x="361962" y="120616"/>
                  <a:pt x="364805" y="123166"/>
                </a:cubicBezTo>
                <a:cubicBezTo>
                  <a:pt x="367649" y="125716"/>
                  <a:pt x="371083" y="126991"/>
                  <a:pt x="375108" y="126991"/>
                </a:cubicBezTo>
                <a:cubicBezTo>
                  <a:pt x="377856" y="126991"/>
                  <a:pt x="380971" y="126130"/>
                  <a:pt x="384453" y="124409"/>
                </a:cubicBezTo>
                <a:cubicBezTo>
                  <a:pt x="387935" y="122688"/>
                  <a:pt x="392072" y="119406"/>
                  <a:pt x="396864" y="114564"/>
                </a:cubicBezTo>
                <a:lnTo>
                  <a:pt x="396864" y="64948"/>
                </a:lnTo>
                <a:cubicBezTo>
                  <a:pt x="396864" y="59976"/>
                  <a:pt x="395954" y="56615"/>
                  <a:pt x="394133" y="54863"/>
                </a:cubicBezTo>
                <a:cubicBezTo>
                  <a:pt x="392312" y="53110"/>
                  <a:pt x="388526" y="52170"/>
                  <a:pt x="382776" y="52042"/>
                </a:cubicBezTo>
                <a:lnTo>
                  <a:pt x="382776" y="48496"/>
                </a:lnTo>
                <a:lnTo>
                  <a:pt x="412678" y="48496"/>
                </a:lnTo>
                <a:close/>
                <a:moveTo>
                  <a:pt x="494916" y="46004"/>
                </a:moveTo>
                <a:lnTo>
                  <a:pt x="494916" y="75715"/>
                </a:lnTo>
                <a:lnTo>
                  <a:pt x="491753" y="75715"/>
                </a:lnTo>
                <a:cubicBezTo>
                  <a:pt x="489325" y="66396"/>
                  <a:pt x="486210" y="60058"/>
                  <a:pt x="482409" y="56699"/>
                </a:cubicBezTo>
                <a:cubicBezTo>
                  <a:pt x="478607" y="53339"/>
                  <a:pt x="473767" y="51659"/>
                  <a:pt x="467889" y="51659"/>
                </a:cubicBezTo>
                <a:cubicBezTo>
                  <a:pt x="463416" y="51659"/>
                  <a:pt x="459806" y="52840"/>
                  <a:pt x="457058" y="55202"/>
                </a:cubicBezTo>
                <a:cubicBezTo>
                  <a:pt x="454311" y="57562"/>
                  <a:pt x="452937" y="60179"/>
                  <a:pt x="452937" y="63052"/>
                </a:cubicBezTo>
                <a:cubicBezTo>
                  <a:pt x="452937" y="66626"/>
                  <a:pt x="453960" y="69689"/>
                  <a:pt x="456004" y="72241"/>
                </a:cubicBezTo>
                <a:cubicBezTo>
                  <a:pt x="457985" y="74859"/>
                  <a:pt x="462010" y="77635"/>
                  <a:pt x="468080" y="80570"/>
                </a:cubicBezTo>
                <a:lnTo>
                  <a:pt x="482073" y="87369"/>
                </a:lnTo>
                <a:cubicBezTo>
                  <a:pt x="495044" y="93686"/>
                  <a:pt x="501529" y="102016"/>
                  <a:pt x="501529" y="112357"/>
                </a:cubicBezTo>
                <a:cubicBezTo>
                  <a:pt x="501529" y="120333"/>
                  <a:pt x="498510" y="126764"/>
                  <a:pt x="492472" y="131648"/>
                </a:cubicBezTo>
                <a:cubicBezTo>
                  <a:pt x="486434" y="136530"/>
                  <a:pt x="479677" y="138971"/>
                  <a:pt x="472201" y="138971"/>
                </a:cubicBezTo>
                <a:cubicBezTo>
                  <a:pt x="466834" y="138971"/>
                  <a:pt x="460700" y="138012"/>
                  <a:pt x="453800" y="136095"/>
                </a:cubicBezTo>
                <a:cubicBezTo>
                  <a:pt x="451691" y="135457"/>
                  <a:pt x="449966" y="135137"/>
                  <a:pt x="448624" y="135137"/>
                </a:cubicBezTo>
                <a:cubicBezTo>
                  <a:pt x="447155" y="135137"/>
                  <a:pt x="446005" y="135968"/>
                  <a:pt x="445174" y="137629"/>
                </a:cubicBezTo>
                <a:lnTo>
                  <a:pt x="442011" y="137629"/>
                </a:lnTo>
                <a:lnTo>
                  <a:pt x="442011" y="106193"/>
                </a:lnTo>
                <a:lnTo>
                  <a:pt x="445174" y="106193"/>
                </a:lnTo>
                <a:cubicBezTo>
                  <a:pt x="446963" y="115170"/>
                  <a:pt x="450381" y="121935"/>
                  <a:pt x="455429" y="126487"/>
                </a:cubicBezTo>
                <a:cubicBezTo>
                  <a:pt x="460477" y="131040"/>
                  <a:pt x="466131" y="133316"/>
                  <a:pt x="472393" y="133316"/>
                </a:cubicBezTo>
                <a:cubicBezTo>
                  <a:pt x="476802" y="133316"/>
                  <a:pt x="480396" y="132024"/>
                  <a:pt x="483175" y="129440"/>
                </a:cubicBezTo>
                <a:cubicBezTo>
                  <a:pt x="485955" y="126855"/>
                  <a:pt x="487344" y="123743"/>
                  <a:pt x="487344" y="120105"/>
                </a:cubicBezTo>
                <a:cubicBezTo>
                  <a:pt x="487344" y="115700"/>
                  <a:pt x="485795" y="111998"/>
                  <a:pt x="482696" y="108999"/>
                </a:cubicBezTo>
                <a:cubicBezTo>
                  <a:pt x="479597" y="106000"/>
                  <a:pt x="473415" y="102203"/>
                  <a:pt x="464151" y="97609"/>
                </a:cubicBezTo>
                <a:cubicBezTo>
                  <a:pt x="454886" y="93013"/>
                  <a:pt x="448816" y="88863"/>
                  <a:pt x="445941" y="85162"/>
                </a:cubicBezTo>
                <a:cubicBezTo>
                  <a:pt x="443065" y="81524"/>
                  <a:pt x="441628" y="76928"/>
                  <a:pt x="441628" y="71375"/>
                </a:cubicBezTo>
                <a:cubicBezTo>
                  <a:pt x="441628" y="64163"/>
                  <a:pt x="444104" y="58132"/>
                  <a:pt x="449056" y="53282"/>
                </a:cubicBezTo>
                <a:cubicBezTo>
                  <a:pt x="454007" y="48430"/>
                  <a:pt x="460413" y="46004"/>
                  <a:pt x="468272" y="46004"/>
                </a:cubicBezTo>
                <a:cubicBezTo>
                  <a:pt x="471722" y="46004"/>
                  <a:pt x="475907" y="46739"/>
                  <a:pt x="480827" y="48208"/>
                </a:cubicBezTo>
                <a:cubicBezTo>
                  <a:pt x="484086" y="49167"/>
                  <a:pt x="486258" y="49646"/>
                  <a:pt x="487344" y="49646"/>
                </a:cubicBezTo>
                <a:cubicBezTo>
                  <a:pt x="488367" y="49646"/>
                  <a:pt x="489165" y="49422"/>
                  <a:pt x="489740" y="48975"/>
                </a:cubicBezTo>
                <a:cubicBezTo>
                  <a:pt x="490316" y="48528"/>
                  <a:pt x="490986" y="47538"/>
                  <a:pt x="491753" y="46004"/>
                </a:cubicBezTo>
                <a:lnTo>
                  <a:pt x="494916" y="46004"/>
                </a:lnTo>
                <a:close/>
                <a:moveTo>
                  <a:pt x="540478" y="19552"/>
                </a:moveTo>
                <a:lnTo>
                  <a:pt x="540478" y="48496"/>
                </a:lnTo>
                <a:lnTo>
                  <a:pt x="560988" y="48496"/>
                </a:lnTo>
                <a:lnTo>
                  <a:pt x="560988" y="55205"/>
                </a:lnTo>
                <a:lnTo>
                  <a:pt x="540478" y="55205"/>
                </a:lnTo>
                <a:lnTo>
                  <a:pt x="540478" y="112057"/>
                </a:lnTo>
                <a:cubicBezTo>
                  <a:pt x="540478" y="117738"/>
                  <a:pt x="541292" y="121567"/>
                  <a:pt x="542922" y="123546"/>
                </a:cubicBezTo>
                <a:cubicBezTo>
                  <a:pt x="544551" y="125523"/>
                  <a:pt x="546643" y="126511"/>
                  <a:pt x="549199" y="126511"/>
                </a:cubicBezTo>
                <a:cubicBezTo>
                  <a:pt x="551308" y="126511"/>
                  <a:pt x="553352" y="125856"/>
                  <a:pt x="555333" y="124547"/>
                </a:cubicBezTo>
                <a:cubicBezTo>
                  <a:pt x="557314" y="123237"/>
                  <a:pt x="558847" y="121304"/>
                  <a:pt x="559934" y="118748"/>
                </a:cubicBezTo>
                <a:lnTo>
                  <a:pt x="563671" y="118748"/>
                </a:lnTo>
                <a:cubicBezTo>
                  <a:pt x="561435" y="125028"/>
                  <a:pt x="558272" y="129777"/>
                  <a:pt x="554183" y="132996"/>
                </a:cubicBezTo>
                <a:cubicBezTo>
                  <a:pt x="550094" y="136212"/>
                  <a:pt x="545877" y="137821"/>
                  <a:pt x="541532" y="137821"/>
                </a:cubicBezTo>
                <a:cubicBezTo>
                  <a:pt x="538593" y="137821"/>
                  <a:pt x="535718" y="137005"/>
                  <a:pt x="532906" y="135374"/>
                </a:cubicBezTo>
                <a:cubicBezTo>
                  <a:pt x="530095" y="133742"/>
                  <a:pt x="528018" y="131408"/>
                  <a:pt x="526676" y="128371"/>
                </a:cubicBezTo>
                <a:cubicBezTo>
                  <a:pt x="525335" y="125332"/>
                  <a:pt x="524664" y="120646"/>
                  <a:pt x="524664" y="114312"/>
                </a:cubicBezTo>
                <a:lnTo>
                  <a:pt x="524664" y="55205"/>
                </a:lnTo>
                <a:lnTo>
                  <a:pt x="510767" y="55205"/>
                </a:lnTo>
                <a:lnTo>
                  <a:pt x="510767" y="52042"/>
                </a:lnTo>
                <a:cubicBezTo>
                  <a:pt x="514281" y="50632"/>
                  <a:pt x="517875" y="48245"/>
                  <a:pt x="521549" y="44881"/>
                </a:cubicBezTo>
                <a:cubicBezTo>
                  <a:pt x="525223" y="41517"/>
                  <a:pt x="528497" y="37527"/>
                  <a:pt x="531373" y="32913"/>
                </a:cubicBezTo>
                <a:cubicBezTo>
                  <a:pt x="532842" y="30479"/>
                  <a:pt x="534887" y="26025"/>
                  <a:pt x="537507" y="19552"/>
                </a:cubicBezTo>
                <a:lnTo>
                  <a:pt x="540478" y="19552"/>
                </a:lnTo>
                <a:close/>
                <a:moveTo>
                  <a:pt x="591765" y="64597"/>
                </a:moveTo>
                <a:cubicBezTo>
                  <a:pt x="602052" y="52202"/>
                  <a:pt x="611860" y="46004"/>
                  <a:pt x="621188" y="46004"/>
                </a:cubicBezTo>
                <a:cubicBezTo>
                  <a:pt x="625980" y="46004"/>
                  <a:pt x="630102" y="47200"/>
                  <a:pt x="633552" y="49592"/>
                </a:cubicBezTo>
                <a:cubicBezTo>
                  <a:pt x="637002" y="51982"/>
                  <a:pt x="639750" y="55919"/>
                  <a:pt x="641794" y="61402"/>
                </a:cubicBezTo>
                <a:cubicBezTo>
                  <a:pt x="643200" y="65225"/>
                  <a:pt x="643903" y="71091"/>
                  <a:pt x="643903" y="78998"/>
                </a:cubicBezTo>
                <a:lnTo>
                  <a:pt x="643903" y="116388"/>
                </a:lnTo>
                <a:cubicBezTo>
                  <a:pt x="643903" y="121935"/>
                  <a:pt x="644350" y="125697"/>
                  <a:pt x="645245" y="127673"/>
                </a:cubicBezTo>
                <a:cubicBezTo>
                  <a:pt x="645947" y="129267"/>
                  <a:pt x="647082" y="130510"/>
                  <a:pt x="648647" y="131402"/>
                </a:cubicBezTo>
                <a:cubicBezTo>
                  <a:pt x="650212" y="132295"/>
                  <a:pt x="653104" y="132741"/>
                  <a:pt x="657321" y="132741"/>
                </a:cubicBezTo>
                <a:lnTo>
                  <a:pt x="657321" y="136287"/>
                </a:lnTo>
                <a:lnTo>
                  <a:pt x="613904" y="136287"/>
                </a:lnTo>
                <a:lnTo>
                  <a:pt x="613904" y="132741"/>
                </a:lnTo>
                <a:lnTo>
                  <a:pt x="615725" y="132741"/>
                </a:lnTo>
                <a:cubicBezTo>
                  <a:pt x="619814" y="132741"/>
                  <a:pt x="622674" y="132121"/>
                  <a:pt x="624303" y="130881"/>
                </a:cubicBezTo>
                <a:cubicBezTo>
                  <a:pt x="625932" y="129641"/>
                  <a:pt x="627067" y="127814"/>
                  <a:pt x="627705" y="125400"/>
                </a:cubicBezTo>
                <a:cubicBezTo>
                  <a:pt x="627961" y="124446"/>
                  <a:pt x="628089" y="121458"/>
                  <a:pt x="628089" y="116436"/>
                </a:cubicBezTo>
                <a:lnTo>
                  <a:pt x="628089" y="80678"/>
                </a:lnTo>
                <a:cubicBezTo>
                  <a:pt x="628089" y="72733"/>
                  <a:pt x="627051" y="66965"/>
                  <a:pt x="624974" y="63372"/>
                </a:cubicBezTo>
                <a:cubicBezTo>
                  <a:pt x="622897" y="59780"/>
                  <a:pt x="619399" y="57984"/>
                  <a:pt x="614479" y="57984"/>
                </a:cubicBezTo>
                <a:cubicBezTo>
                  <a:pt x="606876" y="57984"/>
                  <a:pt x="599304" y="62117"/>
                  <a:pt x="591765" y="70381"/>
                </a:cubicBezTo>
                <a:lnTo>
                  <a:pt x="591765" y="116436"/>
                </a:lnTo>
                <a:cubicBezTo>
                  <a:pt x="591765" y="122348"/>
                  <a:pt x="592116" y="126003"/>
                  <a:pt x="592819" y="127401"/>
                </a:cubicBezTo>
                <a:cubicBezTo>
                  <a:pt x="593714" y="129244"/>
                  <a:pt x="594944" y="130595"/>
                  <a:pt x="596509" y="131453"/>
                </a:cubicBezTo>
                <a:cubicBezTo>
                  <a:pt x="598074" y="132312"/>
                  <a:pt x="601253" y="132741"/>
                  <a:pt x="606045" y="132741"/>
                </a:cubicBezTo>
                <a:lnTo>
                  <a:pt x="606045" y="136287"/>
                </a:lnTo>
                <a:lnTo>
                  <a:pt x="562629" y="136287"/>
                </a:lnTo>
                <a:lnTo>
                  <a:pt x="562629" y="132741"/>
                </a:lnTo>
                <a:lnTo>
                  <a:pt x="564546" y="132741"/>
                </a:lnTo>
                <a:cubicBezTo>
                  <a:pt x="569018" y="132741"/>
                  <a:pt x="572037" y="131610"/>
                  <a:pt x="573603" y="129348"/>
                </a:cubicBezTo>
                <a:cubicBezTo>
                  <a:pt x="575168" y="127083"/>
                  <a:pt x="575951" y="122763"/>
                  <a:pt x="575951" y="116388"/>
                </a:cubicBezTo>
                <a:lnTo>
                  <a:pt x="575951" y="83874"/>
                </a:lnTo>
                <a:cubicBezTo>
                  <a:pt x="575951" y="73355"/>
                  <a:pt x="575711" y="66949"/>
                  <a:pt x="575232" y="64654"/>
                </a:cubicBezTo>
                <a:cubicBezTo>
                  <a:pt x="574753" y="62358"/>
                  <a:pt x="574018" y="60796"/>
                  <a:pt x="573028" y="59967"/>
                </a:cubicBezTo>
                <a:cubicBezTo>
                  <a:pt x="572037" y="59138"/>
                  <a:pt x="570711" y="58724"/>
                  <a:pt x="569050" y="58724"/>
                </a:cubicBezTo>
                <a:cubicBezTo>
                  <a:pt x="567261" y="58724"/>
                  <a:pt x="565121" y="59202"/>
                  <a:pt x="562629" y="60159"/>
                </a:cubicBezTo>
                <a:lnTo>
                  <a:pt x="561191" y="56714"/>
                </a:lnTo>
                <a:lnTo>
                  <a:pt x="587644" y="46004"/>
                </a:lnTo>
                <a:lnTo>
                  <a:pt x="591765" y="46004"/>
                </a:lnTo>
                <a:lnTo>
                  <a:pt x="591765" y="64597"/>
                </a:lnTo>
                <a:close/>
                <a:moveTo>
                  <a:pt x="683395" y="81657"/>
                </a:moveTo>
                <a:cubicBezTo>
                  <a:pt x="683332" y="94662"/>
                  <a:pt x="686494" y="104862"/>
                  <a:pt x="692884" y="112258"/>
                </a:cubicBezTo>
                <a:cubicBezTo>
                  <a:pt x="699273" y="119652"/>
                  <a:pt x="706781" y="123349"/>
                  <a:pt x="715407" y="123349"/>
                </a:cubicBezTo>
                <a:cubicBezTo>
                  <a:pt x="721157" y="123349"/>
                  <a:pt x="726157" y="121767"/>
                  <a:pt x="730406" y="118604"/>
                </a:cubicBezTo>
                <a:cubicBezTo>
                  <a:pt x="734655" y="115442"/>
                  <a:pt x="738217" y="110026"/>
                  <a:pt x="741092" y="102359"/>
                </a:cubicBezTo>
                <a:lnTo>
                  <a:pt x="744063" y="104276"/>
                </a:lnTo>
                <a:cubicBezTo>
                  <a:pt x="742722" y="113030"/>
                  <a:pt x="738824" y="121000"/>
                  <a:pt x="732371" y="128189"/>
                </a:cubicBezTo>
                <a:cubicBezTo>
                  <a:pt x="725917" y="135377"/>
                  <a:pt x="717835" y="138971"/>
                  <a:pt x="708123" y="138971"/>
                </a:cubicBezTo>
                <a:cubicBezTo>
                  <a:pt x="697580" y="138971"/>
                  <a:pt x="688555" y="134875"/>
                  <a:pt x="681047" y="126682"/>
                </a:cubicBezTo>
                <a:cubicBezTo>
                  <a:pt x="673540" y="118488"/>
                  <a:pt x="669786" y="107472"/>
                  <a:pt x="669786" y="93635"/>
                </a:cubicBezTo>
                <a:cubicBezTo>
                  <a:pt x="669786" y="78651"/>
                  <a:pt x="673636" y="66968"/>
                  <a:pt x="681335" y="58583"/>
                </a:cubicBezTo>
                <a:cubicBezTo>
                  <a:pt x="689034" y="50197"/>
                  <a:pt x="698698" y="46004"/>
                  <a:pt x="710327" y="46004"/>
                </a:cubicBezTo>
                <a:cubicBezTo>
                  <a:pt x="720167" y="46004"/>
                  <a:pt x="728249" y="49239"/>
                  <a:pt x="734575" y="55708"/>
                </a:cubicBezTo>
                <a:cubicBezTo>
                  <a:pt x="740901" y="62175"/>
                  <a:pt x="744063" y="70825"/>
                  <a:pt x="744063" y="81657"/>
                </a:cubicBezTo>
                <a:lnTo>
                  <a:pt x="683395" y="81657"/>
                </a:lnTo>
                <a:moveTo>
                  <a:pt x="683395" y="76098"/>
                </a:moveTo>
                <a:lnTo>
                  <a:pt x="724032" y="76098"/>
                </a:lnTo>
                <a:cubicBezTo>
                  <a:pt x="723713" y="70476"/>
                  <a:pt x="723042" y="66514"/>
                  <a:pt x="722020" y="64214"/>
                </a:cubicBezTo>
                <a:cubicBezTo>
                  <a:pt x="720422" y="60636"/>
                  <a:pt x="718042" y="57825"/>
                  <a:pt x="714879" y="55780"/>
                </a:cubicBezTo>
                <a:cubicBezTo>
                  <a:pt x="711717" y="53735"/>
                  <a:pt x="708410" y="52713"/>
                  <a:pt x="704960" y="52713"/>
                </a:cubicBezTo>
                <a:cubicBezTo>
                  <a:pt x="699657" y="52713"/>
                  <a:pt x="694912" y="54774"/>
                  <a:pt x="690727" y="58895"/>
                </a:cubicBezTo>
                <a:cubicBezTo>
                  <a:pt x="686542" y="63016"/>
                  <a:pt x="684098" y="68751"/>
                  <a:pt x="683395" y="76098"/>
                </a:cubicBezTo>
                <a:close/>
                <a:moveTo>
                  <a:pt x="810718" y="46004"/>
                </a:moveTo>
                <a:lnTo>
                  <a:pt x="810718" y="75715"/>
                </a:lnTo>
                <a:lnTo>
                  <a:pt x="807555" y="75715"/>
                </a:lnTo>
                <a:cubicBezTo>
                  <a:pt x="805127" y="66396"/>
                  <a:pt x="802012" y="60058"/>
                  <a:pt x="798211" y="56699"/>
                </a:cubicBezTo>
                <a:cubicBezTo>
                  <a:pt x="794409" y="53339"/>
                  <a:pt x="789569" y="51659"/>
                  <a:pt x="783691" y="51659"/>
                </a:cubicBezTo>
                <a:cubicBezTo>
                  <a:pt x="779218" y="51659"/>
                  <a:pt x="775608" y="52840"/>
                  <a:pt x="772860" y="55202"/>
                </a:cubicBezTo>
                <a:cubicBezTo>
                  <a:pt x="770113" y="57562"/>
                  <a:pt x="768739" y="60179"/>
                  <a:pt x="768739" y="63052"/>
                </a:cubicBezTo>
                <a:cubicBezTo>
                  <a:pt x="768739" y="66626"/>
                  <a:pt x="769762" y="69689"/>
                  <a:pt x="771806" y="72241"/>
                </a:cubicBezTo>
                <a:cubicBezTo>
                  <a:pt x="773787" y="74859"/>
                  <a:pt x="777812" y="77635"/>
                  <a:pt x="783882" y="80570"/>
                </a:cubicBezTo>
                <a:lnTo>
                  <a:pt x="797875" y="87369"/>
                </a:lnTo>
                <a:cubicBezTo>
                  <a:pt x="810846" y="93686"/>
                  <a:pt x="817331" y="102016"/>
                  <a:pt x="817331" y="112357"/>
                </a:cubicBezTo>
                <a:cubicBezTo>
                  <a:pt x="817331" y="120333"/>
                  <a:pt x="814312" y="126764"/>
                  <a:pt x="808274" y="131648"/>
                </a:cubicBezTo>
                <a:cubicBezTo>
                  <a:pt x="802236" y="136530"/>
                  <a:pt x="795479" y="138971"/>
                  <a:pt x="788003" y="138971"/>
                </a:cubicBezTo>
                <a:cubicBezTo>
                  <a:pt x="782636" y="138971"/>
                  <a:pt x="776502" y="138012"/>
                  <a:pt x="769602" y="136095"/>
                </a:cubicBezTo>
                <a:cubicBezTo>
                  <a:pt x="767493" y="135457"/>
                  <a:pt x="765768" y="135137"/>
                  <a:pt x="764426" y="135137"/>
                </a:cubicBezTo>
                <a:cubicBezTo>
                  <a:pt x="762957" y="135137"/>
                  <a:pt x="761807" y="135968"/>
                  <a:pt x="760976" y="137629"/>
                </a:cubicBezTo>
                <a:lnTo>
                  <a:pt x="757813" y="137629"/>
                </a:lnTo>
                <a:lnTo>
                  <a:pt x="757813" y="106193"/>
                </a:lnTo>
                <a:lnTo>
                  <a:pt x="760976" y="106193"/>
                </a:lnTo>
                <a:cubicBezTo>
                  <a:pt x="762765" y="115170"/>
                  <a:pt x="766183" y="121935"/>
                  <a:pt x="771231" y="126487"/>
                </a:cubicBezTo>
                <a:cubicBezTo>
                  <a:pt x="776279" y="131040"/>
                  <a:pt x="781933" y="133316"/>
                  <a:pt x="788195" y="133316"/>
                </a:cubicBezTo>
                <a:cubicBezTo>
                  <a:pt x="792604" y="133316"/>
                  <a:pt x="796198" y="132024"/>
                  <a:pt x="798977" y="129440"/>
                </a:cubicBezTo>
                <a:cubicBezTo>
                  <a:pt x="801757" y="126855"/>
                  <a:pt x="803146" y="123743"/>
                  <a:pt x="803146" y="120105"/>
                </a:cubicBezTo>
                <a:cubicBezTo>
                  <a:pt x="803146" y="115700"/>
                  <a:pt x="801597" y="111998"/>
                  <a:pt x="798498" y="108999"/>
                </a:cubicBezTo>
                <a:cubicBezTo>
                  <a:pt x="795399" y="106000"/>
                  <a:pt x="789217" y="102203"/>
                  <a:pt x="779953" y="97609"/>
                </a:cubicBezTo>
                <a:cubicBezTo>
                  <a:pt x="770688" y="93013"/>
                  <a:pt x="764618" y="88863"/>
                  <a:pt x="761743" y="85162"/>
                </a:cubicBezTo>
                <a:cubicBezTo>
                  <a:pt x="758868" y="81524"/>
                  <a:pt x="757430" y="76928"/>
                  <a:pt x="757430" y="71375"/>
                </a:cubicBezTo>
                <a:cubicBezTo>
                  <a:pt x="757430" y="64163"/>
                  <a:pt x="759906" y="58132"/>
                  <a:pt x="764858" y="53282"/>
                </a:cubicBezTo>
                <a:cubicBezTo>
                  <a:pt x="769809" y="48430"/>
                  <a:pt x="776215" y="46004"/>
                  <a:pt x="784074" y="46004"/>
                </a:cubicBezTo>
                <a:cubicBezTo>
                  <a:pt x="787524" y="46004"/>
                  <a:pt x="791709" y="46739"/>
                  <a:pt x="796629" y="48208"/>
                </a:cubicBezTo>
                <a:cubicBezTo>
                  <a:pt x="799888" y="49167"/>
                  <a:pt x="802060" y="49646"/>
                  <a:pt x="803146" y="49646"/>
                </a:cubicBezTo>
                <a:cubicBezTo>
                  <a:pt x="804169" y="49646"/>
                  <a:pt x="804967" y="49422"/>
                  <a:pt x="805543" y="48975"/>
                </a:cubicBezTo>
                <a:cubicBezTo>
                  <a:pt x="806118" y="48528"/>
                  <a:pt x="806788" y="47538"/>
                  <a:pt x="807555" y="46004"/>
                </a:cubicBezTo>
                <a:lnTo>
                  <a:pt x="810718" y="46004"/>
                </a:lnTo>
                <a:close/>
                <a:moveTo>
                  <a:pt x="887524" y="46004"/>
                </a:moveTo>
                <a:lnTo>
                  <a:pt x="887524" y="75715"/>
                </a:lnTo>
                <a:lnTo>
                  <a:pt x="884362" y="75715"/>
                </a:lnTo>
                <a:cubicBezTo>
                  <a:pt x="881934" y="66396"/>
                  <a:pt x="878819" y="60058"/>
                  <a:pt x="875017" y="56699"/>
                </a:cubicBezTo>
                <a:cubicBezTo>
                  <a:pt x="871215" y="53339"/>
                  <a:pt x="866375" y="51659"/>
                  <a:pt x="860497" y="51659"/>
                </a:cubicBezTo>
                <a:cubicBezTo>
                  <a:pt x="856024" y="51659"/>
                  <a:pt x="852414" y="52840"/>
                  <a:pt x="849667" y="55202"/>
                </a:cubicBezTo>
                <a:cubicBezTo>
                  <a:pt x="846919" y="57562"/>
                  <a:pt x="845546" y="60179"/>
                  <a:pt x="845546" y="63052"/>
                </a:cubicBezTo>
                <a:cubicBezTo>
                  <a:pt x="845546" y="66626"/>
                  <a:pt x="846568" y="69689"/>
                  <a:pt x="848613" y="72241"/>
                </a:cubicBezTo>
                <a:cubicBezTo>
                  <a:pt x="850593" y="74859"/>
                  <a:pt x="854619" y="77635"/>
                  <a:pt x="860689" y="80570"/>
                </a:cubicBezTo>
                <a:lnTo>
                  <a:pt x="874682" y="87369"/>
                </a:lnTo>
                <a:cubicBezTo>
                  <a:pt x="887652" y="93686"/>
                  <a:pt x="894138" y="102016"/>
                  <a:pt x="894138" y="112357"/>
                </a:cubicBezTo>
                <a:cubicBezTo>
                  <a:pt x="894138" y="120333"/>
                  <a:pt x="891119" y="126764"/>
                  <a:pt x="885080" y="131648"/>
                </a:cubicBezTo>
                <a:cubicBezTo>
                  <a:pt x="879042" y="136530"/>
                  <a:pt x="872286" y="138971"/>
                  <a:pt x="864810" y="138971"/>
                </a:cubicBezTo>
                <a:cubicBezTo>
                  <a:pt x="859443" y="138971"/>
                  <a:pt x="853309" y="138012"/>
                  <a:pt x="846408" y="136095"/>
                </a:cubicBezTo>
                <a:cubicBezTo>
                  <a:pt x="844300" y="135457"/>
                  <a:pt x="842575" y="135137"/>
                  <a:pt x="841233" y="135137"/>
                </a:cubicBezTo>
                <a:cubicBezTo>
                  <a:pt x="839763" y="135137"/>
                  <a:pt x="838613" y="135968"/>
                  <a:pt x="837783" y="137629"/>
                </a:cubicBezTo>
                <a:lnTo>
                  <a:pt x="834620" y="137629"/>
                </a:lnTo>
                <a:lnTo>
                  <a:pt x="834620" y="106193"/>
                </a:lnTo>
                <a:lnTo>
                  <a:pt x="837783" y="106193"/>
                </a:lnTo>
                <a:cubicBezTo>
                  <a:pt x="839572" y="115170"/>
                  <a:pt x="842990" y="121935"/>
                  <a:pt x="848038" y="126487"/>
                </a:cubicBezTo>
                <a:cubicBezTo>
                  <a:pt x="853085" y="131040"/>
                  <a:pt x="858740" y="133316"/>
                  <a:pt x="865002" y="133316"/>
                </a:cubicBezTo>
                <a:cubicBezTo>
                  <a:pt x="869410" y="133316"/>
                  <a:pt x="873004" y="132024"/>
                  <a:pt x="875784" y="129440"/>
                </a:cubicBezTo>
                <a:cubicBezTo>
                  <a:pt x="878563" y="126855"/>
                  <a:pt x="879953" y="123743"/>
                  <a:pt x="879953" y="120105"/>
                </a:cubicBezTo>
                <a:cubicBezTo>
                  <a:pt x="879953" y="115700"/>
                  <a:pt x="878403" y="111998"/>
                  <a:pt x="875305" y="108999"/>
                </a:cubicBezTo>
                <a:cubicBezTo>
                  <a:pt x="872206" y="106000"/>
                  <a:pt x="866024" y="102203"/>
                  <a:pt x="856759" y="97609"/>
                </a:cubicBezTo>
                <a:cubicBezTo>
                  <a:pt x="847494" y="93013"/>
                  <a:pt x="841424" y="88863"/>
                  <a:pt x="838549" y="85162"/>
                </a:cubicBezTo>
                <a:cubicBezTo>
                  <a:pt x="835674" y="81524"/>
                  <a:pt x="834236" y="76928"/>
                  <a:pt x="834236" y="71375"/>
                </a:cubicBezTo>
                <a:cubicBezTo>
                  <a:pt x="834236" y="64163"/>
                  <a:pt x="836712" y="58132"/>
                  <a:pt x="841664" y="53282"/>
                </a:cubicBezTo>
                <a:cubicBezTo>
                  <a:pt x="846616" y="48430"/>
                  <a:pt x="853021" y="46004"/>
                  <a:pt x="860880" y="46004"/>
                </a:cubicBezTo>
                <a:cubicBezTo>
                  <a:pt x="864331" y="46004"/>
                  <a:pt x="868516" y="46739"/>
                  <a:pt x="873436" y="48208"/>
                </a:cubicBezTo>
                <a:cubicBezTo>
                  <a:pt x="876694" y="49167"/>
                  <a:pt x="878867" y="49646"/>
                  <a:pt x="879953" y="49646"/>
                </a:cubicBezTo>
                <a:cubicBezTo>
                  <a:pt x="880975" y="49646"/>
                  <a:pt x="881774" y="49422"/>
                  <a:pt x="882349" y="48975"/>
                </a:cubicBezTo>
                <a:cubicBezTo>
                  <a:pt x="882924" y="48528"/>
                  <a:pt x="883595" y="47538"/>
                  <a:pt x="884362" y="46004"/>
                </a:cubicBezTo>
                <a:lnTo>
                  <a:pt x="887524" y="46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▸">
            <a:extLst xmlns:a="http://schemas.openxmlformats.org/drawingml/2006/main">
              <a:ext uri="{FF2B5EF4-FFF2-40B4-BE49-F238E27FC236}">
                <a16:creationId xmlns:a16="http://schemas.microsoft.com/office/drawing/2014/main" id="{302FAD08-D313-442D-83FB-B4DC0C4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681" y="6626130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E82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...">
            <a:extLst xmlns:a="http://schemas.openxmlformats.org/drawingml/2006/main">
              <a:ext uri="{FF2B5EF4-FFF2-40B4-BE49-F238E27FC236}">
                <a16:creationId xmlns:a16="http://schemas.microsoft.com/office/drawing/2014/main" id="{1733B59C-982B-48B6-A522-E6CDF1A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231" y="6714879"/>
            <a:ext cx="123737" cy="21277"/>
          </a:xfrm>
          <a:custGeom xmlns:a="http://schemas.openxmlformats.org/drawingml/2006/main">
            <a:pathLst>
              <a:path w="123737" h="21277">
                <a:moveTo>
                  <a:pt x="10638" y="0"/>
                </a:moveTo>
                <a:cubicBezTo>
                  <a:pt x="13641" y="0"/>
                  <a:pt x="16165" y="1038"/>
                  <a:pt x="18210" y="3115"/>
                </a:cubicBezTo>
                <a:cubicBezTo>
                  <a:pt x="20255" y="5191"/>
                  <a:pt x="21277" y="7699"/>
                  <a:pt x="21277" y="10638"/>
                </a:cubicBezTo>
                <a:cubicBezTo>
                  <a:pt x="21277" y="13578"/>
                  <a:pt x="20239" y="16085"/>
                  <a:pt x="18162" y="18162"/>
                </a:cubicBezTo>
                <a:cubicBezTo>
                  <a:pt x="16085" y="20239"/>
                  <a:pt x="13578" y="21277"/>
                  <a:pt x="10638" y="21277"/>
                </a:cubicBezTo>
                <a:cubicBezTo>
                  <a:pt x="7699" y="21277"/>
                  <a:pt x="5191" y="20239"/>
                  <a:pt x="3115" y="18162"/>
                </a:cubicBezTo>
                <a:cubicBezTo>
                  <a:pt x="1038" y="16085"/>
                  <a:pt x="0" y="13578"/>
                  <a:pt x="0" y="10638"/>
                </a:cubicBezTo>
                <a:cubicBezTo>
                  <a:pt x="0" y="7635"/>
                  <a:pt x="1038" y="5112"/>
                  <a:pt x="3115" y="3067"/>
                </a:cubicBezTo>
                <a:cubicBezTo>
                  <a:pt x="5191" y="1022"/>
                  <a:pt x="7699" y="0"/>
                  <a:pt x="10638" y="0"/>
                </a:cubicBezTo>
                <a:close/>
                <a:moveTo>
                  <a:pt x="61869" y="0"/>
                </a:moveTo>
                <a:cubicBezTo>
                  <a:pt x="64872" y="0"/>
                  <a:pt x="67395" y="1038"/>
                  <a:pt x="69440" y="3115"/>
                </a:cubicBezTo>
                <a:cubicBezTo>
                  <a:pt x="71485" y="5191"/>
                  <a:pt x="72507" y="7699"/>
                  <a:pt x="72507" y="10638"/>
                </a:cubicBezTo>
                <a:cubicBezTo>
                  <a:pt x="72507" y="13578"/>
                  <a:pt x="71469" y="16085"/>
                  <a:pt x="69392" y="18162"/>
                </a:cubicBezTo>
                <a:cubicBezTo>
                  <a:pt x="67316" y="20239"/>
                  <a:pt x="64808" y="21277"/>
                  <a:pt x="61869" y="21277"/>
                </a:cubicBezTo>
                <a:cubicBezTo>
                  <a:pt x="58929" y="21277"/>
                  <a:pt x="56422" y="20239"/>
                  <a:pt x="54345" y="18162"/>
                </a:cubicBezTo>
                <a:cubicBezTo>
                  <a:pt x="52268" y="16085"/>
                  <a:pt x="51230" y="13578"/>
                  <a:pt x="51230" y="10638"/>
                </a:cubicBezTo>
                <a:cubicBezTo>
                  <a:pt x="51230" y="7635"/>
                  <a:pt x="52268" y="5112"/>
                  <a:pt x="54345" y="3067"/>
                </a:cubicBezTo>
                <a:cubicBezTo>
                  <a:pt x="56422" y="1022"/>
                  <a:pt x="58929" y="0"/>
                  <a:pt x="61869" y="0"/>
                </a:cubicBezTo>
                <a:close/>
                <a:moveTo>
                  <a:pt x="113099" y="0"/>
                </a:moveTo>
                <a:cubicBezTo>
                  <a:pt x="116102" y="0"/>
                  <a:pt x="118626" y="1038"/>
                  <a:pt x="120670" y="3115"/>
                </a:cubicBezTo>
                <a:cubicBezTo>
                  <a:pt x="122715" y="5191"/>
                  <a:pt x="123737" y="7699"/>
                  <a:pt x="123737" y="10638"/>
                </a:cubicBezTo>
                <a:cubicBezTo>
                  <a:pt x="123737" y="13578"/>
                  <a:pt x="122699" y="16085"/>
                  <a:pt x="120622" y="18162"/>
                </a:cubicBezTo>
                <a:cubicBezTo>
                  <a:pt x="118546" y="20239"/>
                  <a:pt x="116038" y="21277"/>
                  <a:pt x="113099" y="21277"/>
                </a:cubicBezTo>
                <a:cubicBezTo>
                  <a:pt x="110160" y="21277"/>
                  <a:pt x="107652" y="20239"/>
                  <a:pt x="105575" y="18162"/>
                </a:cubicBezTo>
                <a:cubicBezTo>
                  <a:pt x="103499" y="16085"/>
                  <a:pt x="102460" y="13578"/>
                  <a:pt x="102460" y="10638"/>
                </a:cubicBezTo>
                <a:cubicBezTo>
                  <a:pt x="102460" y="7635"/>
                  <a:pt x="103499" y="5112"/>
                  <a:pt x="105575" y="3067"/>
                </a:cubicBezTo>
                <a:cubicBezTo>
                  <a:pt x="107652" y="1022"/>
                  <a:pt x="110160" y="0"/>
                  <a:pt x="11309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2b2244d1547ed"/>
          <a:stretch xmlns:a="http://schemas.openxmlformats.org/drawingml/2006/main"/>
        </p:blipFill>
        <p:spPr>
          <a:xfrm xmlns:a="http://schemas.openxmlformats.org/drawingml/2006/main">
            <a:off x="6509569" y="5731829"/>
            <a:ext cx="1766415" cy="1280114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72A92-170E-45F5-AB0F-3824F000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435" y="5778771"/>
            <a:ext cx="1612944" cy="1126501"/>
          </a:xfrm>
          <a:custGeom xmlns:a="http://schemas.openxmlformats.org/drawingml/2006/main">
            <a:pathLst>
              <a:path w="1612944" h="1126501">
                <a:moveTo>
                  <a:pt x="0" y="187750"/>
                </a:moveTo>
                <a:cubicBezTo>
                  <a:pt x="0" y="84061"/>
                  <a:pt x="84061" y="0"/>
                  <a:pt x="187750" y="0"/>
                </a:cubicBezTo>
                <a:lnTo>
                  <a:pt x="1425194" y="0"/>
                </a:lnTo>
                <a:cubicBezTo>
                  <a:pt x="1528883" y="0"/>
                  <a:pt x="1612944" y="84061"/>
                  <a:pt x="1612944" y="187750"/>
                </a:cubicBezTo>
                <a:lnTo>
                  <a:pt x="1612944" y="938736"/>
                </a:lnTo>
                <a:cubicBezTo>
                  <a:pt x="1612944" y="1042440"/>
                  <a:pt x="1528883" y="1126501"/>
                  <a:pt x="1425194" y="1126501"/>
                </a:cubicBezTo>
                <a:lnTo>
                  <a:pt x="187750" y="1126501"/>
                </a:lnTo>
                <a:cubicBezTo>
                  <a:pt x="84061" y="1126501"/>
                  <a:pt x="0" y="1042440"/>
                  <a:pt x="0" y="938736"/>
                </a:cubicBezTo>
                <a:lnTo>
                  <a:pt x="0" y="187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1AA41-D3CC-4549-8066-D33B58BC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436" y="5778771"/>
            <a:ext cx="1612944" cy="1126501"/>
          </a:xfrm>
          <a:custGeom xmlns:a="http://schemas.openxmlformats.org/drawingml/2006/main">
            <a:pathLst>
              <a:path w="1612944" h="1126501" fill="none">
                <a:moveTo>
                  <a:pt x="0" y="187750"/>
                </a:moveTo>
                <a:cubicBezTo>
                  <a:pt x="0" y="84061"/>
                  <a:pt x="84061" y="0"/>
                  <a:pt x="187750" y="0"/>
                </a:cubicBezTo>
                <a:lnTo>
                  <a:pt x="1425194" y="0"/>
                </a:lnTo>
                <a:cubicBezTo>
                  <a:pt x="1528883" y="0"/>
                  <a:pt x="1612944" y="84061"/>
                  <a:pt x="1612944" y="187750"/>
                </a:cubicBezTo>
                <a:lnTo>
                  <a:pt x="1612944" y="938736"/>
                </a:lnTo>
                <a:cubicBezTo>
                  <a:pt x="1612944" y="1042440"/>
                  <a:pt x="1528883" y="1126501"/>
                  <a:pt x="1425194" y="1126501"/>
                </a:cubicBezTo>
                <a:lnTo>
                  <a:pt x="187750" y="1126501"/>
                </a:lnTo>
                <a:cubicBezTo>
                  <a:pt x="84061" y="1126501"/>
                  <a:pt x="0" y="1042440"/>
                  <a:pt x="0" y="938736"/>
                </a:cubicBezTo>
                <a:lnTo>
                  <a:pt x="0" y="187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91" cap="flat">
            <a:solidFill>
              <a:srgbClr val="ACD78E"/>
            </a:solidFill>
            <a:custDash>
              <a:ds d="400000" sp="300000"/>
            </a:custDash>
            <a:miter/>
          </a:ln>
        </p:spPr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d168b12304da4"/>
          <a:stretch xmlns:a="http://schemas.openxmlformats.org/drawingml/2006/main"/>
        </p:blipFill>
        <p:spPr>
          <a:xfrm xmlns:a="http://schemas.openxmlformats.org/drawingml/2006/main">
            <a:off x="6603373" y="5843649"/>
            <a:ext cx="520579" cy="399348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c98d854684f54"/>
          <a:stretch xmlns:a="http://schemas.openxmlformats.org/drawingml/2006/main"/>
        </p:blipFill>
        <p:spPr>
          <a:xfrm xmlns:a="http://schemas.openxmlformats.org/drawingml/2006/main">
            <a:off x="7022771" y="5842773"/>
            <a:ext cx="663204" cy="520580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0dfc6a36748b4"/>
          <a:stretch xmlns:a="http://schemas.openxmlformats.org/drawingml/2006/main"/>
        </p:blipFill>
        <p:spPr>
          <a:xfrm xmlns:a="http://schemas.openxmlformats.org/drawingml/2006/main">
            <a:off x="7584793" y="5844195"/>
            <a:ext cx="512046" cy="398258"/>
          </a:xfrm>
          <a:prstGeom xmlns:a="http://schemas.openxmlformats.org/drawingml/2006/main" prst="rect">
            <a:avLst/>
          </a:prstGeom>
        </p:spPr>
      </p:pic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08C2C-F0AE-4599-9E11-4516BE8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361" y="6097236"/>
            <a:ext cx="242534" cy="234438"/>
          </a:xfrm>
          <a:custGeom xmlns:a="http://schemas.openxmlformats.org/drawingml/2006/main">
            <a:pathLst>
              <a:path w="242534" h="234438">
                <a:moveTo>
                  <a:pt x="213305" y="136491"/>
                </a:moveTo>
                <a:lnTo>
                  <a:pt x="242215" y="108515"/>
                </a:lnTo>
                <a:cubicBezTo>
                  <a:pt x="242406" y="111380"/>
                  <a:pt x="242534" y="114277"/>
                  <a:pt x="242534" y="117204"/>
                </a:cubicBezTo>
                <a:cubicBezTo>
                  <a:pt x="242534" y="181844"/>
                  <a:pt x="188156" y="234438"/>
                  <a:pt x="121283" y="234438"/>
                </a:cubicBezTo>
                <a:cubicBezTo>
                  <a:pt x="54410" y="234438"/>
                  <a:pt x="0" y="181844"/>
                  <a:pt x="0" y="117204"/>
                </a:cubicBezTo>
                <a:cubicBezTo>
                  <a:pt x="0" y="52563"/>
                  <a:pt x="54410" y="0"/>
                  <a:pt x="121251" y="0"/>
                </a:cubicBezTo>
                <a:cubicBezTo>
                  <a:pt x="149237" y="0"/>
                  <a:pt x="175023" y="9212"/>
                  <a:pt x="195582" y="24679"/>
                </a:cubicBezTo>
                <a:lnTo>
                  <a:pt x="176234" y="43381"/>
                </a:lnTo>
                <a:cubicBezTo>
                  <a:pt x="160743" y="32567"/>
                  <a:pt x="141778" y="26189"/>
                  <a:pt x="121251" y="26189"/>
                </a:cubicBezTo>
                <a:cubicBezTo>
                  <a:pt x="78698" y="26189"/>
                  <a:pt x="42680" y="53641"/>
                  <a:pt x="31046" y="91169"/>
                </a:cubicBezTo>
                <a:cubicBezTo>
                  <a:pt x="10614" y="157196"/>
                  <a:pt x="71303" y="220851"/>
                  <a:pt x="141268" y="206154"/>
                </a:cubicBezTo>
                <a:cubicBezTo>
                  <a:pt x="177191" y="198636"/>
                  <a:pt x="205527" y="171215"/>
                  <a:pt x="213305" y="136491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A473D-D79C-439D-85DF-BE8EB692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855" y="6129002"/>
            <a:ext cx="207472" cy="154300"/>
          </a:xfrm>
          <a:custGeom xmlns:a="http://schemas.openxmlformats.org/drawingml/2006/main">
            <a:pathLst>
              <a:path w="207472" h="154300">
                <a:moveTo>
                  <a:pt x="79718" y="92709"/>
                </a:moveTo>
                <a:lnTo>
                  <a:pt x="175629" y="0"/>
                </a:lnTo>
                <a:lnTo>
                  <a:pt x="207472" y="30749"/>
                </a:lnTo>
                <a:lnTo>
                  <a:pt x="79718" y="154300"/>
                </a:lnTo>
                <a:lnTo>
                  <a:pt x="0" y="77181"/>
                </a:lnTo>
                <a:lnTo>
                  <a:pt x="31811" y="46432"/>
                </a:lnTo>
                <a:lnTo>
                  <a:pt x="79718" y="9270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Remaining">
            <a:extLst xmlns:a="http://schemas.openxmlformats.org/drawingml/2006/main">
              <a:ext uri="{FF2B5EF4-FFF2-40B4-BE49-F238E27FC236}">
                <a16:creationId xmlns:a16="http://schemas.microsoft.com/office/drawing/2014/main" id="{8FFD0573-0C64-4B08-A1F8-2F32EE8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457" y="6448146"/>
            <a:ext cx="926983" cy="194184"/>
          </a:xfrm>
          <a:custGeom xmlns:a="http://schemas.openxmlformats.org/drawingml/2006/main">
            <a:pathLst>
              <a:path w="926983" h="194184">
                <a:moveTo>
                  <a:pt x="529709" y="48"/>
                </a:moveTo>
                <a:lnTo>
                  <a:pt x="529352" y="86"/>
                </a:lnTo>
                <a:lnTo>
                  <a:pt x="529001" y="134"/>
                </a:lnTo>
                <a:lnTo>
                  <a:pt x="528655" y="193"/>
                </a:lnTo>
                <a:lnTo>
                  <a:pt x="528313" y="263"/>
                </a:lnTo>
                <a:lnTo>
                  <a:pt x="527976" y="343"/>
                </a:lnTo>
                <a:lnTo>
                  <a:pt x="527645" y="434"/>
                </a:lnTo>
                <a:lnTo>
                  <a:pt x="527318" y="536"/>
                </a:lnTo>
                <a:lnTo>
                  <a:pt x="526996" y="649"/>
                </a:lnTo>
                <a:lnTo>
                  <a:pt x="526678" y="772"/>
                </a:lnTo>
                <a:lnTo>
                  <a:pt x="526366" y="906"/>
                </a:lnTo>
                <a:lnTo>
                  <a:pt x="526059" y="1051"/>
                </a:lnTo>
                <a:lnTo>
                  <a:pt x="525756" y="1207"/>
                </a:lnTo>
                <a:lnTo>
                  <a:pt x="525459" y="1373"/>
                </a:lnTo>
                <a:lnTo>
                  <a:pt x="525166" y="1550"/>
                </a:lnTo>
                <a:lnTo>
                  <a:pt x="524878" y="1738"/>
                </a:lnTo>
                <a:lnTo>
                  <a:pt x="524595" y="1936"/>
                </a:lnTo>
                <a:lnTo>
                  <a:pt x="524317" y="2145"/>
                </a:lnTo>
                <a:lnTo>
                  <a:pt x="524044" y="2365"/>
                </a:lnTo>
                <a:lnTo>
                  <a:pt x="523776" y="2596"/>
                </a:lnTo>
                <a:lnTo>
                  <a:pt x="523512" y="2837"/>
                </a:lnTo>
                <a:lnTo>
                  <a:pt x="523254" y="3089"/>
                </a:lnTo>
                <a:lnTo>
                  <a:pt x="523003" y="3349"/>
                </a:lnTo>
                <a:lnTo>
                  <a:pt x="522763" y="3613"/>
                </a:lnTo>
                <a:lnTo>
                  <a:pt x="522533" y="3882"/>
                </a:lnTo>
                <a:lnTo>
                  <a:pt x="522315" y="4155"/>
                </a:lnTo>
                <a:lnTo>
                  <a:pt x="522107" y="4432"/>
                </a:lnTo>
                <a:lnTo>
                  <a:pt x="521909" y="4715"/>
                </a:lnTo>
                <a:lnTo>
                  <a:pt x="521722" y="5001"/>
                </a:lnTo>
                <a:lnTo>
                  <a:pt x="521546" y="5293"/>
                </a:lnTo>
                <a:lnTo>
                  <a:pt x="521381" y="5589"/>
                </a:lnTo>
                <a:lnTo>
                  <a:pt x="521226" y="5889"/>
                </a:lnTo>
                <a:lnTo>
                  <a:pt x="521082" y="6194"/>
                </a:lnTo>
                <a:lnTo>
                  <a:pt x="520949" y="6504"/>
                </a:lnTo>
                <a:lnTo>
                  <a:pt x="520826" y="6818"/>
                </a:lnTo>
                <a:lnTo>
                  <a:pt x="520714" y="7136"/>
                </a:lnTo>
                <a:lnTo>
                  <a:pt x="520613" y="7460"/>
                </a:lnTo>
                <a:lnTo>
                  <a:pt x="520522" y="7788"/>
                </a:lnTo>
                <a:lnTo>
                  <a:pt x="520442" y="8120"/>
                </a:lnTo>
                <a:lnTo>
                  <a:pt x="520373" y="8457"/>
                </a:lnTo>
                <a:lnTo>
                  <a:pt x="520314" y="8798"/>
                </a:lnTo>
                <a:lnTo>
                  <a:pt x="520266" y="9144"/>
                </a:lnTo>
                <a:lnTo>
                  <a:pt x="520229" y="9495"/>
                </a:lnTo>
                <a:lnTo>
                  <a:pt x="520202" y="9850"/>
                </a:lnTo>
                <a:lnTo>
                  <a:pt x="520186" y="10210"/>
                </a:lnTo>
                <a:lnTo>
                  <a:pt x="520181" y="10574"/>
                </a:lnTo>
                <a:lnTo>
                  <a:pt x="520186" y="10938"/>
                </a:lnTo>
                <a:lnTo>
                  <a:pt x="520202" y="11298"/>
                </a:lnTo>
                <a:lnTo>
                  <a:pt x="520229" y="11654"/>
                </a:lnTo>
                <a:lnTo>
                  <a:pt x="520267" y="12005"/>
                </a:lnTo>
                <a:lnTo>
                  <a:pt x="520316" y="12352"/>
                </a:lnTo>
                <a:lnTo>
                  <a:pt x="520376" y="12694"/>
                </a:lnTo>
                <a:lnTo>
                  <a:pt x="520446" y="13033"/>
                </a:lnTo>
                <a:lnTo>
                  <a:pt x="520528" y="13366"/>
                </a:lnTo>
                <a:lnTo>
                  <a:pt x="520620" y="13696"/>
                </a:lnTo>
                <a:lnTo>
                  <a:pt x="520723" y="14021"/>
                </a:lnTo>
                <a:lnTo>
                  <a:pt x="520837" y="14342"/>
                </a:lnTo>
                <a:lnTo>
                  <a:pt x="520962" y="14658"/>
                </a:lnTo>
                <a:lnTo>
                  <a:pt x="521097" y="14970"/>
                </a:lnTo>
                <a:lnTo>
                  <a:pt x="521244" y="15277"/>
                </a:lnTo>
                <a:lnTo>
                  <a:pt x="521401" y="15581"/>
                </a:lnTo>
                <a:lnTo>
                  <a:pt x="521570" y="15880"/>
                </a:lnTo>
                <a:lnTo>
                  <a:pt x="521749" y="16174"/>
                </a:lnTo>
                <a:lnTo>
                  <a:pt x="521938" y="16464"/>
                </a:lnTo>
                <a:lnTo>
                  <a:pt x="522139" y="16750"/>
                </a:lnTo>
                <a:lnTo>
                  <a:pt x="522351" y="17032"/>
                </a:lnTo>
                <a:lnTo>
                  <a:pt x="522573" y="17309"/>
                </a:lnTo>
                <a:lnTo>
                  <a:pt x="522807" y="17581"/>
                </a:lnTo>
                <a:lnTo>
                  <a:pt x="523051" y="17850"/>
                </a:lnTo>
                <a:lnTo>
                  <a:pt x="523306" y="18114"/>
                </a:lnTo>
                <a:lnTo>
                  <a:pt x="523568" y="18370"/>
                </a:lnTo>
                <a:lnTo>
                  <a:pt x="523835" y="18615"/>
                </a:lnTo>
                <a:lnTo>
                  <a:pt x="524107" y="18849"/>
                </a:lnTo>
                <a:lnTo>
                  <a:pt x="524382" y="19073"/>
                </a:lnTo>
                <a:lnTo>
                  <a:pt x="524662" y="19285"/>
                </a:lnTo>
                <a:lnTo>
                  <a:pt x="524947" y="19487"/>
                </a:lnTo>
                <a:lnTo>
                  <a:pt x="525235" y="19677"/>
                </a:lnTo>
                <a:lnTo>
                  <a:pt x="525528" y="19857"/>
                </a:lnTo>
                <a:lnTo>
                  <a:pt x="525826" y="20026"/>
                </a:lnTo>
                <a:lnTo>
                  <a:pt x="526127" y="20184"/>
                </a:lnTo>
                <a:lnTo>
                  <a:pt x="526433" y="20331"/>
                </a:lnTo>
                <a:lnTo>
                  <a:pt x="526744" y="20467"/>
                </a:lnTo>
                <a:lnTo>
                  <a:pt x="527058" y="20593"/>
                </a:lnTo>
                <a:lnTo>
                  <a:pt x="527377" y="20707"/>
                </a:lnTo>
                <a:lnTo>
                  <a:pt x="527701" y="20811"/>
                </a:lnTo>
                <a:lnTo>
                  <a:pt x="528028" y="20903"/>
                </a:lnTo>
                <a:lnTo>
                  <a:pt x="528360" y="20985"/>
                </a:lnTo>
                <a:lnTo>
                  <a:pt x="528697" y="21056"/>
                </a:lnTo>
                <a:lnTo>
                  <a:pt x="529038" y="21116"/>
                </a:lnTo>
                <a:lnTo>
                  <a:pt x="529383" y="21165"/>
                </a:lnTo>
                <a:lnTo>
                  <a:pt x="529732" y="21203"/>
                </a:lnTo>
                <a:lnTo>
                  <a:pt x="530086" y="21230"/>
                </a:lnTo>
                <a:lnTo>
                  <a:pt x="530444" y="21246"/>
                </a:lnTo>
                <a:lnTo>
                  <a:pt x="530806" y="21252"/>
                </a:lnTo>
                <a:lnTo>
                  <a:pt x="531169" y="21246"/>
                </a:lnTo>
                <a:lnTo>
                  <a:pt x="531527" y="21230"/>
                </a:lnTo>
                <a:lnTo>
                  <a:pt x="531880" y="21203"/>
                </a:lnTo>
                <a:lnTo>
                  <a:pt x="532229" y="21165"/>
                </a:lnTo>
                <a:lnTo>
                  <a:pt x="532573" y="21116"/>
                </a:lnTo>
                <a:lnTo>
                  <a:pt x="532913" y="21056"/>
                </a:lnTo>
                <a:lnTo>
                  <a:pt x="533248" y="20985"/>
                </a:lnTo>
                <a:lnTo>
                  <a:pt x="533579" y="20903"/>
                </a:lnTo>
                <a:lnTo>
                  <a:pt x="533905" y="20811"/>
                </a:lnTo>
                <a:lnTo>
                  <a:pt x="534227" y="20707"/>
                </a:lnTo>
                <a:lnTo>
                  <a:pt x="534544" y="20593"/>
                </a:lnTo>
                <a:lnTo>
                  <a:pt x="534856" y="20467"/>
                </a:lnTo>
                <a:lnTo>
                  <a:pt x="535164" y="20331"/>
                </a:lnTo>
                <a:lnTo>
                  <a:pt x="535468" y="20184"/>
                </a:lnTo>
                <a:lnTo>
                  <a:pt x="535767" y="20026"/>
                </a:lnTo>
                <a:lnTo>
                  <a:pt x="536062" y="19857"/>
                </a:lnTo>
                <a:lnTo>
                  <a:pt x="536352" y="19677"/>
                </a:lnTo>
                <a:lnTo>
                  <a:pt x="536637" y="19487"/>
                </a:lnTo>
                <a:lnTo>
                  <a:pt x="536918" y="19285"/>
                </a:lnTo>
                <a:lnTo>
                  <a:pt x="537194" y="19073"/>
                </a:lnTo>
                <a:lnTo>
                  <a:pt x="537466" y="18849"/>
                </a:lnTo>
                <a:lnTo>
                  <a:pt x="537734" y="18615"/>
                </a:lnTo>
                <a:lnTo>
                  <a:pt x="537997" y="18370"/>
                </a:lnTo>
                <a:lnTo>
                  <a:pt x="538255" y="18114"/>
                </a:lnTo>
                <a:lnTo>
                  <a:pt x="538506" y="17850"/>
                </a:lnTo>
                <a:lnTo>
                  <a:pt x="538746" y="17581"/>
                </a:lnTo>
                <a:lnTo>
                  <a:pt x="538975" y="17309"/>
                </a:lnTo>
                <a:lnTo>
                  <a:pt x="539194" y="17032"/>
                </a:lnTo>
                <a:lnTo>
                  <a:pt x="539402" y="16750"/>
                </a:lnTo>
                <a:lnTo>
                  <a:pt x="539600" y="16464"/>
                </a:lnTo>
                <a:lnTo>
                  <a:pt x="539786" y="16174"/>
                </a:lnTo>
                <a:lnTo>
                  <a:pt x="539962" y="15880"/>
                </a:lnTo>
                <a:lnTo>
                  <a:pt x="540128" y="15581"/>
                </a:lnTo>
                <a:lnTo>
                  <a:pt x="540282" y="15277"/>
                </a:lnTo>
                <a:lnTo>
                  <a:pt x="540427" y="14970"/>
                </a:lnTo>
                <a:lnTo>
                  <a:pt x="540560" y="14658"/>
                </a:lnTo>
                <a:lnTo>
                  <a:pt x="540683" y="14342"/>
                </a:lnTo>
                <a:lnTo>
                  <a:pt x="540795" y="14021"/>
                </a:lnTo>
                <a:lnTo>
                  <a:pt x="540896" y="13696"/>
                </a:lnTo>
                <a:lnTo>
                  <a:pt x="540987" y="13366"/>
                </a:lnTo>
                <a:lnTo>
                  <a:pt x="541067" y="13033"/>
                </a:lnTo>
                <a:lnTo>
                  <a:pt x="541136" y="12694"/>
                </a:lnTo>
                <a:lnTo>
                  <a:pt x="541195" y="12352"/>
                </a:lnTo>
                <a:lnTo>
                  <a:pt x="541243" y="12005"/>
                </a:lnTo>
                <a:lnTo>
                  <a:pt x="541280" y="11654"/>
                </a:lnTo>
                <a:lnTo>
                  <a:pt x="541307" y="11298"/>
                </a:lnTo>
                <a:lnTo>
                  <a:pt x="541323" y="10938"/>
                </a:lnTo>
                <a:lnTo>
                  <a:pt x="541328" y="10574"/>
                </a:lnTo>
                <a:lnTo>
                  <a:pt x="541323" y="10210"/>
                </a:lnTo>
                <a:lnTo>
                  <a:pt x="541307" y="9850"/>
                </a:lnTo>
                <a:lnTo>
                  <a:pt x="541280" y="9495"/>
                </a:lnTo>
                <a:lnTo>
                  <a:pt x="541243" y="9144"/>
                </a:lnTo>
                <a:lnTo>
                  <a:pt x="541195" y="8798"/>
                </a:lnTo>
                <a:lnTo>
                  <a:pt x="541136" y="8457"/>
                </a:lnTo>
                <a:lnTo>
                  <a:pt x="541067" y="8120"/>
                </a:lnTo>
                <a:lnTo>
                  <a:pt x="540987" y="7788"/>
                </a:lnTo>
                <a:lnTo>
                  <a:pt x="540896" y="7460"/>
                </a:lnTo>
                <a:lnTo>
                  <a:pt x="540795" y="7136"/>
                </a:lnTo>
                <a:lnTo>
                  <a:pt x="540683" y="6818"/>
                </a:lnTo>
                <a:lnTo>
                  <a:pt x="540560" y="6504"/>
                </a:lnTo>
                <a:lnTo>
                  <a:pt x="540427" y="6194"/>
                </a:lnTo>
                <a:lnTo>
                  <a:pt x="540282" y="5889"/>
                </a:lnTo>
                <a:lnTo>
                  <a:pt x="540128" y="5589"/>
                </a:lnTo>
                <a:lnTo>
                  <a:pt x="539962" y="5293"/>
                </a:lnTo>
                <a:lnTo>
                  <a:pt x="539786" y="5001"/>
                </a:lnTo>
                <a:lnTo>
                  <a:pt x="539600" y="4715"/>
                </a:lnTo>
                <a:lnTo>
                  <a:pt x="539402" y="4432"/>
                </a:lnTo>
                <a:lnTo>
                  <a:pt x="539194" y="4155"/>
                </a:lnTo>
                <a:lnTo>
                  <a:pt x="538975" y="3882"/>
                </a:lnTo>
                <a:lnTo>
                  <a:pt x="538746" y="3613"/>
                </a:lnTo>
                <a:lnTo>
                  <a:pt x="538506" y="3349"/>
                </a:lnTo>
                <a:lnTo>
                  <a:pt x="538255" y="3089"/>
                </a:lnTo>
                <a:lnTo>
                  <a:pt x="537997" y="2837"/>
                </a:lnTo>
                <a:lnTo>
                  <a:pt x="537734" y="2596"/>
                </a:lnTo>
                <a:lnTo>
                  <a:pt x="537466" y="2365"/>
                </a:lnTo>
                <a:lnTo>
                  <a:pt x="537194" y="2145"/>
                </a:lnTo>
                <a:lnTo>
                  <a:pt x="536918" y="1936"/>
                </a:lnTo>
                <a:lnTo>
                  <a:pt x="536637" y="1738"/>
                </a:lnTo>
                <a:lnTo>
                  <a:pt x="536352" y="1550"/>
                </a:lnTo>
                <a:lnTo>
                  <a:pt x="536062" y="1373"/>
                </a:lnTo>
                <a:lnTo>
                  <a:pt x="535767" y="1207"/>
                </a:lnTo>
                <a:lnTo>
                  <a:pt x="535468" y="1051"/>
                </a:lnTo>
                <a:lnTo>
                  <a:pt x="535164" y="906"/>
                </a:lnTo>
                <a:lnTo>
                  <a:pt x="534856" y="772"/>
                </a:lnTo>
                <a:lnTo>
                  <a:pt x="534544" y="649"/>
                </a:lnTo>
                <a:lnTo>
                  <a:pt x="534227" y="536"/>
                </a:lnTo>
                <a:lnTo>
                  <a:pt x="533905" y="434"/>
                </a:lnTo>
                <a:lnTo>
                  <a:pt x="533579" y="343"/>
                </a:lnTo>
                <a:lnTo>
                  <a:pt x="533248" y="263"/>
                </a:lnTo>
                <a:lnTo>
                  <a:pt x="532913" y="193"/>
                </a:lnTo>
                <a:lnTo>
                  <a:pt x="532573" y="134"/>
                </a:lnTo>
                <a:lnTo>
                  <a:pt x="532229" y="86"/>
                </a:lnTo>
                <a:lnTo>
                  <a:pt x="531880" y="48"/>
                </a:lnTo>
                <a:lnTo>
                  <a:pt x="531527" y="21"/>
                </a:lnTo>
                <a:lnTo>
                  <a:pt x="531169" y="5"/>
                </a:lnTo>
                <a:lnTo>
                  <a:pt x="530806" y="0"/>
                </a:lnTo>
                <a:lnTo>
                  <a:pt x="530436" y="5"/>
                </a:lnTo>
                <a:lnTo>
                  <a:pt x="530070" y="21"/>
                </a:lnTo>
                <a:lnTo>
                  <a:pt x="529709" y="48"/>
                </a:lnTo>
                <a:close/>
                <a:moveTo>
                  <a:pt x="137711" y="143918"/>
                </a:moveTo>
                <a:lnTo>
                  <a:pt x="136800" y="143773"/>
                </a:lnTo>
                <a:lnTo>
                  <a:pt x="135905" y="143616"/>
                </a:lnTo>
                <a:lnTo>
                  <a:pt x="135025" y="143448"/>
                </a:lnTo>
                <a:lnTo>
                  <a:pt x="134160" y="143268"/>
                </a:lnTo>
                <a:lnTo>
                  <a:pt x="133311" y="143077"/>
                </a:lnTo>
                <a:lnTo>
                  <a:pt x="132476" y="142874"/>
                </a:lnTo>
                <a:lnTo>
                  <a:pt x="131657" y="142659"/>
                </a:lnTo>
                <a:lnTo>
                  <a:pt x="130853" y="142432"/>
                </a:lnTo>
                <a:lnTo>
                  <a:pt x="130064" y="142195"/>
                </a:lnTo>
                <a:lnTo>
                  <a:pt x="129290" y="141945"/>
                </a:lnTo>
                <a:lnTo>
                  <a:pt x="128531" y="141684"/>
                </a:lnTo>
                <a:lnTo>
                  <a:pt x="127788" y="141411"/>
                </a:lnTo>
                <a:lnTo>
                  <a:pt x="127060" y="141127"/>
                </a:lnTo>
                <a:lnTo>
                  <a:pt x="126347" y="140831"/>
                </a:lnTo>
                <a:lnTo>
                  <a:pt x="125649" y="140523"/>
                </a:lnTo>
                <a:lnTo>
                  <a:pt x="124967" y="140204"/>
                </a:lnTo>
                <a:lnTo>
                  <a:pt x="124299" y="139873"/>
                </a:lnTo>
                <a:lnTo>
                  <a:pt x="123647" y="139531"/>
                </a:lnTo>
                <a:lnTo>
                  <a:pt x="123010" y="139176"/>
                </a:lnTo>
                <a:lnTo>
                  <a:pt x="122388" y="138811"/>
                </a:lnTo>
                <a:lnTo>
                  <a:pt x="121782" y="138434"/>
                </a:lnTo>
                <a:lnTo>
                  <a:pt x="121178" y="138034"/>
                </a:lnTo>
                <a:lnTo>
                  <a:pt x="120564" y="137602"/>
                </a:lnTo>
                <a:lnTo>
                  <a:pt x="119941" y="137137"/>
                </a:lnTo>
                <a:lnTo>
                  <a:pt x="119308" y="136639"/>
                </a:lnTo>
                <a:lnTo>
                  <a:pt x="118665" y="136109"/>
                </a:lnTo>
                <a:lnTo>
                  <a:pt x="118012" y="135546"/>
                </a:lnTo>
                <a:lnTo>
                  <a:pt x="117349" y="134950"/>
                </a:lnTo>
                <a:lnTo>
                  <a:pt x="116677" y="134322"/>
                </a:lnTo>
                <a:lnTo>
                  <a:pt x="115995" y="133661"/>
                </a:lnTo>
                <a:lnTo>
                  <a:pt x="115303" y="132967"/>
                </a:lnTo>
                <a:lnTo>
                  <a:pt x="114602" y="132241"/>
                </a:lnTo>
                <a:lnTo>
                  <a:pt x="113890" y="131482"/>
                </a:lnTo>
                <a:lnTo>
                  <a:pt x="113169" y="130691"/>
                </a:lnTo>
                <a:lnTo>
                  <a:pt x="112438" y="129867"/>
                </a:lnTo>
                <a:lnTo>
                  <a:pt x="111698" y="129010"/>
                </a:lnTo>
                <a:lnTo>
                  <a:pt x="110947" y="128120"/>
                </a:lnTo>
                <a:lnTo>
                  <a:pt x="110187" y="127198"/>
                </a:lnTo>
                <a:lnTo>
                  <a:pt x="109417" y="126243"/>
                </a:lnTo>
                <a:lnTo>
                  <a:pt x="108638" y="125256"/>
                </a:lnTo>
                <a:lnTo>
                  <a:pt x="107848" y="124236"/>
                </a:lnTo>
                <a:lnTo>
                  <a:pt x="107049" y="123183"/>
                </a:lnTo>
                <a:lnTo>
                  <a:pt x="106240" y="122097"/>
                </a:lnTo>
                <a:lnTo>
                  <a:pt x="105421" y="120979"/>
                </a:lnTo>
                <a:lnTo>
                  <a:pt x="104593" y="119828"/>
                </a:lnTo>
                <a:lnTo>
                  <a:pt x="75423" y="79174"/>
                </a:lnTo>
                <a:lnTo>
                  <a:pt x="76892" y="78835"/>
                </a:lnTo>
                <a:lnTo>
                  <a:pt x="78328" y="78477"/>
                </a:lnTo>
                <a:lnTo>
                  <a:pt x="79731" y="78099"/>
                </a:lnTo>
                <a:lnTo>
                  <a:pt x="81102" y="77702"/>
                </a:lnTo>
                <a:lnTo>
                  <a:pt x="82441" y="77285"/>
                </a:lnTo>
                <a:lnTo>
                  <a:pt x="83748" y="76849"/>
                </a:lnTo>
                <a:lnTo>
                  <a:pt x="85022" y="76393"/>
                </a:lnTo>
                <a:lnTo>
                  <a:pt x="86263" y="75918"/>
                </a:lnTo>
                <a:lnTo>
                  <a:pt x="87473" y="75424"/>
                </a:lnTo>
                <a:lnTo>
                  <a:pt x="88650" y="74910"/>
                </a:lnTo>
                <a:lnTo>
                  <a:pt x="89794" y="74376"/>
                </a:lnTo>
                <a:lnTo>
                  <a:pt x="90907" y="73823"/>
                </a:lnTo>
                <a:lnTo>
                  <a:pt x="91986" y="73251"/>
                </a:lnTo>
                <a:lnTo>
                  <a:pt x="93034" y="72659"/>
                </a:lnTo>
                <a:lnTo>
                  <a:pt x="94049" y="72048"/>
                </a:lnTo>
                <a:lnTo>
                  <a:pt x="95032" y="71417"/>
                </a:lnTo>
                <a:lnTo>
                  <a:pt x="95982" y="70767"/>
                </a:lnTo>
                <a:lnTo>
                  <a:pt x="96900" y="70097"/>
                </a:lnTo>
                <a:lnTo>
                  <a:pt x="97786" y="69408"/>
                </a:lnTo>
                <a:lnTo>
                  <a:pt x="98639" y="68699"/>
                </a:lnTo>
                <a:lnTo>
                  <a:pt x="99460" y="67971"/>
                </a:lnTo>
                <a:lnTo>
                  <a:pt x="100248" y="67223"/>
                </a:lnTo>
                <a:lnTo>
                  <a:pt x="101004" y="66456"/>
                </a:lnTo>
                <a:lnTo>
                  <a:pt x="101728" y="65670"/>
                </a:lnTo>
                <a:lnTo>
                  <a:pt x="102421" y="64867"/>
                </a:lnTo>
                <a:lnTo>
                  <a:pt x="103084" y="64053"/>
                </a:lnTo>
                <a:lnTo>
                  <a:pt x="103718" y="63227"/>
                </a:lnTo>
                <a:lnTo>
                  <a:pt x="104322" y="62389"/>
                </a:lnTo>
                <a:lnTo>
                  <a:pt x="104897" y="61539"/>
                </a:lnTo>
                <a:lnTo>
                  <a:pt x="105442" y="60677"/>
                </a:lnTo>
                <a:lnTo>
                  <a:pt x="105958" y="59803"/>
                </a:lnTo>
                <a:lnTo>
                  <a:pt x="106445" y="58917"/>
                </a:lnTo>
                <a:lnTo>
                  <a:pt x="106902" y="58020"/>
                </a:lnTo>
                <a:lnTo>
                  <a:pt x="107329" y="57110"/>
                </a:lnTo>
                <a:lnTo>
                  <a:pt x="107727" y="56189"/>
                </a:lnTo>
                <a:lnTo>
                  <a:pt x="108096" y="55256"/>
                </a:lnTo>
                <a:lnTo>
                  <a:pt x="108435" y="54310"/>
                </a:lnTo>
                <a:lnTo>
                  <a:pt x="108744" y="53353"/>
                </a:lnTo>
                <a:lnTo>
                  <a:pt x="109024" y="52384"/>
                </a:lnTo>
                <a:lnTo>
                  <a:pt x="109275" y="51404"/>
                </a:lnTo>
                <a:lnTo>
                  <a:pt x="109496" y="50411"/>
                </a:lnTo>
                <a:lnTo>
                  <a:pt x="109688" y="49406"/>
                </a:lnTo>
                <a:lnTo>
                  <a:pt x="109850" y="48390"/>
                </a:lnTo>
                <a:lnTo>
                  <a:pt x="109982" y="47361"/>
                </a:lnTo>
                <a:lnTo>
                  <a:pt x="110086" y="46321"/>
                </a:lnTo>
                <a:lnTo>
                  <a:pt x="110159" y="45269"/>
                </a:lnTo>
                <a:lnTo>
                  <a:pt x="110203" y="44205"/>
                </a:lnTo>
                <a:lnTo>
                  <a:pt x="110218" y="43129"/>
                </a:lnTo>
                <a:lnTo>
                  <a:pt x="110205" y="42122"/>
                </a:lnTo>
                <a:lnTo>
                  <a:pt x="110166" y="41127"/>
                </a:lnTo>
                <a:lnTo>
                  <a:pt x="110102" y="40143"/>
                </a:lnTo>
                <a:lnTo>
                  <a:pt x="110011" y="39172"/>
                </a:lnTo>
                <a:lnTo>
                  <a:pt x="109895" y="38212"/>
                </a:lnTo>
                <a:lnTo>
                  <a:pt x="109753" y="37263"/>
                </a:lnTo>
                <a:lnTo>
                  <a:pt x="109585" y="36327"/>
                </a:lnTo>
                <a:lnTo>
                  <a:pt x="109391" y="35402"/>
                </a:lnTo>
                <a:lnTo>
                  <a:pt x="109171" y="34489"/>
                </a:lnTo>
                <a:lnTo>
                  <a:pt x="108925" y="33588"/>
                </a:lnTo>
                <a:lnTo>
                  <a:pt x="108653" y="32698"/>
                </a:lnTo>
                <a:lnTo>
                  <a:pt x="108356" y="31820"/>
                </a:lnTo>
                <a:lnTo>
                  <a:pt x="108033" y="30954"/>
                </a:lnTo>
                <a:lnTo>
                  <a:pt x="107684" y="30099"/>
                </a:lnTo>
                <a:lnTo>
                  <a:pt x="107309" y="29257"/>
                </a:lnTo>
                <a:lnTo>
                  <a:pt x="106908" y="28426"/>
                </a:lnTo>
                <a:lnTo>
                  <a:pt x="106481" y="27606"/>
                </a:lnTo>
                <a:lnTo>
                  <a:pt x="106028" y="26799"/>
                </a:lnTo>
                <a:lnTo>
                  <a:pt x="105550" y="26003"/>
                </a:lnTo>
                <a:lnTo>
                  <a:pt x="105046" y="25219"/>
                </a:lnTo>
                <a:lnTo>
                  <a:pt x="104515" y="24446"/>
                </a:lnTo>
                <a:lnTo>
                  <a:pt x="103959" y="23685"/>
                </a:lnTo>
                <a:lnTo>
                  <a:pt x="103377" y="22937"/>
                </a:lnTo>
                <a:lnTo>
                  <a:pt x="102770" y="22199"/>
                </a:lnTo>
                <a:lnTo>
                  <a:pt x="102143" y="21477"/>
                </a:lnTo>
                <a:lnTo>
                  <a:pt x="101506" y="20774"/>
                </a:lnTo>
                <a:lnTo>
                  <a:pt x="100857" y="20090"/>
                </a:lnTo>
                <a:lnTo>
                  <a:pt x="100197" y="19426"/>
                </a:lnTo>
                <a:lnTo>
                  <a:pt x="99526" y="18780"/>
                </a:lnTo>
                <a:lnTo>
                  <a:pt x="98843" y="18153"/>
                </a:lnTo>
                <a:lnTo>
                  <a:pt x="98150" y="17546"/>
                </a:lnTo>
                <a:lnTo>
                  <a:pt x="97445" y="16958"/>
                </a:lnTo>
                <a:lnTo>
                  <a:pt x="96729" y="16389"/>
                </a:lnTo>
                <a:lnTo>
                  <a:pt x="96002" y="15839"/>
                </a:lnTo>
                <a:lnTo>
                  <a:pt x="95263" y="15308"/>
                </a:lnTo>
                <a:lnTo>
                  <a:pt x="94514" y="14796"/>
                </a:lnTo>
                <a:lnTo>
                  <a:pt x="93753" y="14304"/>
                </a:lnTo>
                <a:lnTo>
                  <a:pt x="92981" y="13830"/>
                </a:lnTo>
                <a:lnTo>
                  <a:pt x="92197" y="13376"/>
                </a:lnTo>
                <a:lnTo>
                  <a:pt x="91403" y="12941"/>
                </a:lnTo>
                <a:lnTo>
                  <a:pt x="90597" y="12525"/>
                </a:lnTo>
                <a:lnTo>
                  <a:pt x="89780" y="12128"/>
                </a:lnTo>
                <a:lnTo>
                  <a:pt x="88952" y="11750"/>
                </a:lnTo>
                <a:lnTo>
                  <a:pt x="88113" y="11391"/>
                </a:lnTo>
                <a:lnTo>
                  <a:pt x="87262" y="11051"/>
                </a:lnTo>
                <a:lnTo>
                  <a:pt x="86400" y="10731"/>
                </a:lnTo>
                <a:lnTo>
                  <a:pt x="85527" y="10430"/>
                </a:lnTo>
                <a:lnTo>
                  <a:pt x="84643" y="10147"/>
                </a:lnTo>
                <a:lnTo>
                  <a:pt x="83733" y="9880"/>
                </a:lnTo>
                <a:lnTo>
                  <a:pt x="82781" y="9625"/>
                </a:lnTo>
                <a:lnTo>
                  <a:pt x="81789" y="9381"/>
                </a:lnTo>
                <a:lnTo>
                  <a:pt x="80755" y="9148"/>
                </a:lnTo>
                <a:lnTo>
                  <a:pt x="79681" y="8926"/>
                </a:lnTo>
                <a:lnTo>
                  <a:pt x="78565" y="8716"/>
                </a:lnTo>
                <a:lnTo>
                  <a:pt x="77408" y="8517"/>
                </a:lnTo>
                <a:lnTo>
                  <a:pt x="76211" y="8330"/>
                </a:lnTo>
                <a:lnTo>
                  <a:pt x="74972" y="8154"/>
                </a:lnTo>
                <a:lnTo>
                  <a:pt x="73692" y="7989"/>
                </a:lnTo>
                <a:lnTo>
                  <a:pt x="72371" y="7836"/>
                </a:lnTo>
                <a:lnTo>
                  <a:pt x="71009" y="7694"/>
                </a:lnTo>
                <a:lnTo>
                  <a:pt x="69606" y="7563"/>
                </a:lnTo>
                <a:lnTo>
                  <a:pt x="68162" y="7444"/>
                </a:lnTo>
                <a:lnTo>
                  <a:pt x="66677" y="7336"/>
                </a:lnTo>
                <a:lnTo>
                  <a:pt x="65150" y="7239"/>
                </a:lnTo>
                <a:lnTo>
                  <a:pt x="63583" y="7154"/>
                </a:lnTo>
                <a:lnTo>
                  <a:pt x="61975" y="7080"/>
                </a:lnTo>
                <a:lnTo>
                  <a:pt x="60326" y="7018"/>
                </a:lnTo>
                <a:lnTo>
                  <a:pt x="58635" y="6966"/>
                </a:lnTo>
                <a:lnTo>
                  <a:pt x="56904" y="6927"/>
                </a:lnTo>
                <a:lnTo>
                  <a:pt x="55131" y="6898"/>
                </a:lnTo>
                <a:lnTo>
                  <a:pt x="53318" y="6881"/>
                </a:lnTo>
                <a:lnTo>
                  <a:pt x="51463" y="6876"/>
                </a:lnTo>
                <a:lnTo>
                  <a:pt x="0" y="6876"/>
                </a:lnTo>
                <a:lnTo>
                  <a:pt x="0" y="10730"/>
                </a:lnTo>
                <a:lnTo>
                  <a:pt x="5313" y="10730"/>
                </a:lnTo>
                <a:lnTo>
                  <a:pt x="5975" y="10738"/>
                </a:lnTo>
                <a:lnTo>
                  <a:pt x="6622" y="10762"/>
                </a:lnTo>
                <a:lnTo>
                  <a:pt x="7257" y="10802"/>
                </a:lnTo>
                <a:lnTo>
                  <a:pt x="7877" y="10857"/>
                </a:lnTo>
                <a:lnTo>
                  <a:pt x="8483" y="10929"/>
                </a:lnTo>
                <a:lnTo>
                  <a:pt x="9076" y="11017"/>
                </a:lnTo>
                <a:lnTo>
                  <a:pt x="9655" y="11120"/>
                </a:lnTo>
                <a:lnTo>
                  <a:pt x="10221" y="11239"/>
                </a:lnTo>
                <a:lnTo>
                  <a:pt x="10772" y="11375"/>
                </a:lnTo>
                <a:lnTo>
                  <a:pt x="11310" y="11526"/>
                </a:lnTo>
                <a:lnTo>
                  <a:pt x="11834" y="11693"/>
                </a:lnTo>
                <a:lnTo>
                  <a:pt x="12345" y="11876"/>
                </a:lnTo>
                <a:lnTo>
                  <a:pt x="12841" y="12075"/>
                </a:lnTo>
                <a:lnTo>
                  <a:pt x="13324" y="12290"/>
                </a:lnTo>
                <a:lnTo>
                  <a:pt x="13794" y="12521"/>
                </a:lnTo>
                <a:lnTo>
                  <a:pt x="14249" y="12767"/>
                </a:lnTo>
                <a:lnTo>
                  <a:pt x="14691" y="13030"/>
                </a:lnTo>
                <a:lnTo>
                  <a:pt x="15119" y="13308"/>
                </a:lnTo>
                <a:lnTo>
                  <a:pt x="15533" y="13603"/>
                </a:lnTo>
                <a:lnTo>
                  <a:pt x="15933" y="13913"/>
                </a:lnTo>
                <a:lnTo>
                  <a:pt x="16320" y="14240"/>
                </a:lnTo>
                <a:lnTo>
                  <a:pt x="16693" y="14582"/>
                </a:lnTo>
                <a:lnTo>
                  <a:pt x="17052" y="14940"/>
                </a:lnTo>
                <a:lnTo>
                  <a:pt x="17397" y="15314"/>
                </a:lnTo>
                <a:lnTo>
                  <a:pt x="17635" y="15601"/>
                </a:lnTo>
                <a:lnTo>
                  <a:pt x="17863" y="15922"/>
                </a:lnTo>
                <a:lnTo>
                  <a:pt x="18081" y="16279"/>
                </a:lnTo>
                <a:lnTo>
                  <a:pt x="18289" y="16671"/>
                </a:lnTo>
                <a:lnTo>
                  <a:pt x="18486" y="17098"/>
                </a:lnTo>
                <a:lnTo>
                  <a:pt x="18674" y="17560"/>
                </a:lnTo>
                <a:lnTo>
                  <a:pt x="18851" y="18057"/>
                </a:lnTo>
                <a:lnTo>
                  <a:pt x="19018" y="18590"/>
                </a:lnTo>
                <a:lnTo>
                  <a:pt x="19175" y="19157"/>
                </a:lnTo>
                <a:lnTo>
                  <a:pt x="19322" y="19759"/>
                </a:lnTo>
                <a:lnTo>
                  <a:pt x="19458" y="20397"/>
                </a:lnTo>
                <a:lnTo>
                  <a:pt x="19585" y="21070"/>
                </a:lnTo>
                <a:lnTo>
                  <a:pt x="19702" y="21777"/>
                </a:lnTo>
                <a:lnTo>
                  <a:pt x="19808" y="22520"/>
                </a:lnTo>
                <a:lnTo>
                  <a:pt x="19904" y="23298"/>
                </a:lnTo>
                <a:lnTo>
                  <a:pt x="19990" y="24111"/>
                </a:lnTo>
                <a:lnTo>
                  <a:pt x="20066" y="24959"/>
                </a:lnTo>
                <a:lnTo>
                  <a:pt x="20132" y="25842"/>
                </a:lnTo>
                <a:lnTo>
                  <a:pt x="20188" y="26760"/>
                </a:lnTo>
                <a:lnTo>
                  <a:pt x="20233" y="27714"/>
                </a:lnTo>
                <a:lnTo>
                  <a:pt x="20269" y="28702"/>
                </a:lnTo>
                <a:lnTo>
                  <a:pt x="20294" y="29726"/>
                </a:lnTo>
                <a:lnTo>
                  <a:pt x="20309" y="30784"/>
                </a:lnTo>
                <a:lnTo>
                  <a:pt x="20314" y="31878"/>
                </a:lnTo>
                <a:lnTo>
                  <a:pt x="20314" y="123136"/>
                </a:lnTo>
                <a:lnTo>
                  <a:pt x="20311" y="124128"/>
                </a:lnTo>
                <a:lnTo>
                  <a:pt x="20299" y="125089"/>
                </a:lnTo>
                <a:lnTo>
                  <a:pt x="20280" y="126019"/>
                </a:lnTo>
                <a:lnTo>
                  <a:pt x="20254" y="126918"/>
                </a:lnTo>
                <a:lnTo>
                  <a:pt x="20219" y="127787"/>
                </a:lnTo>
                <a:lnTo>
                  <a:pt x="20178" y="128625"/>
                </a:lnTo>
                <a:lnTo>
                  <a:pt x="20128" y="129432"/>
                </a:lnTo>
                <a:lnTo>
                  <a:pt x="20071" y="130208"/>
                </a:lnTo>
                <a:lnTo>
                  <a:pt x="20007" y="130954"/>
                </a:lnTo>
                <a:lnTo>
                  <a:pt x="19935" y="131669"/>
                </a:lnTo>
                <a:lnTo>
                  <a:pt x="19855" y="132353"/>
                </a:lnTo>
                <a:lnTo>
                  <a:pt x="19767" y="133007"/>
                </a:lnTo>
                <a:lnTo>
                  <a:pt x="19672" y="133629"/>
                </a:lnTo>
                <a:lnTo>
                  <a:pt x="19570" y="134221"/>
                </a:lnTo>
                <a:lnTo>
                  <a:pt x="19460" y="134783"/>
                </a:lnTo>
                <a:lnTo>
                  <a:pt x="19342" y="135313"/>
                </a:lnTo>
                <a:lnTo>
                  <a:pt x="19217" y="135813"/>
                </a:lnTo>
                <a:lnTo>
                  <a:pt x="19084" y="136282"/>
                </a:lnTo>
                <a:lnTo>
                  <a:pt x="18943" y="136720"/>
                </a:lnTo>
                <a:lnTo>
                  <a:pt x="18795" y="137127"/>
                </a:lnTo>
                <a:lnTo>
                  <a:pt x="18639" y="137504"/>
                </a:lnTo>
                <a:lnTo>
                  <a:pt x="18476" y="137850"/>
                </a:lnTo>
                <a:lnTo>
                  <a:pt x="18305" y="138165"/>
                </a:lnTo>
                <a:lnTo>
                  <a:pt x="18127" y="138450"/>
                </a:lnTo>
                <a:lnTo>
                  <a:pt x="17797" y="138926"/>
                </a:lnTo>
                <a:lnTo>
                  <a:pt x="17449" y="139382"/>
                </a:lnTo>
                <a:lnTo>
                  <a:pt x="17083" y="139817"/>
                </a:lnTo>
                <a:lnTo>
                  <a:pt x="16700" y="140232"/>
                </a:lnTo>
                <a:lnTo>
                  <a:pt x="16299" y="140627"/>
                </a:lnTo>
                <a:lnTo>
                  <a:pt x="15880" y="141002"/>
                </a:lnTo>
                <a:lnTo>
                  <a:pt x="15444" y="141357"/>
                </a:lnTo>
                <a:lnTo>
                  <a:pt x="14990" y="141691"/>
                </a:lnTo>
                <a:lnTo>
                  <a:pt x="14518" y="142005"/>
                </a:lnTo>
                <a:lnTo>
                  <a:pt x="14028" y="142299"/>
                </a:lnTo>
                <a:lnTo>
                  <a:pt x="13521" y="142572"/>
                </a:lnTo>
                <a:lnTo>
                  <a:pt x="12996" y="142825"/>
                </a:lnTo>
                <a:lnTo>
                  <a:pt x="12453" y="143058"/>
                </a:lnTo>
                <a:lnTo>
                  <a:pt x="11893" y="143271"/>
                </a:lnTo>
                <a:lnTo>
                  <a:pt x="11314" y="143463"/>
                </a:lnTo>
                <a:lnTo>
                  <a:pt x="10719" y="143636"/>
                </a:lnTo>
                <a:lnTo>
                  <a:pt x="10105" y="143787"/>
                </a:lnTo>
                <a:lnTo>
                  <a:pt x="9474" y="143919"/>
                </a:lnTo>
                <a:lnTo>
                  <a:pt x="8824" y="144031"/>
                </a:lnTo>
                <a:lnTo>
                  <a:pt x="8158" y="144122"/>
                </a:lnTo>
                <a:lnTo>
                  <a:pt x="7473" y="144193"/>
                </a:lnTo>
                <a:lnTo>
                  <a:pt x="6771" y="144243"/>
                </a:lnTo>
                <a:lnTo>
                  <a:pt x="6051" y="144274"/>
                </a:lnTo>
                <a:lnTo>
                  <a:pt x="5313" y="144284"/>
                </a:lnTo>
                <a:lnTo>
                  <a:pt x="0" y="144284"/>
                </a:lnTo>
                <a:lnTo>
                  <a:pt x="0" y="148138"/>
                </a:lnTo>
                <a:lnTo>
                  <a:pt x="60526" y="148138"/>
                </a:lnTo>
                <a:lnTo>
                  <a:pt x="60526" y="144284"/>
                </a:lnTo>
                <a:lnTo>
                  <a:pt x="55005" y="144284"/>
                </a:lnTo>
                <a:lnTo>
                  <a:pt x="54352" y="144276"/>
                </a:lnTo>
                <a:lnTo>
                  <a:pt x="53713" y="144252"/>
                </a:lnTo>
                <a:lnTo>
                  <a:pt x="53087" y="144212"/>
                </a:lnTo>
                <a:lnTo>
                  <a:pt x="52476" y="144156"/>
                </a:lnTo>
                <a:lnTo>
                  <a:pt x="51878" y="144084"/>
                </a:lnTo>
                <a:lnTo>
                  <a:pt x="51294" y="143996"/>
                </a:lnTo>
                <a:lnTo>
                  <a:pt x="50723" y="143892"/>
                </a:lnTo>
                <a:lnTo>
                  <a:pt x="50167" y="143773"/>
                </a:lnTo>
                <a:lnTo>
                  <a:pt x="49624" y="143637"/>
                </a:lnTo>
                <a:lnTo>
                  <a:pt x="49094" y="143485"/>
                </a:lnTo>
                <a:lnTo>
                  <a:pt x="48579" y="143317"/>
                </a:lnTo>
                <a:lnTo>
                  <a:pt x="48077" y="143134"/>
                </a:lnTo>
                <a:lnTo>
                  <a:pt x="47589" y="142934"/>
                </a:lnTo>
                <a:lnTo>
                  <a:pt x="47115" y="142718"/>
                </a:lnTo>
                <a:lnTo>
                  <a:pt x="46655" y="142487"/>
                </a:lnTo>
                <a:lnTo>
                  <a:pt x="46208" y="142239"/>
                </a:lnTo>
                <a:lnTo>
                  <a:pt x="45775" y="141976"/>
                </a:lnTo>
                <a:lnTo>
                  <a:pt x="45356" y="141696"/>
                </a:lnTo>
                <a:lnTo>
                  <a:pt x="44950" y="141401"/>
                </a:lnTo>
                <a:lnTo>
                  <a:pt x="44558" y="141089"/>
                </a:lnTo>
                <a:lnTo>
                  <a:pt x="44180" y="140762"/>
                </a:lnTo>
                <a:lnTo>
                  <a:pt x="43816" y="140418"/>
                </a:lnTo>
                <a:lnTo>
                  <a:pt x="43466" y="140059"/>
                </a:lnTo>
                <a:lnTo>
                  <a:pt x="43129" y="139684"/>
                </a:lnTo>
                <a:lnTo>
                  <a:pt x="42891" y="139396"/>
                </a:lnTo>
                <a:lnTo>
                  <a:pt x="42663" y="139073"/>
                </a:lnTo>
                <a:lnTo>
                  <a:pt x="42445" y="138715"/>
                </a:lnTo>
                <a:lnTo>
                  <a:pt x="42238" y="138322"/>
                </a:lnTo>
                <a:lnTo>
                  <a:pt x="42040" y="137894"/>
                </a:lnTo>
                <a:lnTo>
                  <a:pt x="41853" y="137430"/>
                </a:lnTo>
                <a:lnTo>
                  <a:pt x="41675" y="136931"/>
                </a:lnTo>
                <a:lnTo>
                  <a:pt x="41508" y="136397"/>
                </a:lnTo>
                <a:lnTo>
                  <a:pt x="41351" y="135828"/>
                </a:lnTo>
                <a:lnTo>
                  <a:pt x="41204" y="135224"/>
                </a:lnTo>
                <a:lnTo>
                  <a:pt x="41068" y="134584"/>
                </a:lnTo>
                <a:lnTo>
                  <a:pt x="40941" y="133909"/>
                </a:lnTo>
                <a:lnTo>
                  <a:pt x="40825" y="133199"/>
                </a:lnTo>
                <a:lnTo>
                  <a:pt x="40718" y="132454"/>
                </a:lnTo>
                <a:lnTo>
                  <a:pt x="40622" y="131673"/>
                </a:lnTo>
                <a:lnTo>
                  <a:pt x="40536" y="130858"/>
                </a:lnTo>
                <a:lnTo>
                  <a:pt x="40460" y="130007"/>
                </a:lnTo>
                <a:lnTo>
                  <a:pt x="40394" y="129121"/>
                </a:lnTo>
                <a:lnTo>
                  <a:pt x="40339" y="128199"/>
                </a:lnTo>
                <a:lnTo>
                  <a:pt x="40293" y="127243"/>
                </a:lnTo>
                <a:lnTo>
                  <a:pt x="40257" y="126251"/>
                </a:lnTo>
                <a:lnTo>
                  <a:pt x="40232" y="125224"/>
                </a:lnTo>
                <a:lnTo>
                  <a:pt x="40217" y="124162"/>
                </a:lnTo>
                <a:lnTo>
                  <a:pt x="40212" y="123064"/>
                </a:lnTo>
                <a:lnTo>
                  <a:pt x="40212" y="81882"/>
                </a:lnTo>
                <a:lnTo>
                  <a:pt x="40351" y="81891"/>
                </a:lnTo>
                <a:lnTo>
                  <a:pt x="40489" y="81899"/>
                </a:lnTo>
                <a:lnTo>
                  <a:pt x="40627" y="81908"/>
                </a:lnTo>
                <a:lnTo>
                  <a:pt x="40765" y="81916"/>
                </a:lnTo>
                <a:lnTo>
                  <a:pt x="40902" y="81923"/>
                </a:lnTo>
                <a:lnTo>
                  <a:pt x="41039" y="81931"/>
                </a:lnTo>
                <a:lnTo>
                  <a:pt x="41175" y="81939"/>
                </a:lnTo>
                <a:lnTo>
                  <a:pt x="41312" y="81946"/>
                </a:lnTo>
                <a:lnTo>
                  <a:pt x="41447" y="81953"/>
                </a:lnTo>
                <a:lnTo>
                  <a:pt x="41583" y="81960"/>
                </a:lnTo>
                <a:lnTo>
                  <a:pt x="41718" y="81967"/>
                </a:lnTo>
                <a:lnTo>
                  <a:pt x="41853" y="81973"/>
                </a:lnTo>
                <a:lnTo>
                  <a:pt x="41987" y="81980"/>
                </a:lnTo>
                <a:lnTo>
                  <a:pt x="42121" y="81986"/>
                </a:lnTo>
                <a:lnTo>
                  <a:pt x="42255" y="81992"/>
                </a:lnTo>
                <a:lnTo>
                  <a:pt x="42388" y="81998"/>
                </a:lnTo>
                <a:lnTo>
                  <a:pt x="42521" y="82004"/>
                </a:lnTo>
                <a:lnTo>
                  <a:pt x="42654" y="82009"/>
                </a:lnTo>
                <a:lnTo>
                  <a:pt x="42786" y="82015"/>
                </a:lnTo>
                <a:lnTo>
                  <a:pt x="42918" y="82020"/>
                </a:lnTo>
                <a:lnTo>
                  <a:pt x="43049" y="82025"/>
                </a:lnTo>
                <a:lnTo>
                  <a:pt x="43180" y="82030"/>
                </a:lnTo>
                <a:lnTo>
                  <a:pt x="43311" y="82034"/>
                </a:lnTo>
                <a:lnTo>
                  <a:pt x="43441" y="82039"/>
                </a:lnTo>
                <a:lnTo>
                  <a:pt x="43571" y="82043"/>
                </a:lnTo>
                <a:lnTo>
                  <a:pt x="43700" y="82047"/>
                </a:lnTo>
                <a:lnTo>
                  <a:pt x="43829" y="82051"/>
                </a:lnTo>
                <a:lnTo>
                  <a:pt x="43956" y="82054"/>
                </a:lnTo>
                <a:lnTo>
                  <a:pt x="44083" y="82058"/>
                </a:lnTo>
                <a:lnTo>
                  <a:pt x="44210" y="82061"/>
                </a:lnTo>
                <a:lnTo>
                  <a:pt x="44335" y="82065"/>
                </a:lnTo>
                <a:lnTo>
                  <a:pt x="44460" y="82068"/>
                </a:lnTo>
                <a:lnTo>
                  <a:pt x="44584" y="82070"/>
                </a:lnTo>
                <a:lnTo>
                  <a:pt x="44707" y="82073"/>
                </a:lnTo>
                <a:lnTo>
                  <a:pt x="44830" y="82075"/>
                </a:lnTo>
                <a:lnTo>
                  <a:pt x="44952" y="82078"/>
                </a:lnTo>
                <a:lnTo>
                  <a:pt x="45073" y="82080"/>
                </a:lnTo>
                <a:lnTo>
                  <a:pt x="45194" y="82082"/>
                </a:lnTo>
                <a:lnTo>
                  <a:pt x="45313" y="82083"/>
                </a:lnTo>
                <a:lnTo>
                  <a:pt x="45432" y="82085"/>
                </a:lnTo>
                <a:lnTo>
                  <a:pt x="45551" y="82086"/>
                </a:lnTo>
                <a:lnTo>
                  <a:pt x="45668" y="82087"/>
                </a:lnTo>
                <a:lnTo>
                  <a:pt x="45785" y="82088"/>
                </a:lnTo>
                <a:lnTo>
                  <a:pt x="45901" y="82089"/>
                </a:lnTo>
                <a:lnTo>
                  <a:pt x="46016" y="82090"/>
                </a:lnTo>
                <a:lnTo>
                  <a:pt x="46131" y="82090"/>
                </a:lnTo>
                <a:lnTo>
                  <a:pt x="46245" y="82091"/>
                </a:lnTo>
                <a:lnTo>
                  <a:pt x="46358" y="82091"/>
                </a:lnTo>
                <a:lnTo>
                  <a:pt x="46640" y="82090"/>
                </a:lnTo>
                <a:lnTo>
                  <a:pt x="46928" y="82089"/>
                </a:lnTo>
                <a:lnTo>
                  <a:pt x="47223" y="82087"/>
                </a:lnTo>
                <a:lnTo>
                  <a:pt x="47524" y="82085"/>
                </a:lnTo>
                <a:lnTo>
                  <a:pt x="47833" y="82082"/>
                </a:lnTo>
                <a:lnTo>
                  <a:pt x="48149" y="82078"/>
                </a:lnTo>
                <a:lnTo>
                  <a:pt x="48471" y="82073"/>
                </a:lnTo>
                <a:lnTo>
                  <a:pt x="48801" y="82068"/>
                </a:lnTo>
                <a:lnTo>
                  <a:pt x="49137" y="82061"/>
                </a:lnTo>
                <a:lnTo>
                  <a:pt x="49480" y="82054"/>
                </a:lnTo>
                <a:lnTo>
                  <a:pt x="49830" y="82047"/>
                </a:lnTo>
                <a:lnTo>
                  <a:pt x="50187" y="82039"/>
                </a:lnTo>
                <a:lnTo>
                  <a:pt x="50550" y="82030"/>
                </a:lnTo>
                <a:lnTo>
                  <a:pt x="50921" y="82020"/>
                </a:lnTo>
                <a:lnTo>
                  <a:pt x="51299" y="82009"/>
                </a:lnTo>
                <a:lnTo>
                  <a:pt x="51683" y="81998"/>
                </a:lnTo>
                <a:lnTo>
                  <a:pt x="52074" y="81986"/>
                </a:lnTo>
                <a:lnTo>
                  <a:pt x="52472" y="81973"/>
                </a:lnTo>
                <a:lnTo>
                  <a:pt x="52877" y="81960"/>
                </a:lnTo>
                <a:lnTo>
                  <a:pt x="53289" y="81946"/>
                </a:lnTo>
                <a:lnTo>
                  <a:pt x="53708" y="81931"/>
                </a:lnTo>
                <a:lnTo>
                  <a:pt x="54133" y="81916"/>
                </a:lnTo>
                <a:lnTo>
                  <a:pt x="54566" y="81899"/>
                </a:lnTo>
                <a:lnTo>
                  <a:pt x="55005" y="81882"/>
                </a:lnTo>
                <a:lnTo>
                  <a:pt x="102822" y="148138"/>
                </a:lnTo>
                <a:lnTo>
                  <a:pt x="140533" y="148138"/>
                </a:lnTo>
                <a:lnTo>
                  <a:pt x="140533" y="144284"/>
                </a:lnTo>
                <a:lnTo>
                  <a:pt x="139577" y="144173"/>
                </a:lnTo>
                <a:lnTo>
                  <a:pt x="138637" y="144052"/>
                </a:lnTo>
                <a:lnTo>
                  <a:pt x="137711" y="143918"/>
                </a:lnTo>
                <a:close/>
                <a:moveTo>
                  <a:pt x="42724" y="16308"/>
                </a:moveTo>
                <a:lnTo>
                  <a:pt x="43531" y="16168"/>
                </a:lnTo>
                <a:lnTo>
                  <a:pt x="44324" y="16034"/>
                </a:lnTo>
                <a:lnTo>
                  <a:pt x="45102" y="15906"/>
                </a:lnTo>
                <a:lnTo>
                  <a:pt x="45865" y="15786"/>
                </a:lnTo>
                <a:lnTo>
                  <a:pt x="46613" y="15673"/>
                </a:lnTo>
                <a:lnTo>
                  <a:pt x="47346" y="15566"/>
                </a:lnTo>
                <a:lnTo>
                  <a:pt x="48065" y="15467"/>
                </a:lnTo>
                <a:lnTo>
                  <a:pt x="48769" y="15374"/>
                </a:lnTo>
                <a:lnTo>
                  <a:pt x="49458" y="15288"/>
                </a:lnTo>
                <a:lnTo>
                  <a:pt x="50132" y="15209"/>
                </a:lnTo>
                <a:lnTo>
                  <a:pt x="50791" y="15137"/>
                </a:lnTo>
                <a:lnTo>
                  <a:pt x="51435" y="15071"/>
                </a:lnTo>
                <a:lnTo>
                  <a:pt x="52065" y="15013"/>
                </a:lnTo>
                <a:lnTo>
                  <a:pt x="52680" y="14961"/>
                </a:lnTo>
                <a:lnTo>
                  <a:pt x="53279" y="14917"/>
                </a:lnTo>
                <a:lnTo>
                  <a:pt x="53865" y="14879"/>
                </a:lnTo>
                <a:lnTo>
                  <a:pt x="54435" y="14848"/>
                </a:lnTo>
                <a:lnTo>
                  <a:pt x="54990" y="14824"/>
                </a:lnTo>
                <a:lnTo>
                  <a:pt x="55531" y="14807"/>
                </a:lnTo>
                <a:lnTo>
                  <a:pt x="56057" y="14796"/>
                </a:lnTo>
                <a:lnTo>
                  <a:pt x="56568" y="14793"/>
                </a:lnTo>
                <a:lnTo>
                  <a:pt x="57695" y="14807"/>
                </a:lnTo>
                <a:lnTo>
                  <a:pt x="58805" y="14851"/>
                </a:lnTo>
                <a:lnTo>
                  <a:pt x="59895" y="14922"/>
                </a:lnTo>
                <a:lnTo>
                  <a:pt x="60968" y="15023"/>
                </a:lnTo>
                <a:lnTo>
                  <a:pt x="62021" y="15152"/>
                </a:lnTo>
                <a:lnTo>
                  <a:pt x="63056" y="15311"/>
                </a:lnTo>
                <a:lnTo>
                  <a:pt x="64072" y="15498"/>
                </a:lnTo>
                <a:lnTo>
                  <a:pt x="65069" y="15713"/>
                </a:lnTo>
                <a:lnTo>
                  <a:pt x="66048" y="15958"/>
                </a:lnTo>
                <a:lnTo>
                  <a:pt x="67009" y="16231"/>
                </a:lnTo>
                <a:lnTo>
                  <a:pt x="67950" y="16533"/>
                </a:lnTo>
                <a:lnTo>
                  <a:pt x="68873" y="16863"/>
                </a:lnTo>
                <a:lnTo>
                  <a:pt x="69778" y="17223"/>
                </a:lnTo>
                <a:lnTo>
                  <a:pt x="70664" y="17611"/>
                </a:lnTo>
                <a:lnTo>
                  <a:pt x="71531" y="18028"/>
                </a:lnTo>
                <a:lnTo>
                  <a:pt x="72379" y="18474"/>
                </a:lnTo>
                <a:lnTo>
                  <a:pt x="73209" y="18948"/>
                </a:lnTo>
                <a:lnTo>
                  <a:pt x="74020" y="19452"/>
                </a:lnTo>
                <a:lnTo>
                  <a:pt x="74813" y="19984"/>
                </a:lnTo>
                <a:lnTo>
                  <a:pt x="75587" y="20544"/>
                </a:lnTo>
                <a:lnTo>
                  <a:pt x="76342" y="21134"/>
                </a:lnTo>
                <a:lnTo>
                  <a:pt x="77079" y="21752"/>
                </a:lnTo>
                <a:lnTo>
                  <a:pt x="77797" y="22399"/>
                </a:lnTo>
                <a:lnTo>
                  <a:pt x="78497" y="23075"/>
                </a:lnTo>
                <a:lnTo>
                  <a:pt x="79172" y="23774"/>
                </a:lnTo>
                <a:lnTo>
                  <a:pt x="79819" y="24490"/>
                </a:lnTo>
                <a:lnTo>
                  <a:pt x="80438" y="25223"/>
                </a:lnTo>
                <a:lnTo>
                  <a:pt x="81027" y="25973"/>
                </a:lnTo>
                <a:lnTo>
                  <a:pt x="81588" y="26741"/>
                </a:lnTo>
                <a:lnTo>
                  <a:pt x="82120" y="27525"/>
                </a:lnTo>
                <a:lnTo>
                  <a:pt x="82623" y="28327"/>
                </a:lnTo>
                <a:lnTo>
                  <a:pt x="83098" y="29146"/>
                </a:lnTo>
                <a:lnTo>
                  <a:pt x="83543" y="29982"/>
                </a:lnTo>
                <a:lnTo>
                  <a:pt x="83960" y="30836"/>
                </a:lnTo>
                <a:lnTo>
                  <a:pt x="84349" y="31706"/>
                </a:lnTo>
                <a:lnTo>
                  <a:pt x="84708" y="32594"/>
                </a:lnTo>
                <a:lnTo>
                  <a:pt x="85039" y="33499"/>
                </a:lnTo>
                <a:lnTo>
                  <a:pt x="85341" y="34421"/>
                </a:lnTo>
                <a:lnTo>
                  <a:pt x="85614" y="35360"/>
                </a:lnTo>
                <a:lnTo>
                  <a:pt x="85858" y="36317"/>
                </a:lnTo>
                <a:lnTo>
                  <a:pt x="86074" y="37291"/>
                </a:lnTo>
                <a:lnTo>
                  <a:pt x="86261" y="38281"/>
                </a:lnTo>
                <a:lnTo>
                  <a:pt x="86419" y="39289"/>
                </a:lnTo>
                <a:lnTo>
                  <a:pt x="86549" y="40315"/>
                </a:lnTo>
                <a:lnTo>
                  <a:pt x="86649" y="41357"/>
                </a:lnTo>
                <a:lnTo>
                  <a:pt x="86721" y="42417"/>
                </a:lnTo>
                <a:lnTo>
                  <a:pt x="86764" y="43493"/>
                </a:lnTo>
                <a:lnTo>
                  <a:pt x="86779" y="44587"/>
                </a:lnTo>
                <a:lnTo>
                  <a:pt x="86761" y="45708"/>
                </a:lnTo>
                <a:lnTo>
                  <a:pt x="86707" y="46811"/>
                </a:lnTo>
                <a:lnTo>
                  <a:pt x="86618" y="47898"/>
                </a:lnTo>
                <a:lnTo>
                  <a:pt x="86494" y="48968"/>
                </a:lnTo>
                <a:lnTo>
                  <a:pt x="86333" y="50022"/>
                </a:lnTo>
                <a:lnTo>
                  <a:pt x="86137" y="51059"/>
                </a:lnTo>
                <a:lnTo>
                  <a:pt x="85906" y="52080"/>
                </a:lnTo>
                <a:lnTo>
                  <a:pt x="85638" y="53083"/>
                </a:lnTo>
                <a:lnTo>
                  <a:pt x="85336" y="54071"/>
                </a:lnTo>
                <a:lnTo>
                  <a:pt x="84997" y="55041"/>
                </a:lnTo>
                <a:lnTo>
                  <a:pt x="84623" y="55995"/>
                </a:lnTo>
                <a:lnTo>
                  <a:pt x="84213" y="56932"/>
                </a:lnTo>
                <a:lnTo>
                  <a:pt x="83768" y="57853"/>
                </a:lnTo>
                <a:lnTo>
                  <a:pt x="83287" y="58757"/>
                </a:lnTo>
                <a:lnTo>
                  <a:pt x="82770" y="59644"/>
                </a:lnTo>
                <a:lnTo>
                  <a:pt x="82218" y="60515"/>
                </a:lnTo>
                <a:lnTo>
                  <a:pt x="81630" y="61369"/>
                </a:lnTo>
                <a:lnTo>
                  <a:pt x="81007" y="62206"/>
                </a:lnTo>
                <a:lnTo>
                  <a:pt x="80347" y="63027"/>
                </a:lnTo>
                <a:lnTo>
                  <a:pt x="79653" y="63831"/>
                </a:lnTo>
                <a:lnTo>
                  <a:pt x="78922" y="64618"/>
                </a:lnTo>
                <a:lnTo>
                  <a:pt x="78156" y="65389"/>
                </a:lnTo>
                <a:lnTo>
                  <a:pt x="77355" y="66143"/>
                </a:lnTo>
                <a:lnTo>
                  <a:pt x="76517" y="66881"/>
                </a:lnTo>
                <a:lnTo>
                  <a:pt x="75645" y="67595"/>
                </a:lnTo>
                <a:lnTo>
                  <a:pt x="74738" y="68279"/>
                </a:lnTo>
                <a:lnTo>
                  <a:pt x="73796" y="68932"/>
                </a:lnTo>
                <a:lnTo>
                  <a:pt x="72820" y="69555"/>
                </a:lnTo>
                <a:lnTo>
                  <a:pt x="71810" y="70147"/>
                </a:lnTo>
                <a:lnTo>
                  <a:pt x="70765" y="70709"/>
                </a:lnTo>
                <a:lnTo>
                  <a:pt x="69685" y="71241"/>
                </a:lnTo>
                <a:lnTo>
                  <a:pt x="68571" y="71743"/>
                </a:lnTo>
                <a:lnTo>
                  <a:pt x="67422" y="72213"/>
                </a:lnTo>
                <a:lnTo>
                  <a:pt x="66239" y="72654"/>
                </a:lnTo>
                <a:lnTo>
                  <a:pt x="65021" y="73064"/>
                </a:lnTo>
                <a:lnTo>
                  <a:pt x="63769" y="73444"/>
                </a:lnTo>
                <a:lnTo>
                  <a:pt x="62482" y="73793"/>
                </a:lnTo>
                <a:lnTo>
                  <a:pt x="61160" y="74113"/>
                </a:lnTo>
                <a:lnTo>
                  <a:pt x="59804" y="74401"/>
                </a:lnTo>
                <a:lnTo>
                  <a:pt x="58414" y="74659"/>
                </a:lnTo>
                <a:lnTo>
                  <a:pt x="56989" y="74887"/>
                </a:lnTo>
                <a:lnTo>
                  <a:pt x="55529" y="75085"/>
                </a:lnTo>
                <a:lnTo>
                  <a:pt x="54035" y="75252"/>
                </a:lnTo>
                <a:lnTo>
                  <a:pt x="52506" y="75389"/>
                </a:lnTo>
                <a:lnTo>
                  <a:pt x="50943" y="75495"/>
                </a:lnTo>
                <a:lnTo>
                  <a:pt x="49345" y="75571"/>
                </a:lnTo>
                <a:lnTo>
                  <a:pt x="47713" y="75617"/>
                </a:lnTo>
                <a:lnTo>
                  <a:pt x="46046" y="75632"/>
                </a:lnTo>
                <a:lnTo>
                  <a:pt x="45967" y="75632"/>
                </a:lnTo>
                <a:lnTo>
                  <a:pt x="45886" y="75631"/>
                </a:lnTo>
                <a:lnTo>
                  <a:pt x="45803" y="75631"/>
                </a:lnTo>
                <a:lnTo>
                  <a:pt x="45719" y="75630"/>
                </a:lnTo>
                <a:lnTo>
                  <a:pt x="45633" y="75629"/>
                </a:lnTo>
                <a:lnTo>
                  <a:pt x="45544" y="75628"/>
                </a:lnTo>
                <a:lnTo>
                  <a:pt x="45455" y="75627"/>
                </a:lnTo>
                <a:lnTo>
                  <a:pt x="45363" y="75626"/>
                </a:lnTo>
                <a:lnTo>
                  <a:pt x="45269" y="75624"/>
                </a:lnTo>
                <a:lnTo>
                  <a:pt x="45174" y="75623"/>
                </a:lnTo>
                <a:lnTo>
                  <a:pt x="45077" y="75621"/>
                </a:lnTo>
                <a:lnTo>
                  <a:pt x="44978" y="75619"/>
                </a:lnTo>
                <a:lnTo>
                  <a:pt x="44877" y="75616"/>
                </a:lnTo>
                <a:lnTo>
                  <a:pt x="44775" y="75614"/>
                </a:lnTo>
                <a:lnTo>
                  <a:pt x="44670" y="75611"/>
                </a:lnTo>
                <a:lnTo>
                  <a:pt x="44564" y="75609"/>
                </a:lnTo>
                <a:lnTo>
                  <a:pt x="44456" y="75606"/>
                </a:lnTo>
                <a:lnTo>
                  <a:pt x="44346" y="75602"/>
                </a:lnTo>
                <a:lnTo>
                  <a:pt x="44235" y="75599"/>
                </a:lnTo>
                <a:lnTo>
                  <a:pt x="44121" y="75596"/>
                </a:lnTo>
                <a:lnTo>
                  <a:pt x="44006" y="75592"/>
                </a:lnTo>
                <a:lnTo>
                  <a:pt x="43889" y="75588"/>
                </a:lnTo>
                <a:lnTo>
                  <a:pt x="43770" y="75584"/>
                </a:lnTo>
                <a:lnTo>
                  <a:pt x="43650" y="75580"/>
                </a:lnTo>
                <a:lnTo>
                  <a:pt x="43527" y="75575"/>
                </a:lnTo>
                <a:lnTo>
                  <a:pt x="43403" y="75571"/>
                </a:lnTo>
                <a:lnTo>
                  <a:pt x="43277" y="75567"/>
                </a:lnTo>
                <a:lnTo>
                  <a:pt x="43149" y="75564"/>
                </a:lnTo>
                <a:lnTo>
                  <a:pt x="43019" y="75560"/>
                </a:lnTo>
                <a:lnTo>
                  <a:pt x="42888" y="75557"/>
                </a:lnTo>
                <a:lnTo>
                  <a:pt x="42755" y="75554"/>
                </a:lnTo>
                <a:lnTo>
                  <a:pt x="42620" y="75551"/>
                </a:lnTo>
                <a:lnTo>
                  <a:pt x="42483" y="75548"/>
                </a:lnTo>
                <a:lnTo>
                  <a:pt x="42344" y="75545"/>
                </a:lnTo>
                <a:lnTo>
                  <a:pt x="42203" y="75543"/>
                </a:lnTo>
                <a:lnTo>
                  <a:pt x="42061" y="75541"/>
                </a:lnTo>
                <a:lnTo>
                  <a:pt x="41917" y="75539"/>
                </a:lnTo>
                <a:lnTo>
                  <a:pt x="41771" y="75537"/>
                </a:lnTo>
                <a:lnTo>
                  <a:pt x="41623" y="75535"/>
                </a:lnTo>
                <a:lnTo>
                  <a:pt x="41474" y="75533"/>
                </a:lnTo>
                <a:lnTo>
                  <a:pt x="41322" y="75532"/>
                </a:lnTo>
                <a:lnTo>
                  <a:pt x="41169" y="75531"/>
                </a:lnTo>
                <a:lnTo>
                  <a:pt x="41014" y="75530"/>
                </a:lnTo>
                <a:lnTo>
                  <a:pt x="40857" y="75529"/>
                </a:lnTo>
                <a:lnTo>
                  <a:pt x="40699" y="75528"/>
                </a:lnTo>
                <a:lnTo>
                  <a:pt x="40538" y="75528"/>
                </a:lnTo>
                <a:lnTo>
                  <a:pt x="40376" y="75528"/>
                </a:lnTo>
                <a:lnTo>
                  <a:pt x="40212" y="75528"/>
                </a:lnTo>
                <a:lnTo>
                  <a:pt x="40212" y="16772"/>
                </a:lnTo>
                <a:lnTo>
                  <a:pt x="41064" y="16611"/>
                </a:lnTo>
                <a:lnTo>
                  <a:pt x="41901" y="16456"/>
                </a:lnTo>
                <a:lnTo>
                  <a:pt x="42724" y="16308"/>
                </a:lnTo>
                <a:close/>
                <a:moveTo>
                  <a:pt x="238643" y="65390"/>
                </a:moveTo>
                <a:lnTo>
                  <a:pt x="238980" y="65263"/>
                </a:lnTo>
                <a:lnTo>
                  <a:pt x="239312" y="65141"/>
                </a:lnTo>
                <a:lnTo>
                  <a:pt x="239641" y="65024"/>
                </a:lnTo>
                <a:lnTo>
                  <a:pt x="239966" y="64913"/>
                </a:lnTo>
                <a:lnTo>
                  <a:pt x="240286" y="64808"/>
                </a:lnTo>
                <a:lnTo>
                  <a:pt x="240603" y="64708"/>
                </a:lnTo>
                <a:lnTo>
                  <a:pt x="240916" y="64613"/>
                </a:lnTo>
                <a:lnTo>
                  <a:pt x="241224" y="64524"/>
                </a:lnTo>
                <a:lnTo>
                  <a:pt x="241529" y="64440"/>
                </a:lnTo>
                <a:lnTo>
                  <a:pt x="241830" y="64361"/>
                </a:lnTo>
                <a:lnTo>
                  <a:pt x="242127" y="64288"/>
                </a:lnTo>
                <a:lnTo>
                  <a:pt x="242419" y="64220"/>
                </a:lnTo>
                <a:lnTo>
                  <a:pt x="242708" y="64158"/>
                </a:lnTo>
                <a:lnTo>
                  <a:pt x="242993" y="64101"/>
                </a:lnTo>
                <a:lnTo>
                  <a:pt x="243274" y="64050"/>
                </a:lnTo>
                <a:lnTo>
                  <a:pt x="243551" y="64004"/>
                </a:lnTo>
                <a:lnTo>
                  <a:pt x="243824" y="63963"/>
                </a:lnTo>
                <a:lnTo>
                  <a:pt x="244093" y="63928"/>
                </a:lnTo>
                <a:lnTo>
                  <a:pt x="244358" y="63898"/>
                </a:lnTo>
                <a:lnTo>
                  <a:pt x="244619" y="63874"/>
                </a:lnTo>
                <a:lnTo>
                  <a:pt x="244876" y="63855"/>
                </a:lnTo>
                <a:lnTo>
                  <a:pt x="245129" y="63841"/>
                </a:lnTo>
                <a:lnTo>
                  <a:pt x="245378" y="63833"/>
                </a:lnTo>
                <a:lnTo>
                  <a:pt x="245623" y="63831"/>
                </a:lnTo>
                <a:lnTo>
                  <a:pt x="245847" y="63833"/>
                </a:lnTo>
                <a:lnTo>
                  <a:pt x="246066" y="63840"/>
                </a:lnTo>
                <a:lnTo>
                  <a:pt x="246282" y="63851"/>
                </a:lnTo>
                <a:lnTo>
                  <a:pt x="246494" y="63867"/>
                </a:lnTo>
                <a:lnTo>
                  <a:pt x="246702" y="63887"/>
                </a:lnTo>
                <a:lnTo>
                  <a:pt x="246906" y="63912"/>
                </a:lnTo>
                <a:lnTo>
                  <a:pt x="247105" y="63941"/>
                </a:lnTo>
                <a:lnTo>
                  <a:pt x="247301" y="63975"/>
                </a:lnTo>
                <a:lnTo>
                  <a:pt x="247493" y="64013"/>
                </a:lnTo>
                <a:lnTo>
                  <a:pt x="247681" y="64056"/>
                </a:lnTo>
                <a:lnTo>
                  <a:pt x="247865" y="64103"/>
                </a:lnTo>
                <a:lnTo>
                  <a:pt x="248045" y="64155"/>
                </a:lnTo>
                <a:lnTo>
                  <a:pt x="248221" y="64212"/>
                </a:lnTo>
                <a:lnTo>
                  <a:pt x="248393" y="64273"/>
                </a:lnTo>
                <a:lnTo>
                  <a:pt x="248561" y="64338"/>
                </a:lnTo>
                <a:lnTo>
                  <a:pt x="248725" y="64408"/>
                </a:lnTo>
                <a:lnTo>
                  <a:pt x="248885" y="64482"/>
                </a:lnTo>
                <a:lnTo>
                  <a:pt x="249041" y="64561"/>
                </a:lnTo>
                <a:lnTo>
                  <a:pt x="249193" y="64645"/>
                </a:lnTo>
                <a:lnTo>
                  <a:pt x="249341" y="64733"/>
                </a:lnTo>
                <a:lnTo>
                  <a:pt x="249485" y="64825"/>
                </a:lnTo>
                <a:lnTo>
                  <a:pt x="249626" y="64922"/>
                </a:lnTo>
                <a:lnTo>
                  <a:pt x="249762" y="65024"/>
                </a:lnTo>
                <a:lnTo>
                  <a:pt x="249894" y="65130"/>
                </a:lnTo>
                <a:lnTo>
                  <a:pt x="250023" y="65241"/>
                </a:lnTo>
                <a:lnTo>
                  <a:pt x="250149" y="65361"/>
                </a:lnTo>
                <a:lnTo>
                  <a:pt x="250272" y="65488"/>
                </a:lnTo>
                <a:lnTo>
                  <a:pt x="250392" y="65622"/>
                </a:lnTo>
                <a:lnTo>
                  <a:pt x="250509" y="65763"/>
                </a:lnTo>
                <a:lnTo>
                  <a:pt x="250623" y="65912"/>
                </a:lnTo>
                <a:lnTo>
                  <a:pt x="250735" y="66069"/>
                </a:lnTo>
                <a:lnTo>
                  <a:pt x="250843" y="66232"/>
                </a:lnTo>
                <a:lnTo>
                  <a:pt x="250949" y="66404"/>
                </a:lnTo>
                <a:lnTo>
                  <a:pt x="251052" y="66582"/>
                </a:lnTo>
                <a:lnTo>
                  <a:pt x="251151" y="66768"/>
                </a:lnTo>
                <a:lnTo>
                  <a:pt x="251248" y="66962"/>
                </a:lnTo>
                <a:lnTo>
                  <a:pt x="251342" y="67162"/>
                </a:lnTo>
                <a:lnTo>
                  <a:pt x="251434" y="67371"/>
                </a:lnTo>
                <a:lnTo>
                  <a:pt x="251522" y="67586"/>
                </a:lnTo>
                <a:lnTo>
                  <a:pt x="251607" y="67809"/>
                </a:lnTo>
                <a:lnTo>
                  <a:pt x="251690" y="68040"/>
                </a:lnTo>
                <a:lnTo>
                  <a:pt x="251769" y="68277"/>
                </a:lnTo>
                <a:lnTo>
                  <a:pt x="251846" y="68523"/>
                </a:lnTo>
                <a:lnTo>
                  <a:pt x="251920" y="68775"/>
                </a:lnTo>
                <a:lnTo>
                  <a:pt x="251991" y="69035"/>
                </a:lnTo>
                <a:lnTo>
                  <a:pt x="252059" y="69303"/>
                </a:lnTo>
                <a:lnTo>
                  <a:pt x="252124" y="69578"/>
                </a:lnTo>
                <a:lnTo>
                  <a:pt x="252186" y="69860"/>
                </a:lnTo>
                <a:lnTo>
                  <a:pt x="252262" y="70260"/>
                </a:lnTo>
                <a:lnTo>
                  <a:pt x="252336" y="70699"/>
                </a:lnTo>
                <a:lnTo>
                  <a:pt x="252406" y="71176"/>
                </a:lnTo>
                <a:lnTo>
                  <a:pt x="252472" y="71692"/>
                </a:lnTo>
                <a:lnTo>
                  <a:pt x="252536" y="72247"/>
                </a:lnTo>
                <a:lnTo>
                  <a:pt x="252596" y="72841"/>
                </a:lnTo>
                <a:lnTo>
                  <a:pt x="252653" y="73473"/>
                </a:lnTo>
                <a:lnTo>
                  <a:pt x="252707" y="74143"/>
                </a:lnTo>
                <a:lnTo>
                  <a:pt x="252757" y="74853"/>
                </a:lnTo>
                <a:lnTo>
                  <a:pt x="252804" y="75601"/>
                </a:lnTo>
                <a:lnTo>
                  <a:pt x="252848" y="76387"/>
                </a:lnTo>
                <a:lnTo>
                  <a:pt x="252889" y="77212"/>
                </a:lnTo>
                <a:lnTo>
                  <a:pt x="252927" y="78076"/>
                </a:lnTo>
                <a:lnTo>
                  <a:pt x="252961" y="78979"/>
                </a:lnTo>
                <a:lnTo>
                  <a:pt x="252992" y="79920"/>
                </a:lnTo>
                <a:lnTo>
                  <a:pt x="253019" y="80900"/>
                </a:lnTo>
                <a:lnTo>
                  <a:pt x="253044" y="81918"/>
                </a:lnTo>
                <a:lnTo>
                  <a:pt x="253065" y="82975"/>
                </a:lnTo>
                <a:lnTo>
                  <a:pt x="253083" y="84071"/>
                </a:lnTo>
                <a:lnTo>
                  <a:pt x="253097" y="85205"/>
                </a:lnTo>
                <a:lnTo>
                  <a:pt x="253109" y="86378"/>
                </a:lnTo>
                <a:lnTo>
                  <a:pt x="253117" y="87589"/>
                </a:lnTo>
                <a:lnTo>
                  <a:pt x="253122" y="88840"/>
                </a:lnTo>
                <a:lnTo>
                  <a:pt x="253124" y="90128"/>
                </a:lnTo>
                <a:lnTo>
                  <a:pt x="253124" y="126509"/>
                </a:lnTo>
                <a:lnTo>
                  <a:pt x="253121" y="127235"/>
                </a:lnTo>
                <a:lnTo>
                  <a:pt x="253114" y="127941"/>
                </a:lnTo>
                <a:lnTo>
                  <a:pt x="253102" y="128627"/>
                </a:lnTo>
                <a:lnTo>
                  <a:pt x="253086" y="129294"/>
                </a:lnTo>
                <a:lnTo>
                  <a:pt x="253065" y="129940"/>
                </a:lnTo>
                <a:lnTo>
                  <a:pt x="253039" y="130566"/>
                </a:lnTo>
                <a:lnTo>
                  <a:pt x="253008" y="131172"/>
                </a:lnTo>
                <a:lnTo>
                  <a:pt x="252973" y="131758"/>
                </a:lnTo>
                <a:lnTo>
                  <a:pt x="252933" y="132324"/>
                </a:lnTo>
                <a:lnTo>
                  <a:pt x="252888" y="132870"/>
                </a:lnTo>
                <a:lnTo>
                  <a:pt x="252839" y="133396"/>
                </a:lnTo>
                <a:lnTo>
                  <a:pt x="252785" y="133902"/>
                </a:lnTo>
                <a:lnTo>
                  <a:pt x="252726" y="134388"/>
                </a:lnTo>
                <a:lnTo>
                  <a:pt x="252663" y="134854"/>
                </a:lnTo>
                <a:lnTo>
                  <a:pt x="252594" y="135300"/>
                </a:lnTo>
                <a:lnTo>
                  <a:pt x="252522" y="135725"/>
                </a:lnTo>
                <a:lnTo>
                  <a:pt x="252444" y="136131"/>
                </a:lnTo>
                <a:lnTo>
                  <a:pt x="252362" y="136517"/>
                </a:lnTo>
                <a:lnTo>
                  <a:pt x="252275" y="136883"/>
                </a:lnTo>
                <a:lnTo>
                  <a:pt x="252183" y="137228"/>
                </a:lnTo>
                <a:lnTo>
                  <a:pt x="252087" y="137554"/>
                </a:lnTo>
                <a:lnTo>
                  <a:pt x="251986" y="137860"/>
                </a:lnTo>
                <a:lnTo>
                  <a:pt x="251880" y="138145"/>
                </a:lnTo>
                <a:lnTo>
                  <a:pt x="251769" y="138411"/>
                </a:lnTo>
                <a:lnTo>
                  <a:pt x="251654" y="138663"/>
                </a:lnTo>
                <a:lnTo>
                  <a:pt x="251535" y="138910"/>
                </a:lnTo>
                <a:lnTo>
                  <a:pt x="251411" y="139151"/>
                </a:lnTo>
                <a:lnTo>
                  <a:pt x="251283" y="139387"/>
                </a:lnTo>
                <a:lnTo>
                  <a:pt x="251151" y="139616"/>
                </a:lnTo>
                <a:lnTo>
                  <a:pt x="251014" y="139840"/>
                </a:lnTo>
                <a:lnTo>
                  <a:pt x="250873" y="140058"/>
                </a:lnTo>
                <a:lnTo>
                  <a:pt x="250727" y="140270"/>
                </a:lnTo>
                <a:lnTo>
                  <a:pt x="250578" y="140477"/>
                </a:lnTo>
                <a:lnTo>
                  <a:pt x="250424" y="140678"/>
                </a:lnTo>
                <a:lnTo>
                  <a:pt x="250265" y="140872"/>
                </a:lnTo>
                <a:lnTo>
                  <a:pt x="250102" y="141062"/>
                </a:lnTo>
                <a:lnTo>
                  <a:pt x="249935" y="141245"/>
                </a:lnTo>
                <a:lnTo>
                  <a:pt x="249764" y="141423"/>
                </a:lnTo>
                <a:lnTo>
                  <a:pt x="249588" y="141594"/>
                </a:lnTo>
                <a:lnTo>
                  <a:pt x="249408" y="141760"/>
                </a:lnTo>
                <a:lnTo>
                  <a:pt x="249223" y="141921"/>
                </a:lnTo>
                <a:lnTo>
                  <a:pt x="249035" y="142075"/>
                </a:lnTo>
                <a:lnTo>
                  <a:pt x="248841" y="142224"/>
                </a:lnTo>
                <a:lnTo>
                  <a:pt x="248644" y="142367"/>
                </a:lnTo>
                <a:lnTo>
                  <a:pt x="248442" y="142504"/>
                </a:lnTo>
                <a:lnTo>
                  <a:pt x="248236" y="142635"/>
                </a:lnTo>
                <a:lnTo>
                  <a:pt x="248025" y="142761"/>
                </a:lnTo>
                <a:lnTo>
                  <a:pt x="247811" y="142881"/>
                </a:lnTo>
                <a:lnTo>
                  <a:pt x="247587" y="142995"/>
                </a:lnTo>
                <a:lnTo>
                  <a:pt x="247349" y="143105"/>
                </a:lnTo>
                <a:lnTo>
                  <a:pt x="247098" y="143209"/>
                </a:lnTo>
                <a:lnTo>
                  <a:pt x="246832" y="143309"/>
                </a:lnTo>
                <a:lnTo>
                  <a:pt x="246554" y="143404"/>
                </a:lnTo>
                <a:lnTo>
                  <a:pt x="246261" y="143494"/>
                </a:lnTo>
                <a:lnTo>
                  <a:pt x="245955" y="143580"/>
                </a:lnTo>
                <a:lnTo>
                  <a:pt x="245634" y="143660"/>
                </a:lnTo>
                <a:lnTo>
                  <a:pt x="245301" y="143736"/>
                </a:lnTo>
                <a:lnTo>
                  <a:pt x="244953" y="143806"/>
                </a:lnTo>
                <a:lnTo>
                  <a:pt x="244592" y="143872"/>
                </a:lnTo>
                <a:lnTo>
                  <a:pt x="244216" y="143933"/>
                </a:lnTo>
                <a:lnTo>
                  <a:pt x="243828" y="143989"/>
                </a:lnTo>
                <a:lnTo>
                  <a:pt x="243425" y="144040"/>
                </a:lnTo>
                <a:lnTo>
                  <a:pt x="243009" y="144086"/>
                </a:lnTo>
                <a:lnTo>
                  <a:pt x="242579" y="144128"/>
                </a:lnTo>
                <a:lnTo>
                  <a:pt x="242135" y="144164"/>
                </a:lnTo>
                <a:lnTo>
                  <a:pt x="241677" y="144196"/>
                </a:lnTo>
                <a:lnTo>
                  <a:pt x="241206" y="144223"/>
                </a:lnTo>
                <a:lnTo>
                  <a:pt x="240721" y="144245"/>
                </a:lnTo>
                <a:lnTo>
                  <a:pt x="240222" y="144262"/>
                </a:lnTo>
                <a:lnTo>
                  <a:pt x="239709" y="144274"/>
                </a:lnTo>
                <a:lnTo>
                  <a:pt x="239183" y="144281"/>
                </a:lnTo>
                <a:lnTo>
                  <a:pt x="238643" y="144284"/>
                </a:lnTo>
                <a:lnTo>
                  <a:pt x="238643" y="148138"/>
                </a:lnTo>
                <a:lnTo>
                  <a:pt x="285835" y="148138"/>
                </a:lnTo>
                <a:lnTo>
                  <a:pt x="285835" y="144284"/>
                </a:lnTo>
                <a:lnTo>
                  <a:pt x="285193" y="144281"/>
                </a:lnTo>
                <a:lnTo>
                  <a:pt x="284569" y="144274"/>
                </a:lnTo>
                <a:lnTo>
                  <a:pt x="283964" y="144262"/>
                </a:lnTo>
                <a:lnTo>
                  <a:pt x="283377" y="144245"/>
                </a:lnTo>
                <a:lnTo>
                  <a:pt x="282808" y="144223"/>
                </a:lnTo>
                <a:lnTo>
                  <a:pt x="282257" y="144196"/>
                </a:lnTo>
                <a:lnTo>
                  <a:pt x="281725" y="144165"/>
                </a:lnTo>
                <a:lnTo>
                  <a:pt x="281211" y="144128"/>
                </a:lnTo>
                <a:lnTo>
                  <a:pt x="280715" y="144087"/>
                </a:lnTo>
                <a:lnTo>
                  <a:pt x="280237" y="144041"/>
                </a:lnTo>
                <a:lnTo>
                  <a:pt x="279778" y="143990"/>
                </a:lnTo>
                <a:lnTo>
                  <a:pt x="279337" y="143934"/>
                </a:lnTo>
                <a:lnTo>
                  <a:pt x="278914" y="143873"/>
                </a:lnTo>
                <a:lnTo>
                  <a:pt x="278510" y="143807"/>
                </a:lnTo>
                <a:lnTo>
                  <a:pt x="278123" y="143737"/>
                </a:lnTo>
                <a:lnTo>
                  <a:pt x="277755" y="143662"/>
                </a:lnTo>
                <a:lnTo>
                  <a:pt x="277406" y="143581"/>
                </a:lnTo>
                <a:lnTo>
                  <a:pt x="277074" y="143496"/>
                </a:lnTo>
                <a:lnTo>
                  <a:pt x="276761" y="143406"/>
                </a:lnTo>
                <a:lnTo>
                  <a:pt x="276466" y="143312"/>
                </a:lnTo>
                <a:lnTo>
                  <a:pt x="276190" y="143212"/>
                </a:lnTo>
                <a:lnTo>
                  <a:pt x="275931" y="143107"/>
                </a:lnTo>
                <a:lnTo>
                  <a:pt x="275691" y="142998"/>
                </a:lnTo>
                <a:lnTo>
                  <a:pt x="275469" y="142884"/>
                </a:lnTo>
                <a:lnTo>
                  <a:pt x="275259" y="142765"/>
                </a:lnTo>
                <a:lnTo>
                  <a:pt x="275053" y="142641"/>
                </a:lnTo>
                <a:lnTo>
                  <a:pt x="274851" y="142512"/>
                </a:lnTo>
                <a:lnTo>
                  <a:pt x="274653" y="142378"/>
                </a:lnTo>
                <a:lnTo>
                  <a:pt x="274460" y="142240"/>
                </a:lnTo>
                <a:lnTo>
                  <a:pt x="274271" y="142097"/>
                </a:lnTo>
                <a:lnTo>
                  <a:pt x="274087" y="141948"/>
                </a:lnTo>
                <a:lnTo>
                  <a:pt x="273907" y="141795"/>
                </a:lnTo>
                <a:lnTo>
                  <a:pt x="273731" y="141638"/>
                </a:lnTo>
                <a:lnTo>
                  <a:pt x="273559" y="141475"/>
                </a:lnTo>
                <a:lnTo>
                  <a:pt x="273392" y="141307"/>
                </a:lnTo>
                <a:lnTo>
                  <a:pt x="273229" y="141135"/>
                </a:lnTo>
                <a:lnTo>
                  <a:pt x="273071" y="140958"/>
                </a:lnTo>
                <a:lnTo>
                  <a:pt x="272917" y="140775"/>
                </a:lnTo>
                <a:lnTo>
                  <a:pt x="272767" y="140588"/>
                </a:lnTo>
                <a:lnTo>
                  <a:pt x="272622" y="140397"/>
                </a:lnTo>
                <a:lnTo>
                  <a:pt x="272481" y="140200"/>
                </a:lnTo>
                <a:lnTo>
                  <a:pt x="272344" y="139998"/>
                </a:lnTo>
                <a:lnTo>
                  <a:pt x="272212" y="139792"/>
                </a:lnTo>
                <a:lnTo>
                  <a:pt x="272084" y="139581"/>
                </a:lnTo>
                <a:lnTo>
                  <a:pt x="271960" y="139365"/>
                </a:lnTo>
                <a:lnTo>
                  <a:pt x="271840" y="139144"/>
                </a:lnTo>
                <a:lnTo>
                  <a:pt x="271725" y="138918"/>
                </a:lnTo>
                <a:lnTo>
                  <a:pt x="271615" y="138688"/>
                </a:lnTo>
                <a:lnTo>
                  <a:pt x="271508" y="138443"/>
                </a:lnTo>
                <a:lnTo>
                  <a:pt x="271407" y="138176"/>
                </a:lnTo>
                <a:lnTo>
                  <a:pt x="271310" y="137886"/>
                </a:lnTo>
                <a:lnTo>
                  <a:pt x="271217" y="137573"/>
                </a:lnTo>
                <a:lnTo>
                  <a:pt x="271129" y="137238"/>
                </a:lnTo>
                <a:lnTo>
                  <a:pt x="271045" y="136880"/>
                </a:lnTo>
                <a:lnTo>
                  <a:pt x="270966" y="136499"/>
                </a:lnTo>
                <a:lnTo>
                  <a:pt x="270891" y="136096"/>
                </a:lnTo>
                <a:lnTo>
                  <a:pt x="270821" y="135670"/>
                </a:lnTo>
                <a:lnTo>
                  <a:pt x="270756" y="135221"/>
                </a:lnTo>
                <a:lnTo>
                  <a:pt x="270695" y="134750"/>
                </a:lnTo>
                <a:lnTo>
                  <a:pt x="270638" y="134256"/>
                </a:lnTo>
                <a:lnTo>
                  <a:pt x="270586" y="133739"/>
                </a:lnTo>
                <a:lnTo>
                  <a:pt x="270539" y="133200"/>
                </a:lnTo>
                <a:lnTo>
                  <a:pt x="270496" y="132638"/>
                </a:lnTo>
                <a:lnTo>
                  <a:pt x="270457" y="132054"/>
                </a:lnTo>
                <a:lnTo>
                  <a:pt x="270423" y="131446"/>
                </a:lnTo>
                <a:lnTo>
                  <a:pt x="270394" y="130816"/>
                </a:lnTo>
                <a:lnTo>
                  <a:pt x="270369" y="130164"/>
                </a:lnTo>
                <a:lnTo>
                  <a:pt x="270349" y="129488"/>
                </a:lnTo>
                <a:lnTo>
                  <a:pt x="270333" y="128791"/>
                </a:lnTo>
                <a:lnTo>
                  <a:pt x="270322" y="128070"/>
                </a:lnTo>
                <a:lnTo>
                  <a:pt x="270315" y="127327"/>
                </a:lnTo>
                <a:lnTo>
                  <a:pt x="270313" y="126561"/>
                </a:lnTo>
                <a:lnTo>
                  <a:pt x="270313" y="75668"/>
                </a:lnTo>
                <a:lnTo>
                  <a:pt x="270710" y="75195"/>
                </a:lnTo>
                <a:lnTo>
                  <a:pt x="271121" y="74725"/>
                </a:lnTo>
                <a:lnTo>
                  <a:pt x="271546" y="74260"/>
                </a:lnTo>
                <a:lnTo>
                  <a:pt x="271985" y="73799"/>
                </a:lnTo>
                <a:lnTo>
                  <a:pt x="272438" y="73342"/>
                </a:lnTo>
                <a:lnTo>
                  <a:pt x="272904" y="72889"/>
                </a:lnTo>
                <a:lnTo>
                  <a:pt x="273384" y="72439"/>
                </a:lnTo>
                <a:lnTo>
                  <a:pt x="273878" y="71994"/>
                </a:lnTo>
                <a:lnTo>
                  <a:pt x="274385" y="71553"/>
                </a:lnTo>
                <a:lnTo>
                  <a:pt x="274906" y="71115"/>
                </a:lnTo>
                <a:lnTo>
                  <a:pt x="275441" y="70682"/>
                </a:lnTo>
                <a:lnTo>
                  <a:pt x="275990" y="70252"/>
                </a:lnTo>
                <a:lnTo>
                  <a:pt x="276553" y="69826"/>
                </a:lnTo>
                <a:lnTo>
                  <a:pt x="277129" y="69405"/>
                </a:lnTo>
                <a:lnTo>
                  <a:pt x="277719" y="68987"/>
                </a:lnTo>
                <a:lnTo>
                  <a:pt x="278323" y="68573"/>
                </a:lnTo>
                <a:lnTo>
                  <a:pt x="278940" y="68164"/>
                </a:lnTo>
                <a:lnTo>
                  <a:pt x="279571" y="67758"/>
                </a:lnTo>
                <a:lnTo>
                  <a:pt x="280216" y="67356"/>
                </a:lnTo>
                <a:lnTo>
                  <a:pt x="280875" y="66958"/>
                </a:lnTo>
                <a:lnTo>
                  <a:pt x="281547" y="66564"/>
                </a:lnTo>
                <a:lnTo>
                  <a:pt x="282233" y="66174"/>
                </a:lnTo>
                <a:lnTo>
                  <a:pt x="282933" y="65788"/>
                </a:lnTo>
                <a:lnTo>
                  <a:pt x="283647" y="65406"/>
                </a:lnTo>
                <a:lnTo>
                  <a:pt x="284107" y="65161"/>
                </a:lnTo>
                <a:lnTo>
                  <a:pt x="284568" y="64926"/>
                </a:lnTo>
                <a:lnTo>
                  <a:pt x="285029" y="64702"/>
                </a:lnTo>
                <a:lnTo>
                  <a:pt x="285490" y="64488"/>
                </a:lnTo>
                <a:lnTo>
                  <a:pt x="285952" y="64285"/>
                </a:lnTo>
                <a:lnTo>
                  <a:pt x="286414" y="64092"/>
                </a:lnTo>
                <a:lnTo>
                  <a:pt x="286877" y="63909"/>
                </a:lnTo>
                <a:lnTo>
                  <a:pt x="287340" y="63737"/>
                </a:lnTo>
                <a:lnTo>
                  <a:pt x="287803" y="63575"/>
                </a:lnTo>
                <a:lnTo>
                  <a:pt x="288266" y="63424"/>
                </a:lnTo>
                <a:lnTo>
                  <a:pt x="288730" y="63283"/>
                </a:lnTo>
                <a:lnTo>
                  <a:pt x="289194" y="63153"/>
                </a:lnTo>
                <a:lnTo>
                  <a:pt x="289659" y="63033"/>
                </a:lnTo>
                <a:lnTo>
                  <a:pt x="290124" y="62923"/>
                </a:lnTo>
                <a:lnTo>
                  <a:pt x="290589" y="62824"/>
                </a:lnTo>
                <a:lnTo>
                  <a:pt x="291055" y="62735"/>
                </a:lnTo>
                <a:lnTo>
                  <a:pt x="291521" y="62657"/>
                </a:lnTo>
                <a:lnTo>
                  <a:pt x="291988" y="62589"/>
                </a:lnTo>
                <a:lnTo>
                  <a:pt x="292454" y="62532"/>
                </a:lnTo>
                <a:lnTo>
                  <a:pt x="292922" y="62485"/>
                </a:lnTo>
                <a:lnTo>
                  <a:pt x="293389" y="62448"/>
                </a:lnTo>
                <a:lnTo>
                  <a:pt x="293857" y="62422"/>
                </a:lnTo>
                <a:lnTo>
                  <a:pt x="294325" y="62407"/>
                </a:lnTo>
                <a:lnTo>
                  <a:pt x="294794" y="62401"/>
                </a:lnTo>
                <a:lnTo>
                  <a:pt x="295473" y="62413"/>
                </a:lnTo>
                <a:lnTo>
                  <a:pt x="296140" y="62447"/>
                </a:lnTo>
                <a:lnTo>
                  <a:pt x="296794" y="62505"/>
                </a:lnTo>
                <a:lnTo>
                  <a:pt x="297436" y="62586"/>
                </a:lnTo>
                <a:lnTo>
                  <a:pt x="298065" y="62689"/>
                </a:lnTo>
                <a:lnTo>
                  <a:pt x="298681" y="62816"/>
                </a:lnTo>
                <a:lnTo>
                  <a:pt x="299285" y="62966"/>
                </a:lnTo>
                <a:lnTo>
                  <a:pt x="299875" y="63139"/>
                </a:lnTo>
                <a:lnTo>
                  <a:pt x="300454" y="63334"/>
                </a:lnTo>
                <a:lnTo>
                  <a:pt x="301019" y="63553"/>
                </a:lnTo>
                <a:lnTo>
                  <a:pt x="301572" y="63795"/>
                </a:lnTo>
                <a:lnTo>
                  <a:pt x="302112" y="64060"/>
                </a:lnTo>
                <a:lnTo>
                  <a:pt x="302640" y="64348"/>
                </a:lnTo>
                <a:lnTo>
                  <a:pt x="303155" y="64659"/>
                </a:lnTo>
                <a:lnTo>
                  <a:pt x="303657" y="64993"/>
                </a:lnTo>
                <a:lnTo>
                  <a:pt x="304147" y="65350"/>
                </a:lnTo>
                <a:lnTo>
                  <a:pt x="304624" y="65730"/>
                </a:lnTo>
                <a:lnTo>
                  <a:pt x="305088" y="66133"/>
                </a:lnTo>
                <a:lnTo>
                  <a:pt x="305539" y="66560"/>
                </a:lnTo>
                <a:lnTo>
                  <a:pt x="305978" y="67009"/>
                </a:lnTo>
                <a:lnTo>
                  <a:pt x="306405" y="67481"/>
                </a:lnTo>
                <a:lnTo>
                  <a:pt x="306818" y="67976"/>
                </a:lnTo>
                <a:lnTo>
                  <a:pt x="307219" y="68495"/>
                </a:lnTo>
                <a:lnTo>
                  <a:pt x="307608" y="69036"/>
                </a:lnTo>
                <a:lnTo>
                  <a:pt x="307888" y="69471"/>
                </a:lnTo>
                <a:lnTo>
                  <a:pt x="308157" y="69928"/>
                </a:lnTo>
                <a:lnTo>
                  <a:pt x="308413" y="70408"/>
                </a:lnTo>
                <a:lnTo>
                  <a:pt x="308658" y="70910"/>
                </a:lnTo>
                <a:lnTo>
                  <a:pt x="308891" y="71436"/>
                </a:lnTo>
                <a:lnTo>
                  <a:pt x="309112" y="71984"/>
                </a:lnTo>
                <a:lnTo>
                  <a:pt x="309320" y="72554"/>
                </a:lnTo>
                <a:lnTo>
                  <a:pt x="309517" y="73147"/>
                </a:lnTo>
                <a:lnTo>
                  <a:pt x="309702" y="73763"/>
                </a:lnTo>
                <a:lnTo>
                  <a:pt x="309876" y="74402"/>
                </a:lnTo>
                <a:lnTo>
                  <a:pt x="310037" y="75063"/>
                </a:lnTo>
                <a:lnTo>
                  <a:pt x="310186" y="75747"/>
                </a:lnTo>
                <a:lnTo>
                  <a:pt x="310323" y="76454"/>
                </a:lnTo>
                <a:lnTo>
                  <a:pt x="310449" y="77183"/>
                </a:lnTo>
                <a:lnTo>
                  <a:pt x="310562" y="77935"/>
                </a:lnTo>
                <a:lnTo>
                  <a:pt x="310663" y="78710"/>
                </a:lnTo>
                <a:lnTo>
                  <a:pt x="310753" y="79507"/>
                </a:lnTo>
                <a:lnTo>
                  <a:pt x="310830" y="80327"/>
                </a:lnTo>
                <a:lnTo>
                  <a:pt x="310896" y="81170"/>
                </a:lnTo>
                <a:lnTo>
                  <a:pt x="310950" y="82036"/>
                </a:lnTo>
                <a:lnTo>
                  <a:pt x="310992" y="82924"/>
                </a:lnTo>
                <a:lnTo>
                  <a:pt x="311021" y="83834"/>
                </a:lnTo>
                <a:lnTo>
                  <a:pt x="311039" y="84768"/>
                </a:lnTo>
                <a:lnTo>
                  <a:pt x="311045" y="85724"/>
                </a:lnTo>
                <a:lnTo>
                  <a:pt x="311045" y="126561"/>
                </a:lnTo>
                <a:lnTo>
                  <a:pt x="311044" y="127257"/>
                </a:lnTo>
                <a:lnTo>
                  <a:pt x="311042" y="127930"/>
                </a:lnTo>
                <a:lnTo>
                  <a:pt x="311037" y="128580"/>
                </a:lnTo>
                <a:lnTo>
                  <a:pt x="311031" y="129206"/>
                </a:lnTo>
                <a:lnTo>
                  <a:pt x="311023" y="129809"/>
                </a:lnTo>
                <a:lnTo>
                  <a:pt x="311013" y="130388"/>
                </a:lnTo>
                <a:lnTo>
                  <a:pt x="311001" y="130945"/>
                </a:lnTo>
                <a:lnTo>
                  <a:pt x="310987" y="131477"/>
                </a:lnTo>
                <a:lnTo>
                  <a:pt x="310972" y="131987"/>
                </a:lnTo>
                <a:lnTo>
                  <a:pt x="310955" y="132473"/>
                </a:lnTo>
                <a:lnTo>
                  <a:pt x="310936" y="132935"/>
                </a:lnTo>
                <a:lnTo>
                  <a:pt x="310915" y="133375"/>
                </a:lnTo>
                <a:lnTo>
                  <a:pt x="310893" y="133790"/>
                </a:lnTo>
                <a:lnTo>
                  <a:pt x="310868" y="134183"/>
                </a:lnTo>
                <a:lnTo>
                  <a:pt x="310842" y="134552"/>
                </a:lnTo>
                <a:lnTo>
                  <a:pt x="310814" y="134898"/>
                </a:lnTo>
                <a:lnTo>
                  <a:pt x="310784" y="135220"/>
                </a:lnTo>
                <a:lnTo>
                  <a:pt x="310752" y="135519"/>
                </a:lnTo>
                <a:lnTo>
                  <a:pt x="310719" y="135795"/>
                </a:lnTo>
                <a:lnTo>
                  <a:pt x="310684" y="136047"/>
                </a:lnTo>
                <a:lnTo>
                  <a:pt x="310647" y="136276"/>
                </a:lnTo>
                <a:lnTo>
                  <a:pt x="310608" y="136481"/>
                </a:lnTo>
                <a:lnTo>
                  <a:pt x="310567" y="136663"/>
                </a:lnTo>
                <a:lnTo>
                  <a:pt x="310524" y="136822"/>
                </a:lnTo>
                <a:lnTo>
                  <a:pt x="310426" y="137130"/>
                </a:lnTo>
                <a:lnTo>
                  <a:pt x="310321" y="137431"/>
                </a:lnTo>
                <a:lnTo>
                  <a:pt x="310210" y="137726"/>
                </a:lnTo>
                <a:lnTo>
                  <a:pt x="310092" y="138014"/>
                </a:lnTo>
                <a:lnTo>
                  <a:pt x="309968" y="138296"/>
                </a:lnTo>
                <a:lnTo>
                  <a:pt x="309838" y="138571"/>
                </a:lnTo>
                <a:lnTo>
                  <a:pt x="309701" y="138840"/>
                </a:lnTo>
                <a:lnTo>
                  <a:pt x="309558" y="139102"/>
                </a:lnTo>
                <a:lnTo>
                  <a:pt x="309409" y="139358"/>
                </a:lnTo>
                <a:lnTo>
                  <a:pt x="309253" y="139607"/>
                </a:lnTo>
                <a:lnTo>
                  <a:pt x="309091" y="139850"/>
                </a:lnTo>
                <a:lnTo>
                  <a:pt x="308923" y="140087"/>
                </a:lnTo>
                <a:lnTo>
                  <a:pt x="308748" y="140317"/>
                </a:lnTo>
                <a:lnTo>
                  <a:pt x="308567" y="140540"/>
                </a:lnTo>
                <a:lnTo>
                  <a:pt x="308380" y="140757"/>
                </a:lnTo>
                <a:lnTo>
                  <a:pt x="308186" y="140967"/>
                </a:lnTo>
                <a:lnTo>
                  <a:pt x="307986" y="141171"/>
                </a:lnTo>
                <a:lnTo>
                  <a:pt x="307780" y="141369"/>
                </a:lnTo>
                <a:lnTo>
                  <a:pt x="307567" y="141560"/>
                </a:lnTo>
                <a:lnTo>
                  <a:pt x="307349" y="141745"/>
                </a:lnTo>
                <a:lnTo>
                  <a:pt x="307123" y="141923"/>
                </a:lnTo>
                <a:lnTo>
                  <a:pt x="306892" y="142094"/>
                </a:lnTo>
                <a:lnTo>
                  <a:pt x="306654" y="142260"/>
                </a:lnTo>
                <a:lnTo>
                  <a:pt x="306410" y="142418"/>
                </a:lnTo>
                <a:lnTo>
                  <a:pt x="306154" y="142571"/>
                </a:lnTo>
                <a:lnTo>
                  <a:pt x="305880" y="142716"/>
                </a:lnTo>
                <a:lnTo>
                  <a:pt x="305590" y="142856"/>
                </a:lnTo>
                <a:lnTo>
                  <a:pt x="305282" y="142988"/>
                </a:lnTo>
                <a:lnTo>
                  <a:pt x="304958" y="143115"/>
                </a:lnTo>
                <a:lnTo>
                  <a:pt x="304616" y="143234"/>
                </a:lnTo>
                <a:lnTo>
                  <a:pt x="304257" y="143348"/>
                </a:lnTo>
                <a:lnTo>
                  <a:pt x="303880" y="143455"/>
                </a:lnTo>
                <a:lnTo>
                  <a:pt x="303487" y="143555"/>
                </a:lnTo>
                <a:lnTo>
                  <a:pt x="303076" y="143649"/>
                </a:lnTo>
                <a:lnTo>
                  <a:pt x="302648" y="143736"/>
                </a:lnTo>
                <a:lnTo>
                  <a:pt x="302203" y="143817"/>
                </a:lnTo>
                <a:lnTo>
                  <a:pt x="301741" y="143892"/>
                </a:lnTo>
                <a:lnTo>
                  <a:pt x="301262" y="143960"/>
                </a:lnTo>
                <a:lnTo>
                  <a:pt x="300765" y="144021"/>
                </a:lnTo>
                <a:lnTo>
                  <a:pt x="300252" y="144076"/>
                </a:lnTo>
                <a:lnTo>
                  <a:pt x="299721" y="144125"/>
                </a:lnTo>
                <a:lnTo>
                  <a:pt x="299173" y="144167"/>
                </a:lnTo>
                <a:lnTo>
                  <a:pt x="298607" y="144203"/>
                </a:lnTo>
                <a:lnTo>
                  <a:pt x="298025" y="144232"/>
                </a:lnTo>
                <a:lnTo>
                  <a:pt x="297425" y="144255"/>
                </a:lnTo>
                <a:lnTo>
                  <a:pt x="296808" y="144271"/>
                </a:lnTo>
                <a:lnTo>
                  <a:pt x="296174" y="144280"/>
                </a:lnTo>
                <a:lnTo>
                  <a:pt x="295523" y="144284"/>
                </a:lnTo>
                <a:lnTo>
                  <a:pt x="295523" y="148138"/>
                </a:lnTo>
                <a:lnTo>
                  <a:pt x="343757" y="148138"/>
                </a:lnTo>
                <a:lnTo>
                  <a:pt x="343757" y="144284"/>
                </a:lnTo>
                <a:lnTo>
                  <a:pt x="343156" y="144281"/>
                </a:lnTo>
                <a:lnTo>
                  <a:pt x="342571" y="144273"/>
                </a:lnTo>
                <a:lnTo>
                  <a:pt x="342000" y="144259"/>
                </a:lnTo>
                <a:lnTo>
                  <a:pt x="341444" y="144239"/>
                </a:lnTo>
                <a:lnTo>
                  <a:pt x="340904" y="144214"/>
                </a:lnTo>
                <a:lnTo>
                  <a:pt x="340377" y="144183"/>
                </a:lnTo>
                <a:lnTo>
                  <a:pt x="339866" y="144147"/>
                </a:lnTo>
                <a:lnTo>
                  <a:pt x="339370" y="144105"/>
                </a:lnTo>
                <a:lnTo>
                  <a:pt x="338888" y="144058"/>
                </a:lnTo>
                <a:lnTo>
                  <a:pt x="338421" y="144005"/>
                </a:lnTo>
                <a:lnTo>
                  <a:pt x="337969" y="143947"/>
                </a:lnTo>
                <a:lnTo>
                  <a:pt x="337532" y="143882"/>
                </a:lnTo>
                <a:lnTo>
                  <a:pt x="337110" y="143813"/>
                </a:lnTo>
                <a:lnTo>
                  <a:pt x="336702" y="143738"/>
                </a:lnTo>
                <a:lnTo>
                  <a:pt x="336310" y="143657"/>
                </a:lnTo>
                <a:lnTo>
                  <a:pt x="335932" y="143570"/>
                </a:lnTo>
                <a:lnTo>
                  <a:pt x="335569" y="143478"/>
                </a:lnTo>
                <a:lnTo>
                  <a:pt x="335221" y="143381"/>
                </a:lnTo>
                <a:lnTo>
                  <a:pt x="334887" y="143278"/>
                </a:lnTo>
                <a:lnTo>
                  <a:pt x="334569" y="143169"/>
                </a:lnTo>
                <a:lnTo>
                  <a:pt x="334265" y="143055"/>
                </a:lnTo>
                <a:lnTo>
                  <a:pt x="333976" y="142935"/>
                </a:lnTo>
                <a:lnTo>
                  <a:pt x="333702" y="142810"/>
                </a:lnTo>
                <a:lnTo>
                  <a:pt x="333443" y="142679"/>
                </a:lnTo>
                <a:lnTo>
                  <a:pt x="333195" y="142543"/>
                </a:lnTo>
                <a:lnTo>
                  <a:pt x="332953" y="142405"/>
                </a:lnTo>
                <a:lnTo>
                  <a:pt x="332718" y="142265"/>
                </a:lnTo>
                <a:lnTo>
                  <a:pt x="332490" y="142121"/>
                </a:lnTo>
                <a:lnTo>
                  <a:pt x="332268" y="141975"/>
                </a:lnTo>
                <a:lnTo>
                  <a:pt x="332053" y="141826"/>
                </a:lnTo>
                <a:lnTo>
                  <a:pt x="331845" y="141675"/>
                </a:lnTo>
                <a:lnTo>
                  <a:pt x="331643" y="141521"/>
                </a:lnTo>
                <a:lnTo>
                  <a:pt x="331448" y="141364"/>
                </a:lnTo>
                <a:lnTo>
                  <a:pt x="331260" y="141204"/>
                </a:lnTo>
                <a:lnTo>
                  <a:pt x="331079" y="141042"/>
                </a:lnTo>
                <a:lnTo>
                  <a:pt x="330904" y="140877"/>
                </a:lnTo>
                <a:lnTo>
                  <a:pt x="330736" y="140709"/>
                </a:lnTo>
                <a:lnTo>
                  <a:pt x="330574" y="140539"/>
                </a:lnTo>
                <a:lnTo>
                  <a:pt x="330420" y="140366"/>
                </a:lnTo>
                <a:lnTo>
                  <a:pt x="330272" y="140190"/>
                </a:lnTo>
                <a:lnTo>
                  <a:pt x="330130" y="140012"/>
                </a:lnTo>
                <a:lnTo>
                  <a:pt x="329996" y="139831"/>
                </a:lnTo>
                <a:lnTo>
                  <a:pt x="329868" y="139647"/>
                </a:lnTo>
                <a:lnTo>
                  <a:pt x="329746" y="139460"/>
                </a:lnTo>
                <a:lnTo>
                  <a:pt x="329632" y="139271"/>
                </a:lnTo>
                <a:lnTo>
                  <a:pt x="329524" y="139079"/>
                </a:lnTo>
                <a:lnTo>
                  <a:pt x="329423" y="138885"/>
                </a:lnTo>
                <a:lnTo>
                  <a:pt x="329328" y="138688"/>
                </a:lnTo>
                <a:lnTo>
                  <a:pt x="329239" y="138476"/>
                </a:lnTo>
                <a:lnTo>
                  <a:pt x="329154" y="138239"/>
                </a:lnTo>
                <a:lnTo>
                  <a:pt x="329072" y="137977"/>
                </a:lnTo>
                <a:lnTo>
                  <a:pt x="328994" y="137689"/>
                </a:lnTo>
                <a:lnTo>
                  <a:pt x="328920" y="137375"/>
                </a:lnTo>
                <a:lnTo>
                  <a:pt x="328850" y="137036"/>
                </a:lnTo>
                <a:lnTo>
                  <a:pt x="328783" y="136671"/>
                </a:lnTo>
                <a:lnTo>
                  <a:pt x="328721" y="136281"/>
                </a:lnTo>
                <a:lnTo>
                  <a:pt x="328662" y="135865"/>
                </a:lnTo>
                <a:lnTo>
                  <a:pt x="328607" y="135424"/>
                </a:lnTo>
                <a:lnTo>
                  <a:pt x="328555" y="134957"/>
                </a:lnTo>
                <a:lnTo>
                  <a:pt x="328508" y="134464"/>
                </a:lnTo>
                <a:lnTo>
                  <a:pt x="328464" y="133946"/>
                </a:lnTo>
                <a:lnTo>
                  <a:pt x="328424" y="133403"/>
                </a:lnTo>
                <a:lnTo>
                  <a:pt x="328388" y="132833"/>
                </a:lnTo>
                <a:lnTo>
                  <a:pt x="328356" y="132239"/>
                </a:lnTo>
                <a:lnTo>
                  <a:pt x="328327" y="131618"/>
                </a:lnTo>
                <a:lnTo>
                  <a:pt x="328303" y="130973"/>
                </a:lnTo>
                <a:lnTo>
                  <a:pt x="328282" y="130301"/>
                </a:lnTo>
                <a:lnTo>
                  <a:pt x="328265" y="129604"/>
                </a:lnTo>
                <a:lnTo>
                  <a:pt x="328251" y="128882"/>
                </a:lnTo>
                <a:lnTo>
                  <a:pt x="328242" y="128134"/>
                </a:lnTo>
                <a:lnTo>
                  <a:pt x="328236" y="127360"/>
                </a:lnTo>
                <a:lnTo>
                  <a:pt x="328234" y="126561"/>
                </a:lnTo>
                <a:lnTo>
                  <a:pt x="328234" y="81267"/>
                </a:lnTo>
                <a:lnTo>
                  <a:pt x="328026" y="76810"/>
                </a:lnTo>
                <a:lnTo>
                  <a:pt x="328234" y="75671"/>
                </a:lnTo>
                <a:lnTo>
                  <a:pt x="328890" y="75057"/>
                </a:lnTo>
                <a:lnTo>
                  <a:pt x="329538" y="74459"/>
                </a:lnTo>
                <a:lnTo>
                  <a:pt x="330177" y="73878"/>
                </a:lnTo>
                <a:lnTo>
                  <a:pt x="330808" y="73314"/>
                </a:lnTo>
                <a:lnTo>
                  <a:pt x="331432" y="72765"/>
                </a:lnTo>
                <a:lnTo>
                  <a:pt x="332047" y="72233"/>
                </a:lnTo>
                <a:lnTo>
                  <a:pt x="332653" y="71718"/>
                </a:lnTo>
                <a:lnTo>
                  <a:pt x="333252" y="71219"/>
                </a:lnTo>
                <a:lnTo>
                  <a:pt x="333843" y="70736"/>
                </a:lnTo>
                <a:lnTo>
                  <a:pt x="334425" y="70270"/>
                </a:lnTo>
                <a:lnTo>
                  <a:pt x="335000" y="69820"/>
                </a:lnTo>
                <a:lnTo>
                  <a:pt x="335566" y="69386"/>
                </a:lnTo>
                <a:lnTo>
                  <a:pt x="336124" y="68969"/>
                </a:lnTo>
                <a:lnTo>
                  <a:pt x="336674" y="68568"/>
                </a:lnTo>
                <a:lnTo>
                  <a:pt x="337215" y="68184"/>
                </a:lnTo>
                <a:lnTo>
                  <a:pt x="337749" y="67816"/>
                </a:lnTo>
                <a:lnTo>
                  <a:pt x="338275" y="67464"/>
                </a:lnTo>
                <a:lnTo>
                  <a:pt x="338792" y="67129"/>
                </a:lnTo>
                <a:lnTo>
                  <a:pt x="339301" y="66810"/>
                </a:lnTo>
                <a:lnTo>
                  <a:pt x="339802" y="66507"/>
                </a:lnTo>
                <a:lnTo>
                  <a:pt x="340295" y="66221"/>
                </a:lnTo>
                <a:lnTo>
                  <a:pt x="340780" y="65952"/>
                </a:lnTo>
                <a:lnTo>
                  <a:pt x="341257" y="65698"/>
                </a:lnTo>
                <a:lnTo>
                  <a:pt x="341725" y="65462"/>
                </a:lnTo>
                <a:lnTo>
                  <a:pt x="342190" y="65237"/>
                </a:lnTo>
                <a:lnTo>
                  <a:pt x="342654" y="65023"/>
                </a:lnTo>
                <a:lnTo>
                  <a:pt x="343118" y="64818"/>
                </a:lnTo>
                <a:lnTo>
                  <a:pt x="343582" y="64622"/>
                </a:lnTo>
                <a:lnTo>
                  <a:pt x="344045" y="64436"/>
                </a:lnTo>
                <a:lnTo>
                  <a:pt x="344509" y="64259"/>
                </a:lnTo>
                <a:lnTo>
                  <a:pt x="344972" y="64093"/>
                </a:lnTo>
                <a:lnTo>
                  <a:pt x="345435" y="63935"/>
                </a:lnTo>
                <a:lnTo>
                  <a:pt x="345898" y="63787"/>
                </a:lnTo>
                <a:lnTo>
                  <a:pt x="346361" y="63649"/>
                </a:lnTo>
                <a:lnTo>
                  <a:pt x="346823" y="63520"/>
                </a:lnTo>
                <a:lnTo>
                  <a:pt x="347286" y="63401"/>
                </a:lnTo>
                <a:lnTo>
                  <a:pt x="347748" y="63291"/>
                </a:lnTo>
                <a:lnTo>
                  <a:pt x="348210" y="63191"/>
                </a:lnTo>
                <a:lnTo>
                  <a:pt x="348672" y="63100"/>
                </a:lnTo>
                <a:lnTo>
                  <a:pt x="349133" y="63019"/>
                </a:lnTo>
                <a:lnTo>
                  <a:pt x="349595" y="62948"/>
                </a:lnTo>
                <a:lnTo>
                  <a:pt x="350056" y="62886"/>
                </a:lnTo>
                <a:lnTo>
                  <a:pt x="350517" y="62833"/>
                </a:lnTo>
                <a:lnTo>
                  <a:pt x="350978" y="62790"/>
                </a:lnTo>
                <a:lnTo>
                  <a:pt x="351439" y="62757"/>
                </a:lnTo>
                <a:lnTo>
                  <a:pt x="351899" y="62733"/>
                </a:lnTo>
                <a:lnTo>
                  <a:pt x="352360" y="62719"/>
                </a:lnTo>
                <a:lnTo>
                  <a:pt x="352820" y="62714"/>
                </a:lnTo>
                <a:lnTo>
                  <a:pt x="353558" y="62725"/>
                </a:lnTo>
                <a:lnTo>
                  <a:pt x="354279" y="62760"/>
                </a:lnTo>
                <a:lnTo>
                  <a:pt x="354983" y="62818"/>
                </a:lnTo>
                <a:lnTo>
                  <a:pt x="355670" y="62898"/>
                </a:lnTo>
                <a:lnTo>
                  <a:pt x="356340" y="63002"/>
                </a:lnTo>
                <a:lnTo>
                  <a:pt x="356993" y="63129"/>
                </a:lnTo>
                <a:lnTo>
                  <a:pt x="357630" y="63278"/>
                </a:lnTo>
                <a:lnTo>
                  <a:pt x="358249" y="63451"/>
                </a:lnTo>
                <a:lnTo>
                  <a:pt x="358851" y="63647"/>
                </a:lnTo>
                <a:lnTo>
                  <a:pt x="359436" y="63866"/>
                </a:lnTo>
                <a:lnTo>
                  <a:pt x="360004" y="64108"/>
                </a:lnTo>
                <a:lnTo>
                  <a:pt x="360555" y="64373"/>
                </a:lnTo>
                <a:lnTo>
                  <a:pt x="361089" y="64661"/>
                </a:lnTo>
                <a:lnTo>
                  <a:pt x="361606" y="64972"/>
                </a:lnTo>
                <a:lnTo>
                  <a:pt x="362106" y="65306"/>
                </a:lnTo>
                <a:lnTo>
                  <a:pt x="362589" y="65663"/>
                </a:lnTo>
                <a:lnTo>
                  <a:pt x="363055" y="66043"/>
                </a:lnTo>
                <a:lnTo>
                  <a:pt x="363504" y="66446"/>
                </a:lnTo>
                <a:lnTo>
                  <a:pt x="363937" y="66872"/>
                </a:lnTo>
                <a:lnTo>
                  <a:pt x="364352" y="67321"/>
                </a:lnTo>
                <a:lnTo>
                  <a:pt x="364750" y="67794"/>
                </a:lnTo>
                <a:lnTo>
                  <a:pt x="365131" y="68289"/>
                </a:lnTo>
                <a:lnTo>
                  <a:pt x="365495" y="68807"/>
                </a:lnTo>
                <a:lnTo>
                  <a:pt x="365842" y="69349"/>
                </a:lnTo>
                <a:lnTo>
                  <a:pt x="366071" y="69758"/>
                </a:lnTo>
                <a:lnTo>
                  <a:pt x="366291" y="70191"/>
                </a:lnTo>
                <a:lnTo>
                  <a:pt x="366501" y="70647"/>
                </a:lnTo>
                <a:lnTo>
                  <a:pt x="366701" y="71127"/>
                </a:lnTo>
                <a:lnTo>
                  <a:pt x="366892" y="71632"/>
                </a:lnTo>
                <a:lnTo>
                  <a:pt x="367072" y="72159"/>
                </a:lnTo>
                <a:lnTo>
                  <a:pt x="367243" y="72711"/>
                </a:lnTo>
                <a:lnTo>
                  <a:pt x="367405" y="73286"/>
                </a:lnTo>
                <a:lnTo>
                  <a:pt x="367556" y="73885"/>
                </a:lnTo>
                <a:lnTo>
                  <a:pt x="367698" y="74508"/>
                </a:lnTo>
                <a:lnTo>
                  <a:pt x="367829" y="75155"/>
                </a:lnTo>
                <a:lnTo>
                  <a:pt x="367951" y="75825"/>
                </a:lnTo>
                <a:lnTo>
                  <a:pt x="368064" y="76520"/>
                </a:lnTo>
                <a:lnTo>
                  <a:pt x="368166" y="77238"/>
                </a:lnTo>
                <a:lnTo>
                  <a:pt x="368259" y="77979"/>
                </a:lnTo>
                <a:lnTo>
                  <a:pt x="368342" y="78745"/>
                </a:lnTo>
                <a:lnTo>
                  <a:pt x="368415" y="79534"/>
                </a:lnTo>
                <a:lnTo>
                  <a:pt x="368479" y="80347"/>
                </a:lnTo>
                <a:lnTo>
                  <a:pt x="368533" y="81184"/>
                </a:lnTo>
                <a:lnTo>
                  <a:pt x="368577" y="82044"/>
                </a:lnTo>
                <a:lnTo>
                  <a:pt x="368611" y="82928"/>
                </a:lnTo>
                <a:lnTo>
                  <a:pt x="368635" y="83836"/>
                </a:lnTo>
                <a:lnTo>
                  <a:pt x="368650" y="84768"/>
                </a:lnTo>
                <a:lnTo>
                  <a:pt x="368655" y="85724"/>
                </a:lnTo>
                <a:lnTo>
                  <a:pt x="368655" y="126561"/>
                </a:lnTo>
                <a:lnTo>
                  <a:pt x="368654" y="127240"/>
                </a:lnTo>
                <a:lnTo>
                  <a:pt x="368652" y="127897"/>
                </a:lnTo>
                <a:lnTo>
                  <a:pt x="368648" y="128532"/>
                </a:lnTo>
                <a:lnTo>
                  <a:pt x="368643" y="129143"/>
                </a:lnTo>
                <a:lnTo>
                  <a:pt x="368637" y="129732"/>
                </a:lnTo>
                <a:lnTo>
                  <a:pt x="368629" y="130299"/>
                </a:lnTo>
                <a:lnTo>
                  <a:pt x="368619" y="130842"/>
                </a:lnTo>
                <a:lnTo>
                  <a:pt x="368608" y="131363"/>
                </a:lnTo>
                <a:lnTo>
                  <a:pt x="368596" y="131861"/>
                </a:lnTo>
                <a:lnTo>
                  <a:pt x="368582" y="132337"/>
                </a:lnTo>
                <a:lnTo>
                  <a:pt x="368567" y="132790"/>
                </a:lnTo>
                <a:lnTo>
                  <a:pt x="368550" y="133220"/>
                </a:lnTo>
                <a:lnTo>
                  <a:pt x="368532" y="133627"/>
                </a:lnTo>
                <a:lnTo>
                  <a:pt x="368513" y="134012"/>
                </a:lnTo>
                <a:lnTo>
                  <a:pt x="368492" y="134374"/>
                </a:lnTo>
                <a:lnTo>
                  <a:pt x="368469" y="134714"/>
                </a:lnTo>
                <a:lnTo>
                  <a:pt x="368446" y="135031"/>
                </a:lnTo>
                <a:lnTo>
                  <a:pt x="368420" y="135325"/>
                </a:lnTo>
                <a:lnTo>
                  <a:pt x="368393" y="135596"/>
                </a:lnTo>
                <a:lnTo>
                  <a:pt x="368365" y="135845"/>
                </a:lnTo>
                <a:lnTo>
                  <a:pt x="368336" y="136071"/>
                </a:lnTo>
                <a:lnTo>
                  <a:pt x="368305" y="136275"/>
                </a:lnTo>
                <a:lnTo>
                  <a:pt x="368272" y="136456"/>
                </a:lnTo>
                <a:lnTo>
                  <a:pt x="368238" y="136614"/>
                </a:lnTo>
                <a:lnTo>
                  <a:pt x="368149" y="136913"/>
                </a:lnTo>
                <a:lnTo>
                  <a:pt x="368055" y="137205"/>
                </a:lnTo>
                <a:lnTo>
                  <a:pt x="367956" y="137490"/>
                </a:lnTo>
                <a:lnTo>
                  <a:pt x="367853" y="137768"/>
                </a:lnTo>
                <a:lnTo>
                  <a:pt x="367745" y="138040"/>
                </a:lnTo>
                <a:lnTo>
                  <a:pt x="367632" y="138304"/>
                </a:lnTo>
                <a:lnTo>
                  <a:pt x="367515" y="138562"/>
                </a:lnTo>
                <a:lnTo>
                  <a:pt x="367393" y="138813"/>
                </a:lnTo>
                <a:lnTo>
                  <a:pt x="367266" y="139057"/>
                </a:lnTo>
                <a:lnTo>
                  <a:pt x="367135" y="139295"/>
                </a:lnTo>
                <a:lnTo>
                  <a:pt x="366999" y="139525"/>
                </a:lnTo>
                <a:lnTo>
                  <a:pt x="366858" y="139749"/>
                </a:lnTo>
                <a:lnTo>
                  <a:pt x="366712" y="139966"/>
                </a:lnTo>
                <a:lnTo>
                  <a:pt x="366562" y="140176"/>
                </a:lnTo>
                <a:lnTo>
                  <a:pt x="366407" y="140379"/>
                </a:lnTo>
                <a:lnTo>
                  <a:pt x="366247" y="140575"/>
                </a:lnTo>
                <a:lnTo>
                  <a:pt x="366083" y="140765"/>
                </a:lnTo>
                <a:lnTo>
                  <a:pt x="365914" y="140948"/>
                </a:lnTo>
                <a:lnTo>
                  <a:pt x="365740" y="141124"/>
                </a:lnTo>
                <a:lnTo>
                  <a:pt x="365561" y="141293"/>
                </a:lnTo>
                <a:lnTo>
                  <a:pt x="365378" y="141455"/>
                </a:lnTo>
                <a:lnTo>
                  <a:pt x="365190" y="141610"/>
                </a:lnTo>
                <a:lnTo>
                  <a:pt x="364997" y="141759"/>
                </a:lnTo>
                <a:lnTo>
                  <a:pt x="364800" y="141901"/>
                </a:lnTo>
                <a:lnTo>
                  <a:pt x="364509" y="142095"/>
                </a:lnTo>
                <a:lnTo>
                  <a:pt x="364208" y="142281"/>
                </a:lnTo>
                <a:lnTo>
                  <a:pt x="363898" y="142459"/>
                </a:lnTo>
                <a:lnTo>
                  <a:pt x="363579" y="142629"/>
                </a:lnTo>
                <a:lnTo>
                  <a:pt x="363250" y="142790"/>
                </a:lnTo>
                <a:lnTo>
                  <a:pt x="362912" y="142943"/>
                </a:lnTo>
                <a:lnTo>
                  <a:pt x="362564" y="143088"/>
                </a:lnTo>
                <a:lnTo>
                  <a:pt x="362207" y="143225"/>
                </a:lnTo>
                <a:lnTo>
                  <a:pt x="361841" y="143353"/>
                </a:lnTo>
                <a:lnTo>
                  <a:pt x="361465" y="143473"/>
                </a:lnTo>
                <a:lnTo>
                  <a:pt x="361080" y="143585"/>
                </a:lnTo>
                <a:lnTo>
                  <a:pt x="360685" y="143688"/>
                </a:lnTo>
                <a:lnTo>
                  <a:pt x="360281" y="143783"/>
                </a:lnTo>
                <a:lnTo>
                  <a:pt x="359868" y="143870"/>
                </a:lnTo>
                <a:lnTo>
                  <a:pt x="359445" y="143949"/>
                </a:lnTo>
                <a:lnTo>
                  <a:pt x="359013" y="144019"/>
                </a:lnTo>
                <a:lnTo>
                  <a:pt x="358571" y="144081"/>
                </a:lnTo>
                <a:lnTo>
                  <a:pt x="358120" y="144135"/>
                </a:lnTo>
                <a:lnTo>
                  <a:pt x="357659" y="144180"/>
                </a:lnTo>
                <a:lnTo>
                  <a:pt x="357190" y="144218"/>
                </a:lnTo>
                <a:lnTo>
                  <a:pt x="356710" y="144246"/>
                </a:lnTo>
                <a:lnTo>
                  <a:pt x="356222" y="144267"/>
                </a:lnTo>
                <a:lnTo>
                  <a:pt x="355723" y="144280"/>
                </a:lnTo>
                <a:lnTo>
                  <a:pt x="355216" y="144284"/>
                </a:lnTo>
                <a:lnTo>
                  <a:pt x="353237" y="144284"/>
                </a:lnTo>
                <a:lnTo>
                  <a:pt x="353237" y="148138"/>
                </a:lnTo>
                <a:lnTo>
                  <a:pt x="400324" y="148138"/>
                </a:lnTo>
                <a:lnTo>
                  <a:pt x="400324" y="144284"/>
                </a:lnTo>
                <a:lnTo>
                  <a:pt x="399801" y="144281"/>
                </a:lnTo>
                <a:lnTo>
                  <a:pt x="399290" y="144273"/>
                </a:lnTo>
                <a:lnTo>
                  <a:pt x="398791" y="144259"/>
                </a:lnTo>
                <a:lnTo>
                  <a:pt x="398304" y="144239"/>
                </a:lnTo>
                <a:lnTo>
                  <a:pt x="397830" y="144214"/>
                </a:lnTo>
                <a:lnTo>
                  <a:pt x="397368" y="144183"/>
                </a:lnTo>
                <a:lnTo>
                  <a:pt x="396919" y="144147"/>
                </a:lnTo>
                <a:lnTo>
                  <a:pt x="396481" y="144105"/>
                </a:lnTo>
                <a:lnTo>
                  <a:pt x="396056" y="144057"/>
                </a:lnTo>
                <a:lnTo>
                  <a:pt x="395643" y="144004"/>
                </a:lnTo>
                <a:lnTo>
                  <a:pt x="395243" y="143945"/>
                </a:lnTo>
                <a:lnTo>
                  <a:pt x="394855" y="143881"/>
                </a:lnTo>
                <a:lnTo>
                  <a:pt x="394479" y="143811"/>
                </a:lnTo>
                <a:lnTo>
                  <a:pt x="394116" y="143735"/>
                </a:lnTo>
                <a:lnTo>
                  <a:pt x="393764" y="143654"/>
                </a:lnTo>
                <a:lnTo>
                  <a:pt x="393425" y="143568"/>
                </a:lnTo>
                <a:lnTo>
                  <a:pt x="393099" y="143475"/>
                </a:lnTo>
                <a:lnTo>
                  <a:pt x="392784" y="143377"/>
                </a:lnTo>
                <a:lnTo>
                  <a:pt x="392482" y="143274"/>
                </a:lnTo>
                <a:lnTo>
                  <a:pt x="392193" y="143165"/>
                </a:lnTo>
                <a:lnTo>
                  <a:pt x="391915" y="143050"/>
                </a:lnTo>
                <a:lnTo>
                  <a:pt x="391650" y="142930"/>
                </a:lnTo>
                <a:lnTo>
                  <a:pt x="391397" y="142804"/>
                </a:lnTo>
                <a:lnTo>
                  <a:pt x="391157" y="142672"/>
                </a:lnTo>
                <a:lnTo>
                  <a:pt x="390925" y="142537"/>
                </a:lnTo>
                <a:lnTo>
                  <a:pt x="390700" y="142399"/>
                </a:lnTo>
                <a:lnTo>
                  <a:pt x="390481" y="142259"/>
                </a:lnTo>
                <a:lnTo>
                  <a:pt x="390268" y="142116"/>
                </a:lnTo>
                <a:lnTo>
                  <a:pt x="390062" y="141972"/>
                </a:lnTo>
                <a:lnTo>
                  <a:pt x="389861" y="141824"/>
                </a:lnTo>
                <a:lnTo>
                  <a:pt x="389667" y="141675"/>
                </a:lnTo>
                <a:lnTo>
                  <a:pt x="389478" y="141523"/>
                </a:lnTo>
                <a:lnTo>
                  <a:pt x="389296" y="141369"/>
                </a:lnTo>
                <a:lnTo>
                  <a:pt x="389120" y="141212"/>
                </a:lnTo>
                <a:lnTo>
                  <a:pt x="388950" y="141054"/>
                </a:lnTo>
                <a:lnTo>
                  <a:pt x="388787" y="140892"/>
                </a:lnTo>
                <a:lnTo>
                  <a:pt x="388629" y="140729"/>
                </a:lnTo>
                <a:lnTo>
                  <a:pt x="388478" y="140563"/>
                </a:lnTo>
                <a:lnTo>
                  <a:pt x="388333" y="140395"/>
                </a:lnTo>
                <a:lnTo>
                  <a:pt x="388193" y="140224"/>
                </a:lnTo>
                <a:lnTo>
                  <a:pt x="388061" y="140051"/>
                </a:lnTo>
                <a:lnTo>
                  <a:pt x="387934" y="139876"/>
                </a:lnTo>
                <a:lnTo>
                  <a:pt x="387813" y="139698"/>
                </a:lnTo>
                <a:lnTo>
                  <a:pt x="387699" y="139518"/>
                </a:lnTo>
                <a:lnTo>
                  <a:pt x="387590" y="139336"/>
                </a:lnTo>
                <a:lnTo>
                  <a:pt x="387488" y="139152"/>
                </a:lnTo>
                <a:lnTo>
                  <a:pt x="387392" y="138965"/>
                </a:lnTo>
                <a:lnTo>
                  <a:pt x="387302" y="138775"/>
                </a:lnTo>
                <a:lnTo>
                  <a:pt x="387192" y="138488"/>
                </a:lnTo>
                <a:lnTo>
                  <a:pt x="387086" y="138182"/>
                </a:lnTo>
                <a:lnTo>
                  <a:pt x="386985" y="137856"/>
                </a:lnTo>
                <a:lnTo>
                  <a:pt x="386888" y="137510"/>
                </a:lnTo>
                <a:lnTo>
                  <a:pt x="386797" y="137146"/>
                </a:lnTo>
                <a:lnTo>
                  <a:pt x="386710" y="136761"/>
                </a:lnTo>
                <a:lnTo>
                  <a:pt x="386627" y="136357"/>
                </a:lnTo>
                <a:lnTo>
                  <a:pt x="386550" y="135934"/>
                </a:lnTo>
                <a:lnTo>
                  <a:pt x="386477" y="135491"/>
                </a:lnTo>
                <a:lnTo>
                  <a:pt x="386409" y="135028"/>
                </a:lnTo>
                <a:lnTo>
                  <a:pt x="386345" y="134547"/>
                </a:lnTo>
                <a:lnTo>
                  <a:pt x="386286" y="134045"/>
                </a:lnTo>
                <a:lnTo>
                  <a:pt x="386232" y="133524"/>
                </a:lnTo>
                <a:lnTo>
                  <a:pt x="386183" y="132984"/>
                </a:lnTo>
                <a:lnTo>
                  <a:pt x="386138" y="132424"/>
                </a:lnTo>
                <a:lnTo>
                  <a:pt x="386098" y="131845"/>
                </a:lnTo>
                <a:lnTo>
                  <a:pt x="386063" y="131246"/>
                </a:lnTo>
                <a:lnTo>
                  <a:pt x="386033" y="130628"/>
                </a:lnTo>
                <a:lnTo>
                  <a:pt x="386007" y="129990"/>
                </a:lnTo>
                <a:lnTo>
                  <a:pt x="385985" y="129333"/>
                </a:lnTo>
                <a:lnTo>
                  <a:pt x="385969" y="128656"/>
                </a:lnTo>
                <a:lnTo>
                  <a:pt x="385957" y="127960"/>
                </a:lnTo>
                <a:lnTo>
                  <a:pt x="385950" y="127244"/>
                </a:lnTo>
                <a:lnTo>
                  <a:pt x="385948" y="126509"/>
                </a:lnTo>
                <a:lnTo>
                  <a:pt x="385948" y="85555"/>
                </a:lnTo>
                <a:lnTo>
                  <a:pt x="385944" y="84492"/>
                </a:lnTo>
                <a:lnTo>
                  <a:pt x="385932" y="83454"/>
                </a:lnTo>
                <a:lnTo>
                  <a:pt x="385912" y="82440"/>
                </a:lnTo>
                <a:lnTo>
                  <a:pt x="385884" y="81449"/>
                </a:lnTo>
                <a:lnTo>
                  <a:pt x="385848" y="80482"/>
                </a:lnTo>
                <a:lnTo>
                  <a:pt x="385805" y="79539"/>
                </a:lnTo>
                <a:lnTo>
                  <a:pt x="385753" y="78620"/>
                </a:lnTo>
                <a:lnTo>
                  <a:pt x="385693" y="77724"/>
                </a:lnTo>
                <a:lnTo>
                  <a:pt x="385626" y="76853"/>
                </a:lnTo>
                <a:lnTo>
                  <a:pt x="385550" y="76005"/>
                </a:lnTo>
                <a:lnTo>
                  <a:pt x="385466" y="75181"/>
                </a:lnTo>
                <a:lnTo>
                  <a:pt x="385375" y="74381"/>
                </a:lnTo>
                <a:lnTo>
                  <a:pt x="385275" y="73604"/>
                </a:lnTo>
                <a:lnTo>
                  <a:pt x="385168" y="72852"/>
                </a:lnTo>
                <a:lnTo>
                  <a:pt x="385053" y="72123"/>
                </a:lnTo>
                <a:lnTo>
                  <a:pt x="384929" y="71418"/>
                </a:lnTo>
                <a:lnTo>
                  <a:pt x="384798" y="70737"/>
                </a:lnTo>
                <a:lnTo>
                  <a:pt x="384659" y="70080"/>
                </a:lnTo>
                <a:lnTo>
                  <a:pt x="384511" y="69447"/>
                </a:lnTo>
                <a:lnTo>
                  <a:pt x="384356" y="68837"/>
                </a:lnTo>
                <a:lnTo>
                  <a:pt x="384193" y="68251"/>
                </a:lnTo>
                <a:lnTo>
                  <a:pt x="384022" y="67689"/>
                </a:lnTo>
                <a:lnTo>
                  <a:pt x="383843" y="67151"/>
                </a:lnTo>
                <a:lnTo>
                  <a:pt x="383656" y="66637"/>
                </a:lnTo>
                <a:lnTo>
                  <a:pt x="383365" y="65909"/>
                </a:lnTo>
                <a:lnTo>
                  <a:pt x="383066" y="65199"/>
                </a:lnTo>
                <a:lnTo>
                  <a:pt x="382758" y="64505"/>
                </a:lnTo>
                <a:lnTo>
                  <a:pt x="382442" y="63829"/>
                </a:lnTo>
                <a:lnTo>
                  <a:pt x="382117" y="63170"/>
                </a:lnTo>
                <a:lnTo>
                  <a:pt x="381784" y="62528"/>
                </a:lnTo>
                <a:lnTo>
                  <a:pt x="381442" y="61903"/>
                </a:lnTo>
                <a:lnTo>
                  <a:pt x="381092" y="61295"/>
                </a:lnTo>
                <a:lnTo>
                  <a:pt x="380733" y="60705"/>
                </a:lnTo>
                <a:lnTo>
                  <a:pt x="380366" y="60131"/>
                </a:lnTo>
                <a:lnTo>
                  <a:pt x="379990" y="59575"/>
                </a:lnTo>
                <a:lnTo>
                  <a:pt x="379606" y="59036"/>
                </a:lnTo>
                <a:lnTo>
                  <a:pt x="379213" y="58514"/>
                </a:lnTo>
                <a:lnTo>
                  <a:pt x="378812" y="58009"/>
                </a:lnTo>
                <a:lnTo>
                  <a:pt x="378402" y="57522"/>
                </a:lnTo>
                <a:lnTo>
                  <a:pt x="377984" y="57051"/>
                </a:lnTo>
                <a:lnTo>
                  <a:pt x="377557" y="56598"/>
                </a:lnTo>
                <a:lnTo>
                  <a:pt x="377122" y="56162"/>
                </a:lnTo>
                <a:lnTo>
                  <a:pt x="376678" y="55743"/>
                </a:lnTo>
                <a:lnTo>
                  <a:pt x="376226" y="55341"/>
                </a:lnTo>
                <a:lnTo>
                  <a:pt x="375765" y="54956"/>
                </a:lnTo>
                <a:lnTo>
                  <a:pt x="375296" y="54588"/>
                </a:lnTo>
                <a:lnTo>
                  <a:pt x="374818" y="54238"/>
                </a:lnTo>
                <a:lnTo>
                  <a:pt x="374332" y="53905"/>
                </a:lnTo>
                <a:lnTo>
                  <a:pt x="373839" y="53586"/>
                </a:lnTo>
                <a:lnTo>
                  <a:pt x="373339" y="53282"/>
                </a:lnTo>
                <a:lnTo>
                  <a:pt x="372834" y="52990"/>
                </a:lnTo>
                <a:lnTo>
                  <a:pt x="372323" y="52713"/>
                </a:lnTo>
                <a:lnTo>
                  <a:pt x="371805" y="52449"/>
                </a:lnTo>
                <a:lnTo>
                  <a:pt x="371282" y="52198"/>
                </a:lnTo>
                <a:lnTo>
                  <a:pt x="370753" y="51961"/>
                </a:lnTo>
                <a:lnTo>
                  <a:pt x="370217" y="51738"/>
                </a:lnTo>
                <a:lnTo>
                  <a:pt x="369676" y="51528"/>
                </a:lnTo>
                <a:lnTo>
                  <a:pt x="369129" y="51332"/>
                </a:lnTo>
                <a:lnTo>
                  <a:pt x="368576" y="51149"/>
                </a:lnTo>
                <a:lnTo>
                  <a:pt x="368017" y="50979"/>
                </a:lnTo>
                <a:lnTo>
                  <a:pt x="367451" y="50824"/>
                </a:lnTo>
                <a:lnTo>
                  <a:pt x="366880" y="50682"/>
                </a:lnTo>
                <a:lnTo>
                  <a:pt x="366303" y="50553"/>
                </a:lnTo>
                <a:lnTo>
                  <a:pt x="365720" y="50438"/>
                </a:lnTo>
                <a:lnTo>
                  <a:pt x="365131" y="50336"/>
                </a:lnTo>
                <a:lnTo>
                  <a:pt x="364536" y="50248"/>
                </a:lnTo>
                <a:lnTo>
                  <a:pt x="363936" y="50174"/>
                </a:lnTo>
                <a:lnTo>
                  <a:pt x="363329" y="50113"/>
                </a:lnTo>
                <a:lnTo>
                  <a:pt x="362716" y="50065"/>
                </a:lnTo>
                <a:lnTo>
                  <a:pt x="362097" y="50032"/>
                </a:lnTo>
                <a:lnTo>
                  <a:pt x="361472" y="50011"/>
                </a:lnTo>
                <a:lnTo>
                  <a:pt x="360841" y="50004"/>
                </a:lnTo>
                <a:lnTo>
                  <a:pt x="360191" y="50011"/>
                </a:lnTo>
                <a:lnTo>
                  <a:pt x="359542" y="50032"/>
                </a:lnTo>
                <a:lnTo>
                  <a:pt x="358895" y="50066"/>
                </a:lnTo>
                <a:lnTo>
                  <a:pt x="358249" y="50113"/>
                </a:lnTo>
                <a:lnTo>
                  <a:pt x="357604" y="50174"/>
                </a:lnTo>
                <a:lnTo>
                  <a:pt x="356961" y="50249"/>
                </a:lnTo>
                <a:lnTo>
                  <a:pt x="356319" y="50337"/>
                </a:lnTo>
                <a:lnTo>
                  <a:pt x="355679" y="50439"/>
                </a:lnTo>
                <a:lnTo>
                  <a:pt x="355040" y="50554"/>
                </a:lnTo>
                <a:lnTo>
                  <a:pt x="354403" y="50683"/>
                </a:lnTo>
                <a:lnTo>
                  <a:pt x="353767" y="50825"/>
                </a:lnTo>
                <a:lnTo>
                  <a:pt x="353132" y="50981"/>
                </a:lnTo>
                <a:lnTo>
                  <a:pt x="352499" y="51151"/>
                </a:lnTo>
                <a:lnTo>
                  <a:pt x="351868" y="51334"/>
                </a:lnTo>
                <a:lnTo>
                  <a:pt x="351238" y="51530"/>
                </a:lnTo>
                <a:lnTo>
                  <a:pt x="350609" y="51741"/>
                </a:lnTo>
                <a:lnTo>
                  <a:pt x="349982" y="51965"/>
                </a:lnTo>
                <a:lnTo>
                  <a:pt x="349356" y="52202"/>
                </a:lnTo>
                <a:lnTo>
                  <a:pt x="348732" y="52453"/>
                </a:lnTo>
                <a:lnTo>
                  <a:pt x="348109" y="52717"/>
                </a:lnTo>
                <a:lnTo>
                  <a:pt x="347487" y="52995"/>
                </a:lnTo>
                <a:lnTo>
                  <a:pt x="346867" y="53287"/>
                </a:lnTo>
                <a:lnTo>
                  <a:pt x="346249" y="53592"/>
                </a:lnTo>
                <a:lnTo>
                  <a:pt x="345632" y="53911"/>
                </a:lnTo>
                <a:lnTo>
                  <a:pt x="345010" y="54252"/>
                </a:lnTo>
                <a:lnTo>
                  <a:pt x="344376" y="54622"/>
                </a:lnTo>
                <a:lnTo>
                  <a:pt x="343731" y="55022"/>
                </a:lnTo>
                <a:lnTo>
                  <a:pt x="343074" y="55452"/>
                </a:lnTo>
                <a:lnTo>
                  <a:pt x="342405" y="55912"/>
                </a:lnTo>
                <a:lnTo>
                  <a:pt x="341725" y="56402"/>
                </a:lnTo>
                <a:lnTo>
                  <a:pt x="341034" y="56921"/>
                </a:lnTo>
                <a:lnTo>
                  <a:pt x="340330" y="57470"/>
                </a:lnTo>
                <a:lnTo>
                  <a:pt x="339616" y="58050"/>
                </a:lnTo>
                <a:lnTo>
                  <a:pt x="338889" y="58659"/>
                </a:lnTo>
                <a:lnTo>
                  <a:pt x="338151" y="59298"/>
                </a:lnTo>
                <a:lnTo>
                  <a:pt x="337402" y="59966"/>
                </a:lnTo>
                <a:lnTo>
                  <a:pt x="336641" y="60665"/>
                </a:lnTo>
                <a:lnTo>
                  <a:pt x="335868" y="61393"/>
                </a:lnTo>
                <a:lnTo>
                  <a:pt x="335084" y="62152"/>
                </a:lnTo>
                <a:lnTo>
                  <a:pt x="334288" y="62940"/>
                </a:lnTo>
                <a:lnTo>
                  <a:pt x="333481" y="63758"/>
                </a:lnTo>
                <a:lnTo>
                  <a:pt x="332662" y="64605"/>
                </a:lnTo>
                <a:lnTo>
                  <a:pt x="331831" y="65483"/>
                </a:lnTo>
                <a:lnTo>
                  <a:pt x="330989" y="66390"/>
                </a:lnTo>
                <a:lnTo>
                  <a:pt x="330136" y="67328"/>
                </a:lnTo>
                <a:lnTo>
                  <a:pt x="329270" y="68295"/>
                </a:lnTo>
                <a:lnTo>
                  <a:pt x="328394" y="69292"/>
                </a:lnTo>
                <a:lnTo>
                  <a:pt x="327505" y="70319"/>
                </a:lnTo>
                <a:lnTo>
                  <a:pt x="327315" y="69502"/>
                </a:lnTo>
                <a:lnTo>
                  <a:pt x="327111" y="68702"/>
                </a:lnTo>
                <a:lnTo>
                  <a:pt x="326891" y="67918"/>
                </a:lnTo>
                <a:lnTo>
                  <a:pt x="326657" y="67150"/>
                </a:lnTo>
                <a:lnTo>
                  <a:pt x="326408" y="66399"/>
                </a:lnTo>
                <a:lnTo>
                  <a:pt x="326144" y="65663"/>
                </a:lnTo>
                <a:lnTo>
                  <a:pt x="325866" y="64944"/>
                </a:lnTo>
                <a:lnTo>
                  <a:pt x="325572" y="64242"/>
                </a:lnTo>
                <a:lnTo>
                  <a:pt x="325264" y="63555"/>
                </a:lnTo>
                <a:lnTo>
                  <a:pt x="324941" y="62885"/>
                </a:lnTo>
                <a:lnTo>
                  <a:pt x="324603" y="62232"/>
                </a:lnTo>
                <a:lnTo>
                  <a:pt x="324250" y="61594"/>
                </a:lnTo>
                <a:lnTo>
                  <a:pt x="323882" y="60973"/>
                </a:lnTo>
                <a:lnTo>
                  <a:pt x="323499" y="60368"/>
                </a:lnTo>
                <a:lnTo>
                  <a:pt x="323102" y="59779"/>
                </a:lnTo>
                <a:lnTo>
                  <a:pt x="322690" y="59207"/>
                </a:lnTo>
                <a:lnTo>
                  <a:pt x="322263" y="58651"/>
                </a:lnTo>
                <a:lnTo>
                  <a:pt x="321821" y="58111"/>
                </a:lnTo>
                <a:lnTo>
                  <a:pt x="321364" y="57587"/>
                </a:lnTo>
                <a:lnTo>
                  <a:pt x="320893" y="57080"/>
                </a:lnTo>
                <a:lnTo>
                  <a:pt x="320407" y="56589"/>
                </a:lnTo>
                <a:lnTo>
                  <a:pt x="319905" y="56114"/>
                </a:lnTo>
                <a:lnTo>
                  <a:pt x="319389" y="55655"/>
                </a:lnTo>
                <a:lnTo>
                  <a:pt x="318859" y="55213"/>
                </a:lnTo>
                <a:lnTo>
                  <a:pt x="318316" y="54788"/>
                </a:lnTo>
                <a:lnTo>
                  <a:pt x="317765" y="54381"/>
                </a:lnTo>
                <a:lnTo>
                  <a:pt x="317205" y="53992"/>
                </a:lnTo>
                <a:lnTo>
                  <a:pt x="316636" y="53622"/>
                </a:lnTo>
                <a:lnTo>
                  <a:pt x="316059" y="53269"/>
                </a:lnTo>
                <a:lnTo>
                  <a:pt x="315473" y="52934"/>
                </a:lnTo>
                <a:lnTo>
                  <a:pt x="314878" y="52618"/>
                </a:lnTo>
                <a:lnTo>
                  <a:pt x="314275" y="52319"/>
                </a:lnTo>
                <a:lnTo>
                  <a:pt x="313663" y="52039"/>
                </a:lnTo>
                <a:lnTo>
                  <a:pt x="313042" y="51777"/>
                </a:lnTo>
                <a:lnTo>
                  <a:pt x="312413" y="51533"/>
                </a:lnTo>
                <a:lnTo>
                  <a:pt x="311775" y="51307"/>
                </a:lnTo>
                <a:lnTo>
                  <a:pt x="311128" y="51099"/>
                </a:lnTo>
                <a:lnTo>
                  <a:pt x="310472" y="50909"/>
                </a:lnTo>
                <a:lnTo>
                  <a:pt x="309808" y="50737"/>
                </a:lnTo>
                <a:lnTo>
                  <a:pt x="309135" y="50583"/>
                </a:lnTo>
                <a:lnTo>
                  <a:pt x="308454" y="50448"/>
                </a:lnTo>
                <a:lnTo>
                  <a:pt x="307764" y="50330"/>
                </a:lnTo>
                <a:lnTo>
                  <a:pt x="307065" y="50231"/>
                </a:lnTo>
                <a:lnTo>
                  <a:pt x="306357" y="50149"/>
                </a:lnTo>
                <a:lnTo>
                  <a:pt x="305641" y="50086"/>
                </a:lnTo>
                <a:lnTo>
                  <a:pt x="304916" y="50041"/>
                </a:lnTo>
                <a:lnTo>
                  <a:pt x="304183" y="50014"/>
                </a:lnTo>
                <a:lnTo>
                  <a:pt x="303441" y="50004"/>
                </a:lnTo>
                <a:lnTo>
                  <a:pt x="302998" y="50008"/>
                </a:lnTo>
                <a:lnTo>
                  <a:pt x="302554" y="50020"/>
                </a:lnTo>
                <a:lnTo>
                  <a:pt x="302111" y="50039"/>
                </a:lnTo>
                <a:lnTo>
                  <a:pt x="301667" y="50065"/>
                </a:lnTo>
                <a:lnTo>
                  <a:pt x="301222" y="50099"/>
                </a:lnTo>
                <a:lnTo>
                  <a:pt x="300778" y="50141"/>
                </a:lnTo>
                <a:lnTo>
                  <a:pt x="300332" y="50191"/>
                </a:lnTo>
                <a:lnTo>
                  <a:pt x="299887" y="50248"/>
                </a:lnTo>
                <a:lnTo>
                  <a:pt x="299441" y="50312"/>
                </a:lnTo>
                <a:lnTo>
                  <a:pt x="298995" y="50384"/>
                </a:lnTo>
                <a:lnTo>
                  <a:pt x="298548" y="50464"/>
                </a:lnTo>
                <a:lnTo>
                  <a:pt x="298101" y="50551"/>
                </a:lnTo>
                <a:lnTo>
                  <a:pt x="297654" y="50646"/>
                </a:lnTo>
                <a:lnTo>
                  <a:pt x="297207" y="50749"/>
                </a:lnTo>
                <a:lnTo>
                  <a:pt x="296759" y="50859"/>
                </a:lnTo>
                <a:lnTo>
                  <a:pt x="296310" y="50977"/>
                </a:lnTo>
                <a:lnTo>
                  <a:pt x="295862" y="51102"/>
                </a:lnTo>
                <a:lnTo>
                  <a:pt x="295412" y="51235"/>
                </a:lnTo>
                <a:lnTo>
                  <a:pt x="294963" y="51376"/>
                </a:lnTo>
                <a:lnTo>
                  <a:pt x="294513" y="51524"/>
                </a:lnTo>
                <a:lnTo>
                  <a:pt x="294063" y="51679"/>
                </a:lnTo>
                <a:lnTo>
                  <a:pt x="293613" y="51843"/>
                </a:lnTo>
                <a:lnTo>
                  <a:pt x="293162" y="52014"/>
                </a:lnTo>
                <a:lnTo>
                  <a:pt x="292710" y="52192"/>
                </a:lnTo>
                <a:lnTo>
                  <a:pt x="292260" y="52378"/>
                </a:lnTo>
                <a:lnTo>
                  <a:pt x="291813" y="52569"/>
                </a:lnTo>
                <a:lnTo>
                  <a:pt x="291367" y="52767"/>
                </a:lnTo>
                <a:lnTo>
                  <a:pt x="290925" y="52971"/>
                </a:lnTo>
                <a:lnTo>
                  <a:pt x="290485" y="53181"/>
                </a:lnTo>
                <a:lnTo>
                  <a:pt x="290047" y="53397"/>
                </a:lnTo>
                <a:lnTo>
                  <a:pt x="289612" y="53619"/>
                </a:lnTo>
                <a:lnTo>
                  <a:pt x="289180" y="53847"/>
                </a:lnTo>
                <a:lnTo>
                  <a:pt x="288750" y="54082"/>
                </a:lnTo>
                <a:lnTo>
                  <a:pt x="288323" y="54323"/>
                </a:lnTo>
                <a:lnTo>
                  <a:pt x="287898" y="54570"/>
                </a:lnTo>
                <a:lnTo>
                  <a:pt x="287476" y="54823"/>
                </a:lnTo>
                <a:lnTo>
                  <a:pt x="287056" y="55082"/>
                </a:lnTo>
                <a:lnTo>
                  <a:pt x="286639" y="55347"/>
                </a:lnTo>
                <a:lnTo>
                  <a:pt x="286224" y="55619"/>
                </a:lnTo>
                <a:lnTo>
                  <a:pt x="285812" y="55896"/>
                </a:lnTo>
                <a:lnTo>
                  <a:pt x="285402" y="56180"/>
                </a:lnTo>
                <a:lnTo>
                  <a:pt x="284995" y="56470"/>
                </a:lnTo>
                <a:lnTo>
                  <a:pt x="284590" y="56766"/>
                </a:lnTo>
                <a:lnTo>
                  <a:pt x="284188" y="57068"/>
                </a:lnTo>
                <a:lnTo>
                  <a:pt x="283789" y="57377"/>
                </a:lnTo>
                <a:lnTo>
                  <a:pt x="283392" y="57691"/>
                </a:lnTo>
                <a:lnTo>
                  <a:pt x="282997" y="58012"/>
                </a:lnTo>
                <a:lnTo>
                  <a:pt x="282605" y="58339"/>
                </a:lnTo>
                <a:lnTo>
                  <a:pt x="282434" y="58484"/>
                </a:lnTo>
                <a:lnTo>
                  <a:pt x="282233" y="58660"/>
                </a:lnTo>
                <a:lnTo>
                  <a:pt x="282003" y="58868"/>
                </a:lnTo>
                <a:lnTo>
                  <a:pt x="281743" y="59105"/>
                </a:lnTo>
                <a:lnTo>
                  <a:pt x="281453" y="59374"/>
                </a:lnTo>
                <a:lnTo>
                  <a:pt x="281134" y="59673"/>
                </a:lnTo>
                <a:lnTo>
                  <a:pt x="280785" y="60003"/>
                </a:lnTo>
                <a:lnTo>
                  <a:pt x="280406" y="60364"/>
                </a:lnTo>
                <a:lnTo>
                  <a:pt x="279998" y="60756"/>
                </a:lnTo>
                <a:lnTo>
                  <a:pt x="279560" y="61178"/>
                </a:lnTo>
                <a:lnTo>
                  <a:pt x="279092" y="61631"/>
                </a:lnTo>
                <a:lnTo>
                  <a:pt x="278595" y="62115"/>
                </a:lnTo>
                <a:lnTo>
                  <a:pt x="278068" y="62629"/>
                </a:lnTo>
                <a:lnTo>
                  <a:pt x="277511" y="63175"/>
                </a:lnTo>
                <a:lnTo>
                  <a:pt x="276924" y="63751"/>
                </a:lnTo>
                <a:lnTo>
                  <a:pt x="276308" y="64358"/>
                </a:lnTo>
                <a:lnTo>
                  <a:pt x="275663" y="64995"/>
                </a:lnTo>
                <a:lnTo>
                  <a:pt x="274987" y="65663"/>
                </a:lnTo>
                <a:lnTo>
                  <a:pt x="274282" y="66362"/>
                </a:lnTo>
                <a:lnTo>
                  <a:pt x="273548" y="67092"/>
                </a:lnTo>
                <a:lnTo>
                  <a:pt x="272783" y="67853"/>
                </a:lnTo>
                <a:lnTo>
                  <a:pt x="271989" y="68644"/>
                </a:lnTo>
                <a:lnTo>
                  <a:pt x="271166" y="69466"/>
                </a:lnTo>
                <a:lnTo>
                  <a:pt x="270313" y="70319"/>
                </a:lnTo>
                <a:lnTo>
                  <a:pt x="270313" y="50004"/>
                </a:lnTo>
                <a:lnTo>
                  <a:pt x="265833" y="50004"/>
                </a:lnTo>
                <a:lnTo>
                  <a:pt x="237080" y="61646"/>
                </a:lnTo>
                <a:lnTo>
                  <a:pt x="238643" y="65390"/>
                </a:lnTo>
                <a:close/>
                <a:moveTo>
                  <a:pt x="552307" y="144261"/>
                </a:moveTo>
                <a:lnTo>
                  <a:pt x="551794" y="144243"/>
                </a:lnTo>
                <a:lnTo>
                  <a:pt x="551295" y="144221"/>
                </a:lnTo>
                <a:lnTo>
                  <a:pt x="550812" y="144193"/>
                </a:lnTo>
                <a:lnTo>
                  <a:pt x="550342" y="144160"/>
                </a:lnTo>
                <a:lnTo>
                  <a:pt x="549888" y="144122"/>
                </a:lnTo>
                <a:lnTo>
                  <a:pt x="549448" y="144079"/>
                </a:lnTo>
                <a:lnTo>
                  <a:pt x="549023" y="144031"/>
                </a:lnTo>
                <a:lnTo>
                  <a:pt x="548613" y="143978"/>
                </a:lnTo>
                <a:lnTo>
                  <a:pt x="548217" y="143920"/>
                </a:lnTo>
                <a:lnTo>
                  <a:pt x="547836" y="143857"/>
                </a:lnTo>
                <a:lnTo>
                  <a:pt x="547469" y="143789"/>
                </a:lnTo>
                <a:lnTo>
                  <a:pt x="547117" y="143715"/>
                </a:lnTo>
                <a:lnTo>
                  <a:pt x="546780" y="143637"/>
                </a:lnTo>
                <a:lnTo>
                  <a:pt x="546458" y="143554"/>
                </a:lnTo>
                <a:lnTo>
                  <a:pt x="546150" y="143465"/>
                </a:lnTo>
                <a:lnTo>
                  <a:pt x="545856" y="143372"/>
                </a:lnTo>
                <a:lnTo>
                  <a:pt x="545578" y="143273"/>
                </a:lnTo>
                <a:lnTo>
                  <a:pt x="545314" y="143170"/>
                </a:lnTo>
                <a:lnTo>
                  <a:pt x="545064" y="143061"/>
                </a:lnTo>
                <a:lnTo>
                  <a:pt x="544830" y="142947"/>
                </a:lnTo>
                <a:lnTo>
                  <a:pt x="544610" y="142829"/>
                </a:lnTo>
                <a:lnTo>
                  <a:pt x="544399" y="142705"/>
                </a:lnTo>
                <a:lnTo>
                  <a:pt x="544193" y="142576"/>
                </a:lnTo>
                <a:lnTo>
                  <a:pt x="543991" y="142441"/>
                </a:lnTo>
                <a:lnTo>
                  <a:pt x="543794" y="142302"/>
                </a:lnTo>
                <a:lnTo>
                  <a:pt x="543601" y="142157"/>
                </a:lnTo>
                <a:lnTo>
                  <a:pt x="543412" y="142007"/>
                </a:lnTo>
                <a:lnTo>
                  <a:pt x="543227" y="141851"/>
                </a:lnTo>
                <a:lnTo>
                  <a:pt x="543047" y="141691"/>
                </a:lnTo>
                <a:lnTo>
                  <a:pt x="542871" y="141525"/>
                </a:lnTo>
                <a:lnTo>
                  <a:pt x="542700" y="141354"/>
                </a:lnTo>
                <a:lnTo>
                  <a:pt x="542533" y="141178"/>
                </a:lnTo>
                <a:lnTo>
                  <a:pt x="542370" y="140996"/>
                </a:lnTo>
                <a:lnTo>
                  <a:pt x="542212" y="140810"/>
                </a:lnTo>
                <a:lnTo>
                  <a:pt x="542057" y="140618"/>
                </a:lnTo>
                <a:lnTo>
                  <a:pt x="541908" y="140421"/>
                </a:lnTo>
                <a:lnTo>
                  <a:pt x="541762" y="140218"/>
                </a:lnTo>
                <a:lnTo>
                  <a:pt x="541621" y="140011"/>
                </a:lnTo>
                <a:lnTo>
                  <a:pt x="541484" y="139798"/>
                </a:lnTo>
                <a:lnTo>
                  <a:pt x="541352" y="139580"/>
                </a:lnTo>
                <a:lnTo>
                  <a:pt x="541224" y="139356"/>
                </a:lnTo>
                <a:lnTo>
                  <a:pt x="541100" y="139128"/>
                </a:lnTo>
                <a:lnTo>
                  <a:pt x="540981" y="138894"/>
                </a:lnTo>
                <a:lnTo>
                  <a:pt x="540866" y="138655"/>
                </a:lnTo>
                <a:lnTo>
                  <a:pt x="540755" y="138411"/>
                </a:lnTo>
                <a:lnTo>
                  <a:pt x="540649" y="138154"/>
                </a:lnTo>
                <a:lnTo>
                  <a:pt x="540547" y="137876"/>
                </a:lnTo>
                <a:lnTo>
                  <a:pt x="540450" y="137577"/>
                </a:lnTo>
                <a:lnTo>
                  <a:pt x="540357" y="137257"/>
                </a:lnTo>
                <a:lnTo>
                  <a:pt x="540269" y="136917"/>
                </a:lnTo>
                <a:lnTo>
                  <a:pt x="540186" y="136556"/>
                </a:lnTo>
                <a:lnTo>
                  <a:pt x="540106" y="136174"/>
                </a:lnTo>
                <a:lnTo>
                  <a:pt x="540032" y="135772"/>
                </a:lnTo>
                <a:lnTo>
                  <a:pt x="539962" y="135348"/>
                </a:lnTo>
                <a:lnTo>
                  <a:pt x="539896" y="134904"/>
                </a:lnTo>
                <a:lnTo>
                  <a:pt x="539835" y="134440"/>
                </a:lnTo>
                <a:lnTo>
                  <a:pt x="539779" y="133954"/>
                </a:lnTo>
                <a:lnTo>
                  <a:pt x="539727" y="133448"/>
                </a:lnTo>
                <a:lnTo>
                  <a:pt x="539679" y="132921"/>
                </a:lnTo>
                <a:lnTo>
                  <a:pt x="539636" y="132373"/>
                </a:lnTo>
                <a:lnTo>
                  <a:pt x="539598" y="131804"/>
                </a:lnTo>
                <a:lnTo>
                  <a:pt x="539564" y="131215"/>
                </a:lnTo>
                <a:lnTo>
                  <a:pt x="539534" y="130605"/>
                </a:lnTo>
                <a:lnTo>
                  <a:pt x="539510" y="129974"/>
                </a:lnTo>
                <a:lnTo>
                  <a:pt x="539489" y="129323"/>
                </a:lnTo>
                <a:lnTo>
                  <a:pt x="539473" y="128650"/>
                </a:lnTo>
                <a:lnTo>
                  <a:pt x="539462" y="127957"/>
                </a:lnTo>
                <a:lnTo>
                  <a:pt x="539455" y="127243"/>
                </a:lnTo>
                <a:lnTo>
                  <a:pt x="539453" y="126509"/>
                </a:lnTo>
                <a:lnTo>
                  <a:pt x="539453" y="50004"/>
                </a:lnTo>
                <a:lnTo>
                  <a:pt x="534869" y="50004"/>
                </a:lnTo>
                <a:lnTo>
                  <a:pt x="506117" y="61646"/>
                </a:lnTo>
                <a:lnTo>
                  <a:pt x="507575" y="65390"/>
                </a:lnTo>
                <a:lnTo>
                  <a:pt x="507920" y="65263"/>
                </a:lnTo>
                <a:lnTo>
                  <a:pt x="508261" y="65141"/>
                </a:lnTo>
                <a:lnTo>
                  <a:pt x="508597" y="65024"/>
                </a:lnTo>
                <a:lnTo>
                  <a:pt x="508930" y="64913"/>
                </a:lnTo>
                <a:lnTo>
                  <a:pt x="509257" y="64808"/>
                </a:lnTo>
                <a:lnTo>
                  <a:pt x="509581" y="64708"/>
                </a:lnTo>
                <a:lnTo>
                  <a:pt x="509900" y="64613"/>
                </a:lnTo>
                <a:lnTo>
                  <a:pt x="510214" y="64524"/>
                </a:lnTo>
                <a:lnTo>
                  <a:pt x="510525" y="64440"/>
                </a:lnTo>
                <a:lnTo>
                  <a:pt x="510831" y="64361"/>
                </a:lnTo>
                <a:lnTo>
                  <a:pt x="511132" y="64288"/>
                </a:lnTo>
                <a:lnTo>
                  <a:pt x="511430" y="64220"/>
                </a:lnTo>
                <a:lnTo>
                  <a:pt x="511723" y="64158"/>
                </a:lnTo>
                <a:lnTo>
                  <a:pt x="512011" y="64101"/>
                </a:lnTo>
                <a:lnTo>
                  <a:pt x="512296" y="64050"/>
                </a:lnTo>
                <a:lnTo>
                  <a:pt x="512576" y="64004"/>
                </a:lnTo>
                <a:lnTo>
                  <a:pt x="512851" y="63963"/>
                </a:lnTo>
                <a:lnTo>
                  <a:pt x="513123" y="63928"/>
                </a:lnTo>
                <a:lnTo>
                  <a:pt x="513390" y="63898"/>
                </a:lnTo>
                <a:lnTo>
                  <a:pt x="513652" y="63874"/>
                </a:lnTo>
                <a:lnTo>
                  <a:pt x="513910" y="63855"/>
                </a:lnTo>
                <a:lnTo>
                  <a:pt x="514164" y="63841"/>
                </a:lnTo>
                <a:lnTo>
                  <a:pt x="514414" y="63833"/>
                </a:lnTo>
                <a:lnTo>
                  <a:pt x="514659" y="63831"/>
                </a:lnTo>
                <a:lnTo>
                  <a:pt x="514883" y="63833"/>
                </a:lnTo>
                <a:lnTo>
                  <a:pt x="515103" y="63840"/>
                </a:lnTo>
                <a:lnTo>
                  <a:pt x="515318" y="63851"/>
                </a:lnTo>
                <a:lnTo>
                  <a:pt x="515530" y="63867"/>
                </a:lnTo>
                <a:lnTo>
                  <a:pt x="515738" y="63887"/>
                </a:lnTo>
                <a:lnTo>
                  <a:pt x="515942" y="63912"/>
                </a:lnTo>
                <a:lnTo>
                  <a:pt x="516142" y="63941"/>
                </a:lnTo>
                <a:lnTo>
                  <a:pt x="516338" y="63975"/>
                </a:lnTo>
                <a:lnTo>
                  <a:pt x="516529" y="64013"/>
                </a:lnTo>
                <a:lnTo>
                  <a:pt x="516717" y="64056"/>
                </a:lnTo>
                <a:lnTo>
                  <a:pt x="516901" y="64103"/>
                </a:lnTo>
                <a:lnTo>
                  <a:pt x="517081" y="64155"/>
                </a:lnTo>
                <a:lnTo>
                  <a:pt x="517257" y="64212"/>
                </a:lnTo>
                <a:lnTo>
                  <a:pt x="517429" y="64273"/>
                </a:lnTo>
                <a:lnTo>
                  <a:pt x="517597" y="64338"/>
                </a:lnTo>
                <a:lnTo>
                  <a:pt x="517761" y="64408"/>
                </a:lnTo>
                <a:lnTo>
                  <a:pt x="517921" y="64482"/>
                </a:lnTo>
                <a:lnTo>
                  <a:pt x="518077" y="64561"/>
                </a:lnTo>
                <a:lnTo>
                  <a:pt x="518230" y="64645"/>
                </a:lnTo>
                <a:lnTo>
                  <a:pt x="518378" y="64733"/>
                </a:lnTo>
                <a:lnTo>
                  <a:pt x="518522" y="64825"/>
                </a:lnTo>
                <a:lnTo>
                  <a:pt x="518662" y="64922"/>
                </a:lnTo>
                <a:lnTo>
                  <a:pt x="518798" y="65024"/>
                </a:lnTo>
                <a:lnTo>
                  <a:pt x="518930" y="65130"/>
                </a:lnTo>
                <a:lnTo>
                  <a:pt x="519059" y="65241"/>
                </a:lnTo>
                <a:lnTo>
                  <a:pt x="519185" y="65360"/>
                </a:lnTo>
                <a:lnTo>
                  <a:pt x="519308" y="65486"/>
                </a:lnTo>
                <a:lnTo>
                  <a:pt x="519428" y="65619"/>
                </a:lnTo>
                <a:lnTo>
                  <a:pt x="519545" y="65759"/>
                </a:lnTo>
                <a:lnTo>
                  <a:pt x="519660" y="65906"/>
                </a:lnTo>
                <a:lnTo>
                  <a:pt x="519771" y="66060"/>
                </a:lnTo>
                <a:lnTo>
                  <a:pt x="519880" y="66221"/>
                </a:lnTo>
                <a:lnTo>
                  <a:pt x="519985" y="66389"/>
                </a:lnTo>
                <a:lnTo>
                  <a:pt x="520088" y="66564"/>
                </a:lnTo>
                <a:lnTo>
                  <a:pt x="520188" y="66746"/>
                </a:lnTo>
                <a:lnTo>
                  <a:pt x="520285" y="66936"/>
                </a:lnTo>
                <a:lnTo>
                  <a:pt x="520379" y="67132"/>
                </a:lnTo>
                <a:lnTo>
                  <a:pt x="520470" y="67335"/>
                </a:lnTo>
                <a:lnTo>
                  <a:pt x="520558" y="67545"/>
                </a:lnTo>
                <a:lnTo>
                  <a:pt x="520644" y="67763"/>
                </a:lnTo>
                <a:lnTo>
                  <a:pt x="520726" y="67987"/>
                </a:lnTo>
                <a:lnTo>
                  <a:pt x="520806" y="68219"/>
                </a:lnTo>
                <a:lnTo>
                  <a:pt x="520882" y="68457"/>
                </a:lnTo>
                <a:lnTo>
                  <a:pt x="520956" y="68703"/>
                </a:lnTo>
                <a:lnTo>
                  <a:pt x="521027" y="68955"/>
                </a:lnTo>
                <a:lnTo>
                  <a:pt x="521095" y="69215"/>
                </a:lnTo>
                <a:lnTo>
                  <a:pt x="521160" y="69482"/>
                </a:lnTo>
                <a:lnTo>
                  <a:pt x="521222" y="69756"/>
                </a:lnTo>
                <a:lnTo>
                  <a:pt x="521299" y="70155"/>
                </a:lnTo>
                <a:lnTo>
                  <a:pt x="521372" y="70593"/>
                </a:lnTo>
                <a:lnTo>
                  <a:pt x="521442" y="71069"/>
                </a:lnTo>
                <a:lnTo>
                  <a:pt x="521509" y="71582"/>
                </a:lnTo>
                <a:lnTo>
                  <a:pt x="521572" y="72134"/>
                </a:lnTo>
                <a:lnTo>
                  <a:pt x="521632" y="72723"/>
                </a:lnTo>
                <a:lnTo>
                  <a:pt x="521689" y="73351"/>
                </a:lnTo>
                <a:lnTo>
                  <a:pt x="521743" y="74016"/>
                </a:lnTo>
                <a:lnTo>
                  <a:pt x="521794" y="74719"/>
                </a:lnTo>
                <a:lnTo>
                  <a:pt x="521841" y="75460"/>
                </a:lnTo>
                <a:lnTo>
                  <a:pt x="521885" y="76239"/>
                </a:lnTo>
                <a:lnTo>
                  <a:pt x="521925" y="77056"/>
                </a:lnTo>
                <a:lnTo>
                  <a:pt x="521963" y="77911"/>
                </a:lnTo>
                <a:lnTo>
                  <a:pt x="521997" y="78804"/>
                </a:lnTo>
                <a:lnTo>
                  <a:pt x="522028" y="79734"/>
                </a:lnTo>
                <a:lnTo>
                  <a:pt x="522056" y="80703"/>
                </a:lnTo>
                <a:lnTo>
                  <a:pt x="522080" y="81709"/>
                </a:lnTo>
                <a:lnTo>
                  <a:pt x="522101" y="82754"/>
                </a:lnTo>
                <a:lnTo>
                  <a:pt x="522119" y="83836"/>
                </a:lnTo>
                <a:lnTo>
                  <a:pt x="522134" y="84956"/>
                </a:lnTo>
                <a:lnTo>
                  <a:pt x="522145" y="86114"/>
                </a:lnTo>
                <a:lnTo>
                  <a:pt x="522153" y="87310"/>
                </a:lnTo>
                <a:lnTo>
                  <a:pt x="522158" y="88544"/>
                </a:lnTo>
                <a:lnTo>
                  <a:pt x="522160" y="89816"/>
                </a:lnTo>
                <a:lnTo>
                  <a:pt x="522160" y="126509"/>
                </a:lnTo>
                <a:lnTo>
                  <a:pt x="522157" y="127235"/>
                </a:lnTo>
                <a:lnTo>
                  <a:pt x="522150" y="127942"/>
                </a:lnTo>
                <a:lnTo>
                  <a:pt x="522138" y="128628"/>
                </a:lnTo>
                <a:lnTo>
                  <a:pt x="522121" y="129295"/>
                </a:lnTo>
                <a:lnTo>
                  <a:pt x="522099" y="129942"/>
                </a:lnTo>
                <a:lnTo>
                  <a:pt x="522072" y="130569"/>
                </a:lnTo>
                <a:lnTo>
                  <a:pt x="522040" y="131176"/>
                </a:lnTo>
                <a:lnTo>
                  <a:pt x="522004" y="131764"/>
                </a:lnTo>
                <a:lnTo>
                  <a:pt x="521962" y="132331"/>
                </a:lnTo>
                <a:lnTo>
                  <a:pt x="521916" y="132879"/>
                </a:lnTo>
                <a:lnTo>
                  <a:pt x="521864" y="133407"/>
                </a:lnTo>
                <a:lnTo>
                  <a:pt x="521808" y="133915"/>
                </a:lnTo>
                <a:lnTo>
                  <a:pt x="521747" y="134403"/>
                </a:lnTo>
                <a:lnTo>
                  <a:pt x="521681" y="134871"/>
                </a:lnTo>
                <a:lnTo>
                  <a:pt x="521610" y="135320"/>
                </a:lnTo>
                <a:lnTo>
                  <a:pt x="521535" y="135749"/>
                </a:lnTo>
                <a:lnTo>
                  <a:pt x="521454" y="136157"/>
                </a:lnTo>
                <a:lnTo>
                  <a:pt x="521369" y="136546"/>
                </a:lnTo>
                <a:lnTo>
                  <a:pt x="521278" y="136915"/>
                </a:lnTo>
                <a:lnTo>
                  <a:pt x="521183" y="137265"/>
                </a:lnTo>
                <a:lnTo>
                  <a:pt x="521083" y="137594"/>
                </a:lnTo>
                <a:lnTo>
                  <a:pt x="520978" y="137903"/>
                </a:lnTo>
                <a:lnTo>
                  <a:pt x="520868" y="138193"/>
                </a:lnTo>
                <a:lnTo>
                  <a:pt x="520753" y="138463"/>
                </a:lnTo>
                <a:lnTo>
                  <a:pt x="520635" y="138720"/>
                </a:lnTo>
                <a:lnTo>
                  <a:pt x="520512" y="138970"/>
                </a:lnTo>
                <a:lnTo>
                  <a:pt x="520386" y="139215"/>
                </a:lnTo>
                <a:lnTo>
                  <a:pt x="520257" y="139453"/>
                </a:lnTo>
                <a:lnTo>
                  <a:pt x="520125" y="139686"/>
                </a:lnTo>
                <a:lnTo>
                  <a:pt x="519988" y="139912"/>
                </a:lnTo>
                <a:lnTo>
                  <a:pt x="519849" y="140132"/>
                </a:lnTo>
                <a:lnTo>
                  <a:pt x="519706" y="140346"/>
                </a:lnTo>
                <a:lnTo>
                  <a:pt x="519560" y="140553"/>
                </a:lnTo>
                <a:lnTo>
                  <a:pt x="519410" y="140755"/>
                </a:lnTo>
                <a:lnTo>
                  <a:pt x="519256" y="140950"/>
                </a:lnTo>
                <a:lnTo>
                  <a:pt x="519100" y="141140"/>
                </a:lnTo>
                <a:lnTo>
                  <a:pt x="518940" y="141323"/>
                </a:lnTo>
                <a:lnTo>
                  <a:pt x="518776" y="141500"/>
                </a:lnTo>
                <a:lnTo>
                  <a:pt x="518609" y="141671"/>
                </a:lnTo>
                <a:lnTo>
                  <a:pt x="518438" y="141836"/>
                </a:lnTo>
                <a:lnTo>
                  <a:pt x="518265" y="141994"/>
                </a:lnTo>
                <a:lnTo>
                  <a:pt x="518087" y="142147"/>
                </a:lnTo>
                <a:lnTo>
                  <a:pt x="517906" y="142293"/>
                </a:lnTo>
                <a:lnTo>
                  <a:pt x="517722" y="142433"/>
                </a:lnTo>
                <a:lnTo>
                  <a:pt x="517535" y="142567"/>
                </a:lnTo>
                <a:lnTo>
                  <a:pt x="517344" y="142695"/>
                </a:lnTo>
                <a:lnTo>
                  <a:pt x="517149" y="142817"/>
                </a:lnTo>
                <a:lnTo>
                  <a:pt x="516951" y="142933"/>
                </a:lnTo>
                <a:lnTo>
                  <a:pt x="516743" y="143043"/>
                </a:lnTo>
                <a:lnTo>
                  <a:pt x="516520" y="143148"/>
                </a:lnTo>
                <a:lnTo>
                  <a:pt x="516280" y="143249"/>
                </a:lnTo>
                <a:lnTo>
                  <a:pt x="516025" y="143346"/>
                </a:lnTo>
                <a:lnTo>
                  <a:pt x="515754" y="143437"/>
                </a:lnTo>
                <a:lnTo>
                  <a:pt x="515467" y="143524"/>
                </a:lnTo>
                <a:lnTo>
                  <a:pt x="515163" y="143606"/>
                </a:lnTo>
                <a:lnTo>
                  <a:pt x="514844" y="143683"/>
                </a:lnTo>
                <a:lnTo>
                  <a:pt x="514509" y="143756"/>
                </a:lnTo>
                <a:lnTo>
                  <a:pt x="514159" y="143824"/>
                </a:lnTo>
                <a:lnTo>
                  <a:pt x="513792" y="143887"/>
                </a:lnTo>
                <a:lnTo>
                  <a:pt x="513409" y="143946"/>
                </a:lnTo>
                <a:lnTo>
                  <a:pt x="513010" y="144000"/>
                </a:lnTo>
                <a:lnTo>
                  <a:pt x="512596" y="144049"/>
                </a:lnTo>
                <a:lnTo>
                  <a:pt x="512165" y="144094"/>
                </a:lnTo>
                <a:lnTo>
                  <a:pt x="511719" y="144134"/>
                </a:lnTo>
                <a:lnTo>
                  <a:pt x="511257" y="144169"/>
                </a:lnTo>
                <a:lnTo>
                  <a:pt x="510779" y="144199"/>
                </a:lnTo>
                <a:lnTo>
                  <a:pt x="510285" y="144225"/>
                </a:lnTo>
                <a:lnTo>
                  <a:pt x="509774" y="144246"/>
                </a:lnTo>
                <a:lnTo>
                  <a:pt x="509249" y="144263"/>
                </a:lnTo>
                <a:lnTo>
                  <a:pt x="508707" y="144274"/>
                </a:lnTo>
                <a:lnTo>
                  <a:pt x="508149" y="144281"/>
                </a:lnTo>
                <a:lnTo>
                  <a:pt x="507575" y="144284"/>
                </a:lnTo>
                <a:lnTo>
                  <a:pt x="507575" y="148138"/>
                </a:lnTo>
                <a:lnTo>
                  <a:pt x="553884" y="148138"/>
                </a:lnTo>
                <a:lnTo>
                  <a:pt x="553934" y="148138"/>
                </a:lnTo>
                <a:lnTo>
                  <a:pt x="601075" y="148138"/>
                </a:lnTo>
                <a:lnTo>
                  <a:pt x="601075" y="144284"/>
                </a:lnTo>
                <a:lnTo>
                  <a:pt x="600433" y="144281"/>
                </a:lnTo>
                <a:lnTo>
                  <a:pt x="599810" y="144274"/>
                </a:lnTo>
                <a:lnTo>
                  <a:pt x="599204" y="144262"/>
                </a:lnTo>
                <a:lnTo>
                  <a:pt x="598617" y="144245"/>
                </a:lnTo>
                <a:lnTo>
                  <a:pt x="598048" y="144223"/>
                </a:lnTo>
                <a:lnTo>
                  <a:pt x="597498" y="144196"/>
                </a:lnTo>
                <a:lnTo>
                  <a:pt x="596965" y="144165"/>
                </a:lnTo>
                <a:lnTo>
                  <a:pt x="596451" y="144128"/>
                </a:lnTo>
                <a:lnTo>
                  <a:pt x="595955" y="144087"/>
                </a:lnTo>
                <a:lnTo>
                  <a:pt x="595478" y="144041"/>
                </a:lnTo>
                <a:lnTo>
                  <a:pt x="595018" y="143990"/>
                </a:lnTo>
                <a:lnTo>
                  <a:pt x="594577" y="143934"/>
                </a:lnTo>
                <a:lnTo>
                  <a:pt x="594155" y="143873"/>
                </a:lnTo>
                <a:lnTo>
                  <a:pt x="593750" y="143807"/>
                </a:lnTo>
                <a:lnTo>
                  <a:pt x="593364" y="143737"/>
                </a:lnTo>
                <a:lnTo>
                  <a:pt x="592996" y="143662"/>
                </a:lnTo>
                <a:lnTo>
                  <a:pt x="592646" y="143581"/>
                </a:lnTo>
                <a:lnTo>
                  <a:pt x="592315" y="143496"/>
                </a:lnTo>
                <a:lnTo>
                  <a:pt x="592002" y="143406"/>
                </a:lnTo>
                <a:lnTo>
                  <a:pt x="591707" y="143312"/>
                </a:lnTo>
                <a:lnTo>
                  <a:pt x="591430" y="143212"/>
                </a:lnTo>
                <a:lnTo>
                  <a:pt x="591172" y="143107"/>
                </a:lnTo>
                <a:lnTo>
                  <a:pt x="590932" y="142998"/>
                </a:lnTo>
                <a:lnTo>
                  <a:pt x="590710" y="142884"/>
                </a:lnTo>
                <a:lnTo>
                  <a:pt x="590499" y="142764"/>
                </a:lnTo>
                <a:lnTo>
                  <a:pt x="590292" y="142639"/>
                </a:lnTo>
                <a:lnTo>
                  <a:pt x="590089" y="142509"/>
                </a:lnTo>
                <a:lnTo>
                  <a:pt x="589889" y="142373"/>
                </a:lnTo>
                <a:lnTo>
                  <a:pt x="589694" y="142231"/>
                </a:lnTo>
                <a:lnTo>
                  <a:pt x="589502" y="142084"/>
                </a:lnTo>
                <a:lnTo>
                  <a:pt x="589314" y="141931"/>
                </a:lnTo>
                <a:lnTo>
                  <a:pt x="589130" y="141772"/>
                </a:lnTo>
                <a:lnTo>
                  <a:pt x="588949" y="141608"/>
                </a:lnTo>
                <a:lnTo>
                  <a:pt x="588773" y="141439"/>
                </a:lnTo>
                <a:lnTo>
                  <a:pt x="588600" y="141263"/>
                </a:lnTo>
                <a:lnTo>
                  <a:pt x="588431" y="141083"/>
                </a:lnTo>
                <a:lnTo>
                  <a:pt x="588266" y="140896"/>
                </a:lnTo>
                <a:lnTo>
                  <a:pt x="588104" y="140705"/>
                </a:lnTo>
                <a:lnTo>
                  <a:pt x="587947" y="140507"/>
                </a:lnTo>
                <a:lnTo>
                  <a:pt x="587793" y="140304"/>
                </a:lnTo>
                <a:lnTo>
                  <a:pt x="587643" y="140095"/>
                </a:lnTo>
                <a:lnTo>
                  <a:pt x="587497" y="139881"/>
                </a:lnTo>
                <a:lnTo>
                  <a:pt x="587354" y="139662"/>
                </a:lnTo>
                <a:lnTo>
                  <a:pt x="587216" y="139436"/>
                </a:lnTo>
                <a:lnTo>
                  <a:pt x="587081" y="139205"/>
                </a:lnTo>
                <a:lnTo>
                  <a:pt x="586950" y="138969"/>
                </a:lnTo>
                <a:lnTo>
                  <a:pt x="586823" y="138727"/>
                </a:lnTo>
                <a:lnTo>
                  <a:pt x="586699" y="138479"/>
                </a:lnTo>
                <a:lnTo>
                  <a:pt x="586606" y="138276"/>
                </a:lnTo>
                <a:lnTo>
                  <a:pt x="586516" y="138048"/>
                </a:lnTo>
                <a:lnTo>
                  <a:pt x="586430" y="137794"/>
                </a:lnTo>
                <a:lnTo>
                  <a:pt x="586349" y="137515"/>
                </a:lnTo>
                <a:lnTo>
                  <a:pt x="586271" y="137210"/>
                </a:lnTo>
                <a:lnTo>
                  <a:pt x="586198" y="136880"/>
                </a:lnTo>
                <a:lnTo>
                  <a:pt x="586128" y="136524"/>
                </a:lnTo>
                <a:lnTo>
                  <a:pt x="586062" y="136142"/>
                </a:lnTo>
                <a:lnTo>
                  <a:pt x="586001" y="135735"/>
                </a:lnTo>
                <a:lnTo>
                  <a:pt x="585943" y="135302"/>
                </a:lnTo>
                <a:lnTo>
                  <a:pt x="585889" y="134844"/>
                </a:lnTo>
                <a:lnTo>
                  <a:pt x="585840" y="134360"/>
                </a:lnTo>
                <a:lnTo>
                  <a:pt x="585794" y="133851"/>
                </a:lnTo>
                <a:lnTo>
                  <a:pt x="585752" y="133316"/>
                </a:lnTo>
                <a:lnTo>
                  <a:pt x="585714" y="132755"/>
                </a:lnTo>
                <a:lnTo>
                  <a:pt x="585680" y="132169"/>
                </a:lnTo>
                <a:lnTo>
                  <a:pt x="585651" y="131558"/>
                </a:lnTo>
                <a:lnTo>
                  <a:pt x="585625" y="130921"/>
                </a:lnTo>
                <a:lnTo>
                  <a:pt x="585603" y="130258"/>
                </a:lnTo>
                <a:lnTo>
                  <a:pt x="585585" y="129569"/>
                </a:lnTo>
                <a:lnTo>
                  <a:pt x="585571" y="128856"/>
                </a:lnTo>
                <a:lnTo>
                  <a:pt x="585561" y="128116"/>
                </a:lnTo>
                <a:lnTo>
                  <a:pt x="585555" y="127351"/>
                </a:lnTo>
                <a:lnTo>
                  <a:pt x="585553" y="126561"/>
                </a:lnTo>
                <a:lnTo>
                  <a:pt x="585553" y="76501"/>
                </a:lnTo>
                <a:lnTo>
                  <a:pt x="586578" y="75401"/>
                </a:lnTo>
                <a:lnTo>
                  <a:pt x="587603" y="74349"/>
                </a:lnTo>
                <a:lnTo>
                  <a:pt x="588628" y="73343"/>
                </a:lnTo>
                <a:lnTo>
                  <a:pt x="589654" y="72384"/>
                </a:lnTo>
                <a:lnTo>
                  <a:pt x="590680" y="71471"/>
                </a:lnTo>
                <a:lnTo>
                  <a:pt x="591706" y="70606"/>
                </a:lnTo>
                <a:lnTo>
                  <a:pt x="592733" y="69787"/>
                </a:lnTo>
                <a:lnTo>
                  <a:pt x="593760" y="69015"/>
                </a:lnTo>
                <a:lnTo>
                  <a:pt x="594787" y="68290"/>
                </a:lnTo>
                <a:lnTo>
                  <a:pt x="595815" y="67612"/>
                </a:lnTo>
                <a:lnTo>
                  <a:pt x="596843" y="66980"/>
                </a:lnTo>
                <a:lnTo>
                  <a:pt x="597872" y="66395"/>
                </a:lnTo>
                <a:lnTo>
                  <a:pt x="598901" y="65857"/>
                </a:lnTo>
                <a:lnTo>
                  <a:pt x="599930" y="65366"/>
                </a:lnTo>
                <a:lnTo>
                  <a:pt x="600960" y="64921"/>
                </a:lnTo>
                <a:lnTo>
                  <a:pt x="601990" y="64524"/>
                </a:lnTo>
                <a:lnTo>
                  <a:pt x="603020" y="64173"/>
                </a:lnTo>
                <a:lnTo>
                  <a:pt x="604051" y="63869"/>
                </a:lnTo>
                <a:lnTo>
                  <a:pt x="605082" y="63611"/>
                </a:lnTo>
                <a:lnTo>
                  <a:pt x="606113" y="63401"/>
                </a:lnTo>
                <a:lnTo>
                  <a:pt x="607145" y="63237"/>
                </a:lnTo>
                <a:lnTo>
                  <a:pt x="608177" y="63120"/>
                </a:lnTo>
                <a:lnTo>
                  <a:pt x="609210" y="63050"/>
                </a:lnTo>
                <a:lnTo>
                  <a:pt x="610243" y="63026"/>
                </a:lnTo>
                <a:lnTo>
                  <a:pt x="610903" y="63037"/>
                </a:lnTo>
                <a:lnTo>
                  <a:pt x="611548" y="63067"/>
                </a:lnTo>
                <a:lnTo>
                  <a:pt x="612176" y="63118"/>
                </a:lnTo>
                <a:lnTo>
                  <a:pt x="612788" y="63189"/>
                </a:lnTo>
                <a:lnTo>
                  <a:pt x="613384" y="63281"/>
                </a:lnTo>
                <a:lnTo>
                  <a:pt x="613964" y="63393"/>
                </a:lnTo>
                <a:lnTo>
                  <a:pt x="614528" y="63525"/>
                </a:lnTo>
                <a:lnTo>
                  <a:pt x="615075" y="63677"/>
                </a:lnTo>
                <a:lnTo>
                  <a:pt x="615607" y="63850"/>
                </a:lnTo>
                <a:lnTo>
                  <a:pt x="616123" y="64043"/>
                </a:lnTo>
                <a:lnTo>
                  <a:pt x="616622" y="64257"/>
                </a:lnTo>
                <a:lnTo>
                  <a:pt x="617105" y="64491"/>
                </a:lnTo>
                <a:lnTo>
                  <a:pt x="617573" y="64745"/>
                </a:lnTo>
                <a:lnTo>
                  <a:pt x="618024" y="65019"/>
                </a:lnTo>
                <a:lnTo>
                  <a:pt x="618459" y="65314"/>
                </a:lnTo>
                <a:lnTo>
                  <a:pt x="618878" y="65629"/>
                </a:lnTo>
                <a:lnTo>
                  <a:pt x="619281" y="65965"/>
                </a:lnTo>
                <a:lnTo>
                  <a:pt x="619668" y="66321"/>
                </a:lnTo>
                <a:lnTo>
                  <a:pt x="620038" y="66697"/>
                </a:lnTo>
                <a:lnTo>
                  <a:pt x="620393" y="67094"/>
                </a:lnTo>
                <a:lnTo>
                  <a:pt x="620731" y="67510"/>
                </a:lnTo>
                <a:lnTo>
                  <a:pt x="621054" y="67948"/>
                </a:lnTo>
                <a:lnTo>
                  <a:pt x="621360" y="68405"/>
                </a:lnTo>
                <a:lnTo>
                  <a:pt x="621650" y="68883"/>
                </a:lnTo>
                <a:lnTo>
                  <a:pt x="621926" y="69383"/>
                </a:lnTo>
                <a:lnTo>
                  <a:pt x="622191" y="69908"/>
                </a:lnTo>
                <a:lnTo>
                  <a:pt x="622444" y="70458"/>
                </a:lnTo>
                <a:lnTo>
                  <a:pt x="622685" y="71032"/>
                </a:lnTo>
                <a:lnTo>
                  <a:pt x="622914" y="71631"/>
                </a:lnTo>
                <a:lnTo>
                  <a:pt x="623131" y="72255"/>
                </a:lnTo>
                <a:lnTo>
                  <a:pt x="623337" y="72903"/>
                </a:lnTo>
                <a:lnTo>
                  <a:pt x="623531" y="73576"/>
                </a:lnTo>
                <a:lnTo>
                  <a:pt x="623713" y="74274"/>
                </a:lnTo>
                <a:lnTo>
                  <a:pt x="623884" y="74996"/>
                </a:lnTo>
                <a:lnTo>
                  <a:pt x="624042" y="75743"/>
                </a:lnTo>
                <a:lnTo>
                  <a:pt x="624189" y="76514"/>
                </a:lnTo>
                <a:lnTo>
                  <a:pt x="624325" y="77310"/>
                </a:lnTo>
                <a:lnTo>
                  <a:pt x="624448" y="78131"/>
                </a:lnTo>
                <a:lnTo>
                  <a:pt x="624560" y="78976"/>
                </a:lnTo>
                <a:lnTo>
                  <a:pt x="624660" y="79846"/>
                </a:lnTo>
                <a:lnTo>
                  <a:pt x="624748" y="80741"/>
                </a:lnTo>
                <a:lnTo>
                  <a:pt x="624824" y="81660"/>
                </a:lnTo>
                <a:lnTo>
                  <a:pt x="624889" y="82604"/>
                </a:lnTo>
                <a:lnTo>
                  <a:pt x="624942" y="83573"/>
                </a:lnTo>
                <a:lnTo>
                  <a:pt x="624983" y="84566"/>
                </a:lnTo>
                <a:lnTo>
                  <a:pt x="625012" y="85584"/>
                </a:lnTo>
                <a:lnTo>
                  <a:pt x="625030" y="86626"/>
                </a:lnTo>
                <a:lnTo>
                  <a:pt x="625036" y="87693"/>
                </a:lnTo>
                <a:lnTo>
                  <a:pt x="625036" y="126561"/>
                </a:lnTo>
                <a:lnTo>
                  <a:pt x="625035" y="127232"/>
                </a:lnTo>
                <a:lnTo>
                  <a:pt x="625033" y="127879"/>
                </a:lnTo>
                <a:lnTo>
                  <a:pt x="625029" y="128504"/>
                </a:lnTo>
                <a:lnTo>
                  <a:pt x="625024" y="129106"/>
                </a:lnTo>
                <a:lnTo>
                  <a:pt x="625018" y="129684"/>
                </a:lnTo>
                <a:lnTo>
                  <a:pt x="625010" y="130240"/>
                </a:lnTo>
                <a:lnTo>
                  <a:pt x="625000" y="130773"/>
                </a:lnTo>
                <a:lnTo>
                  <a:pt x="624990" y="131282"/>
                </a:lnTo>
                <a:lnTo>
                  <a:pt x="624977" y="131769"/>
                </a:lnTo>
                <a:lnTo>
                  <a:pt x="624963" y="132232"/>
                </a:lnTo>
                <a:lnTo>
                  <a:pt x="624948" y="132673"/>
                </a:lnTo>
                <a:lnTo>
                  <a:pt x="624932" y="133090"/>
                </a:lnTo>
                <a:lnTo>
                  <a:pt x="624914" y="133485"/>
                </a:lnTo>
                <a:lnTo>
                  <a:pt x="624894" y="133856"/>
                </a:lnTo>
                <a:lnTo>
                  <a:pt x="624873" y="134205"/>
                </a:lnTo>
                <a:lnTo>
                  <a:pt x="624851" y="134530"/>
                </a:lnTo>
                <a:lnTo>
                  <a:pt x="624827" y="134833"/>
                </a:lnTo>
                <a:lnTo>
                  <a:pt x="624801" y="135112"/>
                </a:lnTo>
                <a:lnTo>
                  <a:pt x="624775" y="135368"/>
                </a:lnTo>
                <a:lnTo>
                  <a:pt x="624746" y="135602"/>
                </a:lnTo>
                <a:lnTo>
                  <a:pt x="624717" y="135812"/>
                </a:lnTo>
                <a:lnTo>
                  <a:pt x="624686" y="135999"/>
                </a:lnTo>
                <a:lnTo>
                  <a:pt x="624653" y="136163"/>
                </a:lnTo>
                <a:lnTo>
                  <a:pt x="624619" y="136304"/>
                </a:lnTo>
                <a:lnTo>
                  <a:pt x="624530" y="136629"/>
                </a:lnTo>
                <a:lnTo>
                  <a:pt x="624434" y="136947"/>
                </a:lnTo>
                <a:lnTo>
                  <a:pt x="624333" y="137259"/>
                </a:lnTo>
                <a:lnTo>
                  <a:pt x="624227" y="137563"/>
                </a:lnTo>
                <a:lnTo>
                  <a:pt x="624115" y="137861"/>
                </a:lnTo>
                <a:lnTo>
                  <a:pt x="623997" y="138153"/>
                </a:lnTo>
                <a:lnTo>
                  <a:pt x="623874" y="138438"/>
                </a:lnTo>
                <a:lnTo>
                  <a:pt x="623745" y="138716"/>
                </a:lnTo>
                <a:lnTo>
                  <a:pt x="623611" y="138987"/>
                </a:lnTo>
                <a:lnTo>
                  <a:pt x="623471" y="139252"/>
                </a:lnTo>
                <a:lnTo>
                  <a:pt x="623325" y="139510"/>
                </a:lnTo>
                <a:lnTo>
                  <a:pt x="623174" y="139762"/>
                </a:lnTo>
                <a:lnTo>
                  <a:pt x="623017" y="140007"/>
                </a:lnTo>
                <a:lnTo>
                  <a:pt x="622854" y="140245"/>
                </a:lnTo>
                <a:lnTo>
                  <a:pt x="622686" y="140477"/>
                </a:lnTo>
                <a:lnTo>
                  <a:pt x="622512" y="140702"/>
                </a:lnTo>
                <a:lnTo>
                  <a:pt x="622333" y="140920"/>
                </a:lnTo>
                <a:lnTo>
                  <a:pt x="622148" y="141132"/>
                </a:lnTo>
                <a:lnTo>
                  <a:pt x="621958" y="141337"/>
                </a:lnTo>
                <a:lnTo>
                  <a:pt x="621762" y="141535"/>
                </a:lnTo>
                <a:lnTo>
                  <a:pt x="621560" y="141727"/>
                </a:lnTo>
                <a:lnTo>
                  <a:pt x="621352" y="141912"/>
                </a:lnTo>
                <a:lnTo>
                  <a:pt x="621139" y="142090"/>
                </a:lnTo>
                <a:lnTo>
                  <a:pt x="620921" y="142262"/>
                </a:lnTo>
                <a:lnTo>
                  <a:pt x="620693" y="142427"/>
                </a:lnTo>
                <a:lnTo>
                  <a:pt x="620450" y="142585"/>
                </a:lnTo>
                <a:lnTo>
                  <a:pt x="620194" y="142736"/>
                </a:lnTo>
                <a:lnTo>
                  <a:pt x="619924" y="142880"/>
                </a:lnTo>
                <a:lnTo>
                  <a:pt x="619640" y="143017"/>
                </a:lnTo>
                <a:lnTo>
                  <a:pt x="619342" y="143147"/>
                </a:lnTo>
                <a:lnTo>
                  <a:pt x="619030" y="143269"/>
                </a:lnTo>
                <a:lnTo>
                  <a:pt x="618704" y="143385"/>
                </a:lnTo>
                <a:lnTo>
                  <a:pt x="618364" y="143494"/>
                </a:lnTo>
                <a:lnTo>
                  <a:pt x="618011" y="143596"/>
                </a:lnTo>
                <a:lnTo>
                  <a:pt x="617643" y="143691"/>
                </a:lnTo>
                <a:lnTo>
                  <a:pt x="617262" y="143778"/>
                </a:lnTo>
                <a:lnTo>
                  <a:pt x="616866" y="143859"/>
                </a:lnTo>
                <a:lnTo>
                  <a:pt x="616457" y="143933"/>
                </a:lnTo>
                <a:lnTo>
                  <a:pt x="616034" y="143999"/>
                </a:lnTo>
                <a:lnTo>
                  <a:pt x="615596" y="144059"/>
                </a:lnTo>
                <a:lnTo>
                  <a:pt x="615145" y="144112"/>
                </a:lnTo>
                <a:lnTo>
                  <a:pt x="614680" y="144157"/>
                </a:lnTo>
                <a:lnTo>
                  <a:pt x="614201" y="144196"/>
                </a:lnTo>
                <a:lnTo>
                  <a:pt x="613708" y="144228"/>
                </a:lnTo>
                <a:lnTo>
                  <a:pt x="613201" y="144252"/>
                </a:lnTo>
                <a:lnTo>
                  <a:pt x="612680" y="144270"/>
                </a:lnTo>
                <a:lnTo>
                  <a:pt x="612146" y="144280"/>
                </a:lnTo>
                <a:lnTo>
                  <a:pt x="611597" y="144284"/>
                </a:lnTo>
                <a:lnTo>
                  <a:pt x="609618" y="144284"/>
                </a:lnTo>
                <a:lnTo>
                  <a:pt x="609618" y="148138"/>
                </a:lnTo>
                <a:lnTo>
                  <a:pt x="656809" y="148138"/>
                </a:lnTo>
                <a:lnTo>
                  <a:pt x="656809" y="144284"/>
                </a:lnTo>
                <a:lnTo>
                  <a:pt x="656244" y="144281"/>
                </a:lnTo>
                <a:lnTo>
                  <a:pt x="655694" y="144274"/>
                </a:lnTo>
                <a:lnTo>
                  <a:pt x="655158" y="144261"/>
                </a:lnTo>
                <a:lnTo>
                  <a:pt x="654638" y="144243"/>
                </a:lnTo>
                <a:lnTo>
                  <a:pt x="654132" y="144221"/>
                </a:lnTo>
                <a:lnTo>
                  <a:pt x="653642" y="144193"/>
                </a:lnTo>
                <a:lnTo>
                  <a:pt x="653167" y="144160"/>
                </a:lnTo>
                <a:lnTo>
                  <a:pt x="652706" y="144122"/>
                </a:lnTo>
                <a:lnTo>
                  <a:pt x="652261" y="144079"/>
                </a:lnTo>
                <a:lnTo>
                  <a:pt x="651830" y="144031"/>
                </a:lnTo>
                <a:lnTo>
                  <a:pt x="651415" y="143978"/>
                </a:lnTo>
                <a:lnTo>
                  <a:pt x="651015" y="143920"/>
                </a:lnTo>
                <a:lnTo>
                  <a:pt x="650629" y="143857"/>
                </a:lnTo>
                <a:lnTo>
                  <a:pt x="650259" y="143789"/>
                </a:lnTo>
                <a:lnTo>
                  <a:pt x="649904" y="143715"/>
                </a:lnTo>
                <a:lnTo>
                  <a:pt x="649563" y="143637"/>
                </a:lnTo>
                <a:lnTo>
                  <a:pt x="649238" y="143554"/>
                </a:lnTo>
                <a:lnTo>
                  <a:pt x="648928" y="143465"/>
                </a:lnTo>
                <a:lnTo>
                  <a:pt x="648633" y="143372"/>
                </a:lnTo>
                <a:lnTo>
                  <a:pt x="648352" y="143273"/>
                </a:lnTo>
                <a:lnTo>
                  <a:pt x="648087" y="143170"/>
                </a:lnTo>
                <a:lnTo>
                  <a:pt x="647837" y="143061"/>
                </a:lnTo>
                <a:lnTo>
                  <a:pt x="647602" y="142947"/>
                </a:lnTo>
                <a:lnTo>
                  <a:pt x="647382" y="142829"/>
                </a:lnTo>
                <a:lnTo>
                  <a:pt x="647171" y="142705"/>
                </a:lnTo>
                <a:lnTo>
                  <a:pt x="646966" y="142578"/>
                </a:lnTo>
                <a:lnTo>
                  <a:pt x="646765" y="142447"/>
                </a:lnTo>
                <a:lnTo>
                  <a:pt x="646570" y="142312"/>
                </a:lnTo>
                <a:lnTo>
                  <a:pt x="646379" y="142173"/>
                </a:lnTo>
                <a:lnTo>
                  <a:pt x="646193" y="142029"/>
                </a:lnTo>
                <a:lnTo>
                  <a:pt x="646012" y="141882"/>
                </a:lnTo>
                <a:lnTo>
                  <a:pt x="645836" y="141731"/>
                </a:lnTo>
                <a:lnTo>
                  <a:pt x="645665" y="141576"/>
                </a:lnTo>
                <a:lnTo>
                  <a:pt x="645499" y="141417"/>
                </a:lnTo>
                <a:lnTo>
                  <a:pt x="645337" y="141255"/>
                </a:lnTo>
                <a:lnTo>
                  <a:pt x="645181" y="141088"/>
                </a:lnTo>
                <a:lnTo>
                  <a:pt x="645029" y="140917"/>
                </a:lnTo>
                <a:lnTo>
                  <a:pt x="644882" y="140742"/>
                </a:lnTo>
                <a:lnTo>
                  <a:pt x="644741" y="140563"/>
                </a:lnTo>
                <a:lnTo>
                  <a:pt x="644604" y="140380"/>
                </a:lnTo>
                <a:lnTo>
                  <a:pt x="644471" y="140194"/>
                </a:lnTo>
                <a:lnTo>
                  <a:pt x="644344" y="140003"/>
                </a:lnTo>
                <a:lnTo>
                  <a:pt x="644222" y="139808"/>
                </a:lnTo>
                <a:lnTo>
                  <a:pt x="644104" y="139610"/>
                </a:lnTo>
                <a:lnTo>
                  <a:pt x="643992" y="139407"/>
                </a:lnTo>
                <a:lnTo>
                  <a:pt x="643884" y="139200"/>
                </a:lnTo>
                <a:lnTo>
                  <a:pt x="643781" y="138990"/>
                </a:lnTo>
                <a:lnTo>
                  <a:pt x="643683" y="138775"/>
                </a:lnTo>
                <a:lnTo>
                  <a:pt x="643564" y="138497"/>
                </a:lnTo>
                <a:lnTo>
                  <a:pt x="643450" y="138198"/>
                </a:lnTo>
                <a:lnTo>
                  <a:pt x="643341" y="137879"/>
                </a:lnTo>
                <a:lnTo>
                  <a:pt x="643238" y="137539"/>
                </a:lnTo>
                <a:lnTo>
                  <a:pt x="643139" y="137180"/>
                </a:lnTo>
                <a:lnTo>
                  <a:pt x="643045" y="136800"/>
                </a:lnTo>
                <a:lnTo>
                  <a:pt x="642957" y="136400"/>
                </a:lnTo>
                <a:lnTo>
                  <a:pt x="642873" y="135980"/>
                </a:lnTo>
                <a:lnTo>
                  <a:pt x="642795" y="135540"/>
                </a:lnTo>
                <a:lnTo>
                  <a:pt x="642721" y="135079"/>
                </a:lnTo>
                <a:lnTo>
                  <a:pt x="642653" y="134598"/>
                </a:lnTo>
                <a:lnTo>
                  <a:pt x="642589" y="134097"/>
                </a:lnTo>
                <a:lnTo>
                  <a:pt x="642531" y="133576"/>
                </a:lnTo>
                <a:lnTo>
                  <a:pt x="642478" y="133035"/>
                </a:lnTo>
                <a:lnTo>
                  <a:pt x="642430" y="132473"/>
                </a:lnTo>
                <a:lnTo>
                  <a:pt x="642387" y="131891"/>
                </a:lnTo>
                <a:lnTo>
                  <a:pt x="642349" y="131289"/>
                </a:lnTo>
                <a:lnTo>
                  <a:pt x="642316" y="130667"/>
                </a:lnTo>
                <a:lnTo>
                  <a:pt x="642288" y="130024"/>
                </a:lnTo>
                <a:lnTo>
                  <a:pt x="642265" y="129362"/>
                </a:lnTo>
                <a:lnTo>
                  <a:pt x="642248" y="128679"/>
                </a:lnTo>
                <a:lnTo>
                  <a:pt x="642235" y="127976"/>
                </a:lnTo>
                <a:lnTo>
                  <a:pt x="642227" y="127252"/>
                </a:lnTo>
                <a:lnTo>
                  <a:pt x="642225" y="126509"/>
                </a:lnTo>
                <a:lnTo>
                  <a:pt x="642225" y="85867"/>
                </a:lnTo>
                <a:lnTo>
                  <a:pt x="642221" y="84804"/>
                </a:lnTo>
                <a:lnTo>
                  <a:pt x="642209" y="83765"/>
                </a:lnTo>
                <a:lnTo>
                  <a:pt x="642189" y="82748"/>
                </a:lnTo>
                <a:lnTo>
                  <a:pt x="642161" y="81755"/>
                </a:lnTo>
                <a:lnTo>
                  <a:pt x="642125" y="80784"/>
                </a:lnTo>
                <a:lnTo>
                  <a:pt x="642082" y="79837"/>
                </a:lnTo>
                <a:lnTo>
                  <a:pt x="642030" y="78913"/>
                </a:lnTo>
                <a:lnTo>
                  <a:pt x="641970" y="78012"/>
                </a:lnTo>
                <a:lnTo>
                  <a:pt x="641903" y="77134"/>
                </a:lnTo>
                <a:lnTo>
                  <a:pt x="641827" y="76280"/>
                </a:lnTo>
                <a:lnTo>
                  <a:pt x="641743" y="75448"/>
                </a:lnTo>
                <a:lnTo>
                  <a:pt x="641652" y="74640"/>
                </a:lnTo>
                <a:lnTo>
                  <a:pt x="641552" y="73854"/>
                </a:lnTo>
                <a:lnTo>
                  <a:pt x="641445" y="73092"/>
                </a:lnTo>
                <a:lnTo>
                  <a:pt x="641330" y="72353"/>
                </a:lnTo>
                <a:lnTo>
                  <a:pt x="641206" y="71637"/>
                </a:lnTo>
                <a:lnTo>
                  <a:pt x="641075" y="70944"/>
                </a:lnTo>
                <a:lnTo>
                  <a:pt x="640936" y="70274"/>
                </a:lnTo>
                <a:lnTo>
                  <a:pt x="640788" y="69628"/>
                </a:lnTo>
                <a:lnTo>
                  <a:pt x="640633" y="69004"/>
                </a:lnTo>
                <a:lnTo>
                  <a:pt x="640470" y="68404"/>
                </a:lnTo>
                <a:lnTo>
                  <a:pt x="640299" y="67826"/>
                </a:lnTo>
                <a:lnTo>
                  <a:pt x="640120" y="67272"/>
                </a:lnTo>
                <a:lnTo>
                  <a:pt x="639933" y="66741"/>
                </a:lnTo>
                <a:lnTo>
                  <a:pt x="639651" y="66005"/>
                </a:lnTo>
                <a:lnTo>
                  <a:pt x="639361" y="65286"/>
                </a:lnTo>
                <a:lnTo>
                  <a:pt x="639064" y="64585"/>
                </a:lnTo>
                <a:lnTo>
                  <a:pt x="638758" y="63901"/>
                </a:lnTo>
                <a:lnTo>
                  <a:pt x="638445" y="63235"/>
                </a:lnTo>
                <a:lnTo>
                  <a:pt x="638123" y="62586"/>
                </a:lnTo>
                <a:lnTo>
                  <a:pt x="637793" y="61955"/>
                </a:lnTo>
                <a:lnTo>
                  <a:pt x="637456" y="61342"/>
                </a:lnTo>
                <a:lnTo>
                  <a:pt x="637110" y="60745"/>
                </a:lnTo>
                <a:lnTo>
                  <a:pt x="636757" y="60167"/>
                </a:lnTo>
                <a:lnTo>
                  <a:pt x="636396" y="59606"/>
                </a:lnTo>
                <a:lnTo>
                  <a:pt x="636026" y="59062"/>
                </a:lnTo>
                <a:lnTo>
                  <a:pt x="635649" y="58536"/>
                </a:lnTo>
                <a:lnTo>
                  <a:pt x="635264" y="58027"/>
                </a:lnTo>
                <a:lnTo>
                  <a:pt x="634871" y="57536"/>
                </a:lnTo>
                <a:lnTo>
                  <a:pt x="634470" y="57063"/>
                </a:lnTo>
                <a:lnTo>
                  <a:pt x="634060" y="56607"/>
                </a:lnTo>
                <a:lnTo>
                  <a:pt x="633643" y="56168"/>
                </a:lnTo>
                <a:lnTo>
                  <a:pt x="633218" y="55747"/>
                </a:lnTo>
                <a:lnTo>
                  <a:pt x="632785" y="55344"/>
                </a:lnTo>
                <a:lnTo>
                  <a:pt x="632344" y="54958"/>
                </a:lnTo>
                <a:lnTo>
                  <a:pt x="631896" y="54589"/>
                </a:lnTo>
                <a:lnTo>
                  <a:pt x="631439" y="54238"/>
                </a:lnTo>
                <a:lnTo>
                  <a:pt x="630974" y="53905"/>
                </a:lnTo>
                <a:lnTo>
                  <a:pt x="630501" y="53586"/>
                </a:lnTo>
                <a:lnTo>
                  <a:pt x="630021" y="53282"/>
                </a:lnTo>
                <a:lnTo>
                  <a:pt x="629533" y="52990"/>
                </a:lnTo>
                <a:lnTo>
                  <a:pt x="629038" y="52713"/>
                </a:lnTo>
                <a:lnTo>
                  <a:pt x="628535" y="52449"/>
                </a:lnTo>
                <a:lnTo>
                  <a:pt x="628024" y="52198"/>
                </a:lnTo>
                <a:lnTo>
                  <a:pt x="627506" y="51961"/>
                </a:lnTo>
                <a:lnTo>
                  <a:pt x="626980" y="51738"/>
                </a:lnTo>
                <a:lnTo>
                  <a:pt x="626447" y="51528"/>
                </a:lnTo>
                <a:lnTo>
                  <a:pt x="625906" y="51332"/>
                </a:lnTo>
                <a:lnTo>
                  <a:pt x="625358" y="51149"/>
                </a:lnTo>
                <a:lnTo>
                  <a:pt x="624801" y="50979"/>
                </a:lnTo>
                <a:lnTo>
                  <a:pt x="624238" y="50824"/>
                </a:lnTo>
                <a:lnTo>
                  <a:pt x="623666" y="50682"/>
                </a:lnTo>
                <a:lnTo>
                  <a:pt x="623087" y="50553"/>
                </a:lnTo>
                <a:lnTo>
                  <a:pt x="622501" y="50438"/>
                </a:lnTo>
                <a:lnTo>
                  <a:pt x="621907" y="50336"/>
                </a:lnTo>
                <a:lnTo>
                  <a:pt x="621305" y="50248"/>
                </a:lnTo>
                <a:lnTo>
                  <a:pt x="620696" y="50174"/>
                </a:lnTo>
                <a:lnTo>
                  <a:pt x="620079" y="50113"/>
                </a:lnTo>
                <a:lnTo>
                  <a:pt x="619454" y="50065"/>
                </a:lnTo>
                <a:lnTo>
                  <a:pt x="618822" y="50032"/>
                </a:lnTo>
                <a:lnTo>
                  <a:pt x="618182" y="50011"/>
                </a:lnTo>
                <a:lnTo>
                  <a:pt x="617535" y="50004"/>
                </a:lnTo>
                <a:lnTo>
                  <a:pt x="616265" y="50040"/>
                </a:lnTo>
                <a:lnTo>
                  <a:pt x="614989" y="50145"/>
                </a:lnTo>
                <a:lnTo>
                  <a:pt x="613708" y="50320"/>
                </a:lnTo>
                <a:lnTo>
                  <a:pt x="612422" y="50566"/>
                </a:lnTo>
                <a:lnTo>
                  <a:pt x="611130" y="50882"/>
                </a:lnTo>
                <a:lnTo>
                  <a:pt x="609833" y="51268"/>
                </a:lnTo>
                <a:lnTo>
                  <a:pt x="608530" y="51724"/>
                </a:lnTo>
                <a:lnTo>
                  <a:pt x="607222" y="52250"/>
                </a:lnTo>
                <a:lnTo>
                  <a:pt x="605908" y="52847"/>
                </a:lnTo>
                <a:lnTo>
                  <a:pt x="604589" y="53513"/>
                </a:lnTo>
                <a:lnTo>
                  <a:pt x="603265" y="54250"/>
                </a:lnTo>
                <a:lnTo>
                  <a:pt x="601935" y="55057"/>
                </a:lnTo>
                <a:lnTo>
                  <a:pt x="600600" y="55934"/>
                </a:lnTo>
                <a:lnTo>
                  <a:pt x="599259" y="56882"/>
                </a:lnTo>
                <a:lnTo>
                  <a:pt x="597913" y="57899"/>
                </a:lnTo>
                <a:lnTo>
                  <a:pt x="596561" y="58987"/>
                </a:lnTo>
                <a:lnTo>
                  <a:pt x="595204" y="60145"/>
                </a:lnTo>
                <a:lnTo>
                  <a:pt x="593842" y="61373"/>
                </a:lnTo>
                <a:lnTo>
                  <a:pt x="592474" y="62671"/>
                </a:lnTo>
                <a:lnTo>
                  <a:pt x="591101" y="64039"/>
                </a:lnTo>
                <a:lnTo>
                  <a:pt x="589722" y="65478"/>
                </a:lnTo>
                <a:lnTo>
                  <a:pt x="588338" y="66987"/>
                </a:lnTo>
                <a:lnTo>
                  <a:pt x="586948" y="68566"/>
                </a:lnTo>
                <a:lnTo>
                  <a:pt x="585553" y="70215"/>
                </a:lnTo>
                <a:lnTo>
                  <a:pt x="585553" y="50004"/>
                </a:lnTo>
                <a:lnTo>
                  <a:pt x="581074" y="50004"/>
                </a:lnTo>
                <a:lnTo>
                  <a:pt x="552321" y="61646"/>
                </a:lnTo>
                <a:lnTo>
                  <a:pt x="553884" y="65390"/>
                </a:lnTo>
                <a:lnTo>
                  <a:pt x="554220" y="65263"/>
                </a:lnTo>
                <a:lnTo>
                  <a:pt x="554553" y="65141"/>
                </a:lnTo>
                <a:lnTo>
                  <a:pt x="554881" y="65024"/>
                </a:lnTo>
                <a:lnTo>
                  <a:pt x="555206" y="64913"/>
                </a:lnTo>
                <a:lnTo>
                  <a:pt x="555527" y="64808"/>
                </a:lnTo>
                <a:lnTo>
                  <a:pt x="555843" y="64708"/>
                </a:lnTo>
                <a:lnTo>
                  <a:pt x="556156" y="64613"/>
                </a:lnTo>
                <a:lnTo>
                  <a:pt x="556465" y="64524"/>
                </a:lnTo>
                <a:lnTo>
                  <a:pt x="556770" y="64440"/>
                </a:lnTo>
                <a:lnTo>
                  <a:pt x="557070" y="64361"/>
                </a:lnTo>
                <a:lnTo>
                  <a:pt x="557367" y="64288"/>
                </a:lnTo>
                <a:lnTo>
                  <a:pt x="557660" y="64220"/>
                </a:lnTo>
                <a:lnTo>
                  <a:pt x="557949" y="64158"/>
                </a:lnTo>
                <a:lnTo>
                  <a:pt x="558234" y="64101"/>
                </a:lnTo>
                <a:lnTo>
                  <a:pt x="558515" y="64050"/>
                </a:lnTo>
                <a:lnTo>
                  <a:pt x="558791" y="64004"/>
                </a:lnTo>
                <a:lnTo>
                  <a:pt x="559064" y="63963"/>
                </a:lnTo>
                <a:lnTo>
                  <a:pt x="559333" y="63928"/>
                </a:lnTo>
                <a:lnTo>
                  <a:pt x="559598" y="63898"/>
                </a:lnTo>
                <a:lnTo>
                  <a:pt x="559859" y="63874"/>
                </a:lnTo>
                <a:lnTo>
                  <a:pt x="560116" y="63855"/>
                </a:lnTo>
                <a:lnTo>
                  <a:pt x="560369" y="63841"/>
                </a:lnTo>
                <a:lnTo>
                  <a:pt x="560618" y="63833"/>
                </a:lnTo>
                <a:lnTo>
                  <a:pt x="560863" y="63831"/>
                </a:lnTo>
                <a:lnTo>
                  <a:pt x="561087" y="63833"/>
                </a:lnTo>
                <a:lnTo>
                  <a:pt x="561307" y="63840"/>
                </a:lnTo>
                <a:lnTo>
                  <a:pt x="561523" y="63852"/>
                </a:lnTo>
                <a:lnTo>
                  <a:pt x="561736" y="63868"/>
                </a:lnTo>
                <a:lnTo>
                  <a:pt x="561945" y="63889"/>
                </a:lnTo>
                <a:lnTo>
                  <a:pt x="562149" y="63915"/>
                </a:lnTo>
                <a:lnTo>
                  <a:pt x="562350" y="63946"/>
                </a:lnTo>
                <a:lnTo>
                  <a:pt x="562548" y="63981"/>
                </a:lnTo>
                <a:lnTo>
                  <a:pt x="562741" y="64021"/>
                </a:lnTo>
                <a:lnTo>
                  <a:pt x="562931" y="64065"/>
                </a:lnTo>
                <a:lnTo>
                  <a:pt x="563117" y="64114"/>
                </a:lnTo>
                <a:lnTo>
                  <a:pt x="563299" y="64168"/>
                </a:lnTo>
                <a:lnTo>
                  <a:pt x="563477" y="64227"/>
                </a:lnTo>
                <a:lnTo>
                  <a:pt x="563651" y="64290"/>
                </a:lnTo>
                <a:lnTo>
                  <a:pt x="563822" y="64358"/>
                </a:lnTo>
                <a:lnTo>
                  <a:pt x="563989" y="64431"/>
                </a:lnTo>
                <a:lnTo>
                  <a:pt x="564152" y="64508"/>
                </a:lnTo>
                <a:lnTo>
                  <a:pt x="564311" y="64591"/>
                </a:lnTo>
                <a:lnTo>
                  <a:pt x="564466" y="64677"/>
                </a:lnTo>
                <a:lnTo>
                  <a:pt x="564618" y="64769"/>
                </a:lnTo>
                <a:lnTo>
                  <a:pt x="564766" y="64865"/>
                </a:lnTo>
                <a:lnTo>
                  <a:pt x="564910" y="64966"/>
                </a:lnTo>
                <a:lnTo>
                  <a:pt x="565050" y="65071"/>
                </a:lnTo>
                <a:lnTo>
                  <a:pt x="565187" y="65182"/>
                </a:lnTo>
                <a:lnTo>
                  <a:pt x="565320" y="65298"/>
                </a:lnTo>
                <a:lnTo>
                  <a:pt x="565450" y="65423"/>
                </a:lnTo>
                <a:lnTo>
                  <a:pt x="565577" y="65557"/>
                </a:lnTo>
                <a:lnTo>
                  <a:pt x="565702" y="65698"/>
                </a:lnTo>
                <a:lnTo>
                  <a:pt x="565823" y="65848"/>
                </a:lnTo>
                <a:lnTo>
                  <a:pt x="565942" y="66007"/>
                </a:lnTo>
                <a:lnTo>
                  <a:pt x="566058" y="66173"/>
                </a:lnTo>
                <a:lnTo>
                  <a:pt x="566171" y="66348"/>
                </a:lnTo>
                <a:lnTo>
                  <a:pt x="566281" y="66531"/>
                </a:lnTo>
                <a:lnTo>
                  <a:pt x="566388" y="66723"/>
                </a:lnTo>
                <a:lnTo>
                  <a:pt x="566492" y="66923"/>
                </a:lnTo>
                <a:lnTo>
                  <a:pt x="566593" y="67131"/>
                </a:lnTo>
                <a:lnTo>
                  <a:pt x="566691" y="67347"/>
                </a:lnTo>
                <a:lnTo>
                  <a:pt x="566787" y="67572"/>
                </a:lnTo>
                <a:lnTo>
                  <a:pt x="566880" y="67805"/>
                </a:lnTo>
                <a:lnTo>
                  <a:pt x="566969" y="68046"/>
                </a:lnTo>
                <a:lnTo>
                  <a:pt x="567056" y="68296"/>
                </a:lnTo>
                <a:lnTo>
                  <a:pt x="567140" y="68554"/>
                </a:lnTo>
                <a:lnTo>
                  <a:pt x="567221" y="68820"/>
                </a:lnTo>
                <a:lnTo>
                  <a:pt x="567299" y="69095"/>
                </a:lnTo>
                <a:lnTo>
                  <a:pt x="567374" y="69378"/>
                </a:lnTo>
                <a:lnTo>
                  <a:pt x="567447" y="69669"/>
                </a:lnTo>
                <a:lnTo>
                  <a:pt x="567516" y="69969"/>
                </a:lnTo>
                <a:lnTo>
                  <a:pt x="567583" y="70276"/>
                </a:lnTo>
                <a:lnTo>
                  <a:pt x="567647" y="70611"/>
                </a:lnTo>
                <a:lnTo>
                  <a:pt x="567708" y="70993"/>
                </a:lnTo>
                <a:lnTo>
                  <a:pt x="567766" y="71421"/>
                </a:lnTo>
                <a:lnTo>
                  <a:pt x="567822" y="71896"/>
                </a:lnTo>
                <a:lnTo>
                  <a:pt x="567874" y="72417"/>
                </a:lnTo>
                <a:lnTo>
                  <a:pt x="567925" y="72985"/>
                </a:lnTo>
                <a:lnTo>
                  <a:pt x="567972" y="73599"/>
                </a:lnTo>
                <a:lnTo>
                  <a:pt x="568017" y="74260"/>
                </a:lnTo>
                <a:lnTo>
                  <a:pt x="568059" y="74968"/>
                </a:lnTo>
                <a:lnTo>
                  <a:pt x="568098" y="75722"/>
                </a:lnTo>
                <a:lnTo>
                  <a:pt x="568135" y="76522"/>
                </a:lnTo>
                <a:lnTo>
                  <a:pt x="568169" y="77369"/>
                </a:lnTo>
                <a:lnTo>
                  <a:pt x="568200" y="78263"/>
                </a:lnTo>
                <a:lnTo>
                  <a:pt x="568228" y="79203"/>
                </a:lnTo>
                <a:lnTo>
                  <a:pt x="568254" y="80190"/>
                </a:lnTo>
                <a:lnTo>
                  <a:pt x="568277" y="81224"/>
                </a:lnTo>
                <a:lnTo>
                  <a:pt x="568298" y="82304"/>
                </a:lnTo>
                <a:lnTo>
                  <a:pt x="568315" y="83430"/>
                </a:lnTo>
                <a:lnTo>
                  <a:pt x="568330" y="84603"/>
                </a:lnTo>
                <a:lnTo>
                  <a:pt x="568342" y="85823"/>
                </a:lnTo>
                <a:lnTo>
                  <a:pt x="568352" y="87089"/>
                </a:lnTo>
                <a:lnTo>
                  <a:pt x="568359" y="88402"/>
                </a:lnTo>
                <a:lnTo>
                  <a:pt x="568363" y="89761"/>
                </a:lnTo>
                <a:lnTo>
                  <a:pt x="568364" y="91167"/>
                </a:lnTo>
                <a:lnTo>
                  <a:pt x="568364" y="126509"/>
                </a:lnTo>
                <a:lnTo>
                  <a:pt x="568360" y="127363"/>
                </a:lnTo>
                <a:lnTo>
                  <a:pt x="568346" y="128195"/>
                </a:lnTo>
                <a:lnTo>
                  <a:pt x="568324" y="129003"/>
                </a:lnTo>
                <a:lnTo>
                  <a:pt x="568293" y="129787"/>
                </a:lnTo>
                <a:lnTo>
                  <a:pt x="568253" y="130549"/>
                </a:lnTo>
                <a:lnTo>
                  <a:pt x="568205" y="131287"/>
                </a:lnTo>
                <a:lnTo>
                  <a:pt x="568147" y="132002"/>
                </a:lnTo>
                <a:lnTo>
                  <a:pt x="568081" y="132694"/>
                </a:lnTo>
                <a:lnTo>
                  <a:pt x="568005" y="133362"/>
                </a:lnTo>
                <a:lnTo>
                  <a:pt x="567921" y="134007"/>
                </a:lnTo>
                <a:lnTo>
                  <a:pt x="567828" y="134629"/>
                </a:lnTo>
                <a:lnTo>
                  <a:pt x="567726" y="135228"/>
                </a:lnTo>
                <a:lnTo>
                  <a:pt x="567615" y="135803"/>
                </a:lnTo>
                <a:lnTo>
                  <a:pt x="567496" y="136355"/>
                </a:lnTo>
                <a:lnTo>
                  <a:pt x="567367" y="136884"/>
                </a:lnTo>
                <a:lnTo>
                  <a:pt x="567230" y="137389"/>
                </a:lnTo>
                <a:lnTo>
                  <a:pt x="567084" y="137871"/>
                </a:lnTo>
                <a:lnTo>
                  <a:pt x="566928" y="138330"/>
                </a:lnTo>
                <a:lnTo>
                  <a:pt x="566764" y="138766"/>
                </a:lnTo>
                <a:lnTo>
                  <a:pt x="566592" y="139178"/>
                </a:lnTo>
                <a:lnTo>
                  <a:pt x="566410" y="139568"/>
                </a:lnTo>
                <a:lnTo>
                  <a:pt x="566219" y="139933"/>
                </a:lnTo>
                <a:lnTo>
                  <a:pt x="566020" y="140276"/>
                </a:lnTo>
                <a:lnTo>
                  <a:pt x="565812" y="140595"/>
                </a:lnTo>
                <a:lnTo>
                  <a:pt x="565591" y="140896"/>
                </a:lnTo>
                <a:lnTo>
                  <a:pt x="565353" y="141184"/>
                </a:lnTo>
                <a:lnTo>
                  <a:pt x="565100" y="141460"/>
                </a:lnTo>
                <a:lnTo>
                  <a:pt x="564829" y="141722"/>
                </a:lnTo>
                <a:lnTo>
                  <a:pt x="564543" y="141972"/>
                </a:lnTo>
                <a:lnTo>
                  <a:pt x="564239" y="142209"/>
                </a:lnTo>
                <a:lnTo>
                  <a:pt x="563920" y="142433"/>
                </a:lnTo>
                <a:lnTo>
                  <a:pt x="563584" y="142644"/>
                </a:lnTo>
                <a:lnTo>
                  <a:pt x="563231" y="142843"/>
                </a:lnTo>
                <a:lnTo>
                  <a:pt x="562862" y="143029"/>
                </a:lnTo>
                <a:lnTo>
                  <a:pt x="562476" y="143202"/>
                </a:lnTo>
                <a:lnTo>
                  <a:pt x="562074" y="143362"/>
                </a:lnTo>
                <a:lnTo>
                  <a:pt x="561656" y="143509"/>
                </a:lnTo>
                <a:lnTo>
                  <a:pt x="561221" y="143643"/>
                </a:lnTo>
                <a:lnTo>
                  <a:pt x="560770" y="143765"/>
                </a:lnTo>
                <a:lnTo>
                  <a:pt x="560302" y="143874"/>
                </a:lnTo>
                <a:lnTo>
                  <a:pt x="559818" y="143970"/>
                </a:lnTo>
                <a:lnTo>
                  <a:pt x="559317" y="144053"/>
                </a:lnTo>
                <a:lnTo>
                  <a:pt x="558800" y="144124"/>
                </a:lnTo>
                <a:lnTo>
                  <a:pt x="558266" y="144181"/>
                </a:lnTo>
                <a:lnTo>
                  <a:pt x="557716" y="144226"/>
                </a:lnTo>
                <a:lnTo>
                  <a:pt x="557150" y="144258"/>
                </a:lnTo>
                <a:lnTo>
                  <a:pt x="556567" y="144277"/>
                </a:lnTo>
                <a:lnTo>
                  <a:pt x="555967" y="144284"/>
                </a:lnTo>
                <a:lnTo>
                  <a:pt x="553934" y="144284"/>
                </a:lnTo>
                <a:lnTo>
                  <a:pt x="553377" y="144281"/>
                </a:lnTo>
                <a:lnTo>
                  <a:pt x="552834" y="144274"/>
                </a:lnTo>
                <a:lnTo>
                  <a:pt x="552307" y="144261"/>
                </a:lnTo>
                <a:close/>
                <a:moveTo>
                  <a:pt x="466841" y="137096"/>
                </a:moveTo>
                <a:lnTo>
                  <a:pt x="466896" y="137729"/>
                </a:lnTo>
                <a:lnTo>
                  <a:pt x="466960" y="138346"/>
                </a:lnTo>
                <a:lnTo>
                  <a:pt x="467035" y="138945"/>
                </a:lnTo>
                <a:lnTo>
                  <a:pt x="467119" y="139526"/>
                </a:lnTo>
                <a:lnTo>
                  <a:pt x="467214" y="140091"/>
                </a:lnTo>
                <a:lnTo>
                  <a:pt x="467319" y="140638"/>
                </a:lnTo>
                <a:lnTo>
                  <a:pt x="467434" y="141167"/>
                </a:lnTo>
                <a:lnTo>
                  <a:pt x="467559" y="141679"/>
                </a:lnTo>
                <a:lnTo>
                  <a:pt x="467694" y="142174"/>
                </a:lnTo>
                <a:lnTo>
                  <a:pt x="467840" y="142652"/>
                </a:lnTo>
                <a:lnTo>
                  <a:pt x="467995" y="143112"/>
                </a:lnTo>
                <a:lnTo>
                  <a:pt x="468161" y="143554"/>
                </a:lnTo>
                <a:lnTo>
                  <a:pt x="468337" y="143980"/>
                </a:lnTo>
                <a:lnTo>
                  <a:pt x="468523" y="144388"/>
                </a:lnTo>
                <a:lnTo>
                  <a:pt x="468719" y="144779"/>
                </a:lnTo>
                <a:lnTo>
                  <a:pt x="468925" y="145152"/>
                </a:lnTo>
                <a:lnTo>
                  <a:pt x="469141" y="145508"/>
                </a:lnTo>
                <a:lnTo>
                  <a:pt x="469368" y="145846"/>
                </a:lnTo>
                <a:lnTo>
                  <a:pt x="469604" y="146168"/>
                </a:lnTo>
                <a:lnTo>
                  <a:pt x="469851" y="146471"/>
                </a:lnTo>
                <a:lnTo>
                  <a:pt x="470106" y="146760"/>
                </a:lnTo>
                <a:lnTo>
                  <a:pt x="470369" y="147037"/>
                </a:lnTo>
                <a:lnTo>
                  <a:pt x="470639" y="147302"/>
                </a:lnTo>
                <a:lnTo>
                  <a:pt x="470916" y="147554"/>
                </a:lnTo>
                <a:lnTo>
                  <a:pt x="471200" y="147794"/>
                </a:lnTo>
                <a:lnTo>
                  <a:pt x="471492" y="148021"/>
                </a:lnTo>
                <a:lnTo>
                  <a:pt x="471790" y="148236"/>
                </a:lnTo>
                <a:lnTo>
                  <a:pt x="472096" y="148439"/>
                </a:lnTo>
                <a:lnTo>
                  <a:pt x="472410" y="148630"/>
                </a:lnTo>
                <a:lnTo>
                  <a:pt x="472730" y="148808"/>
                </a:lnTo>
                <a:lnTo>
                  <a:pt x="473058" y="148974"/>
                </a:lnTo>
                <a:lnTo>
                  <a:pt x="473393" y="149128"/>
                </a:lnTo>
                <a:lnTo>
                  <a:pt x="473735" y="149269"/>
                </a:lnTo>
                <a:lnTo>
                  <a:pt x="474084" y="149398"/>
                </a:lnTo>
                <a:lnTo>
                  <a:pt x="474441" y="149515"/>
                </a:lnTo>
                <a:lnTo>
                  <a:pt x="474805" y="149620"/>
                </a:lnTo>
                <a:lnTo>
                  <a:pt x="475176" y="149712"/>
                </a:lnTo>
                <a:lnTo>
                  <a:pt x="475555" y="149792"/>
                </a:lnTo>
                <a:lnTo>
                  <a:pt x="475940" y="149860"/>
                </a:lnTo>
                <a:lnTo>
                  <a:pt x="476333" y="149915"/>
                </a:lnTo>
                <a:lnTo>
                  <a:pt x="476733" y="149958"/>
                </a:lnTo>
                <a:lnTo>
                  <a:pt x="477140" y="149989"/>
                </a:lnTo>
                <a:lnTo>
                  <a:pt x="477555" y="150007"/>
                </a:lnTo>
                <a:lnTo>
                  <a:pt x="477977" y="150013"/>
                </a:lnTo>
                <a:lnTo>
                  <a:pt x="478864" y="149986"/>
                </a:lnTo>
                <a:lnTo>
                  <a:pt x="479755" y="149905"/>
                </a:lnTo>
                <a:lnTo>
                  <a:pt x="480649" y="149769"/>
                </a:lnTo>
                <a:lnTo>
                  <a:pt x="481548" y="149579"/>
                </a:lnTo>
                <a:lnTo>
                  <a:pt x="482449" y="149335"/>
                </a:lnTo>
                <a:lnTo>
                  <a:pt x="483355" y="149037"/>
                </a:lnTo>
                <a:lnTo>
                  <a:pt x="484264" y="148684"/>
                </a:lnTo>
                <a:lnTo>
                  <a:pt x="485176" y="148277"/>
                </a:lnTo>
                <a:lnTo>
                  <a:pt x="486093" y="147816"/>
                </a:lnTo>
                <a:lnTo>
                  <a:pt x="487012" y="147300"/>
                </a:lnTo>
                <a:lnTo>
                  <a:pt x="487936" y="146731"/>
                </a:lnTo>
                <a:lnTo>
                  <a:pt x="488863" y="146107"/>
                </a:lnTo>
                <a:lnTo>
                  <a:pt x="489794" y="145429"/>
                </a:lnTo>
                <a:lnTo>
                  <a:pt x="490728" y="144696"/>
                </a:lnTo>
                <a:lnTo>
                  <a:pt x="491666" y="143909"/>
                </a:lnTo>
                <a:lnTo>
                  <a:pt x="492608" y="143068"/>
                </a:lnTo>
                <a:lnTo>
                  <a:pt x="493553" y="142173"/>
                </a:lnTo>
                <a:lnTo>
                  <a:pt x="494502" y="141224"/>
                </a:lnTo>
                <a:lnTo>
                  <a:pt x="495454" y="140220"/>
                </a:lnTo>
                <a:lnTo>
                  <a:pt x="496410" y="139162"/>
                </a:lnTo>
                <a:lnTo>
                  <a:pt x="497370" y="138049"/>
                </a:lnTo>
                <a:lnTo>
                  <a:pt x="498333" y="136883"/>
                </a:lnTo>
                <a:lnTo>
                  <a:pt x="499300" y="135662"/>
                </a:lnTo>
                <a:lnTo>
                  <a:pt x="500270" y="134387"/>
                </a:lnTo>
                <a:lnTo>
                  <a:pt x="500270" y="128553"/>
                </a:lnTo>
                <a:lnTo>
                  <a:pt x="499756" y="129066"/>
                </a:lnTo>
                <a:lnTo>
                  <a:pt x="499257" y="129561"/>
                </a:lnTo>
                <a:lnTo>
                  <a:pt x="498771" y="130039"/>
                </a:lnTo>
                <a:lnTo>
                  <a:pt x="498300" y="130501"/>
                </a:lnTo>
                <a:lnTo>
                  <a:pt x="497842" y="130945"/>
                </a:lnTo>
                <a:lnTo>
                  <a:pt x="497399" y="131372"/>
                </a:lnTo>
                <a:lnTo>
                  <a:pt x="496970" y="131783"/>
                </a:lnTo>
                <a:lnTo>
                  <a:pt x="496555" y="132176"/>
                </a:lnTo>
                <a:lnTo>
                  <a:pt x="496154" y="132553"/>
                </a:lnTo>
                <a:lnTo>
                  <a:pt x="495767" y="132912"/>
                </a:lnTo>
                <a:lnTo>
                  <a:pt x="495394" y="133254"/>
                </a:lnTo>
                <a:lnTo>
                  <a:pt x="495035" y="133580"/>
                </a:lnTo>
                <a:lnTo>
                  <a:pt x="494691" y="133888"/>
                </a:lnTo>
                <a:lnTo>
                  <a:pt x="494360" y="134179"/>
                </a:lnTo>
                <a:lnTo>
                  <a:pt x="494044" y="134454"/>
                </a:lnTo>
                <a:lnTo>
                  <a:pt x="493742" y="134711"/>
                </a:lnTo>
                <a:lnTo>
                  <a:pt x="493454" y="134951"/>
                </a:lnTo>
                <a:lnTo>
                  <a:pt x="493180" y="135175"/>
                </a:lnTo>
                <a:lnTo>
                  <a:pt x="492920" y="135381"/>
                </a:lnTo>
                <a:lnTo>
                  <a:pt x="492674" y="135571"/>
                </a:lnTo>
                <a:lnTo>
                  <a:pt x="492442" y="135743"/>
                </a:lnTo>
                <a:lnTo>
                  <a:pt x="492225" y="135898"/>
                </a:lnTo>
                <a:lnTo>
                  <a:pt x="492021" y="136037"/>
                </a:lnTo>
                <a:lnTo>
                  <a:pt x="491832" y="136158"/>
                </a:lnTo>
                <a:lnTo>
                  <a:pt x="491727" y="136217"/>
                </a:lnTo>
                <a:lnTo>
                  <a:pt x="491621" y="136274"/>
                </a:lnTo>
                <a:lnTo>
                  <a:pt x="491513" y="136329"/>
                </a:lnTo>
                <a:lnTo>
                  <a:pt x="491404" y="136381"/>
                </a:lnTo>
                <a:lnTo>
                  <a:pt x="491293" y="136430"/>
                </a:lnTo>
                <a:lnTo>
                  <a:pt x="491181" y="136477"/>
                </a:lnTo>
                <a:lnTo>
                  <a:pt x="491067" y="136521"/>
                </a:lnTo>
                <a:lnTo>
                  <a:pt x="490952" y="136563"/>
                </a:lnTo>
                <a:lnTo>
                  <a:pt x="490836" y="136602"/>
                </a:lnTo>
                <a:lnTo>
                  <a:pt x="490718" y="136639"/>
                </a:lnTo>
                <a:lnTo>
                  <a:pt x="490599" y="136673"/>
                </a:lnTo>
                <a:lnTo>
                  <a:pt x="490478" y="136705"/>
                </a:lnTo>
                <a:lnTo>
                  <a:pt x="490355" y="136734"/>
                </a:lnTo>
                <a:lnTo>
                  <a:pt x="490232" y="136761"/>
                </a:lnTo>
                <a:lnTo>
                  <a:pt x="490107" y="136785"/>
                </a:lnTo>
                <a:lnTo>
                  <a:pt x="489980" y="136806"/>
                </a:lnTo>
                <a:lnTo>
                  <a:pt x="489852" y="136825"/>
                </a:lnTo>
                <a:lnTo>
                  <a:pt x="489722" y="136842"/>
                </a:lnTo>
                <a:lnTo>
                  <a:pt x="489592" y="136856"/>
                </a:lnTo>
                <a:lnTo>
                  <a:pt x="489459" y="136867"/>
                </a:lnTo>
                <a:lnTo>
                  <a:pt x="489325" y="136876"/>
                </a:lnTo>
                <a:lnTo>
                  <a:pt x="489190" y="136882"/>
                </a:lnTo>
                <a:lnTo>
                  <a:pt x="489053" y="136886"/>
                </a:lnTo>
                <a:lnTo>
                  <a:pt x="488915" y="136887"/>
                </a:lnTo>
                <a:lnTo>
                  <a:pt x="488786" y="136885"/>
                </a:lnTo>
                <a:lnTo>
                  <a:pt x="488657" y="136880"/>
                </a:lnTo>
                <a:lnTo>
                  <a:pt x="488530" y="136871"/>
                </a:lnTo>
                <a:lnTo>
                  <a:pt x="488404" y="136858"/>
                </a:lnTo>
                <a:lnTo>
                  <a:pt x="488280" y="136842"/>
                </a:lnTo>
                <a:lnTo>
                  <a:pt x="488157" y="136822"/>
                </a:lnTo>
                <a:lnTo>
                  <a:pt x="488035" y="136799"/>
                </a:lnTo>
                <a:lnTo>
                  <a:pt x="487914" y="136772"/>
                </a:lnTo>
                <a:lnTo>
                  <a:pt x="487794" y="136741"/>
                </a:lnTo>
                <a:lnTo>
                  <a:pt x="487676" y="136707"/>
                </a:lnTo>
                <a:lnTo>
                  <a:pt x="487559" y="136669"/>
                </a:lnTo>
                <a:lnTo>
                  <a:pt x="487444" y="136628"/>
                </a:lnTo>
                <a:lnTo>
                  <a:pt x="487329" y="136583"/>
                </a:lnTo>
                <a:lnTo>
                  <a:pt x="487216" y="136534"/>
                </a:lnTo>
                <a:lnTo>
                  <a:pt x="487104" y="136482"/>
                </a:lnTo>
                <a:lnTo>
                  <a:pt x="486994" y="136426"/>
                </a:lnTo>
                <a:lnTo>
                  <a:pt x="486884" y="136366"/>
                </a:lnTo>
                <a:lnTo>
                  <a:pt x="486776" y="136303"/>
                </a:lnTo>
                <a:lnTo>
                  <a:pt x="486669" y="136236"/>
                </a:lnTo>
                <a:lnTo>
                  <a:pt x="486564" y="136166"/>
                </a:lnTo>
                <a:lnTo>
                  <a:pt x="486460" y="136092"/>
                </a:lnTo>
                <a:lnTo>
                  <a:pt x="486357" y="136015"/>
                </a:lnTo>
                <a:lnTo>
                  <a:pt x="486255" y="135933"/>
                </a:lnTo>
                <a:lnTo>
                  <a:pt x="486154" y="135849"/>
                </a:lnTo>
                <a:lnTo>
                  <a:pt x="486056" y="135758"/>
                </a:lnTo>
                <a:lnTo>
                  <a:pt x="485959" y="135661"/>
                </a:lnTo>
                <a:lnTo>
                  <a:pt x="485866" y="135557"/>
                </a:lnTo>
                <a:lnTo>
                  <a:pt x="485774" y="135445"/>
                </a:lnTo>
                <a:lnTo>
                  <a:pt x="485685" y="135327"/>
                </a:lnTo>
                <a:lnTo>
                  <a:pt x="485598" y="135201"/>
                </a:lnTo>
                <a:lnTo>
                  <a:pt x="485513" y="135068"/>
                </a:lnTo>
                <a:lnTo>
                  <a:pt x="485431" y="134929"/>
                </a:lnTo>
                <a:lnTo>
                  <a:pt x="485351" y="134782"/>
                </a:lnTo>
                <a:lnTo>
                  <a:pt x="485274" y="134628"/>
                </a:lnTo>
                <a:lnTo>
                  <a:pt x="485199" y="134468"/>
                </a:lnTo>
                <a:lnTo>
                  <a:pt x="485126" y="134300"/>
                </a:lnTo>
                <a:lnTo>
                  <a:pt x="485055" y="134125"/>
                </a:lnTo>
                <a:lnTo>
                  <a:pt x="484987" y="133943"/>
                </a:lnTo>
                <a:lnTo>
                  <a:pt x="484921" y="133754"/>
                </a:lnTo>
                <a:lnTo>
                  <a:pt x="484858" y="133558"/>
                </a:lnTo>
                <a:lnTo>
                  <a:pt x="484797" y="133355"/>
                </a:lnTo>
                <a:lnTo>
                  <a:pt x="484738" y="133145"/>
                </a:lnTo>
                <a:lnTo>
                  <a:pt x="484682" y="132928"/>
                </a:lnTo>
                <a:lnTo>
                  <a:pt x="484628" y="132704"/>
                </a:lnTo>
                <a:lnTo>
                  <a:pt x="484576" y="132473"/>
                </a:lnTo>
                <a:lnTo>
                  <a:pt x="484527" y="132235"/>
                </a:lnTo>
                <a:lnTo>
                  <a:pt x="484480" y="131989"/>
                </a:lnTo>
                <a:lnTo>
                  <a:pt x="484436" y="131737"/>
                </a:lnTo>
                <a:lnTo>
                  <a:pt x="484393" y="131463"/>
                </a:lnTo>
                <a:lnTo>
                  <a:pt x="484352" y="131152"/>
                </a:lnTo>
                <a:lnTo>
                  <a:pt x="484313" y="130805"/>
                </a:lnTo>
                <a:lnTo>
                  <a:pt x="484276" y="130420"/>
                </a:lnTo>
                <a:lnTo>
                  <a:pt x="484241" y="130000"/>
                </a:lnTo>
                <a:lnTo>
                  <a:pt x="484208" y="129542"/>
                </a:lnTo>
                <a:lnTo>
                  <a:pt x="484176" y="129048"/>
                </a:lnTo>
                <a:lnTo>
                  <a:pt x="484146" y="128517"/>
                </a:lnTo>
                <a:lnTo>
                  <a:pt x="484118" y="127949"/>
                </a:lnTo>
                <a:lnTo>
                  <a:pt x="484092" y="127345"/>
                </a:lnTo>
                <a:lnTo>
                  <a:pt x="484067" y="126704"/>
                </a:lnTo>
                <a:lnTo>
                  <a:pt x="484045" y="126027"/>
                </a:lnTo>
                <a:lnTo>
                  <a:pt x="484024" y="125313"/>
                </a:lnTo>
                <a:lnTo>
                  <a:pt x="484005" y="124562"/>
                </a:lnTo>
                <a:lnTo>
                  <a:pt x="483988" y="123774"/>
                </a:lnTo>
                <a:lnTo>
                  <a:pt x="483973" y="122950"/>
                </a:lnTo>
                <a:lnTo>
                  <a:pt x="483959" y="122089"/>
                </a:lnTo>
                <a:lnTo>
                  <a:pt x="483947" y="121192"/>
                </a:lnTo>
                <a:lnTo>
                  <a:pt x="483937" y="120257"/>
                </a:lnTo>
                <a:lnTo>
                  <a:pt x="483929" y="119287"/>
                </a:lnTo>
                <a:lnTo>
                  <a:pt x="483923" y="118279"/>
                </a:lnTo>
                <a:lnTo>
                  <a:pt x="483918" y="117235"/>
                </a:lnTo>
                <a:lnTo>
                  <a:pt x="483916" y="116154"/>
                </a:lnTo>
                <a:lnTo>
                  <a:pt x="483915" y="115036"/>
                </a:lnTo>
                <a:lnTo>
                  <a:pt x="483915" y="82677"/>
                </a:lnTo>
                <a:lnTo>
                  <a:pt x="483911" y="81540"/>
                </a:lnTo>
                <a:lnTo>
                  <a:pt x="483902" y="80435"/>
                </a:lnTo>
                <a:lnTo>
                  <a:pt x="483885" y="79363"/>
                </a:lnTo>
                <a:lnTo>
                  <a:pt x="483863" y="78324"/>
                </a:lnTo>
                <a:lnTo>
                  <a:pt x="483833" y="77317"/>
                </a:lnTo>
                <a:lnTo>
                  <a:pt x="483797" y="76342"/>
                </a:lnTo>
                <a:lnTo>
                  <a:pt x="483755" y="75401"/>
                </a:lnTo>
                <a:lnTo>
                  <a:pt x="483706" y="74491"/>
                </a:lnTo>
                <a:lnTo>
                  <a:pt x="483651" y="73614"/>
                </a:lnTo>
                <a:lnTo>
                  <a:pt x="483589" y="72770"/>
                </a:lnTo>
                <a:lnTo>
                  <a:pt x="483521" y="71958"/>
                </a:lnTo>
                <a:lnTo>
                  <a:pt x="483446" y="71179"/>
                </a:lnTo>
                <a:lnTo>
                  <a:pt x="483364" y="70432"/>
                </a:lnTo>
                <a:lnTo>
                  <a:pt x="483277" y="69718"/>
                </a:lnTo>
                <a:lnTo>
                  <a:pt x="483182" y="69036"/>
                </a:lnTo>
                <a:lnTo>
                  <a:pt x="483081" y="68387"/>
                </a:lnTo>
                <a:lnTo>
                  <a:pt x="482974" y="67771"/>
                </a:lnTo>
                <a:lnTo>
                  <a:pt x="482860" y="67186"/>
                </a:lnTo>
                <a:lnTo>
                  <a:pt x="482739" y="66635"/>
                </a:lnTo>
                <a:lnTo>
                  <a:pt x="482612" y="66116"/>
                </a:lnTo>
                <a:lnTo>
                  <a:pt x="482479" y="65629"/>
                </a:lnTo>
                <a:lnTo>
                  <a:pt x="482339" y="65175"/>
                </a:lnTo>
                <a:lnTo>
                  <a:pt x="482193" y="64753"/>
                </a:lnTo>
                <a:lnTo>
                  <a:pt x="482039" y="64364"/>
                </a:lnTo>
                <a:lnTo>
                  <a:pt x="481791" y="63798"/>
                </a:lnTo>
                <a:lnTo>
                  <a:pt x="481531" y="63245"/>
                </a:lnTo>
                <a:lnTo>
                  <a:pt x="481260" y="62704"/>
                </a:lnTo>
                <a:lnTo>
                  <a:pt x="480977" y="62176"/>
                </a:lnTo>
                <a:lnTo>
                  <a:pt x="480684" y="61660"/>
                </a:lnTo>
                <a:lnTo>
                  <a:pt x="480379" y="61158"/>
                </a:lnTo>
                <a:lnTo>
                  <a:pt x="480063" y="60667"/>
                </a:lnTo>
                <a:lnTo>
                  <a:pt x="479736" y="60190"/>
                </a:lnTo>
                <a:lnTo>
                  <a:pt x="479398" y="59725"/>
                </a:lnTo>
                <a:lnTo>
                  <a:pt x="479048" y="59273"/>
                </a:lnTo>
                <a:lnTo>
                  <a:pt x="478687" y="58833"/>
                </a:lnTo>
                <a:lnTo>
                  <a:pt x="478315" y="58406"/>
                </a:lnTo>
                <a:lnTo>
                  <a:pt x="477932" y="57992"/>
                </a:lnTo>
                <a:lnTo>
                  <a:pt x="477538" y="57590"/>
                </a:lnTo>
                <a:lnTo>
                  <a:pt x="477132" y="57201"/>
                </a:lnTo>
                <a:lnTo>
                  <a:pt x="476715" y="56825"/>
                </a:lnTo>
                <a:lnTo>
                  <a:pt x="476287" y="56461"/>
                </a:lnTo>
                <a:lnTo>
                  <a:pt x="475848" y="56110"/>
                </a:lnTo>
                <a:lnTo>
                  <a:pt x="475397" y="55772"/>
                </a:lnTo>
                <a:lnTo>
                  <a:pt x="474935" y="55446"/>
                </a:lnTo>
                <a:lnTo>
                  <a:pt x="474462" y="55133"/>
                </a:lnTo>
                <a:lnTo>
                  <a:pt x="473978" y="54832"/>
                </a:lnTo>
                <a:lnTo>
                  <a:pt x="473483" y="54544"/>
                </a:lnTo>
                <a:lnTo>
                  <a:pt x="472976" y="54269"/>
                </a:lnTo>
                <a:lnTo>
                  <a:pt x="472291" y="53921"/>
                </a:lnTo>
                <a:lnTo>
                  <a:pt x="471590" y="53588"/>
                </a:lnTo>
                <a:lnTo>
                  <a:pt x="470873" y="53270"/>
                </a:lnTo>
                <a:lnTo>
                  <a:pt x="470140" y="52966"/>
                </a:lnTo>
                <a:lnTo>
                  <a:pt x="469392" y="52677"/>
                </a:lnTo>
                <a:lnTo>
                  <a:pt x="468627" y="52403"/>
                </a:lnTo>
                <a:lnTo>
                  <a:pt x="467846" y="52144"/>
                </a:lnTo>
                <a:lnTo>
                  <a:pt x="467050" y="51900"/>
                </a:lnTo>
                <a:lnTo>
                  <a:pt x="466237" y="51670"/>
                </a:lnTo>
                <a:lnTo>
                  <a:pt x="465409" y="51456"/>
                </a:lnTo>
                <a:lnTo>
                  <a:pt x="464565" y="51256"/>
                </a:lnTo>
                <a:lnTo>
                  <a:pt x="463705" y="51071"/>
                </a:lnTo>
                <a:lnTo>
                  <a:pt x="462828" y="50900"/>
                </a:lnTo>
                <a:lnTo>
                  <a:pt x="461936" y="50745"/>
                </a:lnTo>
                <a:lnTo>
                  <a:pt x="461029" y="50604"/>
                </a:lnTo>
                <a:lnTo>
                  <a:pt x="460105" y="50478"/>
                </a:lnTo>
                <a:lnTo>
                  <a:pt x="459165" y="50367"/>
                </a:lnTo>
                <a:lnTo>
                  <a:pt x="458209" y="50271"/>
                </a:lnTo>
                <a:lnTo>
                  <a:pt x="457238" y="50190"/>
                </a:lnTo>
                <a:lnTo>
                  <a:pt x="456250" y="50123"/>
                </a:lnTo>
                <a:lnTo>
                  <a:pt x="455247" y="50071"/>
                </a:lnTo>
                <a:lnTo>
                  <a:pt x="454227" y="50034"/>
                </a:lnTo>
                <a:lnTo>
                  <a:pt x="453192" y="50012"/>
                </a:lnTo>
                <a:lnTo>
                  <a:pt x="452141" y="50004"/>
                </a:lnTo>
                <a:lnTo>
                  <a:pt x="450774" y="50017"/>
                </a:lnTo>
                <a:lnTo>
                  <a:pt x="449432" y="50056"/>
                </a:lnTo>
                <a:lnTo>
                  <a:pt x="448116" y="50121"/>
                </a:lnTo>
                <a:lnTo>
                  <a:pt x="446825" y="50212"/>
                </a:lnTo>
                <a:lnTo>
                  <a:pt x="445560" y="50329"/>
                </a:lnTo>
                <a:lnTo>
                  <a:pt x="444321" y="50472"/>
                </a:lnTo>
                <a:lnTo>
                  <a:pt x="443108" y="50641"/>
                </a:lnTo>
                <a:lnTo>
                  <a:pt x="441920" y="50835"/>
                </a:lnTo>
                <a:lnTo>
                  <a:pt x="440758" y="51056"/>
                </a:lnTo>
                <a:lnTo>
                  <a:pt x="439622" y="51303"/>
                </a:lnTo>
                <a:lnTo>
                  <a:pt x="438511" y="51575"/>
                </a:lnTo>
                <a:lnTo>
                  <a:pt x="437426" y="51874"/>
                </a:lnTo>
                <a:lnTo>
                  <a:pt x="436367" y="52198"/>
                </a:lnTo>
                <a:lnTo>
                  <a:pt x="435333" y="52549"/>
                </a:lnTo>
                <a:lnTo>
                  <a:pt x="434325" y="52926"/>
                </a:lnTo>
                <a:lnTo>
                  <a:pt x="433343" y="53328"/>
                </a:lnTo>
                <a:lnTo>
                  <a:pt x="432386" y="53756"/>
                </a:lnTo>
                <a:lnTo>
                  <a:pt x="431456" y="54211"/>
                </a:lnTo>
                <a:lnTo>
                  <a:pt x="430550" y="54691"/>
                </a:lnTo>
                <a:lnTo>
                  <a:pt x="429671" y="55197"/>
                </a:lnTo>
                <a:lnTo>
                  <a:pt x="428817" y="55730"/>
                </a:lnTo>
                <a:lnTo>
                  <a:pt x="427989" y="56288"/>
                </a:lnTo>
                <a:lnTo>
                  <a:pt x="427186" y="56872"/>
                </a:lnTo>
                <a:lnTo>
                  <a:pt x="426410" y="57482"/>
                </a:lnTo>
                <a:lnTo>
                  <a:pt x="425661" y="58108"/>
                </a:lnTo>
                <a:lnTo>
                  <a:pt x="424945" y="58739"/>
                </a:lnTo>
                <a:lnTo>
                  <a:pt x="424261" y="59375"/>
                </a:lnTo>
                <a:lnTo>
                  <a:pt x="423608" y="60015"/>
                </a:lnTo>
                <a:lnTo>
                  <a:pt x="422988" y="60661"/>
                </a:lnTo>
                <a:lnTo>
                  <a:pt x="422399" y="61312"/>
                </a:lnTo>
                <a:lnTo>
                  <a:pt x="421842" y="61968"/>
                </a:lnTo>
                <a:lnTo>
                  <a:pt x="421316" y="62629"/>
                </a:lnTo>
                <a:lnTo>
                  <a:pt x="420823" y="63295"/>
                </a:lnTo>
                <a:lnTo>
                  <a:pt x="420362" y="63966"/>
                </a:lnTo>
                <a:lnTo>
                  <a:pt x="419932" y="64642"/>
                </a:lnTo>
                <a:lnTo>
                  <a:pt x="419534" y="65323"/>
                </a:lnTo>
                <a:lnTo>
                  <a:pt x="419168" y="66009"/>
                </a:lnTo>
                <a:lnTo>
                  <a:pt x="418834" y="66701"/>
                </a:lnTo>
                <a:lnTo>
                  <a:pt x="418531" y="67397"/>
                </a:lnTo>
                <a:lnTo>
                  <a:pt x="418261" y="68098"/>
                </a:lnTo>
                <a:lnTo>
                  <a:pt x="418022" y="68805"/>
                </a:lnTo>
                <a:lnTo>
                  <a:pt x="417815" y="69516"/>
                </a:lnTo>
                <a:lnTo>
                  <a:pt x="417640" y="70232"/>
                </a:lnTo>
                <a:lnTo>
                  <a:pt x="417497" y="70954"/>
                </a:lnTo>
                <a:lnTo>
                  <a:pt x="417385" y="71680"/>
                </a:lnTo>
                <a:lnTo>
                  <a:pt x="417306" y="72412"/>
                </a:lnTo>
                <a:lnTo>
                  <a:pt x="417258" y="73148"/>
                </a:lnTo>
                <a:lnTo>
                  <a:pt x="417242" y="73890"/>
                </a:lnTo>
                <a:lnTo>
                  <a:pt x="417246" y="74276"/>
                </a:lnTo>
                <a:lnTo>
                  <a:pt x="417259" y="74656"/>
                </a:lnTo>
                <a:lnTo>
                  <a:pt x="417280" y="75028"/>
                </a:lnTo>
                <a:lnTo>
                  <a:pt x="417310" y="75394"/>
                </a:lnTo>
                <a:lnTo>
                  <a:pt x="417348" y="75752"/>
                </a:lnTo>
                <a:lnTo>
                  <a:pt x="417395" y="76104"/>
                </a:lnTo>
                <a:lnTo>
                  <a:pt x="417450" y="76449"/>
                </a:lnTo>
                <a:lnTo>
                  <a:pt x="417514" y="76787"/>
                </a:lnTo>
                <a:lnTo>
                  <a:pt x="417586" y="77119"/>
                </a:lnTo>
                <a:lnTo>
                  <a:pt x="417667" y="77443"/>
                </a:lnTo>
                <a:lnTo>
                  <a:pt x="417756" y="77761"/>
                </a:lnTo>
                <a:lnTo>
                  <a:pt x="417854" y="78072"/>
                </a:lnTo>
                <a:lnTo>
                  <a:pt x="417960" y="78376"/>
                </a:lnTo>
                <a:lnTo>
                  <a:pt x="418075" y="78673"/>
                </a:lnTo>
                <a:lnTo>
                  <a:pt x="418198" y="78963"/>
                </a:lnTo>
                <a:lnTo>
                  <a:pt x="418330" y="79246"/>
                </a:lnTo>
                <a:lnTo>
                  <a:pt x="418470" y="79523"/>
                </a:lnTo>
                <a:lnTo>
                  <a:pt x="418619" y="79793"/>
                </a:lnTo>
                <a:lnTo>
                  <a:pt x="418776" y="80056"/>
                </a:lnTo>
                <a:lnTo>
                  <a:pt x="418942" y="80312"/>
                </a:lnTo>
                <a:lnTo>
                  <a:pt x="419116" y="80561"/>
                </a:lnTo>
                <a:lnTo>
                  <a:pt x="419299" y="80803"/>
                </a:lnTo>
                <a:lnTo>
                  <a:pt x="419490" y="81038"/>
                </a:lnTo>
                <a:lnTo>
                  <a:pt x="419690" y="81267"/>
                </a:lnTo>
                <a:lnTo>
                  <a:pt x="419897" y="81487"/>
                </a:lnTo>
                <a:lnTo>
                  <a:pt x="420108" y="81698"/>
                </a:lnTo>
                <a:lnTo>
                  <a:pt x="420324" y="81900"/>
                </a:lnTo>
                <a:lnTo>
                  <a:pt x="420545" y="82092"/>
                </a:lnTo>
                <a:lnTo>
                  <a:pt x="420771" y="82274"/>
                </a:lnTo>
                <a:lnTo>
                  <a:pt x="421002" y="82448"/>
                </a:lnTo>
                <a:lnTo>
                  <a:pt x="421238" y="82612"/>
                </a:lnTo>
                <a:lnTo>
                  <a:pt x="421479" y="82766"/>
                </a:lnTo>
                <a:lnTo>
                  <a:pt x="421724" y="82912"/>
                </a:lnTo>
                <a:lnTo>
                  <a:pt x="421974" y="83047"/>
                </a:lnTo>
                <a:lnTo>
                  <a:pt x="422230" y="83174"/>
                </a:lnTo>
                <a:lnTo>
                  <a:pt x="422490" y="83291"/>
                </a:lnTo>
                <a:lnTo>
                  <a:pt x="422755" y="83399"/>
                </a:lnTo>
                <a:lnTo>
                  <a:pt x="423025" y="83497"/>
                </a:lnTo>
                <a:lnTo>
                  <a:pt x="423300" y="83586"/>
                </a:lnTo>
                <a:lnTo>
                  <a:pt x="423579" y="83666"/>
                </a:lnTo>
                <a:lnTo>
                  <a:pt x="423864" y="83736"/>
                </a:lnTo>
                <a:lnTo>
                  <a:pt x="424153" y="83797"/>
                </a:lnTo>
                <a:lnTo>
                  <a:pt x="424448" y="83849"/>
                </a:lnTo>
                <a:lnTo>
                  <a:pt x="424747" y="83891"/>
                </a:lnTo>
                <a:lnTo>
                  <a:pt x="425051" y="83924"/>
                </a:lnTo>
                <a:lnTo>
                  <a:pt x="425360" y="83947"/>
                </a:lnTo>
                <a:lnTo>
                  <a:pt x="425674" y="83961"/>
                </a:lnTo>
                <a:lnTo>
                  <a:pt x="425993" y="83966"/>
                </a:lnTo>
                <a:lnTo>
                  <a:pt x="426320" y="83961"/>
                </a:lnTo>
                <a:lnTo>
                  <a:pt x="426642" y="83948"/>
                </a:lnTo>
                <a:lnTo>
                  <a:pt x="426959" y="83925"/>
                </a:lnTo>
                <a:lnTo>
                  <a:pt x="427270" y="83894"/>
                </a:lnTo>
                <a:lnTo>
                  <a:pt x="427577" y="83853"/>
                </a:lnTo>
                <a:lnTo>
                  <a:pt x="427878" y="83804"/>
                </a:lnTo>
                <a:lnTo>
                  <a:pt x="428174" y="83745"/>
                </a:lnTo>
                <a:lnTo>
                  <a:pt x="428464" y="83678"/>
                </a:lnTo>
                <a:lnTo>
                  <a:pt x="428749" y="83601"/>
                </a:lnTo>
                <a:lnTo>
                  <a:pt x="429029" y="83515"/>
                </a:lnTo>
                <a:lnTo>
                  <a:pt x="429304" y="83421"/>
                </a:lnTo>
                <a:lnTo>
                  <a:pt x="429574" y="83317"/>
                </a:lnTo>
                <a:lnTo>
                  <a:pt x="429838" y="83205"/>
                </a:lnTo>
                <a:lnTo>
                  <a:pt x="430097" y="83083"/>
                </a:lnTo>
                <a:lnTo>
                  <a:pt x="430351" y="82952"/>
                </a:lnTo>
                <a:lnTo>
                  <a:pt x="430600" y="82813"/>
                </a:lnTo>
                <a:lnTo>
                  <a:pt x="430843" y="82664"/>
                </a:lnTo>
                <a:lnTo>
                  <a:pt x="431081" y="82506"/>
                </a:lnTo>
                <a:lnTo>
                  <a:pt x="431314" y="82340"/>
                </a:lnTo>
                <a:lnTo>
                  <a:pt x="431542" y="82164"/>
                </a:lnTo>
                <a:lnTo>
                  <a:pt x="431764" y="81979"/>
                </a:lnTo>
                <a:lnTo>
                  <a:pt x="431981" y="81786"/>
                </a:lnTo>
                <a:lnTo>
                  <a:pt x="432193" y="81583"/>
                </a:lnTo>
                <a:lnTo>
                  <a:pt x="432400" y="81371"/>
                </a:lnTo>
                <a:lnTo>
                  <a:pt x="432599" y="81151"/>
                </a:lnTo>
                <a:lnTo>
                  <a:pt x="432791" y="80924"/>
                </a:lnTo>
                <a:lnTo>
                  <a:pt x="432973" y="80689"/>
                </a:lnTo>
                <a:lnTo>
                  <a:pt x="433148" y="80446"/>
                </a:lnTo>
                <a:lnTo>
                  <a:pt x="433313" y="80196"/>
                </a:lnTo>
                <a:lnTo>
                  <a:pt x="433471" y="79938"/>
                </a:lnTo>
                <a:lnTo>
                  <a:pt x="433619" y="79672"/>
                </a:lnTo>
                <a:lnTo>
                  <a:pt x="433760" y="79399"/>
                </a:lnTo>
                <a:lnTo>
                  <a:pt x="433891" y="79119"/>
                </a:lnTo>
                <a:lnTo>
                  <a:pt x="434015" y="78831"/>
                </a:lnTo>
                <a:lnTo>
                  <a:pt x="434129" y="78535"/>
                </a:lnTo>
                <a:lnTo>
                  <a:pt x="434236" y="78232"/>
                </a:lnTo>
                <a:lnTo>
                  <a:pt x="434334" y="77921"/>
                </a:lnTo>
                <a:lnTo>
                  <a:pt x="434423" y="77603"/>
                </a:lnTo>
                <a:lnTo>
                  <a:pt x="434504" y="77277"/>
                </a:lnTo>
                <a:lnTo>
                  <a:pt x="434576" y="76944"/>
                </a:lnTo>
                <a:lnTo>
                  <a:pt x="434640" y="76603"/>
                </a:lnTo>
                <a:lnTo>
                  <a:pt x="434695" y="76254"/>
                </a:lnTo>
                <a:lnTo>
                  <a:pt x="434742" y="75898"/>
                </a:lnTo>
                <a:lnTo>
                  <a:pt x="434780" y="75534"/>
                </a:lnTo>
                <a:lnTo>
                  <a:pt x="434810" y="75163"/>
                </a:lnTo>
                <a:lnTo>
                  <a:pt x="434831" y="74784"/>
                </a:lnTo>
                <a:lnTo>
                  <a:pt x="434844" y="74398"/>
                </a:lnTo>
                <a:lnTo>
                  <a:pt x="434848" y="74004"/>
                </a:lnTo>
                <a:lnTo>
                  <a:pt x="434639" y="67985"/>
                </a:lnTo>
                <a:lnTo>
                  <a:pt x="434646" y="67606"/>
                </a:lnTo>
                <a:lnTo>
                  <a:pt x="434667" y="67231"/>
                </a:lnTo>
                <a:lnTo>
                  <a:pt x="434701" y="66859"/>
                </a:lnTo>
                <a:lnTo>
                  <a:pt x="434749" y="66491"/>
                </a:lnTo>
                <a:lnTo>
                  <a:pt x="434811" y="66127"/>
                </a:lnTo>
                <a:lnTo>
                  <a:pt x="434887" y="65766"/>
                </a:lnTo>
                <a:lnTo>
                  <a:pt x="434976" y="65409"/>
                </a:lnTo>
                <a:lnTo>
                  <a:pt x="435079" y="65055"/>
                </a:lnTo>
                <a:lnTo>
                  <a:pt x="435196" y="64705"/>
                </a:lnTo>
                <a:lnTo>
                  <a:pt x="435327" y="64359"/>
                </a:lnTo>
                <a:lnTo>
                  <a:pt x="435471" y="64016"/>
                </a:lnTo>
                <a:lnTo>
                  <a:pt x="435629" y="63677"/>
                </a:lnTo>
                <a:lnTo>
                  <a:pt x="435801" y="63341"/>
                </a:lnTo>
                <a:lnTo>
                  <a:pt x="435986" y="63009"/>
                </a:lnTo>
                <a:lnTo>
                  <a:pt x="436186" y="62681"/>
                </a:lnTo>
                <a:lnTo>
                  <a:pt x="436399" y="62356"/>
                </a:lnTo>
                <a:lnTo>
                  <a:pt x="436626" y="62035"/>
                </a:lnTo>
                <a:lnTo>
                  <a:pt x="436866" y="61718"/>
                </a:lnTo>
                <a:lnTo>
                  <a:pt x="437120" y="61404"/>
                </a:lnTo>
                <a:lnTo>
                  <a:pt x="437389" y="61093"/>
                </a:lnTo>
                <a:lnTo>
                  <a:pt x="437670" y="60787"/>
                </a:lnTo>
                <a:lnTo>
                  <a:pt x="437966" y="60484"/>
                </a:lnTo>
                <a:lnTo>
                  <a:pt x="438275" y="60184"/>
                </a:lnTo>
                <a:lnTo>
                  <a:pt x="438598" y="59888"/>
                </a:lnTo>
                <a:lnTo>
                  <a:pt x="438924" y="59600"/>
                </a:lnTo>
                <a:lnTo>
                  <a:pt x="439259" y="59325"/>
                </a:lnTo>
                <a:lnTo>
                  <a:pt x="439604" y="59061"/>
                </a:lnTo>
                <a:lnTo>
                  <a:pt x="439958" y="58810"/>
                </a:lnTo>
                <a:lnTo>
                  <a:pt x="440322" y="58571"/>
                </a:lnTo>
                <a:lnTo>
                  <a:pt x="440695" y="58344"/>
                </a:lnTo>
                <a:lnTo>
                  <a:pt x="441077" y="58130"/>
                </a:lnTo>
                <a:lnTo>
                  <a:pt x="441469" y="57928"/>
                </a:lnTo>
                <a:lnTo>
                  <a:pt x="441870" y="57738"/>
                </a:lnTo>
                <a:lnTo>
                  <a:pt x="442280" y="57560"/>
                </a:lnTo>
                <a:lnTo>
                  <a:pt x="442700" y="57395"/>
                </a:lnTo>
                <a:lnTo>
                  <a:pt x="443130" y="57241"/>
                </a:lnTo>
                <a:lnTo>
                  <a:pt x="443569" y="57101"/>
                </a:lnTo>
                <a:lnTo>
                  <a:pt x="444017" y="56972"/>
                </a:lnTo>
                <a:lnTo>
                  <a:pt x="444474" y="56855"/>
                </a:lnTo>
                <a:lnTo>
                  <a:pt x="444941" y="56751"/>
                </a:lnTo>
                <a:lnTo>
                  <a:pt x="445418" y="56659"/>
                </a:lnTo>
                <a:lnTo>
                  <a:pt x="445903" y="56580"/>
                </a:lnTo>
                <a:lnTo>
                  <a:pt x="446399" y="56512"/>
                </a:lnTo>
                <a:lnTo>
                  <a:pt x="446903" y="56457"/>
                </a:lnTo>
                <a:lnTo>
                  <a:pt x="447417" y="56414"/>
                </a:lnTo>
                <a:lnTo>
                  <a:pt x="447941" y="56384"/>
                </a:lnTo>
                <a:lnTo>
                  <a:pt x="448473" y="56365"/>
                </a:lnTo>
                <a:lnTo>
                  <a:pt x="449016" y="56359"/>
                </a:lnTo>
                <a:lnTo>
                  <a:pt x="449729" y="56368"/>
                </a:lnTo>
                <a:lnTo>
                  <a:pt x="450428" y="56396"/>
                </a:lnTo>
                <a:lnTo>
                  <a:pt x="451113" y="56442"/>
                </a:lnTo>
                <a:lnTo>
                  <a:pt x="451784" y="56507"/>
                </a:lnTo>
                <a:lnTo>
                  <a:pt x="452440" y="56590"/>
                </a:lnTo>
                <a:lnTo>
                  <a:pt x="453082" y="56691"/>
                </a:lnTo>
                <a:lnTo>
                  <a:pt x="453710" y="56811"/>
                </a:lnTo>
                <a:lnTo>
                  <a:pt x="454323" y="56950"/>
                </a:lnTo>
                <a:lnTo>
                  <a:pt x="454922" y="57106"/>
                </a:lnTo>
                <a:lnTo>
                  <a:pt x="455507" y="57282"/>
                </a:lnTo>
                <a:lnTo>
                  <a:pt x="456077" y="57475"/>
                </a:lnTo>
                <a:lnTo>
                  <a:pt x="456634" y="57687"/>
                </a:lnTo>
                <a:lnTo>
                  <a:pt x="457176" y="57918"/>
                </a:lnTo>
                <a:lnTo>
                  <a:pt x="457703" y="58167"/>
                </a:lnTo>
                <a:lnTo>
                  <a:pt x="458217" y="58435"/>
                </a:lnTo>
                <a:lnTo>
                  <a:pt x="458716" y="58721"/>
                </a:lnTo>
                <a:lnTo>
                  <a:pt x="459200" y="59025"/>
                </a:lnTo>
                <a:lnTo>
                  <a:pt x="459671" y="59348"/>
                </a:lnTo>
                <a:lnTo>
                  <a:pt x="460127" y="59689"/>
                </a:lnTo>
                <a:lnTo>
                  <a:pt x="460569" y="60049"/>
                </a:lnTo>
                <a:lnTo>
                  <a:pt x="460997" y="60427"/>
                </a:lnTo>
                <a:lnTo>
                  <a:pt x="461410" y="60824"/>
                </a:lnTo>
                <a:lnTo>
                  <a:pt x="461809" y="61239"/>
                </a:lnTo>
                <a:lnTo>
                  <a:pt x="462194" y="61672"/>
                </a:lnTo>
                <a:lnTo>
                  <a:pt x="462564" y="62130"/>
                </a:lnTo>
                <a:lnTo>
                  <a:pt x="462918" y="62620"/>
                </a:lnTo>
                <a:lnTo>
                  <a:pt x="463256" y="63140"/>
                </a:lnTo>
                <a:lnTo>
                  <a:pt x="463579" y="63692"/>
                </a:lnTo>
                <a:lnTo>
                  <a:pt x="463885" y="64275"/>
                </a:lnTo>
                <a:lnTo>
                  <a:pt x="464177" y="64889"/>
                </a:lnTo>
                <a:lnTo>
                  <a:pt x="464452" y="65534"/>
                </a:lnTo>
                <a:lnTo>
                  <a:pt x="464712" y="66210"/>
                </a:lnTo>
                <a:lnTo>
                  <a:pt x="464955" y="66917"/>
                </a:lnTo>
                <a:lnTo>
                  <a:pt x="465184" y="67655"/>
                </a:lnTo>
                <a:lnTo>
                  <a:pt x="465396" y="68424"/>
                </a:lnTo>
                <a:lnTo>
                  <a:pt x="465593" y="69225"/>
                </a:lnTo>
                <a:lnTo>
                  <a:pt x="465774" y="70057"/>
                </a:lnTo>
                <a:lnTo>
                  <a:pt x="465939" y="70919"/>
                </a:lnTo>
                <a:lnTo>
                  <a:pt x="466088" y="71813"/>
                </a:lnTo>
                <a:lnTo>
                  <a:pt x="466222" y="72738"/>
                </a:lnTo>
                <a:lnTo>
                  <a:pt x="466340" y="73694"/>
                </a:lnTo>
                <a:lnTo>
                  <a:pt x="466442" y="74681"/>
                </a:lnTo>
                <a:lnTo>
                  <a:pt x="466529" y="75699"/>
                </a:lnTo>
                <a:lnTo>
                  <a:pt x="466600" y="76749"/>
                </a:lnTo>
                <a:lnTo>
                  <a:pt x="466655" y="77829"/>
                </a:lnTo>
                <a:lnTo>
                  <a:pt x="466694" y="78941"/>
                </a:lnTo>
                <a:lnTo>
                  <a:pt x="466718" y="80083"/>
                </a:lnTo>
                <a:lnTo>
                  <a:pt x="466726" y="81257"/>
                </a:lnTo>
                <a:lnTo>
                  <a:pt x="466726" y="85008"/>
                </a:lnTo>
                <a:lnTo>
                  <a:pt x="464701" y="85749"/>
                </a:lnTo>
                <a:lnTo>
                  <a:pt x="462725" y="86482"/>
                </a:lnTo>
                <a:lnTo>
                  <a:pt x="460798" y="87205"/>
                </a:lnTo>
                <a:lnTo>
                  <a:pt x="458920" y="87919"/>
                </a:lnTo>
                <a:lnTo>
                  <a:pt x="457090" y="88623"/>
                </a:lnTo>
                <a:lnTo>
                  <a:pt x="455309" y="89318"/>
                </a:lnTo>
                <a:lnTo>
                  <a:pt x="453576" y="90003"/>
                </a:lnTo>
                <a:lnTo>
                  <a:pt x="451892" y="90679"/>
                </a:lnTo>
                <a:lnTo>
                  <a:pt x="450257" y="91346"/>
                </a:lnTo>
                <a:lnTo>
                  <a:pt x="448670" y="92003"/>
                </a:lnTo>
                <a:lnTo>
                  <a:pt x="447132" y="92651"/>
                </a:lnTo>
                <a:lnTo>
                  <a:pt x="445643" y="93290"/>
                </a:lnTo>
                <a:lnTo>
                  <a:pt x="444202" y="93919"/>
                </a:lnTo>
                <a:lnTo>
                  <a:pt x="442810" y="94538"/>
                </a:lnTo>
                <a:lnTo>
                  <a:pt x="441467" y="95148"/>
                </a:lnTo>
                <a:lnTo>
                  <a:pt x="440172" y="95749"/>
                </a:lnTo>
                <a:lnTo>
                  <a:pt x="438926" y="96341"/>
                </a:lnTo>
                <a:lnTo>
                  <a:pt x="437729" y="96923"/>
                </a:lnTo>
                <a:lnTo>
                  <a:pt x="436580" y="97495"/>
                </a:lnTo>
                <a:lnTo>
                  <a:pt x="435480" y="98059"/>
                </a:lnTo>
                <a:lnTo>
                  <a:pt x="434429" y="98612"/>
                </a:lnTo>
                <a:lnTo>
                  <a:pt x="433426" y="99157"/>
                </a:lnTo>
                <a:lnTo>
                  <a:pt x="432472" y="99692"/>
                </a:lnTo>
                <a:lnTo>
                  <a:pt x="431566" y="100217"/>
                </a:lnTo>
                <a:lnTo>
                  <a:pt x="430696" y="100740"/>
                </a:lnTo>
                <a:lnTo>
                  <a:pt x="429848" y="101265"/>
                </a:lnTo>
                <a:lnTo>
                  <a:pt x="429021" y="101793"/>
                </a:lnTo>
                <a:lnTo>
                  <a:pt x="428217" y="102324"/>
                </a:lnTo>
                <a:lnTo>
                  <a:pt x="427434" y="102858"/>
                </a:lnTo>
                <a:lnTo>
                  <a:pt x="426673" y="103395"/>
                </a:lnTo>
                <a:lnTo>
                  <a:pt x="425934" y="103934"/>
                </a:lnTo>
                <a:lnTo>
                  <a:pt x="425217" y="104477"/>
                </a:lnTo>
                <a:lnTo>
                  <a:pt x="424522" y="105022"/>
                </a:lnTo>
                <a:lnTo>
                  <a:pt x="423849" y="105571"/>
                </a:lnTo>
                <a:lnTo>
                  <a:pt x="423198" y="106122"/>
                </a:lnTo>
                <a:lnTo>
                  <a:pt x="422568" y="106676"/>
                </a:lnTo>
                <a:lnTo>
                  <a:pt x="421960" y="107233"/>
                </a:lnTo>
                <a:lnTo>
                  <a:pt x="421375" y="107793"/>
                </a:lnTo>
                <a:lnTo>
                  <a:pt x="420811" y="108356"/>
                </a:lnTo>
                <a:lnTo>
                  <a:pt x="420269" y="108922"/>
                </a:lnTo>
                <a:lnTo>
                  <a:pt x="419749" y="109490"/>
                </a:lnTo>
                <a:lnTo>
                  <a:pt x="419251" y="110062"/>
                </a:lnTo>
                <a:lnTo>
                  <a:pt x="418774" y="110636"/>
                </a:lnTo>
                <a:lnTo>
                  <a:pt x="418320" y="111214"/>
                </a:lnTo>
                <a:lnTo>
                  <a:pt x="417887" y="111794"/>
                </a:lnTo>
                <a:lnTo>
                  <a:pt x="417477" y="112377"/>
                </a:lnTo>
                <a:lnTo>
                  <a:pt x="417088" y="112963"/>
                </a:lnTo>
                <a:lnTo>
                  <a:pt x="416721" y="113552"/>
                </a:lnTo>
                <a:lnTo>
                  <a:pt x="416466" y="113980"/>
                </a:lnTo>
                <a:lnTo>
                  <a:pt x="416222" y="114416"/>
                </a:lnTo>
                <a:lnTo>
                  <a:pt x="415989" y="114857"/>
                </a:lnTo>
                <a:lnTo>
                  <a:pt x="415766" y="115305"/>
                </a:lnTo>
                <a:lnTo>
                  <a:pt x="415555" y="115760"/>
                </a:lnTo>
                <a:lnTo>
                  <a:pt x="415354" y="116221"/>
                </a:lnTo>
                <a:lnTo>
                  <a:pt x="415164" y="116689"/>
                </a:lnTo>
                <a:lnTo>
                  <a:pt x="414985" y="117163"/>
                </a:lnTo>
                <a:lnTo>
                  <a:pt x="414817" y="117644"/>
                </a:lnTo>
                <a:lnTo>
                  <a:pt x="414659" y="118131"/>
                </a:lnTo>
                <a:lnTo>
                  <a:pt x="414513" y="118625"/>
                </a:lnTo>
                <a:lnTo>
                  <a:pt x="414377" y="119125"/>
                </a:lnTo>
                <a:lnTo>
                  <a:pt x="414252" y="119632"/>
                </a:lnTo>
                <a:lnTo>
                  <a:pt x="414138" y="120145"/>
                </a:lnTo>
                <a:lnTo>
                  <a:pt x="414035" y="120665"/>
                </a:lnTo>
                <a:lnTo>
                  <a:pt x="413943" y="121191"/>
                </a:lnTo>
                <a:lnTo>
                  <a:pt x="413862" y="121724"/>
                </a:lnTo>
                <a:lnTo>
                  <a:pt x="413791" y="122264"/>
                </a:lnTo>
                <a:lnTo>
                  <a:pt x="413732" y="122809"/>
                </a:lnTo>
                <a:lnTo>
                  <a:pt x="413683" y="123362"/>
                </a:lnTo>
                <a:lnTo>
                  <a:pt x="413645" y="123921"/>
                </a:lnTo>
                <a:lnTo>
                  <a:pt x="413618" y="124486"/>
                </a:lnTo>
                <a:lnTo>
                  <a:pt x="413601" y="125058"/>
                </a:lnTo>
                <a:lnTo>
                  <a:pt x="413596" y="125636"/>
                </a:lnTo>
                <a:lnTo>
                  <a:pt x="413607" y="126549"/>
                </a:lnTo>
                <a:lnTo>
                  <a:pt x="413640" y="127447"/>
                </a:lnTo>
                <a:lnTo>
                  <a:pt x="413696" y="128330"/>
                </a:lnTo>
                <a:lnTo>
                  <a:pt x="413774" y="129198"/>
                </a:lnTo>
                <a:lnTo>
                  <a:pt x="413874" y="130052"/>
                </a:lnTo>
                <a:lnTo>
                  <a:pt x="413996" y="130891"/>
                </a:lnTo>
                <a:lnTo>
                  <a:pt x="414141" y="131714"/>
                </a:lnTo>
                <a:lnTo>
                  <a:pt x="414308" y="132523"/>
                </a:lnTo>
                <a:lnTo>
                  <a:pt x="414497" y="133318"/>
                </a:lnTo>
                <a:lnTo>
                  <a:pt x="414708" y="134097"/>
                </a:lnTo>
                <a:lnTo>
                  <a:pt x="414942" y="134861"/>
                </a:lnTo>
                <a:lnTo>
                  <a:pt x="415198" y="135611"/>
                </a:lnTo>
                <a:lnTo>
                  <a:pt x="415476" y="136346"/>
                </a:lnTo>
                <a:lnTo>
                  <a:pt x="415776" y="137066"/>
                </a:lnTo>
                <a:lnTo>
                  <a:pt x="416099" y="137771"/>
                </a:lnTo>
                <a:lnTo>
                  <a:pt x="416443" y="138461"/>
                </a:lnTo>
                <a:lnTo>
                  <a:pt x="416810" y="139137"/>
                </a:lnTo>
                <a:lnTo>
                  <a:pt x="417200" y="139798"/>
                </a:lnTo>
                <a:lnTo>
                  <a:pt x="417611" y="140443"/>
                </a:lnTo>
                <a:lnTo>
                  <a:pt x="418045" y="141075"/>
                </a:lnTo>
                <a:lnTo>
                  <a:pt x="418501" y="141691"/>
                </a:lnTo>
                <a:lnTo>
                  <a:pt x="418979" y="142292"/>
                </a:lnTo>
                <a:lnTo>
                  <a:pt x="419480" y="142879"/>
                </a:lnTo>
                <a:lnTo>
                  <a:pt x="420003" y="143450"/>
                </a:lnTo>
                <a:lnTo>
                  <a:pt x="420543" y="144003"/>
                </a:lnTo>
                <a:lnTo>
                  <a:pt x="421095" y="144532"/>
                </a:lnTo>
                <a:lnTo>
                  <a:pt x="421659" y="145037"/>
                </a:lnTo>
                <a:lnTo>
                  <a:pt x="422235" y="145519"/>
                </a:lnTo>
                <a:lnTo>
                  <a:pt x="422824" y="145978"/>
                </a:lnTo>
                <a:lnTo>
                  <a:pt x="423424" y="146413"/>
                </a:lnTo>
                <a:lnTo>
                  <a:pt x="424037" y="146824"/>
                </a:lnTo>
                <a:lnTo>
                  <a:pt x="424662" y="147212"/>
                </a:lnTo>
                <a:lnTo>
                  <a:pt x="425299" y="147577"/>
                </a:lnTo>
                <a:lnTo>
                  <a:pt x="425948" y="147918"/>
                </a:lnTo>
                <a:lnTo>
                  <a:pt x="426609" y="148235"/>
                </a:lnTo>
                <a:lnTo>
                  <a:pt x="427282" y="148529"/>
                </a:lnTo>
                <a:lnTo>
                  <a:pt x="427967" y="148799"/>
                </a:lnTo>
                <a:lnTo>
                  <a:pt x="428665" y="149046"/>
                </a:lnTo>
                <a:lnTo>
                  <a:pt x="429374" y="149270"/>
                </a:lnTo>
                <a:lnTo>
                  <a:pt x="430096" y="149469"/>
                </a:lnTo>
                <a:lnTo>
                  <a:pt x="430830" y="149646"/>
                </a:lnTo>
                <a:lnTo>
                  <a:pt x="431576" y="149799"/>
                </a:lnTo>
                <a:lnTo>
                  <a:pt x="432334" y="149928"/>
                </a:lnTo>
                <a:lnTo>
                  <a:pt x="433104" y="150034"/>
                </a:lnTo>
                <a:lnTo>
                  <a:pt x="433887" y="150116"/>
                </a:lnTo>
                <a:lnTo>
                  <a:pt x="434681" y="150175"/>
                </a:lnTo>
                <a:lnTo>
                  <a:pt x="435488" y="150210"/>
                </a:lnTo>
                <a:lnTo>
                  <a:pt x="436306" y="150222"/>
                </a:lnTo>
                <a:lnTo>
                  <a:pt x="436835" y="150217"/>
                </a:lnTo>
                <a:lnTo>
                  <a:pt x="437360" y="150203"/>
                </a:lnTo>
                <a:lnTo>
                  <a:pt x="437884" y="150179"/>
                </a:lnTo>
                <a:lnTo>
                  <a:pt x="438404" y="150147"/>
                </a:lnTo>
                <a:lnTo>
                  <a:pt x="438922" y="150104"/>
                </a:lnTo>
                <a:lnTo>
                  <a:pt x="439438" y="150052"/>
                </a:lnTo>
                <a:lnTo>
                  <a:pt x="439951" y="149991"/>
                </a:lnTo>
                <a:lnTo>
                  <a:pt x="440462" y="149921"/>
                </a:lnTo>
                <a:lnTo>
                  <a:pt x="440970" y="149841"/>
                </a:lnTo>
                <a:lnTo>
                  <a:pt x="441475" y="149752"/>
                </a:lnTo>
                <a:lnTo>
                  <a:pt x="441978" y="149653"/>
                </a:lnTo>
                <a:lnTo>
                  <a:pt x="442479" y="149545"/>
                </a:lnTo>
                <a:lnTo>
                  <a:pt x="442977" y="149427"/>
                </a:lnTo>
                <a:lnTo>
                  <a:pt x="443472" y="149300"/>
                </a:lnTo>
                <a:lnTo>
                  <a:pt x="443965" y="149164"/>
                </a:lnTo>
                <a:lnTo>
                  <a:pt x="444455" y="149018"/>
                </a:lnTo>
                <a:lnTo>
                  <a:pt x="444943" y="148863"/>
                </a:lnTo>
                <a:lnTo>
                  <a:pt x="445428" y="148698"/>
                </a:lnTo>
                <a:lnTo>
                  <a:pt x="445911" y="148524"/>
                </a:lnTo>
                <a:lnTo>
                  <a:pt x="446391" y="148341"/>
                </a:lnTo>
                <a:lnTo>
                  <a:pt x="446869" y="148148"/>
                </a:lnTo>
                <a:lnTo>
                  <a:pt x="447344" y="147946"/>
                </a:lnTo>
                <a:lnTo>
                  <a:pt x="447816" y="147734"/>
                </a:lnTo>
                <a:lnTo>
                  <a:pt x="448286" y="147513"/>
                </a:lnTo>
                <a:lnTo>
                  <a:pt x="448618" y="147349"/>
                </a:lnTo>
                <a:lnTo>
                  <a:pt x="448987" y="147151"/>
                </a:lnTo>
                <a:lnTo>
                  <a:pt x="449395" y="146921"/>
                </a:lnTo>
                <a:lnTo>
                  <a:pt x="449840" y="146657"/>
                </a:lnTo>
                <a:lnTo>
                  <a:pt x="450324" y="146359"/>
                </a:lnTo>
                <a:lnTo>
                  <a:pt x="450845" y="146029"/>
                </a:lnTo>
                <a:lnTo>
                  <a:pt x="451405" y="145665"/>
                </a:lnTo>
                <a:lnTo>
                  <a:pt x="452002" y="145268"/>
                </a:lnTo>
                <a:lnTo>
                  <a:pt x="452637" y="144837"/>
                </a:lnTo>
                <a:lnTo>
                  <a:pt x="453311" y="144373"/>
                </a:lnTo>
                <a:lnTo>
                  <a:pt x="454022" y="143876"/>
                </a:lnTo>
                <a:lnTo>
                  <a:pt x="454771" y="143346"/>
                </a:lnTo>
                <a:lnTo>
                  <a:pt x="455559" y="142783"/>
                </a:lnTo>
                <a:lnTo>
                  <a:pt x="456384" y="142186"/>
                </a:lnTo>
                <a:lnTo>
                  <a:pt x="457247" y="141556"/>
                </a:lnTo>
                <a:lnTo>
                  <a:pt x="458148" y="140892"/>
                </a:lnTo>
                <a:lnTo>
                  <a:pt x="459088" y="140196"/>
                </a:lnTo>
                <a:lnTo>
                  <a:pt x="460065" y="139466"/>
                </a:lnTo>
                <a:lnTo>
                  <a:pt x="461080" y="138702"/>
                </a:lnTo>
                <a:lnTo>
                  <a:pt x="462133" y="137906"/>
                </a:lnTo>
                <a:lnTo>
                  <a:pt x="463224" y="137076"/>
                </a:lnTo>
                <a:lnTo>
                  <a:pt x="464353" y="136213"/>
                </a:lnTo>
                <a:lnTo>
                  <a:pt x="465521" y="135317"/>
                </a:lnTo>
                <a:lnTo>
                  <a:pt x="466726" y="134387"/>
                </a:lnTo>
                <a:lnTo>
                  <a:pt x="466739" y="135090"/>
                </a:lnTo>
                <a:lnTo>
                  <a:pt x="466763" y="135776"/>
                </a:lnTo>
                <a:lnTo>
                  <a:pt x="466797" y="136444"/>
                </a:lnTo>
                <a:lnTo>
                  <a:pt x="466841" y="137096"/>
                </a:lnTo>
                <a:close/>
                <a:moveTo>
                  <a:pt x="462559" y="130726"/>
                </a:moveTo>
                <a:lnTo>
                  <a:pt x="461560" y="131428"/>
                </a:lnTo>
                <a:lnTo>
                  <a:pt x="460579" y="132095"/>
                </a:lnTo>
                <a:lnTo>
                  <a:pt x="459616" y="132725"/>
                </a:lnTo>
                <a:lnTo>
                  <a:pt x="458669" y="133319"/>
                </a:lnTo>
                <a:lnTo>
                  <a:pt x="457740" y="133877"/>
                </a:lnTo>
                <a:lnTo>
                  <a:pt x="456829" y="134400"/>
                </a:lnTo>
                <a:lnTo>
                  <a:pt x="455935" y="134886"/>
                </a:lnTo>
                <a:lnTo>
                  <a:pt x="455058" y="135336"/>
                </a:lnTo>
                <a:lnTo>
                  <a:pt x="454198" y="135750"/>
                </a:lnTo>
                <a:lnTo>
                  <a:pt x="453356" y="136128"/>
                </a:lnTo>
                <a:lnTo>
                  <a:pt x="452532" y="136470"/>
                </a:lnTo>
                <a:lnTo>
                  <a:pt x="451724" y="136777"/>
                </a:lnTo>
                <a:lnTo>
                  <a:pt x="450934" y="137047"/>
                </a:lnTo>
                <a:lnTo>
                  <a:pt x="450162" y="137281"/>
                </a:lnTo>
                <a:lnTo>
                  <a:pt x="449406" y="137479"/>
                </a:lnTo>
                <a:lnTo>
                  <a:pt x="448668" y="137641"/>
                </a:lnTo>
                <a:lnTo>
                  <a:pt x="447948" y="137767"/>
                </a:lnTo>
                <a:lnTo>
                  <a:pt x="447245" y="137857"/>
                </a:lnTo>
                <a:lnTo>
                  <a:pt x="446559" y="137911"/>
                </a:lnTo>
                <a:lnTo>
                  <a:pt x="445890" y="137929"/>
                </a:lnTo>
                <a:lnTo>
                  <a:pt x="445407" y="137920"/>
                </a:lnTo>
                <a:lnTo>
                  <a:pt x="444928" y="137895"/>
                </a:lnTo>
                <a:lnTo>
                  <a:pt x="444453" y="137852"/>
                </a:lnTo>
                <a:lnTo>
                  <a:pt x="443983" y="137792"/>
                </a:lnTo>
                <a:lnTo>
                  <a:pt x="443518" y="137715"/>
                </a:lnTo>
                <a:lnTo>
                  <a:pt x="443058" y="137621"/>
                </a:lnTo>
                <a:lnTo>
                  <a:pt x="442603" y="137510"/>
                </a:lnTo>
                <a:lnTo>
                  <a:pt x="442152" y="137382"/>
                </a:lnTo>
                <a:lnTo>
                  <a:pt x="441705" y="137236"/>
                </a:lnTo>
                <a:lnTo>
                  <a:pt x="441264" y="137074"/>
                </a:lnTo>
                <a:lnTo>
                  <a:pt x="440827" y="136894"/>
                </a:lnTo>
                <a:lnTo>
                  <a:pt x="440395" y="136698"/>
                </a:lnTo>
                <a:lnTo>
                  <a:pt x="439968" y="136484"/>
                </a:lnTo>
                <a:lnTo>
                  <a:pt x="439545" y="136253"/>
                </a:lnTo>
                <a:lnTo>
                  <a:pt x="439127" y="136005"/>
                </a:lnTo>
                <a:lnTo>
                  <a:pt x="438714" y="135740"/>
                </a:lnTo>
                <a:lnTo>
                  <a:pt x="438305" y="135458"/>
                </a:lnTo>
                <a:lnTo>
                  <a:pt x="437901" y="135158"/>
                </a:lnTo>
                <a:lnTo>
                  <a:pt x="437502" y="134842"/>
                </a:lnTo>
                <a:lnTo>
                  <a:pt x="437108" y="134508"/>
                </a:lnTo>
                <a:lnTo>
                  <a:pt x="436718" y="134158"/>
                </a:lnTo>
                <a:lnTo>
                  <a:pt x="436333" y="133790"/>
                </a:lnTo>
                <a:lnTo>
                  <a:pt x="435953" y="133405"/>
                </a:lnTo>
                <a:lnTo>
                  <a:pt x="435577" y="133003"/>
                </a:lnTo>
                <a:lnTo>
                  <a:pt x="435211" y="132589"/>
                </a:lnTo>
                <a:lnTo>
                  <a:pt x="434862" y="132165"/>
                </a:lnTo>
                <a:lnTo>
                  <a:pt x="434527" y="131732"/>
                </a:lnTo>
                <a:lnTo>
                  <a:pt x="434208" y="131291"/>
                </a:lnTo>
                <a:lnTo>
                  <a:pt x="433905" y="130841"/>
                </a:lnTo>
                <a:lnTo>
                  <a:pt x="433617" y="130382"/>
                </a:lnTo>
                <a:lnTo>
                  <a:pt x="433345" y="129914"/>
                </a:lnTo>
                <a:lnTo>
                  <a:pt x="433088" y="129437"/>
                </a:lnTo>
                <a:lnTo>
                  <a:pt x="432847" y="128952"/>
                </a:lnTo>
                <a:lnTo>
                  <a:pt x="432622" y="128457"/>
                </a:lnTo>
                <a:lnTo>
                  <a:pt x="432412" y="127954"/>
                </a:lnTo>
                <a:lnTo>
                  <a:pt x="432217" y="127442"/>
                </a:lnTo>
                <a:lnTo>
                  <a:pt x="432038" y="126921"/>
                </a:lnTo>
                <a:lnTo>
                  <a:pt x="431875" y="126392"/>
                </a:lnTo>
                <a:lnTo>
                  <a:pt x="431727" y="125853"/>
                </a:lnTo>
                <a:lnTo>
                  <a:pt x="431595" y="125306"/>
                </a:lnTo>
                <a:lnTo>
                  <a:pt x="431479" y="124750"/>
                </a:lnTo>
                <a:lnTo>
                  <a:pt x="431377" y="124185"/>
                </a:lnTo>
                <a:lnTo>
                  <a:pt x="431292" y="123611"/>
                </a:lnTo>
                <a:lnTo>
                  <a:pt x="431222" y="123028"/>
                </a:lnTo>
                <a:lnTo>
                  <a:pt x="431167" y="122437"/>
                </a:lnTo>
                <a:lnTo>
                  <a:pt x="431129" y="121837"/>
                </a:lnTo>
                <a:lnTo>
                  <a:pt x="431105" y="121228"/>
                </a:lnTo>
                <a:lnTo>
                  <a:pt x="431097" y="120610"/>
                </a:lnTo>
                <a:lnTo>
                  <a:pt x="431104" y="120119"/>
                </a:lnTo>
                <a:lnTo>
                  <a:pt x="431122" y="119631"/>
                </a:lnTo>
                <a:lnTo>
                  <a:pt x="431153" y="119146"/>
                </a:lnTo>
                <a:lnTo>
                  <a:pt x="431196" y="118665"/>
                </a:lnTo>
                <a:lnTo>
                  <a:pt x="431251" y="118187"/>
                </a:lnTo>
                <a:lnTo>
                  <a:pt x="431319" y="117712"/>
                </a:lnTo>
                <a:lnTo>
                  <a:pt x="431399" y="117241"/>
                </a:lnTo>
                <a:lnTo>
                  <a:pt x="431491" y="116772"/>
                </a:lnTo>
                <a:lnTo>
                  <a:pt x="431596" y="116307"/>
                </a:lnTo>
                <a:lnTo>
                  <a:pt x="431712" y="115845"/>
                </a:lnTo>
                <a:lnTo>
                  <a:pt x="431842" y="115387"/>
                </a:lnTo>
                <a:lnTo>
                  <a:pt x="431983" y="114931"/>
                </a:lnTo>
                <a:lnTo>
                  <a:pt x="432137" y="114479"/>
                </a:lnTo>
                <a:lnTo>
                  <a:pt x="432303" y="114030"/>
                </a:lnTo>
                <a:lnTo>
                  <a:pt x="432481" y="113585"/>
                </a:lnTo>
                <a:lnTo>
                  <a:pt x="432672" y="113142"/>
                </a:lnTo>
                <a:lnTo>
                  <a:pt x="432875" y="112703"/>
                </a:lnTo>
                <a:lnTo>
                  <a:pt x="433090" y="112267"/>
                </a:lnTo>
                <a:lnTo>
                  <a:pt x="433317" y="111835"/>
                </a:lnTo>
                <a:lnTo>
                  <a:pt x="433557" y="111405"/>
                </a:lnTo>
                <a:lnTo>
                  <a:pt x="433809" y="110979"/>
                </a:lnTo>
                <a:lnTo>
                  <a:pt x="434074" y="110556"/>
                </a:lnTo>
                <a:lnTo>
                  <a:pt x="434350" y="110137"/>
                </a:lnTo>
                <a:lnTo>
                  <a:pt x="434639" y="109720"/>
                </a:lnTo>
                <a:lnTo>
                  <a:pt x="434943" y="109306"/>
                </a:lnTo>
                <a:lnTo>
                  <a:pt x="435262" y="108893"/>
                </a:lnTo>
                <a:lnTo>
                  <a:pt x="435598" y="108482"/>
                </a:lnTo>
                <a:lnTo>
                  <a:pt x="435950" y="108072"/>
                </a:lnTo>
                <a:lnTo>
                  <a:pt x="436319" y="107664"/>
                </a:lnTo>
                <a:lnTo>
                  <a:pt x="436703" y="107257"/>
                </a:lnTo>
                <a:lnTo>
                  <a:pt x="437104" y="106852"/>
                </a:lnTo>
                <a:lnTo>
                  <a:pt x="437522" y="106448"/>
                </a:lnTo>
                <a:lnTo>
                  <a:pt x="437955" y="106045"/>
                </a:lnTo>
                <a:lnTo>
                  <a:pt x="438405" y="105644"/>
                </a:lnTo>
                <a:lnTo>
                  <a:pt x="438871" y="105244"/>
                </a:lnTo>
                <a:lnTo>
                  <a:pt x="439353" y="104846"/>
                </a:lnTo>
                <a:lnTo>
                  <a:pt x="439852" y="104449"/>
                </a:lnTo>
                <a:lnTo>
                  <a:pt x="440367" y="104054"/>
                </a:lnTo>
                <a:lnTo>
                  <a:pt x="440898" y="103660"/>
                </a:lnTo>
                <a:lnTo>
                  <a:pt x="441446" y="103267"/>
                </a:lnTo>
                <a:lnTo>
                  <a:pt x="442009" y="102876"/>
                </a:lnTo>
                <a:lnTo>
                  <a:pt x="442589" y="102486"/>
                </a:lnTo>
                <a:lnTo>
                  <a:pt x="443186" y="102098"/>
                </a:lnTo>
                <a:lnTo>
                  <a:pt x="443798" y="101711"/>
                </a:lnTo>
                <a:lnTo>
                  <a:pt x="444427" y="101326"/>
                </a:lnTo>
                <a:lnTo>
                  <a:pt x="445072" y="100942"/>
                </a:lnTo>
                <a:lnTo>
                  <a:pt x="445734" y="100559"/>
                </a:lnTo>
                <a:lnTo>
                  <a:pt x="446411" y="100178"/>
                </a:lnTo>
                <a:lnTo>
                  <a:pt x="446813" y="99956"/>
                </a:lnTo>
                <a:lnTo>
                  <a:pt x="447253" y="99721"/>
                </a:lnTo>
                <a:lnTo>
                  <a:pt x="447731" y="99473"/>
                </a:lnTo>
                <a:lnTo>
                  <a:pt x="448249" y="99213"/>
                </a:lnTo>
                <a:lnTo>
                  <a:pt x="448805" y="98940"/>
                </a:lnTo>
                <a:lnTo>
                  <a:pt x="449400" y="98654"/>
                </a:lnTo>
                <a:lnTo>
                  <a:pt x="450033" y="98356"/>
                </a:lnTo>
                <a:lnTo>
                  <a:pt x="450706" y="98046"/>
                </a:lnTo>
                <a:lnTo>
                  <a:pt x="451417" y="97722"/>
                </a:lnTo>
                <a:lnTo>
                  <a:pt x="452166" y="97386"/>
                </a:lnTo>
                <a:lnTo>
                  <a:pt x="452955" y="97038"/>
                </a:lnTo>
                <a:lnTo>
                  <a:pt x="453782" y="96677"/>
                </a:lnTo>
                <a:lnTo>
                  <a:pt x="454648" y="96303"/>
                </a:lnTo>
                <a:lnTo>
                  <a:pt x="455552" y="95917"/>
                </a:lnTo>
                <a:lnTo>
                  <a:pt x="456495" y="95518"/>
                </a:lnTo>
                <a:lnTo>
                  <a:pt x="457477" y="95107"/>
                </a:lnTo>
                <a:lnTo>
                  <a:pt x="458498" y="94683"/>
                </a:lnTo>
                <a:lnTo>
                  <a:pt x="459557" y="94246"/>
                </a:lnTo>
                <a:lnTo>
                  <a:pt x="460655" y="93797"/>
                </a:lnTo>
                <a:lnTo>
                  <a:pt x="461792" y="93335"/>
                </a:lnTo>
                <a:lnTo>
                  <a:pt x="462967" y="92861"/>
                </a:lnTo>
                <a:lnTo>
                  <a:pt x="464181" y="92374"/>
                </a:lnTo>
                <a:lnTo>
                  <a:pt x="465434" y="91874"/>
                </a:lnTo>
                <a:lnTo>
                  <a:pt x="466726" y="91362"/>
                </a:lnTo>
                <a:lnTo>
                  <a:pt x="466726" y="127557"/>
                </a:lnTo>
                <a:lnTo>
                  <a:pt x="465658" y="128403"/>
                </a:lnTo>
                <a:lnTo>
                  <a:pt x="464607" y="129214"/>
                </a:lnTo>
                <a:lnTo>
                  <a:pt x="463574" y="129988"/>
                </a:lnTo>
                <a:lnTo>
                  <a:pt x="462559" y="130726"/>
                </a:lnTo>
                <a:close/>
                <a:moveTo>
                  <a:pt x="229926" y="84454"/>
                </a:moveTo>
                <a:lnTo>
                  <a:pt x="229801" y="83069"/>
                </a:lnTo>
                <a:lnTo>
                  <a:pt x="229640" y="81708"/>
                </a:lnTo>
                <a:lnTo>
                  <a:pt x="229443" y="80372"/>
                </a:lnTo>
                <a:lnTo>
                  <a:pt x="229210" y="79061"/>
                </a:lnTo>
                <a:lnTo>
                  <a:pt x="228941" y="77775"/>
                </a:lnTo>
                <a:lnTo>
                  <a:pt x="228637" y="76513"/>
                </a:lnTo>
                <a:lnTo>
                  <a:pt x="228297" y="75276"/>
                </a:lnTo>
                <a:lnTo>
                  <a:pt x="227921" y="74064"/>
                </a:lnTo>
                <a:lnTo>
                  <a:pt x="227509" y="72876"/>
                </a:lnTo>
                <a:lnTo>
                  <a:pt x="227061" y="71713"/>
                </a:lnTo>
                <a:lnTo>
                  <a:pt x="226578" y="70575"/>
                </a:lnTo>
                <a:lnTo>
                  <a:pt x="226058" y="69461"/>
                </a:lnTo>
                <a:lnTo>
                  <a:pt x="225503" y="68373"/>
                </a:lnTo>
                <a:lnTo>
                  <a:pt x="224913" y="67309"/>
                </a:lnTo>
                <a:lnTo>
                  <a:pt x="224286" y="66269"/>
                </a:lnTo>
                <a:lnTo>
                  <a:pt x="223623" y="65255"/>
                </a:lnTo>
                <a:lnTo>
                  <a:pt x="222925" y="64265"/>
                </a:lnTo>
                <a:lnTo>
                  <a:pt x="222191" y="63300"/>
                </a:lnTo>
                <a:lnTo>
                  <a:pt x="221421" y="62359"/>
                </a:lnTo>
                <a:lnTo>
                  <a:pt x="220615" y="61443"/>
                </a:lnTo>
                <a:lnTo>
                  <a:pt x="219774" y="60552"/>
                </a:lnTo>
                <a:lnTo>
                  <a:pt x="218904" y="59692"/>
                </a:lnTo>
                <a:lnTo>
                  <a:pt x="218015" y="58868"/>
                </a:lnTo>
                <a:lnTo>
                  <a:pt x="217106" y="58080"/>
                </a:lnTo>
                <a:lnTo>
                  <a:pt x="216177" y="57329"/>
                </a:lnTo>
                <a:lnTo>
                  <a:pt x="215228" y="56615"/>
                </a:lnTo>
                <a:lnTo>
                  <a:pt x="214259" y="55938"/>
                </a:lnTo>
                <a:lnTo>
                  <a:pt x="213270" y="55297"/>
                </a:lnTo>
                <a:lnTo>
                  <a:pt x="212261" y="54692"/>
                </a:lnTo>
                <a:lnTo>
                  <a:pt x="211233" y="54125"/>
                </a:lnTo>
                <a:lnTo>
                  <a:pt x="210184" y="53594"/>
                </a:lnTo>
                <a:lnTo>
                  <a:pt x="209116" y="53099"/>
                </a:lnTo>
                <a:lnTo>
                  <a:pt x="208028" y="52641"/>
                </a:lnTo>
                <a:lnTo>
                  <a:pt x="206920" y="52220"/>
                </a:lnTo>
                <a:lnTo>
                  <a:pt x="205792" y="51836"/>
                </a:lnTo>
                <a:lnTo>
                  <a:pt x="204644" y="51488"/>
                </a:lnTo>
                <a:lnTo>
                  <a:pt x="203476" y="51176"/>
                </a:lnTo>
                <a:lnTo>
                  <a:pt x="202288" y="50902"/>
                </a:lnTo>
                <a:lnTo>
                  <a:pt x="201081" y="50664"/>
                </a:lnTo>
                <a:lnTo>
                  <a:pt x="199853" y="50462"/>
                </a:lnTo>
                <a:lnTo>
                  <a:pt x="198606" y="50297"/>
                </a:lnTo>
                <a:lnTo>
                  <a:pt x="197338" y="50169"/>
                </a:lnTo>
                <a:lnTo>
                  <a:pt x="196051" y="50078"/>
                </a:lnTo>
                <a:lnTo>
                  <a:pt x="194744" y="50023"/>
                </a:lnTo>
                <a:lnTo>
                  <a:pt x="193417" y="50004"/>
                </a:lnTo>
                <a:lnTo>
                  <a:pt x="191848" y="50028"/>
                </a:lnTo>
                <a:lnTo>
                  <a:pt x="190302" y="50099"/>
                </a:lnTo>
                <a:lnTo>
                  <a:pt x="188777" y="50218"/>
                </a:lnTo>
                <a:lnTo>
                  <a:pt x="187275" y="50384"/>
                </a:lnTo>
                <a:lnTo>
                  <a:pt x="185795" y="50598"/>
                </a:lnTo>
                <a:lnTo>
                  <a:pt x="184338" y="50859"/>
                </a:lnTo>
                <a:lnTo>
                  <a:pt x="182902" y="51168"/>
                </a:lnTo>
                <a:lnTo>
                  <a:pt x="181489" y="51524"/>
                </a:lnTo>
                <a:lnTo>
                  <a:pt x="180098" y="51927"/>
                </a:lnTo>
                <a:lnTo>
                  <a:pt x="178729" y="52378"/>
                </a:lnTo>
                <a:lnTo>
                  <a:pt x="177383" y="52877"/>
                </a:lnTo>
                <a:lnTo>
                  <a:pt x="176059" y="53423"/>
                </a:lnTo>
                <a:lnTo>
                  <a:pt x="174757" y="54016"/>
                </a:lnTo>
                <a:lnTo>
                  <a:pt x="173477" y="54657"/>
                </a:lnTo>
                <a:lnTo>
                  <a:pt x="172220" y="55346"/>
                </a:lnTo>
                <a:lnTo>
                  <a:pt x="170985" y="56081"/>
                </a:lnTo>
                <a:lnTo>
                  <a:pt x="169772" y="56865"/>
                </a:lnTo>
                <a:lnTo>
                  <a:pt x="168581" y="57696"/>
                </a:lnTo>
                <a:lnTo>
                  <a:pt x="167413" y="58574"/>
                </a:lnTo>
                <a:lnTo>
                  <a:pt x="166266" y="59500"/>
                </a:lnTo>
                <a:lnTo>
                  <a:pt x="165142" y="60473"/>
                </a:lnTo>
                <a:lnTo>
                  <a:pt x="164041" y="61494"/>
                </a:lnTo>
                <a:lnTo>
                  <a:pt x="162961" y="62562"/>
                </a:lnTo>
                <a:lnTo>
                  <a:pt x="161904" y="63678"/>
                </a:lnTo>
                <a:lnTo>
                  <a:pt x="160880" y="64835"/>
                </a:lnTo>
                <a:lnTo>
                  <a:pt x="159899" y="66031"/>
                </a:lnTo>
                <a:lnTo>
                  <a:pt x="158962" y="67263"/>
                </a:lnTo>
                <a:lnTo>
                  <a:pt x="158068" y="68533"/>
                </a:lnTo>
                <a:lnTo>
                  <a:pt x="157218" y="69840"/>
                </a:lnTo>
                <a:lnTo>
                  <a:pt x="156412" y="71185"/>
                </a:lnTo>
                <a:lnTo>
                  <a:pt x="155649" y="72567"/>
                </a:lnTo>
                <a:lnTo>
                  <a:pt x="154930" y="73986"/>
                </a:lnTo>
                <a:lnTo>
                  <a:pt x="154254" y="75443"/>
                </a:lnTo>
                <a:lnTo>
                  <a:pt x="153622" y="76937"/>
                </a:lnTo>
                <a:lnTo>
                  <a:pt x="153034" y="78468"/>
                </a:lnTo>
                <a:lnTo>
                  <a:pt x="152489" y="80037"/>
                </a:lnTo>
                <a:lnTo>
                  <a:pt x="151988" y="81643"/>
                </a:lnTo>
                <a:lnTo>
                  <a:pt x="151530" y="83287"/>
                </a:lnTo>
                <a:lnTo>
                  <a:pt x="151116" y="84968"/>
                </a:lnTo>
                <a:lnTo>
                  <a:pt x="150746" y="86686"/>
                </a:lnTo>
                <a:lnTo>
                  <a:pt x="150419" y="88442"/>
                </a:lnTo>
                <a:lnTo>
                  <a:pt x="150135" y="90235"/>
                </a:lnTo>
                <a:lnTo>
                  <a:pt x="149896" y="92065"/>
                </a:lnTo>
                <a:lnTo>
                  <a:pt x="149699" y="93932"/>
                </a:lnTo>
                <a:lnTo>
                  <a:pt x="149547" y="95837"/>
                </a:lnTo>
                <a:lnTo>
                  <a:pt x="149438" y="97780"/>
                </a:lnTo>
                <a:lnTo>
                  <a:pt x="149373" y="99760"/>
                </a:lnTo>
                <a:lnTo>
                  <a:pt x="149351" y="101777"/>
                </a:lnTo>
                <a:lnTo>
                  <a:pt x="149372" y="103641"/>
                </a:lnTo>
                <a:lnTo>
                  <a:pt x="149436" y="105473"/>
                </a:lnTo>
                <a:lnTo>
                  <a:pt x="149542" y="107273"/>
                </a:lnTo>
                <a:lnTo>
                  <a:pt x="149691" y="109041"/>
                </a:lnTo>
                <a:lnTo>
                  <a:pt x="149882" y="110778"/>
                </a:lnTo>
                <a:lnTo>
                  <a:pt x="150116" y="112482"/>
                </a:lnTo>
                <a:lnTo>
                  <a:pt x="150392" y="114154"/>
                </a:lnTo>
                <a:lnTo>
                  <a:pt x="150711" y="115795"/>
                </a:lnTo>
                <a:lnTo>
                  <a:pt x="151072" y="117403"/>
                </a:lnTo>
                <a:lnTo>
                  <a:pt x="151476" y="118980"/>
                </a:lnTo>
                <a:lnTo>
                  <a:pt x="151922" y="120525"/>
                </a:lnTo>
                <a:lnTo>
                  <a:pt x="152411" y="122037"/>
                </a:lnTo>
                <a:lnTo>
                  <a:pt x="152942" y="123518"/>
                </a:lnTo>
                <a:lnTo>
                  <a:pt x="153516" y="124967"/>
                </a:lnTo>
                <a:lnTo>
                  <a:pt x="154132" y="126384"/>
                </a:lnTo>
                <a:lnTo>
                  <a:pt x="154791" y="127769"/>
                </a:lnTo>
                <a:lnTo>
                  <a:pt x="155492" y="129122"/>
                </a:lnTo>
                <a:lnTo>
                  <a:pt x="156236" y="130443"/>
                </a:lnTo>
                <a:lnTo>
                  <a:pt x="157022" y="131732"/>
                </a:lnTo>
                <a:lnTo>
                  <a:pt x="157851" y="132989"/>
                </a:lnTo>
                <a:lnTo>
                  <a:pt x="158723" y="134214"/>
                </a:lnTo>
                <a:lnTo>
                  <a:pt x="159636" y="135407"/>
                </a:lnTo>
                <a:lnTo>
                  <a:pt x="160593" y="136568"/>
                </a:lnTo>
                <a:lnTo>
                  <a:pt x="161591" y="137698"/>
                </a:lnTo>
                <a:lnTo>
                  <a:pt x="162620" y="138788"/>
                </a:lnTo>
                <a:lnTo>
                  <a:pt x="163666" y="139831"/>
                </a:lnTo>
                <a:lnTo>
                  <a:pt x="164729" y="140828"/>
                </a:lnTo>
                <a:lnTo>
                  <a:pt x="165809" y="141779"/>
                </a:lnTo>
                <a:lnTo>
                  <a:pt x="166907" y="142684"/>
                </a:lnTo>
                <a:lnTo>
                  <a:pt x="168021" y="143542"/>
                </a:lnTo>
                <a:lnTo>
                  <a:pt x="169153" y="144353"/>
                </a:lnTo>
                <a:lnTo>
                  <a:pt x="170302" y="145119"/>
                </a:lnTo>
                <a:lnTo>
                  <a:pt x="171468" y="145837"/>
                </a:lnTo>
                <a:lnTo>
                  <a:pt x="172651" y="146510"/>
                </a:lnTo>
                <a:lnTo>
                  <a:pt x="173852" y="147136"/>
                </a:lnTo>
                <a:lnTo>
                  <a:pt x="175069" y="147716"/>
                </a:lnTo>
                <a:lnTo>
                  <a:pt x="176304" y="148249"/>
                </a:lnTo>
                <a:lnTo>
                  <a:pt x="177556" y="148736"/>
                </a:lnTo>
                <a:lnTo>
                  <a:pt x="178825" y="149177"/>
                </a:lnTo>
                <a:lnTo>
                  <a:pt x="180112" y="149571"/>
                </a:lnTo>
                <a:lnTo>
                  <a:pt x="181415" y="149919"/>
                </a:lnTo>
                <a:lnTo>
                  <a:pt x="182736" y="150220"/>
                </a:lnTo>
                <a:lnTo>
                  <a:pt x="184074" y="150475"/>
                </a:lnTo>
                <a:lnTo>
                  <a:pt x="185429" y="150684"/>
                </a:lnTo>
                <a:lnTo>
                  <a:pt x="186801" y="150846"/>
                </a:lnTo>
                <a:lnTo>
                  <a:pt x="188191" y="150962"/>
                </a:lnTo>
                <a:lnTo>
                  <a:pt x="189597" y="151032"/>
                </a:lnTo>
                <a:lnTo>
                  <a:pt x="191021" y="151055"/>
                </a:lnTo>
                <a:lnTo>
                  <a:pt x="192332" y="151035"/>
                </a:lnTo>
                <a:lnTo>
                  <a:pt x="193623" y="150974"/>
                </a:lnTo>
                <a:lnTo>
                  <a:pt x="194897" y="150872"/>
                </a:lnTo>
                <a:lnTo>
                  <a:pt x="196152" y="150730"/>
                </a:lnTo>
                <a:lnTo>
                  <a:pt x="197388" y="150546"/>
                </a:lnTo>
                <a:lnTo>
                  <a:pt x="198606" y="150323"/>
                </a:lnTo>
                <a:lnTo>
                  <a:pt x="199806" y="150058"/>
                </a:lnTo>
                <a:lnTo>
                  <a:pt x="200987" y="149753"/>
                </a:lnTo>
                <a:lnTo>
                  <a:pt x="202150" y="149407"/>
                </a:lnTo>
                <a:lnTo>
                  <a:pt x="203294" y="149020"/>
                </a:lnTo>
                <a:lnTo>
                  <a:pt x="204420" y="148593"/>
                </a:lnTo>
                <a:lnTo>
                  <a:pt x="205528" y="148125"/>
                </a:lnTo>
                <a:lnTo>
                  <a:pt x="206617" y="147617"/>
                </a:lnTo>
                <a:lnTo>
                  <a:pt x="207687" y="147067"/>
                </a:lnTo>
                <a:lnTo>
                  <a:pt x="208739" y="146477"/>
                </a:lnTo>
                <a:lnTo>
                  <a:pt x="209773" y="145846"/>
                </a:lnTo>
                <a:lnTo>
                  <a:pt x="210788" y="145175"/>
                </a:lnTo>
                <a:lnTo>
                  <a:pt x="211785" y="144463"/>
                </a:lnTo>
                <a:lnTo>
                  <a:pt x="212763" y="143710"/>
                </a:lnTo>
                <a:lnTo>
                  <a:pt x="213723" y="142916"/>
                </a:lnTo>
                <a:lnTo>
                  <a:pt x="214664" y="142082"/>
                </a:lnTo>
                <a:lnTo>
                  <a:pt x="215587" y="141207"/>
                </a:lnTo>
                <a:lnTo>
                  <a:pt x="216492" y="140292"/>
                </a:lnTo>
                <a:lnTo>
                  <a:pt x="217378" y="139335"/>
                </a:lnTo>
                <a:lnTo>
                  <a:pt x="218240" y="138354"/>
                </a:lnTo>
                <a:lnTo>
                  <a:pt x="219073" y="137364"/>
                </a:lnTo>
                <a:lnTo>
                  <a:pt x="219878" y="136366"/>
                </a:lnTo>
                <a:lnTo>
                  <a:pt x="220653" y="135358"/>
                </a:lnTo>
                <a:lnTo>
                  <a:pt x="221400" y="134341"/>
                </a:lnTo>
                <a:lnTo>
                  <a:pt x="222118" y="133316"/>
                </a:lnTo>
                <a:lnTo>
                  <a:pt x="222806" y="132282"/>
                </a:lnTo>
                <a:lnTo>
                  <a:pt x="223466" y="131239"/>
                </a:lnTo>
                <a:lnTo>
                  <a:pt x="224097" y="130187"/>
                </a:lnTo>
                <a:lnTo>
                  <a:pt x="224699" y="129126"/>
                </a:lnTo>
                <a:lnTo>
                  <a:pt x="225272" y="128056"/>
                </a:lnTo>
                <a:lnTo>
                  <a:pt x="225816" y="126977"/>
                </a:lnTo>
                <a:lnTo>
                  <a:pt x="226331" y="125890"/>
                </a:lnTo>
                <a:lnTo>
                  <a:pt x="226817" y="124794"/>
                </a:lnTo>
                <a:lnTo>
                  <a:pt x="227274" y="123689"/>
                </a:lnTo>
                <a:lnTo>
                  <a:pt x="227703" y="122575"/>
                </a:lnTo>
                <a:lnTo>
                  <a:pt x="228102" y="121452"/>
                </a:lnTo>
                <a:lnTo>
                  <a:pt x="228472" y="120320"/>
                </a:lnTo>
                <a:lnTo>
                  <a:pt x="228814" y="119179"/>
                </a:lnTo>
                <a:lnTo>
                  <a:pt x="229126" y="118030"/>
                </a:lnTo>
                <a:lnTo>
                  <a:pt x="229410" y="116872"/>
                </a:lnTo>
                <a:lnTo>
                  <a:pt x="229665" y="115704"/>
                </a:lnTo>
                <a:lnTo>
                  <a:pt x="229890" y="114528"/>
                </a:lnTo>
                <a:lnTo>
                  <a:pt x="230087" y="113343"/>
                </a:lnTo>
                <a:lnTo>
                  <a:pt x="226858" y="111260"/>
                </a:lnTo>
                <a:lnTo>
                  <a:pt x="226463" y="112289"/>
                </a:lnTo>
                <a:lnTo>
                  <a:pt x="226061" y="113292"/>
                </a:lnTo>
                <a:lnTo>
                  <a:pt x="225651" y="114270"/>
                </a:lnTo>
                <a:lnTo>
                  <a:pt x="225233" y="115223"/>
                </a:lnTo>
                <a:lnTo>
                  <a:pt x="224807" y="116150"/>
                </a:lnTo>
                <a:lnTo>
                  <a:pt x="224374" y="117051"/>
                </a:lnTo>
                <a:lnTo>
                  <a:pt x="223933" y="117927"/>
                </a:lnTo>
                <a:lnTo>
                  <a:pt x="223484" y="118778"/>
                </a:lnTo>
                <a:lnTo>
                  <a:pt x="223027" y="119603"/>
                </a:lnTo>
                <a:lnTo>
                  <a:pt x="222562" y="120402"/>
                </a:lnTo>
                <a:lnTo>
                  <a:pt x="222090" y="121176"/>
                </a:lnTo>
                <a:lnTo>
                  <a:pt x="221610" y="121925"/>
                </a:lnTo>
                <a:lnTo>
                  <a:pt x="221122" y="122648"/>
                </a:lnTo>
                <a:lnTo>
                  <a:pt x="220626" y="123345"/>
                </a:lnTo>
                <a:lnTo>
                  <a:pt x="220123" y="124017"/>
                </a:lnTo>
                <a:lnTo>
                  <a:pt x="219612" y="124664"/>
                </a:lnTo>
                <a:lnTo>
                  <a:pt x="219093" y="125285"/>
                </a:lnTo>
                <a:lnTo>
                  <a:pt x="218566" y="125880"/>
                </a:lnTo>
                <a:lnTo>
                  <a:pt x="218031" y="126450"/>
                </a:lnTo>
                <a:lnTo>
                  <a:pt x="217489" y="126995"/>
                </a:lnTo>
                <a:lnTo>
                  <a:pt x="216939" y="127514"/>
                </a:lnTo>
                <a:lnTo>
                  <a:pt x="216381" y="128007"/>
                </a:lnTo>
                <a:lnTo>
                  <a:pt x="215815" y="128475"/>
                </a:lnTo>
                <a:lnTo>
                  <a:pt x="215242" y="128918"/>
                </a:lnTo>
                <a:lnTo>
                  <a:pt x="214661" y="129339"/>
                </a:lnTo>
                <a:lnTo>
                  <a:pt x="214070" y="129741"/>
                </a:lnTo>
                <a:lnTo>
                  <a:pt x="213472" y="130126"/>
                </a:lnTo>
                <a:lnTo>
                  <a:pt x="212865" y="130493"/>
                </a:lnTo>
                <a:lnTo>
                  <a:pt x="212249" y="130843"/>
                </a:lnTo>
                <a:lnTo>
                  <a:pt x="211625" y="131174"/>
                </a:lnTo>
                <a:lnTo>
                  <a:pt x="210993" y="131487"/>
                </a:lnTo>
                <a:lnTo>
                  <a:pt x="210352" y="131783"/>
                </a:lnTo>
                <a:lnTo>
                  <a:pt x="209702" y="132060"/>
                </a:lnTo>
                <a:lnTo>
                  <a:pt x="209044" y="132320"/>
                </a:lnTo>
                <a:lnTo>
                  <a:pt x="208377" y="132561"/>
                </a:lnTo>
                <a:lnTo>
                  <a:pt x="207702" y="132785"/>
                </a:lnTo>
                <a:lnTo>
                  <a:pt x="207019" y="132991"/>
                </a:lnTo>
                <a:lnTo>
                  <a:pt x="206327" y="133179"/>
                </a:lnTo>
                <a:lnTo>
                  <a:pt x="205626" y="133349"/>
                </a:lnTo>
                <a:lnTo>
                  <a:pt x="204917" y="133502"/>
                </a:lnTo>
                <a:lnTo>
                  <a:pt x="204200" y="133636"/>
                </a:lnTo>
                <a:lnTo>
                  <a:pt x="203473" y="133752"/>
                </a:lnTo>
                <a:lnTo>
                  <a:pt x="202739" y="133851"/>
                </a:lnTo>
                <a:lnTo>
                  <a:pt x="201996" y="133931"/>
                </a:lnTo>
                <a:lnTo>
                  <a:pt x="201244" y="133994"/>
                </a:lnTo>
                <a:lnTo>
                  <a:pt x="200484" y="134039"/>
                </a:lnTo>
                <a:lnTo>
                  <a:pt x="199716" y="134066"/>
                </a:lnTo>
                <a:lnTo>
                  <a:pt x="198939" y="134074"/>
                </a:lnTo>
                <a:lnTo>
                  <a:pt x="197773" y="134054"/>
                </a:lnTo>
                <a:lnTo>
                  <a:pt x="196620" y="133991"/>
                </a:lnTo>
                <a:lnTo>
                  <a:pt x="195480" y="133886"/>
                </a:lnTo>
                <a:lnTo>
                  <a:pt x="194352" y="133740"/>
                </a:lnTo>
                <a:lnTo>
                  <a:pt x="193237" y="133551"/>
                </a:lnTo>
                <a:lnTo>
                  <a:pt x="192135" y="133321"/>
                </a:lnTo>
                <a:lnTo>
                  <a:pt x="191045" y="133049"/>
                </a:lnTo>
                <a:lnTo>
                  <a:pt x="189968" y="132735"/>
                </a:lnTo>
                <a:lnTo>
                  <a:pt x="188903" y="132379"/>
                </a:lnTo>
                <a:lnTo>
                  <a:pt x="187852" y="131982"/>
                </a:lnTo>
                <a:lnTo>
                  <a:pt x="186813" y="131542"/>
                </a:lnTo>
                <a:lnTo>
                  <a:pt x="185786" y="131061"/>
                </a:lnTo>
                <a:lnTo>
                  <a:pt x="184773" y="130537"/>
                </a:lnTo>
                <a:lnTo>
                  <a:pt x="183772" y="129972"/>
                </a:lnTo>
                <a:lnTo>
                  <a:pt x="182783" y="129365"/>
                </a:lnTo>
                <a:lnTo>
                  <a:pt x="181807" y="128717"/>
                </a:lnTo>
                <a:lnTo>
                  <a:pt x="180844" y="128026"/>
                </a:lnTo>
                <a:lnTo>
                  <a:pt x="179894" y="127293"/>
                </a:lnTo>
                <a:lnTo>
                  <a:pt x="178956" y="126519"/>
                </a:lnTo>
                <a:lnTo>
                  <a:pt x="178031" y="125703"/>
                </a:lnTo>
                <a:lnTo>
                  <a:pt x="177119" y="124845"/>
                </a:lnTo>
                <a:lnTo>
                  <a:pt x="176219" y="123945"/>
                </a:lnTo>
                <a:lnTo>
                  <a:pt x="175332" y="123003"/>
                </a:lnTo>
                <a:lnTo>
                  <a:pt x="174457" y="122019"/>
                </a:lnTo>
                <a:lnTo>
                  <a:pt x="173607" y="120999"/>
                </a:lnTo>
                <a:lnTo>
                  <a:pt x="172794" y="119946"/>
                </a:lnTo>
                <a:lnTo>
                  <a:pt x="172017" y="118862"/>
                </a:lnTo>
                <a:lnTo>
                  <a:pt x="171277" y="117746"/>
                </a:lnTo>
                <a:lnTo>
                  <a:pt x="170573" y="116598"/>
                </a:lnTo>
                <a:lnTo>
                  <a:pt x="169906" y="115419"/>
                </a:lnTo>
                <a:lnTo>
                  <a:pt x="169275" y="114207"/>
                </a:lnTo>
                <a:lnTo>
                  <a:pt x="168681" y="112964"/>
                </a:lnTo>
                <a:lnTo>
                  <a:pt x="168124" y="111690"/>
                </a:lnTo>
                <a:lnTo>
                  <a:pt x="167603" y="110383"/>
                </a:lnTo>
                <a:lnTo>
                  <a:pt x="167118" y="109045"/>
                </a:lnTo>
                <a:lnTo>
                  <a:pt x="166670" y="107675"/>
                </a:lnTo>
                <a:lnTo>
                  <a:pt x="166259" y="106273"/>
                </a:lnTo>
                <a:lnTo>
                  <a:pt x="165884" y="104840"/>
                </a:lnTo>
                <a:lnTo>
                  <a:pt x="165545" y="103374"/>
                </a:lnTo>
                <a:lnTo>
                  <a:pt x="165243" y="101877"/>
                </a:lnTo>
                <a:lnTo>
                  <a:pt x="164978" y="100348"/>
                </a:lnTo>
                <a:lnTo>
                  <a:pt x="164749" y="98788"/>
                </a:lnTo>
                <a:lnTo>
                  <a:pt x="164557" y="97196"/>
                </a:lnTo>
                <a:lnTo>
                  <a:pt x="164401" y="95572"/>
                </a:lnTo>
                <a:lnTo>
                  <a:pt x="164282" y="93916"/>
                </a:lnTo>
                <a:lnTo>
                  <a:pt x="164199" y="92228"/>
                </a:lnTo>
                <a:lnTo>
                  <a:pt x="164153" y="90509"/>
                </a:lnTo>
                <a:lnTo>
                  <a:pt x="164144" y="88758"/>
                </a:lnTo>
                <a:lnTo>
                  <a:pt x="230087" y="88758"/>
                </a:lnTo>
                <a:lnTo>
                  <a:pt x="230069" y="87299"/>
                </a:lnTo>
                <a:lnTo>
                  <a:pt x="230016" y="85864"/>
                </a:lnTo>
                <a:lnTo>
                  <a:pt x="229926" y="84454"/>
                </a:lnTo>
                <a:close/>
                <a:moveTo>
                  <a:pt x="164683" y="78868"/>
                </a:moveTo>
                <a:lnTo>
                  <a:pt x="164868" y="77952"/>
                </a:lnTo>
                <a:lnTo>
                  <a:pt x="165072" y="77054"/>
                </a:lnTo>
                <a:lnTo>
                  <a:pt x="165295" y="76175"/>
                </a:lnTo>
                <a:lnTo>
                  <a:pt x="165539" y="75313"/>
                </a:lnTo>
                <a:lnTo>
                  <a:pt x="165802" y="74470"/>
                </a:lnTo>
                <a:lnTo>
                  <a:pt x="166084" y="73646"/>
                </a:lnTo>
                <a:lnTo>
                  <a:pt x="166387" y="72839"/>
                </a:lnTo>
                <a:lnTo>
                  <a:pt x="166709" y="72051"/>
                </a:lnTo>
                <a:lnTo>
                  <a:pt x="167051" y="71281"/>
                </a:lnTo>
                <a:lnTo>
                  <a:pt x="167413" y="70529"/>
                </a:lnTo>
                <a:lnTo>
                  <a:pt x="167794" y="69795"/>
                </a:lnTo>
                <a:lnTo>
                  <a:pt x="168195" y="69080"/>
                </a:lnTo>
                <a:lnTo>
                  <a:pt x="168616" y="68383"/>
                </a:lnTo>
                <a:lnTo>
                  <a:pt x="169056" y="67705"/>
                </a:lnTo>
                <a:lnTo>
                  <a:pt x="169517" y="67044"/>
                </a:lnTo>
                <a:lnTo>
                  <a:pt x="169996" y="66402"/>
                </a:lnTo>
                <a:lnTo>
                  <a:pt x="170496" y="65778"/>
                </a:lnTo>
                <a:lnTo>
                  <a:pt x="171015" y="65173"/>
                </a:lnTo>
                <a:lnTo>
                  <a:pt x="171554" y="64585"/>
                </a:lnTo>
                <a:lnTo>
                  <a:pt x="172113" y="64016"/>
                </a:lnTo>
                <a:lnTo>
                  <a:pt x="172685" y="63468"/>
                </a:lnTo>
                <a:lnTo>
                  <a:pt x="173263" y="62943"/>
                </a:lnTo>
                <a:lnTo>
                  <a:pt x="173848" y="62441"/>
                </a:lnTo>
                <a:lnTo>
                  <a:pt x="174438" y="61963"/>
                </a:lnTo>
                <a:lnTo>
                  <a:pt x="175035" y="61508"/>
                </a:lnTo>
                <a:lnTo>
                  <a:pt x="175639" y="61076"/>
                </a:lnTo>
                <a:lnTo>
                  <a:pt x="176249" y="60668"/>
                </a:lnTo>
                <a:lnTo>
                  <a:pt x="176865" y="60283"/>
                </a:lnTo>
                <a:lnTo>
                  <a:pt x="177487" y="59922"/>
                </a:lnTo>
                <a:lnTo>
                  <a:pt x="178116" y="59583"/>
                </a:lnTo>
                <a:lnTo>
                  <a:pt x="178751" y="59268"/>
                </a:lnTo>
                <a:lnTo>
                  <a:pt x="179393" y="58977"/>
                </a:lnTo>
                <a:lnTo>
                  <a:pt x="180040" y="58708"/>
                </a:lnTo>
                <a:lnTo>
                  <a:pt x="180694" y="58463"/>
                </a:lnTo>
                <a:lnTo>
                  <a:pt x="181355" y="58242"/>
                </a:lnTo>
                <a:lnTo>
                  <a:pt x="182022" y="58043"/>
                </a:lnTo>
                <a:lnTo>
                  <a:pt x="182695" y="57868"/>
                </a:lnTo>
                <a:lnTo>
                  <a:pt x="183374" y="57717"/>
                </a:lnTo>
                <a:lnTo>
                  <a:pt x="184060" y="57588"/>
                </a:lnTo>
                <a:lnTo>
                  <a:pt x="184752" y="57483"/>
                </a:lnTo>
                <a:lnTo>
                  <a:pt x="185450" y="57402"/>
                </a:lnTo>
                <a:lnTo>
                  <a:pt x="186155" y="57343"/>
                </a:lnTo>
                <a:lnTo>
                  <a:pt x="186866" y="57308"/>
                </a:lnTo>
                <a:lnTo>
                  <a:pt x="187583" y="57297"/>
                </a:lnTo>
                <a:lnTo>
                  <a:pt x="188051" y="57303"/>
                </a:lnTo>
                <a:lnTo>
                  <a:pt x="188518" y="57320"/>
                </a:lnTo>
                <a:lnTo>
                  <a:pt x="188982" y="57349"/>
                </a:lnTo>
                <a:lnTo>
                  <a:pt x="189446" y="57389"/>
                </a:lnTo>
                <a:lnTo>
                  <a:pt x="189907" y="57441"/>
                </a:lnTo>
                <a:lnTo>
                  <a:pt x="190367" y="57505"/>
                </a:lnTo>
                <a:lnTo>
                  <a:pt x="190825" y="57580"/>
                </a:lnTo>
                <a:lnTo>
                  <a:pt x="191282" y="57667"/>
                </a:lnTo>
                <a:lnTo>
                  <a:pt x="191737" y="57766"/>
                </a:lnTo>
                <a:lnTo>
                  <a:pt x="192190" y="57876"/>
                </a:lnTo>
                <a:lnTo>
                  <a:pt x="192642" y="57997"/>
                </a:lnTo>
                <a:lnTo>
                  <a:pt x="193092" y="58130"/>
                </a:lnTo>
                <a:lnTo>
                  <a:pt x="193540" y="58275"/>
                </a:lnTo>
                <a:lnTo>
                  <a:pt x="193987" y="58431"/>
                </a:lnTo>
                <a:lnTo>
                  <a:pt x="194432" y="58599"/>
                </a:lnTo>
                <a:lnTo>
                  <a:pt x="194876" y="58778"/>
                </a:lnTo>
                <a:lnTo>
                  <a:pt x="195318" y="58969"/>
                </a:lnTo>
                <a:lnTo>
                  <a:pt x="195758" y="59172"/>
                </a:lnTo>
                <a:lnTo>
                  <a:pt x="196197" y="59386"/>
                </a:lnTo>
                <a:lnTo>
                  <a:pt x="196634" y="59612"/>
                </a:lnTo>
                <a:lnTo>
                  <a:pt x="197069" y="59849"/>
                </a:lnTo>
                <a:lnTo>
                  <a:pt x="197503" y="60098"/>
                </a:lnTo>
                <a:lnTo>
                  <a:pt x="197935" y="60358"/>
                </a:lnTo>
                <a:lnTo>
                  <a:pt x="198366" y="60630"/>
                </a:lnTo>
                <a:lnTo>
                  <a:pt x="198791" y="60913"/>
                </a:lnTo>
                <a:lnTo>
                  <a:pt x="199207" y="61203"/>
                </a:lnTo>
                <a:lnTo>
                  <a:pt x="199615" y="61503"/>
                </a:lnTo>
                <a:lnTo>
                  <a:pt x="200014" y="61811"/>
                </a:lnTo>
                <a:lnTo>
                  <a:pt x="200403" y="62128"/>
                </a:lnTo>
                <a:lnTo>
                  <a:pt x="200784" y="62453"/>
                </a:lnTo>
                <a:lnTo>
                  <a:pt x="201157" y="62788"/>
                </a:lnTo>
                <a:lnTo>
                  <a:pt x="201520" y="63131"/>
                </a:lnTo>
                <a:lnTo>
                  <a:pt x="201874" y="63482"/>
                </a:lnTo>
                <a:lnTo>
                  <a:pt x="202220" y="63843"/>
                </a:lnTo>
                <a:lnTo>
                  <a:pt x="202556" y="64211"/>
                </a:lnTo>
                <a:lnTo>
                  <a:pt x="202884" y="64589"/>
                </a:lnTo>
                <a:lnTo>
                  <a:pt x="203203" y="64975"/>
                </a:lnTo>
                <a:lnTo>
                  <a:pt x="203513" y="65370"/>
                </a:lnTo>
                <a:lnTo>
                  <a:pt x="203814" y="65774"/>
                </a:lnTo>
                <a:lnTo>
                  <a:pt x="204107" y="66186"/>
                </a:lnTo>
                <a:lnTo>
                  <a:pt x="204390" y="66608"/>
                </a:lnTo>
                <a:lnTo>
                  <a:pt x="204665" y="67037"/>
                </a:lnTo>
                <a:lnTo>
                  <a:pt x="204931" y="67476"/>
                </a:lnTo>
                <a:lnTo>
                  <a:pt x="205188" y="67923"/>
                </a:lnTo>
                <a:lnTo>
                  <a:pt x="205436" y="68379"/>
                </a:lnTo>
                <a:lnTo>
                  <a:pt x="205675" y="68843"/>
                </a:lnTo>
                <a:lnTo>
                  <a:pt x="205905" y="69316"/>
                </a:lnTo>
                <a:lnTo>
                  <a:pt x="206127" y="69798"/>
                </a:lnTo>
                <a:lnTo>
                  <a:pt x="206264" y="70120"/>
                </a:lnTo>
                <a:lnTo>
                  <a:pt x="206397" y="70461"/>
                </a:lnTo>
                <a:lnTo>
                  <a:pt x="206525" y="70820"/>
                </a:lnTo>
                <a:lnTo>
                  <a:pt x="206650" y="71198"/>
                </a:lnTo>
                <a:lnTo>
                  <a:pt x="206771" y="71596"/>
                </a:lnTo>
                <a:lnTo>
                  <a:pt x="206888" y="72012"/>
                </a:lnTo>
                <a:lnTo>
                  <a:pt x="207002" y="72446"/>
                </a:lnTo>
                <a:lnTo>
                  <a:pt x="207111" y="72900"/>
                </a:lnTo>
                <a:lnTo>
                  <a:pt x="207216" y="73372"/>
                </a:lnTo>
                <a:lnTo>
                  <a:pt x="207317" y="73864"/>
                </a:lnTo>
                <a:lnTo>
                  <a:pt x="207414" y="74374"/>
                </a:lnTo>
                <a:lnTo>
                  <a:pt x="207507" y="74903"/>
                </a:lnTo>
                <a:lnTo>
                  <a:pt x="207596" y="75450"/>
                </a:lnTo>
                <a:lnTo>
                  <a:pt x="207681" y="76017"/>
                </a:lnTo>
                <a:lnTo>
                  <a:pt x="207763" y="76602"/>
                </a:lnTo>
                <a:lnTo>
                  <a:pt x="207840" y="77206"/>
                </a:lnTo>
                <a:lnTo>
                  <a:pt x="207913" y="77829"/>
                </a:lnTo>
                <a:lnTo>
                  <a:pt x="207982" y="78471"/>
                </a:lnTo>
                <a:lnTo>
                  <a:pt x="208048" y="79131"/>
                </a:lnTo>
                <a:lnTo>
                  <a:pt x="208109" y="79810"/>
                </a:lnTo>
                <a:lnTo>
                  <a:pt x="208166" y="80508"/>
                </a:lnTo>
                <a:lnTo>
                  <a:pt x="208220" y="81225"/>
                </a:lnTo>
                <a:lnTo>
                  <a:pt x="208269" y="81961"/>
                </a:lnTo>
                <a:lnTo>
                  <a:pt x="208314" y="82716"/>
                </a:lnTo>
                <a:lnTo>
                  <a:pt x="164144" y="82716"/>
                </a:lnTo>
                <a:lnTo>
                  <a:pt x="164249" y="81727"/>
                </a:lnTo>
                <a:lnTo>
                  <a:pt x="164374" y="80756"/>
                </a:lnTo>
                <a:lnTo>
                  <a:pt x="164519" y="79803"/>
                </a:lnTo>
                <a:lnTo>
                  <a:pt x="164683" y="78868"/>
                </a:lnTo>
                <a:close/>
                <a:moveTo>
                  <a:pt x="691501" y="86"/>
                </a:moveTo>
                <a:lnTo>
                  <a:pt x="691149" y="134"/>
                </a:lnTo>
                <a:lnTo>
                  <a:pt x="690803" y="193"/>
                </a:lnTo>
                <a:lnTo>
                  <a:pt x="690461" y="263"/>
                </a:lnTo>
                <a:lnTo>
                  <a:pt x="690125" y="343"/>
                </a:lnTo>
                <a:lnTo>
                  <a:pt x="689793" y="434"/>
                </a:lnTo>
                <a:lnTo>
                  <a:pt x="689466" y="536"/>
                </a:lnTo>
                <a:lnTo>
                  <a:pt x="689144" y="649"/>
                </a:lnTo>
                <a:lnTo>
                  <a:pt x="688827" y="772"/>
                </a:lnTo>
                <a:lnTo>
                  <a:pt x="688515" y="906"/>
                </a:lnTo>
                <a:lnTo>
                  <a:pt x="688207" y="1051"/>
                </a:lnTo>
                <a:lnTo>
                  <a:pt x="687905" y="1207"/>
                </a:lnTo>
                <a:lnTo>
                  <a:pt x="687607" y="1373"/>
                </a:lnTo>
                <a:lnTo>
                  <a:pt x="687314" y="1550"/>
                </a:lnTo>
                <a:lnTo>
                  <a:pt x="687026" y="1738"/>
                </a:lnTo>
                <a:lnTo>
                  <a:pt x="686744" y="1936"/>
                </a:lnTo>
                <a:lnTo>
                  <a:pt x="686465" y="2145"/>
                </a:lnTo>
                <a:lnTo>
                  <a:pt x="686192" y="2365"/>
                </a:lnTo>
                <a:lnTo>
                  <a:pt x="685924" y="2596"/>
                </a:lnTo>
                <a:lnTo>
                  <a:pt x="685661" y="2837"/>
                </a:lnTo>
                <a:lnTo>
                  <a:pt x="685402" y="3089"/>
                </a:lnTo>
                <a:lnTo>
                  <a:pt x="685151" y="3349"/>
                </a:lnTo>
                <a:lnTo>
                  <a:pt x="684911" y="3613"/>
                </a:lnTo>
                <a:lnTo>
                  <a:pt x="684682" y="3882"/>
                </a:lnTo>
                <a:lnTo>
                  <a:pt x="684463" y="4155"/>
                </a:lnTo>
                <a:lnTo>
                  <a:pt x="684255" y="4432"/>
                </a:lnTo>
                <a:lnTo>
                  <a:pt x="684057" y="4715"/>
                </a:lnTo>
                <a:lnTo>
                  <a:pt x="683871" y="5001"/>
                </a:lnTo>
                <a:lnTo>
                  <a:pt x="683695" y="5293"/>
                </a:lnTo>
                <a:lnTo>
                  <a:pt x="683529" y="5589"/>
                </a:lnTo>
                <a:lnTo>
                  <a:pt x="683375" y="5889"/>
                </a:lnTo>
                <a:lnTo>
                  <a:pt x="683230" y="6194"/>
                </a:lnTo>
                <a:lnTo>
                  <a:pt x="683097" y="6504"/>
                </a:lnTo>
                <a:lnTo>
                  <a:pt x="682974" y="6818"/>
                </a:lnTo>
                <a:lnTo>
                  <a:pt x="682862" y="7136"/>
                </a:lnTo>
                <a:lnTo>
                  <a:pt x="682761" y="7460"/>
                </a:lnTo>
                <a:lnTo>
                  <a:pt x="682670" y="7788"/>
                </a:lnTo>
                <a:lnTo>
                  <a:pt x="682590" y="8120"/>
                </a:lnTo>
                <a:lnTo>
                  <a:pt x="682521" y="8457"/>
                </a:lnTo>
                <a:lnTo>
                  <a:pt x="682462" y="8798"/>
                </a:lnTo>
                <a:lnTo>
                  <a:pt x="682414" y="9144"/>
                </a:lnTo>
                <a:lnTo>
                  <a:pt x="682377" y="9495"/>
                </a:lnTo>
                <a:lnTo>
                  <a:pt x="682350" y="9850"/>
                </a:lnTo>
                <a:lnTo>
                  <a:pt x="682334" y="10210"/>
                </a:lnTo>
                <a:lnTo>
                  <a:pt x="682329" y="10574"/>
                </a:lnTo>
                <a:lnTo>
                  <a:pt x="682334" y="10938"/>
                </a:lnTo>
                <a:lnTo>
                  <a:pt x="682350" y="11298"/>
                </a:lnTo>
                <a:lnTo>
                  <a:pt x="682378" y="11654"/>
                </a:lnTo>
                <a:lnTo>
                  <a:pt x="682416" y="12005"/>
                </a:lnTo>
                <a:lnTo>
                  <a:pt x="682464" y="12352"/>
                </a:lnTo>
                <a:lnTo>
                  <a:pt x="682524" y="12694"/>
                </a:lnTo>
                <a:lnTo>
                  <a:pt x="682595" y="13033"/>
                </a:lnTo>
                <a:lnTo>
                  <a:pt x="682676" y="13366"/>
                </a:lnTo>
                <a:lnTo>
                  <a:pt x="682768" y="13696"/>
                </a:lnTo>
                <a:lnTo>
                  <a:pt x="682871" y="14021"/>
                </a:lnTo>
                <a:lnTo>
                  <a:pt x="682985" y="14342"/>
                </a:lnTo>
                <a:lnTo>
                  <a:pt x="683110" y="14658"/>
                </a:lnTo>
                <a:lnTo>
                  <a:pt x="683246" y="14970"/>
                </a:lnTo>
                <a:lnTo>
                  <a:pt x="683392" y="15277"/>
                </a:lnTo>
                <a:lnTo>
                  <a:pt x="683550" y="15581"/>
                </a:lnTo>
                <a:lnTo>
                  <a:pt x="683718" y="15880"/>
                </a:lnTo>
                <a:lnTo>
                  <a:pt x="683897" y="16174"/>
                </a:lnTo>
                <a:lnTo>
                  <a:pt x="684087" y="16464"/>
                </a:lnTo>
                <a:lnTo>
                  <a:pt x="684288" y="16750"/>
                </a:lnTo>
                <a:lnTo>
                  <a:pt x="684499" y="17032"/>
                </a:lnTo>
                <a:lnTo>
                  <a:pt x="684722" y="17309"/>
                </a:lnTo>
                <a:lnTo>
                  <a:pt x="684955" y="17581"/>
                </a:lnTo>
                <a:lnTo>
                  <a:pt x="685199" y="17850"/>
                </a:lnTo>
                <a:lnTo>
                  <a:pt x="685454" y="18114"/>
                </a:lnTo>
                <a:lnTo>
                  <a:pt x="685717" y="18370"/>
                </a:lnTo>
                <a:lnTo>
                  <a:pt x="685984" y="18615"/>
                </a:lnTo>
                <a:lnTo>
                  <a:pt x="686255" y="18849"/>
                </a:lnTo>
                <a:lnTo>
                  <a:pt x="686531" y="19073"/>
                </a:lnTo>
                <a:lnTo>
                  <a:pt x="686811" y="19285"/>
                </a:lnTo>
                <a:lnTo>
                  <a:pt x="687095" y="19487"/>
                </a:lnTo>
                <a:lnTo>
                  <a:pt x="687383" y="19677"/>
                </a:lnTo>
                <a:lnTo>
                  <a:pt x="687676" y="19857"/>
                </a:lnTo>
                <a:lnTo>
                  <a:pt x="687974" y="20026"/>
                </a:lnTo>
                <a:lnTo>
                  <a:pt x="688275" y="20184"/>
                </a:lnTo>
                <a:lnTo>
                  <a:pt x="688582" y="20331"/>
                </a:lnTo>
                <a:lnTo>
                  <a:pt x="688892" y="20467"/>
                </a:lnTo>
                <a:lnTo>
                  <a:pt x="689207" y="20593"/>
                </a:lnTo>
                <a:lnTo>
                  <a:pt x="689526" y="20707"/>
                </a:lnTo>
                <a:lnTo>
                  <a:pt x="689849" y="20811"/>
                </a:lnTo>
                <a:lnTo>
                  <a:pt x="690177" y="20903"/>
                </a:lnTo>
                <a:lnTo>
                  <a:pt x="690509" y="20985"/>
                </a:lnTo>
                <a:lnTo>
                  <a:pt x="690845" y="21056"/>
                </a:lnTo>
                <a:lnTo>
                  <a:pt x="691186" y="21116"/>
                </a:lnTo>
                <a:lnTo>
                  <a:pt x="691531" y="21165"/>
                </a:lnTo>
                <a:lnTo>
                  <a:pt x="691880" y="21203"/>
                </a:lnTo>
                <a:lnTo>
                  <a:pt x="692234" y="21230"/>
                </a:lnTo>
                <a:lnTo>
                  <a:pt x="692592" y="21246"/>
                </a:lnTo>
                <a:lnTo>
                  <a:pt x="692955" y="21252"/>
                </a:lnTo>
                <a:lnTo>
                  <a:pt x="693317" y="21246"/>
                </a:lnTo>
                <a:lnTo>
                  <a:pt x="693675" y="21230"/>
                </a:lnTo>
                <a:lnTo>
                  <a:pt x="694028" y="21203"/>
                </a:lnTo>
                <a:lnTo>
                  <a:pt x="694377" y="21165"/>
                </a:lnTo>
                <a:lnTo>
                  <a:pt x="694721" y="21116"/>
                </a:lnTo>
                <a:lnTo>
                  <a:pt x="695061" y="21056"/>
                </a:lnTo>
                <a:lnTo>
                  <a:pt x="695396" y="20985"/>
                </a:lnTo>
                <a:lnTo>
                  <a:pt x="695727" y="20903"/>
                </a:lnTo>
                <a:lnTo>
                  <a:pt x="696053" y="20811"/>
                </a:lnTo>
                <a:lnTo>
                  <a:pt x="696375" y="20707"/>
                </a:lnTo>
                <a:lnTo>
                  <a:pt x="696692" y="20593"/>
                </a:lnTo>
                <a:lnTo>
                  <a:pt x="697005" y="20467"/>
                </a:lnTo>
                <a:lnTo>
                  <a:pt x="697313" y="20331"/>
                </a:lnTo>
                <a:lnTo>
                  <a:pt x="697616" y="20184"/>
                </a:lnTo>
                <a:lnTo>
                  <a:pt x="697915" y="20026"/>
                </a:lnTo>
                <a:lnTo>
                  <a:pt x="698210" y="19857"/>
                </a:lnTo>
                <a:lnTo>
                  <a:pt x="698500" y="19677"/>
                </a:lnTo>
                <a:lnTo>
                  <a:pt x="698785" y="19487"/>
                </a:lnTo>
                <a:lnTo>
                  <a:pt x="699066" y="19285"/>
                </a:lnTo>
                <a:lnTo>
                  <a:pt x="699343" y="19073"/>
                </a:lnTo>
                <a:lnTo>
                  <a:pt x="699615" y="18849"/>
                </a:lnTo>
                <a:lnTo>
                  <a:pt x="699882" y="18615"/>
                </a:lnTo>
                <a:lnTo>
                  <a:pt x="700145" y="18370"/>
                </a:lnTo>
                <a:lnTo>
                  <a:pt x="700403" y="18114"/>
                </a:lnTo>
                <a:lnTo>
                  <a:pt x="700654" y="17850"/>
                </a:lnTo>
                <a:lnTo>
                  <a:pt x="700894" y="17581"/>
                </a:lnTo>
                <a:lnTo>
                  <a:pt x="701124" y="17309"/>
                </a:lnTo>
                <a:lnTo>
                  <a:pt x="701342" y="17032"/>
                </a:lnTo>
                <a:lnTo>
                  <a:pt x="701550" y="16750"/>
                </a:lnTo>
                <a:lnTo>
                  <a:pt x="701748" y="16464"/>
                </a:lnTo>
                <a:lnTo>
                  <a:pt x="701935" y="16174"/>
                </a:lnTo>
                <a:lnTo>
                  <a:pt x="702111" y="15880"/>
                </a:lnTo>
                <a:lnTo>
                  <a:pt x="702276" y="15581"/>
                </a:lnTo>
                <a:lnTo>
                  <a:pt x="702431" y="15277"/>
                </a:lnTo>
                <a:lnTo>
                  <a:pt x="702575" y="14970"/>
                </a:lnTo>
                <a:lnTo>
                  <a:pt x="702708" y="14658"/>
                </a:lnTo>
                <a:lnTo>
                  <a:pt x="702831" y="14342"/>
                </a:lnTo>
                <a:lnTo>
                  <a:pt x="702943" y="14021"/>
                </a:lnTo>
                <a:lnTo>
                  <a:pt x="703044" y="13696"/>
                </a:lnTo>
                <a:lnTo>
                  <a:pt x="703135" y="13366"/>
                </a:lnTo>
                <a:lnTo>
                  <a:pt x="703215" y="13033"/>
                </a:lnTo>
                <a:lnTo>
                  <a:pt x="703284" y="12694"/>
                </a:lnTo>
                <a:lnTo>
                  <a:pt x="703343" y="12352"/>
                </a:lnTo>
                <a:lnTo>
                  <a:pt x="703391" y="12005"/>
                </a:lnTo>
                <a:lnTo>
                  <a:pt x="703428" y="11654"/>
                </a:lnTo>
                <a:lnTo>
                  <a:pt x="703455" y="11298"/>
                </a:lnTo>
                <a:lnTo>
                  <a:pt x="703471" y="10938"/>
                </a:lnTo>
                <a:lnTo>
                  <a:pt x="703477" y="10574"/>
                </a:lnTo>
                <a:lnTo>
                  <a:pt x="703471" y="10210"/>
                </a:lnTo>
                <a:lnTo>
                  <a:pt x="703455" y="9850"/>
                </a:lnTo>
                <a:lnTo>
                  <a:pt x="703428" y="9495"/>
                </a:lnTo>
                <a:lnTo>
                  <a:pt x="703391" y="9144"/>
                </a:lnTo>
                <a:lnTo>
                  <a:pt x="703343" y="8798"/>
                </a:lnTo>
                <a:lnTo>
                  <a:pt x="703284" y="8457"/>
                </a:lnTo>
                <a:lnTo>
                  <a:pt x="703215" y="8120"/>
                </a:lnTo>
                <a:lnTo>
                  <a:pt x="703135" y="7788"/>
                </a:lnTo>
                <a:lnTo>
                  <a:pt x="703044" y="7460"/>
                </a:lnTo>
                <a:lnTo>
                  <a:pt x="702943" y="7136"/>
                </a:lnTo>
                <a:lnTo>
                  <a:pt x="702831" y="6818"/>
                </a:lnTo>
                <a:lnTo>
                  <a:pt x="702708" y="6504"/>
                </a:lnTo>
                <a:lnTo>
                  <a:pt x="702575" y="6194"/>
                </a:lnTo>
                <a:lnTo>
                  <a:pt x="702431" y="5889"/>
                </a:lnTo>
                <a:lnTo>
                  <a:pt x="702276" y="5589"/>
                </a:lnTo>
                <a:lnTo>
                  <a:pt x="702111" y="5293"/>
                </a:lnTo>
                <a:lnTo>
                  <a:pt x="701935" y="5001"/>
                </a:lnTo>
                <a:lnTo>
                  <a:pt x="701748" y="4715"/>
                </a:lnTo>
                <a:lnTo>
                  <a:pt x="701550" y="4432"/>
                </a:lnTo>
                <a:lnTo>
                  <a:pt x="701342" y="4155"/>
                </a:lnTo>
                <a:lnTo>
                  <a:pt x="701124" y="3882"/>
                </a:lnTo>
                <a:lnTo>
                  <a:pt x="700894" y="3613"/>
                </a:lnTo>
                <a:lnTo>
                  <a:pt x="700654" y="3349"/>
                </a:lnTo>
                <a:lnTo>
                  <a:pt x="700403" y="3089"/>
                </a:lnTo>
                <a:lnTo>
                  <a:pt x="700145" y="2837"/>
                </a:lnTo>
                <a:lnTo>
                  <a:pt x="699882" y="2596"/>
                </a:lnTo>
                <a:lnTo>
                  <a:pt x="699615" y="2365"/>
                </a:lnTo>
                <a:lnTo>
                  <a:pt x="699343" y="2145"/>
                </a:lnTo>
                <a:lnTo>
                  <a:pt x="699066" y="1936"/>
                </a:lnTo>
                <a:lnTo>
                  <a:pt x="698785" y="1738"/>
                </a:lnTo>
                <a:lnTo>
                  <a:pt x="698500" y="1550"/>
                </a:lnTo>
                <a:lnTo>
                  <a:pt x="698210" y="1373"/>
                </a:lnTo>
                <a:lnTo>
                  <a:pt x="697915" y="1207"/>
                </a:lnTo>
                <a:lnTo>
                  <a:pt x="697616" y="1051"/>
                </a:lnTo>
                <a:lnTo>
                  <a:pt x="697313" y="906"/>
                </a:lnTo>
                <a:lnTo>
                  <a:pt x="697005" y="772"/>
                </a:lnTo>
                <a:lnTo>
                  <a:pt x="696692" y="649"/>
                </a:lnTo>
                <a:lnTo>
                  <a:pt x="696375" y="536"/>
                </a:lnTo>
                <a:lnTo>
                  <a:pt x="696053" y="434"/>
                </a:lnTo>
                <a:lnTo>
                  <a:pt x="695727" y="343"/>
                </a:lnTo>
                <a:lnTo>
                  <a:pt x="695396" y="263"/>
                </a:lnTo>
                <a:lnTo>
                  <a:pt x="695061" y="193"/>
                </a:lnTo>
                <a:lnTo>
                  <a:pt x="694721" y="134"/>
                </a:lnTo>
                <a:lnTo>
                  <a:pt x="694377" y="86"/>
                </a:lnTo>
                <a:lnTo>
                  <a:pt x="694028" y="48"/>
                </a:lnTo>
                <a:lnTo>
                  <a:pt x="693675" y="21"/>
                </a:lnTo>
                <a:lnTo>
                  <a:pt x="693317" y="5"/>
                </a:lnTo>
                <a:lnTo>
                  <a:pt x="692955" y="0"/>
                </a:lnTo>
                <a:lnTo>
                  <a:pt x="692584" y="5"/>
                </a:lnTo>
                <a:lnTo>
                  <a:pt x="692218" y="21"/>
                </a:lnTo>
                <a:lnTo>
                  <a:pt x="691857" y="48"/>
                </a:lnTo>
                <a:lnTo>
                  <a:pt x="691501" y="86"/>
                </a:lnTo>
                <a:close/>
                <a:moveTo>
                  <a:pt x="713942" y="144243"/>
                </a:moveTo>
                <a:lnTo>
                  <a:pt x="713443" y="144221"/>
                </a:lnTo>
                <a:lnTo>
                  <a:pt x="712960" y="144193"/>
                </a:lnTo>
                <a:lnTo>
                  <a:pt x="712491" y="144160"/>
                </a:lnTo>
                <a:lnTo>
                  <a:pt x="712036" y="144122"/>
                </a:lnTo>
                <a:lnTo>
                  <a:pt x="711597" y="144079"/>
                </a:lnTo>
                <a:lnTo>
                  <a:pt x="711171" y="144031"/>
                </a:lnTo>
                <a:lnTo>
                  <a:pt x="710761" y="143978"/>
                </a:lnTo>
                <a:lnTo>
                  <a:pt x="710365" y="143920"/>
                </a:lnTo>
                <a:lnTo>
                  <a:pt x="709984" y="143857"/>
                </a:lnTo>
                <a:lnTo>
                  <a:pt x="709617" y="143789"/>
                </a:lnTo>
                <a:lnTo>
                  <a:pt x="709266" y="143715"/>
                </a:lnTo>
                <a:lnTo>
                  <a:pt x="708928" y="143637"/>
                </a:lnTo>
                <a:lnTo>
                  <a:pt x="708606" y="143554"/>
                </a:lnTo>
                <a:lnTo>
                  <a:pt x="708298" y="143465"/>
                </a:lnTo>
                <a:lnTo>
                  <a:pt x="708005" y="143372"/>
                </a:lnTo>
                <a:lnTo>
                  <a:pt x="707726" y="143273"/>
                </a:lnTo>
                <a:lnTo>
                  <a:pt x="707462" y="143170"/>
                </a:lnTo>
                <a:lnTo>
                  <a:pt x="707213" y="143061"/>
                </a:lnTo>
                <a:lnTo>
                  <a:pt x="706978" y="142947"/>
                </a:lnTo>
                <a:lnTo>
                  <a:pt x="706758" y="142829"/>
                </a:lnTo>
                <a:lnTo>
                  <a:pt x="706548" y="142705"/>
                </a:lnTo>
                <a:lnTo>
                  <a:pt x="706341" y="142576"/>
                </a:lnTo>
                <a:lnTo>
                  <a:pt x="706139" y="142441"/>
                </a:lnTo>
                <a:lnTo>
                  <a:pt x="705942" y="142302"/>
                </a:lnTo>
                <a:lnTo>
                  <a:pt x="705749" y="142157"/>
                </a:lnTo>
                <a:lnTo>
                  <a:pt x="705560" y="142007"/>
                </a:lnTo>
                <a:lnTo>
                  <a:pt x="705376" y="141851"/>
                </a:lnTo>
                <a:lnTo>
                  <a:pt x="705195" y="141691"/>
                </a:lnTo>
                <a:lnTo>
                  <a:pt x="705020" y="141525"/>
                </a:lnTo>
                <a:lnTo>
                  <a:pt x="704848" y="141354"/>
                </a:lnTo>
                <a:lnTo>
                  <a:pt x="704681" y="141178"/>
                </a:lnTo>
                <a:lnTo>
                  <a:pt x="704518" y="140996"/>
                </a:lnTo>
                <a:lnTo>
                  <a:pt x="704360" y="140810"/>
                </a:lnTo>
                <a:lnTo>
                  <a:pt x="704206" y="140618"/>
                </a:lnTo>
                <a:lnTo>
                  <a:pt x="704056" y="140421"/>
                </a:lnTo>
                <a:lnTo>
                  <a:pt x="703911" y="140218"/>
                </a:lnTo>
                <a:lnTo>
                  <a:pt x="703769" y="140011"/>
                </a:lnTo>
                <a:lnTo>
                  <a:pt x="703633" y="139798"/>
                </a:lnTo>
                <a:lnTo>
                  <a:pt x="703500" y="139580"/>
                </a:lnTo>
                <a:lnTo>
                  <a:pt x="703372" y="139356"/>
                </a:lnTo>
                <a:lnTo>
                  <a:pt x="703249" y="139128"/>
                </a:lnTo>
                <a:lnTo>
                  <a:pt x="703129" y="138894"/>
                </a:lnTo>
                <a:lnTo>
                  <a:pt x="703014" y="138655"/>
                </a:lnTo>
                <a:lnTo>
                  <a:pt x="702904" y="138411"/>
                </a:lnTo>
                <a:lnTo>
                  <a:pt x="702797" y="138154"/>
                </a:lnTo>
                <a:lnTo>
                  <a:pt x="702696" y="137876"/>
                </a:lnTo>
                <a:lnTo>
                  <a:pt x="702598" y="137577"/>
                </a:lnTo>
                <a:lnTo>
                  <a:pt x="702506" y="137257"/>
                </a:lnTo>
                <a:lnTo>
                  <a:pt x="702417" y="136917"/>
                </a:lnTo>
                <a:lnTo>
                  <a:pt x="702334" y="136556"/>
                </a:lnTo>
                <a:lnTo>
                  <a:pt x="702255" y="136174"/>
                </a:lnTo>
                <a:lnTo>
                  <a:pt x="702180" y="135772"/>
                </a:lnTo>
                <a:lnTo>
                  <a:pt x="702110" y="135348"/>
                </a:lnTo>
                <a:lnTo>
                  <a:pt x="702044" y="134904"/>
                </a:lnTo>
                <a:lnTo>
                  <a:pt x="701983" y="134440"/>
                </a:lnTo>
                <a:lnTo>
                  <a:pt x="701927" y="133954"/>
                </a:lnTo>
                <a:lnTo>
                  <a:pt x="701875" y="133448"/>
                </a:lnTo>
                <a:lnTo>
                  <a:pt x="701827" y="132921"/>
                </a:lnTo>
                <a:lnTo>
                  <a:pt x="701784" y="132373"/>
                </a:lnTo>
                <a:lnTo>
                  <a:pt x="701746" y="131804"/>
                </a:lnTo>
                <a:lnTo>
                  <a:pt x="701712" y="131215"/>
                </a:lnTo>
                <a:lnTo>
                  <a:pt x="701683" y="130605"/>
                </a:lnTo>
                <a:lnTo>
                  <a:pt x="701658" y="129974"/>
                </a:lnTo>
                <a:lnTo>
                  <a:pt x="701638" y="129323"/>
                </a:lnTo>
                <a:lnTo>
                  <a:pt x="701622" y="128650"/>
                </a:lnTo>
                <a:lnTo>
                  <a:pt x="701610" y="127957"/>
                </a:lnTo>
                <a:lnTo>
                  <a:pt x="701604" y="127243"/>
                </a:lnTo>
                <a:lnTo>
                  <a:pt x="701601" y="126509"/>
                </a:lnTo>
                <a:lnTo>
                  <a:pt x="701601" y="50004"/>
                </a:lnTo>
                <a:lnTo>
                  <a:pt x="697018" y="50004"/>
                </a:lnTo>
                <a:lnTo>
                  <a:pt x="668265" y="61646"/>
                </a:lnTo>
                <a:lnTo>
                  <a:pt x="669723" y="65390"/>
                </a:lnTo>
                <a:lnTo>
                  <a:pt x="670069" y="65263"/>
                </a:lnTo>
                <a:lnTo>
                  <a:pt x="670409" y="65141"/>
                </a:lnTo>
                <a:lnTo>
                  <a:pt x="670746" y="65024"/>
                </a:lnTo>
                <a:lnTo>
                  <a:pt x="671078" y="64913"/>
                </a:lnTo>
                <a:lnTo>
                  <a:pt x="671405" y="64808"/>
                </a:lnTo>
                <a:lnTo>
                  <a:pt x="671729" y="64708"/>
                </a:lnTo>
                <a:lnTo>
                  <a:pt x="672048" y="64613"/>
                </a:lnTo>
                <a:lnTo>
                  <a:pt x="672363" y="64524"/>
                </a:lnTo>
                <a:lnTo>
                  <a:pt x="672673" y="64440"/>
                </a:lnTo>
                <a:lnTo>
                  <a:pt x="672979" y="64361"/>
                </a:lnTo>
                <a:lnTo>
                  <a:pt x="673281" y="64288"/>
                </a:lnTo>
                <a:lnTo>
                  <a:pt x="673578" y="64220"/>
                </a:lnTo>
                <a:lnTo>
                  <a:pt x="673871" y="64158"/>
                </a:lnTo>
                <a:lnTo>
                  <a:pt x="674160" y="64101"/>
                </a:lnTo>
                <a:lnTo>
                  <a:pt x="674444" y="64050"/>
                </a:lnTo>
                <a:lnTo>
                  <a:pt x="674724" y="64004"/>
                </a:lnTo>
                <a:lnTo>
                  <a:pt x="675000" y="63963"/>
                </a:lnTo>
                <a:lnTo>
                  <a:pt x="675271" y="63928"/>
                </a:lnTo>
                <a:lnTo>
                  <a:pt x="675538" y="63898"/>
                </a:lnTo>
                <a:lnTo>
                  <a:pt x="675800" y="63874"/>
                </a:lnTo>
                <a:lnTo>
                  <a:pt x="676059" y="63855"/>
                </a:lnTo>
                <a:lnTo>
                  <a:pt x="676313" y="63841"/>
                </a:lnTo>
                <a:lnTo>
                  <a:pt x="676562" y="63833"/>
                </a:lnTo>
                <a:lnTo>
                  <a:pt x="676807" y="63831"/>
                </a:lnTo>
                <a:lnTo>
                  <a:pt x="677031" y="63833"/>
                </a:lnTo>
                <a:lnTo>
                  <a:pt x="677251" y="63840"/>
                </a:lnTo>
                <a:lnTo>
                  <a:pt x="677467" y="63851"/>
                </a:lnTo>
                <a:lnTo>
                  <a:pt x="677678" y="63867"/>
                </a:lnTo>
                <a:lnTo>
                  <a:pt x="677886" y="63887"/>
                </a:lnTo>
                <a:lnTo>
                  <a:pt x="678090" y="63912"/>
                </a:lnTo>
                <a:lnTo>
                  <a:pt x="678290" y="63941"/>
                </a:lnTo>
                <a:lnTo>
                  <a:pt x="678486" y="63975"/>
                </a:lnTo>
                <a:lnTo>
                  <a:pt x="678678" y="64013"/>
                </a:lnTo>
                <a:lnTo>
                  <a:pt x="678866" y="64056"/>
                </a:lnTo>
                <a:lnTo>
                  <a:pt x="679050" y="64103"/>
                </a:lnTo>
                <a:lnTo>
                  <a:pt x="679230" y="64155"/>
                </a:lnTo>
                <a:lnTo>
                  <a:pt x="679406" y="64212"/>
                </a:lnTo>
                <a:lnTo>
                  <a:pt x="679578" y="64273"/>
                </a:lnTo>
                <a:lnTo>
                  <a:pt x="679746" y="64338"/>
                </a:lnTo>
                <a:lnTo>
                  <a:pt x="679910" y="64408"/>
                </a:lnTo>
                <a:lnTo>
                  <a:pt x="680070" y="64482"/>
                </a:lnTo>
                <a:lnTo>
                  <a:pt x="680226" y="64561"/>
                </a:lnTo>
                <a:lnTo>
                  <a:pt x="680378" y="64645"/>
                </a:lnTo>
                <a:lnTo>
                  <a:pt x="680526" y="64733"/>
                </a:lnTo>
                <a:lnTo>
                  <a:pt x="680670" y="64825"/>
                </a:lnTo>
                <a:lnTo>
                  <a:pt x="680810" y="64922"/>
                </a:lnTo>
                <a:lnTo>
                  <a:pt x="680946" y="65024"/>
                </a:lnTo>
                <a:lnTo>
                  <a:pt x="681079" y="65130"/>
                </a:lnTo>
                <a:lnTo>
                  <a:pt x="681207" y="65241"/>
                </a:lnTo>
                <a:lnTo>
                  <a:pt x="681333" y="65360"/>
                </a:lnTo>
                <a:lnTo>
                  <a:pt x="681456" y="65486"/>
                </a:lnTo>
                <a:lnTo>
                  <a:pt x="681576" y="65619"/>
                </a:lnTo>
                <a:lnTo>
                  <a:pt x="681694" y="65759"/>
                </a:lnTo>
                <a:lnTo>
                  <a:pt x="681808" y="65906"/>
                </a:lnTo>
                <a:lnTo>
                  <a:pt x="681919" y="66060"/>
                </a:lnTo>
                <a:lnTo>
                  <a:pt x="682028" y="66221"/>
                </a:lnTo>
                <a:lnTo>
                  <a:pt x="682133" y="66389"/>
                </a:lnTo>
                <a:lnTo>
                  <a:pt x="682236" y="66564"/>
                </a:lnTo>
                <a:lnTo>
                  <a:pt x="682336" y="66746"/>
                </a:lnTo>
                <a:lnTo>
                  <a:pt x="682433" y="66936"/>
                </a:lnTo>
                <a:lnTo>
                  <a:pt x="682527" y="67132"/>
                </a:lnTo>
                <a:lnTo>
                  <a:pt x="682618" y="67335"/>
                </a:lnTo>
                <a:lnTo>
                  <a:pt x="682706" y="67545"/>
                </a:lnTo>
                <a:lnTo>
                  <a:pt x="682792" y="67763"/>
                </a:lnTo>
                <a:lnTo>
                  <a:pt x="682874" y="67987"/>
                </a:lnTo>
                <a:lnTo>
                  <a:pt x="682954" y="68219"/>
                </a:lnTo>
                <a:lnTo>
                  <a:pt x="683031" y="68457"/>
                </a:lnTo>
                <a:lnTo>
                  <a:pt x="683104" y="68703"/>
                </a:lnTo>
                <a:lnTo>
                  <a:pt x="683175" y="68955"/>
                </a:lnTo>
                <a:lnTo>
                  <a:pt x="683243" y="69215"/>
                </a:lnTo>
                <a:lnTo>
                  <a:pt x="683308" y="69482"/>
                </a:lnTo>
                <a:lnTo>
                  <a:pt x="683371" y="69756"/>
                </a:lnTo>
                <a:lnTo>
                  <a:pt x="683447" y="70155"/>
                </a:lnTo>
                <a:lnTo>
                  <a:pt x="683520" y="70593"/>
                </a:lnTo>
                <a:lnTo>
                  <a:pt x="683590" y="71069"/>
                </a:lnTo>
                <a:lnTo>
                  <a:pt x="683657" y="71582"/>
                </a:lnTo>
                <a:lnTo>
                  <a:pt x="683721" y="72134"/>
                </a:lnTo>
                <a:lnTo>
                  <a:pt x="683781" y="72723"/>
                </a:lnTo>
                <a:lnTo>
                  <a:pt x="683838" y="73351"/>
                </a:lnTo>
                <a:lnTo>
                  <a:pt x="683891" y="74016"/>
                </a:lnTo>
                <a:lnTo>
                  <a:pt x="683942" y="74719"/>
                </a:lnTo>
                <a:lnTo>
                  <a:pt x="683989" y="75460"/>
                </a:lnTo>
                <a:lnTo>
                  <a:pt x="684033" y="76239"/>
                </a:lnTo>
                <a:lnTo>
                  <a:pt x="684074" y="77056"/>
                </a:lnTo>
                <a:lnTo>
                  <a:pt x="684111" y="77911"/>
                </a:lnTo>
                <a:lnTo>
                  <a:pt x="684145" y="78804"/>
                </a:lnTo>
                <a:lnTo>
                  <a:pt x="684176" y="79734"/>
                </a:lnTo>
                <a:lnTo>
                  <a:pt x="684204" y="80703"/>
                </a:lnTo>
                <a:lnTo>
                  <a:pt x="684228" y="81709"/>
                </a:lnTo>
                <a:lnTo>
                  <a:pt x="684250" y="82754"/>
                </a:lnTo>
                <a:lnTo>
                  <a:pt x="684267" y="83836"/>
                </a:lnTo>
                <a:lnTo>
                  <a:pt x="684282" y="84956"/>
                </a:lnTo>
                <a:lnTo>
                  <a:pt x="684293" y="86114"/>
                </a:lnTo>
                <a:lnTo>
                  <a:pt x="684302" y="87310"/>
                </a:lnTo>
                <a:lnTo>
                  <a:pt x="684306" y="88544"/>
                </a:lnTo>
                <a:lnTo>
                  <a:pt x="684308" y="89816"/>
                </a:lnTo>
                <a:lnTo>
                  <a:pt x="684308" y="126509"/>
                </a:lnTo>
                <a:lnTo>
                  <a:pt x="684306" y="127235"/>
                </a:lnTo>
                <a:lnTo>
                  <a:pt x="684298" y="127942"/>
                </a:lnTo>
                <a:lnTo>
                  <a:pt x="684286" y="128628"/>
                </a:lnTo>
                <a:lnTo>
                  <a:pt x="684269" y="129295"/>
                </a:lnTo>
                <a:lnTo>
                  <a:pt x="684247" y="129942"/>
                </a:lnTo>
                <a:lnTo>
                  <a:pt x="684220" y="130569"/>
                </a:lnTo>
                <a:lnTo>
                  <a:pt x="684188" y="131176"/>
                </a:lnTo>
                <a:lnTo>
                  <a:pt x="684152" y="131764"/>
                </a:lnTo>
                <a:lnTo>
                  <a:pt x="684110" y="132331"/>
                </a:lnTo>
                <a:lnTo>
                  <a:pt x="684064" y="132879"/>
                </a:lnTo>
                <a:lnTo>
                  <a:pt x="684013" y="133407"/>
                </a:lnTo>
                <a:lnTo>
                  <a:pt x="683957" y="133915"/>
                </a:lnTo>
                <a:lnTo>
                  <a:pt x="683895" y="134403"/>
                </a:lnTo>
                <a:lnTo>
                  <a:pt x="683830" y="134871"/>
                </a:lnTo>
                <a:lnTo>
                  <a:pt x="683759" y="135320"/>
                </a:lnTo>
                <a:lnTo>
                  <a:pt x="683683" y="135749"/>
                </a:lnTo>
                <a:lnTo>
                  <a:pt x="683602" y="136157"/>
                </a:lnTo>
                <a:lnTo>
                  <a:pt x="683517" y="136546"/>
                </a:lnTo>
                <a:lnTo>
                  <a:pt x="683427" y="136915"/>
                </a:lnTo>
                <a:lnTo>
                  <a:pt x="683331" y="137265"/>
                </a:lnTo>
                <a:lnTo>
                  <a:pt x="683231" y="137594"/>
                </a:lnTo>
                <a:lnTo>
                  <a:pt x="683126" y="137903"/>
                </a:lnTo>
                <a:lnTo>
                  <a:pt x="683017" y="138193"/>
                </a:lnTo>
                <a:lnTo>
                  <a:pt x="682902" y="138463"/>
                </a:lnTo>
                <a:lnTo>
                  <a:pt x="682783" y="138720"/>
                </a:lnTo>
                <a:lnTo>
                  <a:pt x="682660" y="138970"/>
                </a:lnTo>
                <a:lnTo>
                  <a:pt x="682535" y="139215"/>
                </a:lnTo>
                <a:lnTo>
                  <a:pt x="682405" y="139453"/>
                </a:lnTo>
                <a:lnTo>
                  <a:pt x="682273" y="139686"/>
                </a:lnTo>
                <a:lnTo>
                  <a:pt x="682137" y="139912"/>
                </a:lnTo>
                <a:lnTo>
                  <a:pt x="681997" y="140132"/>
                </a:lnTo>
                <a:lnTo>
                  <a:pt x="681854" y="140346"/>
                </a:lnTo>
                <a:lnTo>
                  <a:pt x="681708" y="140553"/>
                </a:lnTo>
                <a:lnTo>
                  <a:pt x="681558" y="140755"/>
                </a:lnTo>
                <a:lnTo>
                  <a:pt x="681405" y="140950"/>
                </a:lnTo>
                <a:lnTo>
                  <a:pt x="681248" y="141140"/>
                </a:lnTo>
                <a:lnTo>
                  <a:pt x="681088" y="141323"/>
                </a:lnTo>
                <a:lnTo>
                  <a:pt x="680924" y="141500"/>
                </a:lnTo>
                <a:lnTo>
                  <a:pt x="680757" y="141671"/>
                </a:lnTo>
                <a:lnTo>
                  <a:pt x="680587" y="141836"/>
                </a:lnTo>
                <a:lnTo>
                  <a:pt x="680413" y="141994"/>
                </a:lnTo>
                <a:lnTo>
                  <a:pt x="680235" y="142147"/>
                </a:lnTo>
                <a:lnTo>
                  <a:pt x="680055" y="142293"/>
                </a:lnTo>
                <a:lnTo>
                  <a:pt x="679871" y="142433"/>
                </a:lnTo>
                <a:lnTo>
                  <a:pt x="679683" y="142567"/>
                </a:lnTo>
                <a:lnTo>
                  <a:pt x="679492" y="142695"/>
                </a:lnTo>
                <a:lnTo>
                  <a:pt x="679297" y="142817"/>
                </a:lnTo>
                <a:lnTo>
                  <a:pt x="679099" y="142933"/>
                </a:lnTo>
                <a:lnTo>
                  <a:pt x="678892" y="143043"/>
                </a:lnTo>
                <a:lnTo>
                  <a:pt x="678668" y="143148"/>
                </a:lnTo>
                <a:lnTo>
                  <a:pt x="678429" y="143249"/>
                </a:lnTo>
                <a:lnTo>
                  <a:pt x="678173" y="143346"/>
                </a:lnTo>
                <a:lnTo>
                  <a:pt x="677902" y="143437"/>
                </a:lnTo>
                <a:lnTo>
                  <a:pt x="677615" y="143524"/>
                </a:lnTo>
                <a:lnTo>
                  <a:pt x="677312" y="143606"/>
                </a:lnTo>
                <a:lnTo>
                  <a:pt x="676993" y="143683"/>
                </a:lnTo>
                <a:lnTo>
                  <a:pt x="676658" y="143756"/>
                </a:lnTo>
                <a:lnTo>
                  <a:pt x="676307" y="143824"/>
                </a:lnTo>
                <a:lnTo>
                  <a:pt x="675940" y="143887"/>
                </a:lnTo>
                <a:lnTo>
                  <a:pt x="675557" y="143946"/>
                </a:lnTo>
                <a:lnTo>
                  <a:pt x="675159" y="144000"/>
                </a:lnTo>
                <a:lnTo>
                  <a:pt x="674744" y="144049"/>
                </a:lnTo>
                <a:lnTo>
                  <a:pt x="674314" y="144094"/>
                </a:lnTo>
                <a:lnTo>
                  <a:pt x="673867" y="144134"/>
                </a:lnTo>
                <a:lnTo>
                  <a:pt x="673405" y="144169"/>
                </a:lnTo>
                <a:lnTo>
                  <a:pt x="672927" y="144199"/>
                </a:lnTo>
                <a:lnTo>
                  <a:pt x="672433" y="144225"/>
                </a:lnTo>
                <a:lnTo>
                  <a:pt x="671923" y="144246"/>
                </a:lnTo>
                <a:lnTo>
                  <a:pt x="671397" y="144263"/>
                </a:lnTo>
                <a:lnTo>
                  <a:pt x="670855" y="144274"/>
                </a:lnTo>
                <a:lnTo>
                  <a:pt x="670297" y="144281"/>
                </a:lnTo>
                <a:lnTo>
                  <a:pt x="669723" y="144284"/>
                </a:lnTo>
                <a:lnTo>
                  <a:pt x="669723" y="148138"/>
                </a:lnTo>
                <a:lnTo>
                  <a:pt x="716031" y="148138"/>
                </a:lnTo>
                <a:lnTo>
                  <a:pt x="716082" y="148138"/>
                </a:lnTo>
                <a:lnTo>
                  <a:pt x="763222" y="148138"/>
                </a:lnTo>
                <a:lnTo>
                  <a:pt x="763222" y="144284"/>
                </a:lnTo>
                <a:lnTo>
                  <a:pt x="762581" y="144281"/>
                </a:lnTo>
                <a:lnTo>
                  <a:pt x="761957" y="144274"/>
                </a:lnTo>
                <a:lnTo>
                  <a:pt x="761351" y="144262"/>
                </a:lnTo>
                <a:lnTo>
                  <a:pt x="760764" y="144245"/>
                </a:lnTo>
                <a:lnTo>
                  <a:pt x="760195" y="144223"/>
                </a:lnTo>
                <a:lnTo>
                  <a:pt x="759645" y="144196"/>
                </a:lnTo>
                <a:lnTo>
                  <a:pt x="759112" y="144165"/>
                </a:lnTo>
                <a:lnTo>
                  <a:pt x="758598" y="144128"/>
                </a:lnTo>
                <a:lnTo>
                  <a:pt x="758102" y="144087"/>
                </a:lnTo>
                <a:lnTo>
                  <a:pt x="757625" y="144041"/>
                </a:lnTo>
                <a:lnTo>
                  <a:pt x="757166" y="143990"/>
                </a:lnTo>
                <a:lnTo>
                  <a:pt x="756724" y="143934"/>
                </a:lnTo>
                <a:lnTo>
                  <a:pt x="756302" y="143873"/>
                </a:lnTo>
                <a:lnTo>
                  <a:pt x="755897" y="143807"/>
                </a:lnTo>
                <a:lnTo>
                  <a:pt x="755511" y="143737"/>
                </a:lnTo>
                <a:lnTo>
                  <a:pt x="755143" y="143662"/>
                </a:lnTo>
                <a:lnTo>
                  <a:pt x="754793" y="143581"/>
                </a:lnTo>
                <a:lnTo>
                  <a:pt x="754462" y="143496"/>
                </a:lnTo>
                <a:lnTo>
                  <a:pt x="754149" y="143406"/>
                </a:lnTo>
                <a:lnTo>
                  <a:pt x="753854" y="143312"/>
                </a:lnTo>
                <a:lnTo>
                  <a:pt x="753577" y="143212"/>
                </a:lnTo>
                <a:lnTo>
                  <a:pt x="753319" y="143107"/>
                </a:lnTo>
                <a:lnTo>
                  <a:pt x="753079" y="142998"/>
                </a:lnTo>
                <a:lnTo>
                  <a:pt x="752857" y="142884"/>
                </a:lnTo>
                <a:lnTo>
                  <a:pt x="752646" y="142764"/>
                </a:lnTo>
                <a:lnTo>
                  <a:pt x="752439" y="142639"/>
                </a:lnTo>
                <a:lnTo>
                  <a:pt x="752236" y="142509"/>
                </a:lnTo>
                <a:lnTo>
                  <a:pt x="752037" y="142373"/>
                </a:lnTo>
                <a:lnTo>
                  <a:pt x="751841" y="142231"/>
                </a:lnTo>
                <a:lnTo>
                  <a:pt x="751649" y="142084"/>
                </a:lnTo>
                <a:lnTo>
                  <a:pt x="751461" y="141931"/>
                </a:lnTo>
                <a:lnTo>
                  <a:pt x="751277" y="141772"/>
                </a:lnTo>
                <a:lnTo>
                  <a:pt x="751097" y="141608"/>
                </a:lnTo>
                <a:lnTo>
                  <a:pt x="750920" y="141439"/>
                </a:lnTo>
                <a:lnTo>
                  <a:pt x="750747" y="141263"/>
                </a:lnTo>
                <a:lnTo>
                  <a:pt x="750578" y="141083"/>
                </a:lnTo>
                <a:lnTo>
                  <a:pt x="750413" y="140896"/>
                </a:lnTo>
                <a:lnTo>
                  <a:pt x="750251" y="140705"/>
                </a:lnTo>
                <a:lnTo>
                  <a:pt x="750094" y="140507"/>
                </a:lnTo>
                <a:lnTo>
                  <a:pt x="749940" y="140304"/>
                </a:lnTo>
                <a:lnTo>
                  <a:pt x="749790" y="140095"/>
                </a:lnTo>
                <a:lnTo>
                  <a:pt x="749644" y="139881"/>
                </a:lnTo>
                <a:lnTo>
                  <a:pt x="749501" y="139662"/>
                </a:lnTo>
                <a:lnTo>
                  <a:pt x="749363" y="139436"/>
                </a:lnTo>
                <a:lnTo>
                  <a:pt x="749228" y="139205"/>
                </a:lnTo>
                <a:lnTo>
                  <a:pt x="749097" y="138969"/>
                </a:lnTo>
                <a:lnTo>
                  <a:pt x="748970" y="138727"/>
                </a:lnTo>
                <a:lnTo>
                  <a:pt x="748846" y="138479"/>
                </a:lnTo>
                <a:lnTo>
                  <a:pt x="748753" y="138276"/>
                </a:lnTo>
                <a:lnTo>
                  <a:pt x="748663" y="138048"/>
                </a:lnTo>
                <a:lnTo>
                  <a:pt x="748578" y="137794"/>
                </a:lnTo>
                <a:lnTo>
                  <a:pt x="748496" y="137515"/>
                </a:lnTo>
                <a:lnTo>
                  <a:pt x="748418" y="137210"/>
                </a:lnTo>
                <a:lnTo>
                  <a:pt x="748345" y="136880"/>
                </a:lnTo>
                <a:lnTo>
                  <a:pt x="748275" y="136524"/>
                </a:lnTo>
                <a:lnTo>
                  <a:pt x="748210" y="136142"/>
                </a:lnTo>
                <a:lnTo>
                  <a:pt x="748148" y="135735"/>
                </a:lnTo>
                <a:lnTo>
                  <a:pt x="748090" y="135302"/>
                </a:lnTo>
                <a:lnTo>
                  <a:pt x="748036" y="134844"/>
                </a:lnTo>
                <a:lnTo>
                  <a:pt x="747987" y="134360"/>
                </a:lnTo>
                <a:lnTo>
                  <a:pt x="747941" y="133851"/>
                </a:lnTo>
                <a:lnTo>
                  <a:pt x="747899" y="133316"/>
                </a:lnTo>
                <a:lnTo>
                  <a:pt x="747861" y="132755"/>
                </a:lnTo>
                <a:lnTo>
                  <a:pt x="747828" y="132169"/>
                </a:lnTo>
                <a:lnTo>
                  <a:pt x="747798" y="131558"/>
                </a:lnTo>
                <a:lnTo>
                  <a:pt x="747772" y="130921"/>
                </a:lnTo>
                <a:lnTo>
                  <a:pt x="747750" y="130258"/>
                </a:lnTo>
                <a:lnTo>
                  <a:pt x="747732" y="129569"/>
                </a:lnTo>
                <a:lnTo>
                  <a:pt x="747718" y="128856"/>
                </a:lnTo>
                <a:lnTo>
                  <a:pt x="747708" y="128116"/>
                </a:lnTo>
                <a:lnTo>
                  <a:pt x="747702" y="127351"/>
                </a:lnTo>
                <a:lnTo>
                  <a:pt x="747700" y="126561"/>
                </a:lnTo>
                <a:lnTo>
                  <a:pt x="747700" y="76501"/>
                </a:lnTo>
                <a:lnTo>
                  <a:pt x="748725" y="75401"/>
                </a:lnTo>
                <a:lnTo>
                  <a:pt x="749750" y="74349"/>
                </a:lnTo>
                <a:lnTo>
                  <a:pt x="750775" y="73343"/>
                </a:lnTo>
                <a:lnTo>
                  <a:pt x="751801" y="72384"/>
                </a:lnTo>
                <a:lnTo>
                  <a:pt x="752827" y="71471"/>
                </a:lnTo>
                <a:lnTo>
                  <a:pt x="753853" y="70606"/>
                </a:lnTo>
                <a:lnTo>
                  <a:pt x="754880" y="69787"/>
                </a:lnTo>
                <a:lnTo>
                  <a:pt x="755907" y="69015"/>
                </a:lnTo>
                <a:lnTo>
                  <a:pt x="756934" y="68290"/>
                </a:lnTo>
                <a:lnTo>
                  <a:pt x="757962" y="67612"/>
                </a:lnTo>
                <a:lnTo>
                  <a:pt x="758991" y="66980"/>
                </a:lnTo>
                <a:lnTo>
                  <a:pt x="760019" y="66395"/>
                </a:lnTo>
                <a:lnTo>
                  <a:pt x="761048" y="65857"/>
                </a:lnTo>
                <a:lnTo>
                  <a:pt x="762077" y="65366"/>
                </a:lnTo>
                <a:lnTo>
                  <a:pt x="763107" y="64921"/>
                </a:lnTo>
                <a:lnTo>
                  <a:pt x="764137" y="64524"/>
                </a:lnTo>
                <a:lnTo>
                  <a:pt x="765167" y="64173"/>
                </a:lnTo>
                <a:lnTo>
                  <a:pt x="766198" y="63869"/>
                </a:lnTo>
                <a:lnTo>
                  <a:pt x="767229" y="63611"/>
                </a:lnTo>
                <a:lnTo>
                  <a:pt x="768261" y="63401"/>
                </a:lnTo>
                <a:lnTo>
                  <a:pt x="769292" y="63237"/>
                </a:lnTo>
                <a:lnTo>
                  <a:pt x="770325" y="63120"/>
                </a:lnTo>
                <a:lnTo>
                  <a:pt x="771357" y="63050"/>
                </a:lnTo>
                <a:lnTo>
                  <a:pt x="772390" y="63026"/>
                </a:lnTo>
                <a:lnTo>
                  <a:pt x="773050" y="63037"/>
                </a:lnTo>
                <a:lnTo>
                  <a:pt x="773695" y="63067"/>
                </a:lnTo>
                <a:lnTo>
                  <a:pt x="774323" y="63118"/>
                </a:lnTo>
                <a:lnTo>
                  <a:pt x="774935" y="63189"/>
                </a:lnTo>
                <a:lnTo>
                  <a:pt x="775531" y="63281"/>
                </a:lnTo>
                <a:lnTo>
                  <a:pt x="776111" y="63393"/>
                </a:lnTo>
                <a:lnTo>
                  <a:pt x="776675" y="63525"/>
                </a:lnTo>
                <a:lnTo>
                  <a:pt x="777223" y="63677"/>
                </a:lnTo>
                <a:lnTo>
                  <a:pt x="777754" y="63850"/>
                </a:lnTo>
                <a:lnTo>
                  <a:pt x="778270" y="64043"/>
                </a:lnTo>
                <a:lnTo>
                  <a:pt x="778769" y="64257"/>
                </a:lnTo>
                <a:lnTo>
                  <a:pt x="779253" y="64491"/>
                </a:lnTo>
                <a:lnTo>
                  <a:pt x="779720" y="64745"/>
                </a:lnTo>
                <a:lnTo>
                  <a:pt x="780171" y="65019"/>
                </a:lnTo>
                <a:lnTo>
                  <a:pt x="780606" y="65314"/>
                </a:lnTo>
                <a:lnTo>
                  <a:pt x="781025" y="65629"/>
                </a:lnTo>
                <a:lnTo>
                  <a:pt x="781428" y="65965"/>
                </a:lnTo>
                <a:lnTo>
                  <a:pt x="781815" y="66321"/>
                </a:lnTo>
                <a:lnTo>
                  <a:pt x="782185" y="66697"/>
                </a:lnTo>
                <a:lnTo>
                  <a:pt x="782540" y="67094"/>
                </a:lnTo>
                <a:lnTo>
                  <a:pt x="782878" y="67510"/>
                </a:lnTo>
                <a:lnTo>
                  <a:pt x="783201" y="67948"/>
                </a:lnTo>
                <a:lnTo>
                  <a:pt x="783507" y="68405"/>
                </a:lnTo>
                <a:lnTo>
                  <a:pt x="783797" y="68883"/>
                </a:lnTo>
                <a:lnTo>
                  <a:pt x="784073" y="69383"/>
                </a:lnTo>
                <a:lnTo>
                  <a:pt x="784338" y="69908"/>
                </a:lnTo>
                <a:lnTo>
                  <a:pt x="784591" y="70458"/>
                </a:lnTo>
                <a:lnTo>
                  <a:pt x="784832" y="71032"/>
                </a:lnTo>
                <a:lnTo>
                  <a:pt x="785061" y="71631"/>
                </a:lnTo>
                <a:lnTo>
                  <a:pt x="785278" y="72255"/>
                </a:lnTo>
                <a:lnTo>
                  <a:pt x="785484" y="72903"/>
                </a:lnTo>
                <a:lnTo>
                  <a:pt x="785678" y="73576"/>
                </a:lnTo>
                <a:lnTo>
                  <a:pt x="785860" y="74274"/>
                </a:lnTo>
                <a:lnTo>
                  <a:pt x="786031" y="74996"/>
                </a:lnTo>
                <a:lnTo>
                  <a:pt x="786190" y="75743"/>
                </a:lnTo>
                <a:lnTo>
                  <a:pt x="786337" y="76514"/>
                </a:lnTo>
                <a:lnTo>
                  <a:pt x="786472" y="77310"/>
                </a:lnTo>
                <a:lnTo>
                  <a:pt x="786595" y="78131"/>
                </a:lnTo>
                <a:lnTo>
                  <a:pt x="786707" y="78976"/>
                </a:lnTo>
                <a:lnTo>
                  <a:pt x="786807" y="79846"/>
                </a:lnTo>
                <a:lnTo>
                  <a:pt x="786895" y="80741"/>
                </a:lnTo>
                <a:lnTo>
                  <a:pt x="786971" y="81660"/>
                </a:lnTo>
                <a:lnTo>
                  <a:pt x="787036" y="82604"/>
                </a:lnTo>
                <a:lnTo>
                  <a:pt x="787089" y="83573"/>
                </a:lnTo>
                <a:lnTo>
                  <a:pt x="787130" y="84566"/>
                </a:lnTo>
                <a:lnTo>
                  <a:pt x="787159" y="85584"/>
                </a:lnTo>
                <a:lnTo>
                  <a:pt x="787177" y="86626"/>
                </a:lnTo>
                <a:lnTo>
                  <a:pt x="787183" y="87693"/>
                </a:lnTo>
                <a:lnTo>
                  <a:pt x="787183" y="126561"/>
                </a:lnTo>
                <a:lnTo>
                  <a:pt x="787182" y="127232"/>
                </a:lnTo>
                <a:lnTo>
                  <a:pt x="787180" y="127879"/>
                </a:lnTo>
                <a:lnTo>
                  <a:pt x="787176" y="128504"/>
                </a:lnTo>
                <a:lnTo>
                  <a:pt x="787171" y="129106"/>
                </a:lnTo>
                <a:lnTo>
                  <a:pt x="787165" y="129684"/>
                </a:lnTo>
                <a:lnTo>
                  <a:pt x="787157" y="130240"/>
                </a:lnTo>
                <a:lnTo>
                  <a:pt x="787148" y="130773"/>
                </a:lnTo>
                <a:lnTo>
                  <a:pt x="787137" y="131282"/>
                </a:lnTo>
                <a:lnTo>
                  <a:pt x="787124" y="131769"/>
                </a:lnTo>
                <a:lnTo>
                  <a:pt x="787111" y="132232"/>
                </a:lnTo>
                <a:lnTo>
                  <a:pt x="787095" y="132673"/>
                </a:lnTo>
                <a:lnTo>
                  <a:pt x="787079" y="133090"/>
                </a:lnTo>
                <a:lnTo>
                  <a:pt x="787061" y="133485"/>
                </a:lnTo>
                <a:lnTo>
                  <a:pt x="787041" y="133856"/>
                </a:lnTo>
                <a:lnTo>
                  <a:pt x="787020" y="134205"/>
                </a:lnTo>
                <a:lnTo>
                  <a:pt x="786998" y="134530"/>
                </a:lnTo>
                <a:lnTo>
                  <a:pt x="786974" y="134833"/>
                </a:lnTo>
                <a:lnTo>
                  <a:pt x="786949" y="135112"/>
                </a:lnTo>
                <a:lnTo>
                  <a:pt x="786922" y="135368"/>
                </a:lnTo>
                <a:lnTo>
                  <a:pt x="786894" y="135602"/>
                </a:lnTo>
                <a:lnTo>
                  <a:pt x="786864" y="135812"/>
                </a:lnTo>
                <a:lnTo>
                  <a:pt x="786833" y="135999"/>
                </a:lnTo>
                <a:lnTo>
                  <a:pt x="786800" y="136163"/>
                </a:lnTo>
                <a:lnTo>
                  <a:pt x="786766" y="136304"/>
                </a:lnTo>
                <a:lnTo>
                  <a:pt x="786677" y="136629"/>
                </a:lnTo>
                <a:lnTo>
                  <a:pt x="786581" y="136947"/>
                </a:lnTo>
                <a:lnTo>
                  <a:pt x="786481" y="137259"/>
                </a:lnTo>
                <a:lnTo>
                  <a:pt x="786374" y="137563"/>
                </a:lnTo>
                <a:lnTo>
                  <a:pt x="786262" y="137861"/>
                </a:lnTo>
                <a:lnTo>
                  <a:pt x="786144" y="138153"/>
                </a:lnTo>
                <a:lnTo>
                  <a:pt x="786021" y="138438"/>
                </a:lnTo>
                <a:lnTo>
                  <a:pt x="785892" y="138716"/>
                </a:lnTo>
                <a:lnTo>
                  <a:pt x="785758" y="138987"/>
                </a:lnTo>
                <a:lnTo>
                  <a:pt x="785618" y="139252"/>
                </a:lnTo>
                <a:lnTo>
                  <a:pt x="785472" y="139510"/>
                </a:lnTo>
                <a:lnTo>
                  <a:pt x="785321" y="139762"/>
                </a:lnTo>
                <a:lnTo>
                  <a:pt x="785164" y="140007"/>
                </a:lnTo>
                <a:lnTo>
                  <a:pt x="785001" y="140245"/>
                </a:lnTo>
                <a:lnTo>
                  <a:pt x="784833" y="140477"/>
                </a:lnTo>
                <a:lnTo>
                  <a:pt x="784660" y="140702"/>
                </a:lnTo>
                <a:lnTo>
                  <a:pt x="784480" y="140920"/>
                </a:lnTo>
                <a:lnTo>
                  <a:pt x="784295" y="141132"/>
                </a:lnTo>
                <a:lnTo>
                  <a:pt x="784105" y="141337"/>
                </a:lnTo>
                <a:lnTo>
                  <a:pt x="783909" y="141535"/>
                </a:lnTo>
                <a:lnTo>
                  <a:pt x="783707" y="141727"/>
                </a:lnTo>
                <a:lnTo>
                  <a:pt x="783500" y="141912"/>
                </a:lnTo>
                <a:lnTo>
                  <a:pt x="783287" y="142090"/>
                </a:lnTo>
                <a:lnTo>
                  <a:pt x="783068" y="142262"/>
                </a:lnTo>
                <a:lnTo>
                  <a:pt x="782840" y="142427"/>
                </a:lnTo>
                <a:lnTo>
                  <a:pt x="782597" y="142585"/>
                </a:lnTo>
                <a:lnTo>
                  <a:pt x="782341" y="142736"/>
                </a:lnTo>
                <a:lnTo>
                  <a:pt x="782071" y="142880"/>
                </a:lnTo>
                <a:lnTo>
                  <a:pt x="781787" y="143017"/>
                </a:lnTo>
                <a:lnTo>
                  <a:pt x="781489" y="143147"/>
                </a:lnTo>
                <a:lnTo>
                  <a:pt x="781177" y="143269"/>
                </a:lnTo>
                <a:lnTo>
                  <a:pt x="780851" y="143385"/>
                </a:lnTo>
                <a:lnTo>
                  <a:pt x="780512" y="143494"/>
                </a:lnTo>
                <a:lnTo>
                  <a:pt x="780158" y="143596"/>
                </a:lnTo>
                <a:lnTo>
                  <a:pt x="779790" y="143691"/>
                </a:lnTo>
                <a:lnTo>
                  <a:pt x="779409" y="143778"/>
                </a:lnTo>
                <a:lnTo>
                  <a:pt x="779013" y="143859"/>
                </a:lnTo>
                <a:lnTo>
                  <a:pt x="778604" y="143933"/>
                </a:lnTo>
                <a:lnTo>
                  <a:pt x="778181" y="143999"/>
                </a:lnTo>
                <a:lnTo>
                  <a:pt x="777743" y="144059"/>
                </a:lnTo>
                <a:lnTo>
                  <a:pt x="777292" y="144112"/>
                </a:lnTo>
                <a:lnTo>
                  <a:pt x="776827" y="144157"/>
                </a:lnTo>
                <a:lnTo>
                  <a:pt x="776348" y="144196"/>
                </a:lnTo>
                <a:lnTo>
                  <a:pt x="775855" y="144228"/>
                </a:lnTo>
                <a:lnTo>
                  <a:pt x="775348" y="144252"/>
                </a:lnTo>
                <a:lnTo>
                  <a:pt x="774828" y="144270"/>
                </a:lnTo>
                <a:lnTo>
                  <a:pt x="774293" y="144280"/>
                </a:lnTo>
                <a:lnTo>
                  <a:pt x="773744" y="144284"/>
                </a:lnTo>
                <a:lnTo>
                  <a:pt x="771765" y="144284"/>
                </a:lnTo>
                <a:lnTo>
                  <a:pt x="771765" y="148138"/>
                </a:lnTo>
                <a:lnTo>
                  <a:pt x="818957" y="148138"/>
                </a:lnTo>
                <a:lnTo>
                  <a:pt x="818957" y="144284"/>
                </a:lnTo>
                <a:lnTo>
                  <a:pt x="818391" y="144281"/>
                </a:lnTo>
                <a:lnTo>
                  <a:pt x="817841" y="144274"/>
                </a:lnTo>
                <a:lnTo>
                  <a:pt x="817305" y="144261"/>
                </a:lnTo>
                <a:lnTo>
                  <a:pt x="816785" y="144243"/>
                </a:lnTo>
                <a:lnTo>
                  <a:pt x="816279" y="144221"/>
                </a:lnTo>
                <a:lnTo>
                  <a:pt x="815789" y="144193"/>
                </a:lnTo>
                <a:lnTo>
                  <a:pt x="815314" y="144160"/>
                </a:lnTo>
                <a:lnTo>
                  <a:pt x="814853" y="144122"/>
                </a:lnTo>
                <a:lnTo>
                  <a:pt x="814408" y="144079"/>
                </a:lnTo>
                <a:lnTo>
                  <a:pt x="813978" y="144031"/>
                </a:lnTo>
                <a:lnTo>
                  <a:pt x="813562" y="143978"/>
                </a:lnTo>
                <a:lnTo>
                  <a:pt x="813162" y="143920"/>
                </a:lnTo>
                <a:lnTo>
                  <a:pt x="812777" y="143857"/>
                </a:lnTo>
                <a:lnTo>
                  <a:pt x="812406" y="143789"/>
                </a:lnTo>
                <a:lnTo>
                  <a:pt x="812051" y="143715"/>
                </a:lnTo>
                <a:lnTo>
                  <a:pt x="811711" y="143637"/>
                </a:lnTo>
                <a:lnTo>
                  <a:pt x="811385" y="143554"/>
                </a:lnTo>
                <a:lnTo>
                  <a:pt x="811075" y="143465"/>
                </a:lnTo>
                <a:lnTo>
                  <a:pt x="810780" y="143372"/>
                </a:lnTo>
                <a:lnTo>
                  <a:pt x="810500" y="143273"/>
                </a:lnTo>
                <a:lnTo>
                  <a:pt x="810234" y="143170"/>
                </a:lnTo>
                <a:lnTo>
                  <a:pt x="809984" y="143061"/>
                </a:lnTo>
                <a:lnTo>
                  <a:pt x="809749" y="142947"/>
                </a:lnTo>
                <a:lnTo>
                  <a:pt x="809529" y="142829"/>
                </a:lnTo>
                <a:lnTo>
                  <a:pt x="809318" y="142705"/>
                </a:lnTo>
                <a:lnTo>
                  <a:pt x="809113" y="142578"/>
                </a:lnTo>
                <a:lnTo>
                  <a:pt x="808913" y="142447"/>
                </a:lnTo>
                <a:lnTo>
                  <a:pt x="808717" y="142312"/>
                </a:lnTo>
                <a:lnTo>
                  <a:pt x="808526" y="142173"/>
                </a:lnTo>
                <a:lnTo>
                  <a:pt x="808340" y="142029"/>
                </a:lnTo>
                <a:lnTo>
                  <a:pt x="808159" y="141882"/>
                </a:lnTo>
                <a:lnTo>
                  <a:pt x="807983" y="141731"/>
                </a:lnTo>
                <a:lnTo>
                  <a:pt x="807812" y="141576"/>
                </a:lnTo>
                <a:lnTo>
                  <a:pt x="807646" y="141417"/>
                </a:lnTo>
                <a:lnTo>
                  <a:pt x="807485" y="141255"/>
                </a:lnTo>
                <a:lnTo>
                  <a:pt x="807328" y="141088"/>
                </a:lnTo>
                <a:lnTo>
                  <a:pt x="807176" y="140917"/>
                </a:lnTo>
                <a:lnTo>
                  <a:pt x="807030" y="140742"/>
                </a:lnTo>
                <a:lnTo>
                  <a:pt x="806888" y="140563"/>
                </a:lnTo>
                <a:lnTo>
                  <a:pt x="806751" y="140380"/>
                </a:lnTo>
                <a:lnTo>
                  <a:pt x="806619" y="140194"/>
                </a:lnTo>
                <a:lnTo>
                  <a:pt x="806491" y="140003"/>
                </a:lnTo>
                <a:lnTo>
                  <a:pt x="806369" y="139808"/>
                </a:lnTo>
                <a:lnTo>
                  <a:pt x="806251" y="139610"/>
                </a:lnTo>
                <a:lnTo>
                  <a:pt x="806139" y="139407"/>
                </a:lnTo>
                <a:lnTo>
                  <a:pt x="806031" y="139200"/>
                </a:lnTo>
                <a:lnTo>
                  <a:pt x="805928" y="138990"/>
                </a:lnTo>
                <a:lnTo>
                  <a:pt x="805830" y="138775"/>
                </a:lnTo>
                <a:lnTo>
                  <a:pt x="805711" y="138497"/>
                </a:lnTo>
                <a:lnTo>
                  <a:pt x="805597" y="138198"/>
                </a:lnTo>
                <a:lnTo>
                  <a:pt x="805489" y="137879"/>
                </a:lnTo>
                <a:lnTo>
                  <a:pt x="805385" y="137539"/>
                </a:lnTo>
                <a:lnTo>
                  <a:pt x="805286" y="137180"/>
                </a:lnTo>
                <a:lnTo>
                  <a:pt x="805192" y="136800"/>
                </a:lnTo>
                <a:lnTo>
                  <a:pt x="805104" y="136400"/>
                </a:lnTo>
                <a:lnTo>
                  <a:pt x="805020" y="135980"/>
                </a:lnTo>
                <a:lnTo>
                  <a:pt x="804942" y="135540"/>
                </a:lnTo>
                <a:lnTo>
                  <a:pt x="804868" y="135079"/>
                </a:lnTo>
                <a:lnTo>
                  <a:pt x="804800" y="134598"/>
                </a:lnTo>
                <a:lnTo>
                  <a:pt x="804737" y="134097"/>
                </a:lnTo>
                <a:lnTo>
                  <a:pt x="804678" y="133576"/>
                </a:lnTo>
                <a:lnTo>
                  <a:pt x="804625" y="133035"/>
                </a:lnTo>
                <a:lnTo>
                  <a:pt x="804577" y="132473"/>
                </a:lnTo>
                <a:lnTo>
                  <a:pt x="804534" y="131891"/>
                </a:lnTo>
                <a:lnTo>
                  <a:pt x="804496" y="131289"/>
                </a:lnTo>
                <a:lnTo>
                  <a:pt x="804463" y="130667"/>
                </a:lnTo>
                <a:lnTo>
                  <a:pt x="804435" y="130024"/>
                </a:lnTo>
                <a:lnTo>
                  <a:pt x="804412" y="129362"/>
                </a:lnTo>
                <a:lnTo>
                  <a:pt x="804395" y="128679"/>
                </a:lnTo>
                <a:lnTo>
                  <a:pt x="804382" y="127976"/>
                </a:lnTo>
                <a:lnTo>
                  <a:pt x="804375" y="127252"/>
                </a:lnTo>
                <a:lnTo>
                  <a:pt x="804372" y="126509"/>
                </a:lnTo>
                <a:lnTo>
                  <a:pt x="804372" y="85867"/>
                </a:lnTo>
                <a:lnTo>
                  <a:pt x="804368" y="84804"/>
                </a:lnTo>
                <a:lnTo>
                  <a:pt x="804356" y="83765"/>
                </a:lnTo>
                <a:lnTo>
                  <a:pt x="804336" y="82748"/>
                </a:lnTo>
                <a:lnTo>
                  <a:pt x="804308" y="81755"/>
                </a:lnTo>
                <a:lnTo>
                  <a:pt x="804273" y="80784"/>
                </a:lnTo>
                <a:lnTo>
                  <a:pt x="804229" y="79837"/>
                </a:lnTo>
                <a:lnTo>
                  <a:pt x="804177" y="78913"/>
                </a:lnTo>
                <a:lnTo>
                  <a:pt x="804117" y="78012"/>
                </a:lnTo>
                <a:lnTo>
                  <a:pt x="804050" y="77134"/>
                </a:lnTo>
                <a:lnTo>
                  <a:pt x="803974" y="76280"/>
                </a:lnTo>
                <a:lnTo>
                  <a:pt x="803891" y="75448"/>
                </a:lnTo>
                <a:lnTo>
                  <a:pt x="803799" y="74640"/>
                </a:lnTo>
                <a:lnTo>
                  <a:pt x="803700" y="73854"/>
                </a:lnTo>
                <a:lnTo>
                  <a:pt x="803592" y="73092"/>
                </a:lnTo>
                <a:lnTo>
                  <a:pt x="803477" y="72353"/>
                </a:lnTo>
                <a:lnTo>
                  <a:pt x="803353" y="71637"/>
                </a:lnTo>
                <a:lnTo>
                  <a:pt x="803222" y="70944"/>
                </a:lnTo>
                <a:lnTo>
                  <a:pt x="803083" y="70274"/>
                </a:lnTo>
                <a:lnTo>
                  <a:pt x="802936" y="69628"/>
                </a:lnTo>
                <a:lnTo>
                  <a:pt x="802780" y="69004"/>
                </a:lnTo>
                <a:lnTo>
                  <a:pt x="802617" y="68404"/>
                </a:lnTo>
                <a:lnTo>
                  <a:pt x="802446" y="67826"/>
                </a:lnTo>
                <a:lnTo>
                  <a:pt x="802267" y="67272"/>
                </a:lnTo>
                <a:lnTo>
                  <a:pt x="802080" y="66741"/>
                </a:lnTo>
                <a:lnTo>
                  <a:pt x="801798" y="66005"/>
                </a:lnTo>
                <a:lnTo>
                  <a:pt x="801509" y="65286"/>
                </a:lnTo>
                <a:lnTo>
                  <a:pt x="801211" y="64585"/>
                </a:lnTo>
                <a:lnTo>
                  <a:pt x="800905" y="63901"/>
                </a:lnTo>
                <a:lnTo>
                  <a:pt x="800592" y="63235"/>
                </a:lnTo>
                <a:lnTo>
                  <a:pt x="800270" y="62586"/>
                </a:lnTo>
                <a:lnTo>
                  <a:pt x="799941" y="61955"/>
                </a:lnTo>
                <a:lnTo>
                  <a:pt x="799603" y="61342"/>
                </a:lnTo>
                <a:lnTo>
                  <a:pt x="799258" y="60745"/>
                </a:lnTo>
                <a:lnTo>
                  <a:pt x="798904" y="60167"/>
                </a:lnTo>
                <a:lnTo>
                  <a:pt x="798543" y="59606"/>
                </a:lnTo>
                <a:lnTo>
                  <a:pt x="798174" y="59062"/>
                </a:lnTo>
                <a:lnTo>
                  <a:pt x="797796" y="58536"/>
                </a:lnTo>
                <a:lnTo>
                  <a:pt x="797411" y="58027"/>
                </a:lnTo>
                <a:lnTo>
                  <a:pt x="797018" y="57536"/>
                </a:lnTo>
                <a:lnTo>
                  <a:pt x="796617" y="57063"/>
                </a:lnTo>
                <a:lnTo>
                  <a:pt x="796208" y="56607"/>
                </a:lnTo>
                <a:lnTo>
                  <a:pt x="795790" y="56168"/>
                </a:lnTo>
                <a:lnTo>
                  <a:pt x="795365" y="55747"/>
                </a:lnTo>
                <a:lnTo>
                  <a:pt x="794932" y="55344"/>
                </a:lnTo>
                <a:lnTo>
                  <a:pt x="794492" y="54958"/>
                </a:lnTo>
                <a:lnTo>
                  <a:pt x="794043" y="54589"/>
                </a:lnTo>
                <a:lnTo>
                  <a:pt x="793586" y="54238"/>
                </a:lnTo>
                <a:lnTo>
                  <a:pt x="793121" y="53905"/>
                </a:lnTo>
                <a:lnTo>
                  <a:pt x="792648" y="53586"/>
                </a:lnTo>
                <a:lnTo>
                  <a:pt x="792168" y="53282"/>
                </a:lnTo>
                <a:lnTo>
                  <a:pt x="791680" y="52990"/>
                </a:lnTo>
                <a:lnTo>
                  <a:pt x="791185" y="52713"/>
                </a:lnTo>
                <a:lnTo>
                  <a:pt x="790682" y="52449"/>
                </a:lnTo>
                <a:lnTo>
                  <a:pt x="790171" y="52198"/>
                </a:lnTo>
                <a:lnTo>
                  <a:pt x="789653" y="51961"/>
                </a:lnTo>
                <a:lnTo>
                  <a:pt x="789128" y="51738"/>
                </a:lnTo>
                <a:lnTo>
                  <a:pt x="788594" y="51528"/>
                </a:lnTo>
                <a:lnTo>
                  <a:pt x="788053" y="51332"/>
                </a:lnTo>
                <a:lnTo>
                  <a:pt x="787505" y="51149"/>
                </a:lnTo>
                <a:lnTo>
                  <a:pt x="786949" y="50979"/>
                </a:lnTo>
                <a:lnTo>
                  <a:pt x="786385" y="50824"/>
                </a:lnTo>
                <a:lnTo>
                  <a:pt x="785813" y="50682"/>
                </a:lnTo>
                <a:lnTo>
                  <a:pt x="785235" y="50553"/>
                </a:lnTo>
                <a:lnTo>
                  <a:pt x="784648" y="50438"/>
                </a:lnTo>
                <a:lnTo>
                  <a:pt x="784054" y="50336"/>
                </a:lnTo>
                <a:lnTo>
                  <a:pt x="783452" y="50248"/>
                </a:lnTo>
                <a:lnTo>
                  <a:pt x="782843" y="50174"/>
                </a:lnTo>
                <a:lnTo>
                  <a:pt x="782226" y="50113"/>
                </a:lnTo>
                <a:lnTo>
                  <a:pt x="781601" y="50065"/>
                </a:lnTo>
                <a:lnTo>
                  <a:pt x="780969" y="50032"/>
                </a:lnTo>
                <a:lnTo>
                  <a:pt x="780330" y="50011"/>
                </a:lnTo>
                <a:lnTo>
                  <a:pt x="779682" y="50004"/>
                </a:lnTo>
                <a:lnTo>
                  <a:pt x="778412" y="50040"/>
                </a:lnTo>
                <a:lnTo>
                  <a:pt x="777136" y="50145"/>
                </a:lnTo>
                <a:lnTo>
                  <a:pt x="775855" y="50320"/>
                </a:lnTo>
                <a:lnTo>
                  <a:pt x="774569" y="50566"/>
                </a:lnTo>
                <a:lnTo>
                  <a:pt x="773277" y="50882"/>
                </a:lnTo>
                <a:lnTo>
                  <a:pt x="771980" y="51268"/>
                </a:lnTo>
                <a:lnTo>
                  <a:pt x="770677" y="51724"/>
                </a:lnTo>
                <a:lnTo>
                  <a:pt x="769369" y="52250"/>
                </a:lnTo>
                <a:lnTo>
                  <a:pt x="768055" y="52847"/>
                </a:lnTo>
                <a:lnTo>
                  <a:pt x="766736" y="53513"/>
                </a:lnTo>
                <a:lnTo>
                  <a:pt x="765412" y="54250"/>
                </a:lnTo>
                <a:lnTo>
                  <a:pt x="764082" y="55057"/>
                </a:lnTo>
                <a:lnTo>
                  <a:pt x="762747" y="55934"/>
                </a:lnTo>
                <a:lnTo>
                  <a:pt x="761406" y="56882"/>
                </a:lnTo>
                <a:lnTo>
                  <a:pt x="760060" y="57899"/>
                </a:lnTo>
                <a:lnTo>
                  <a:pt x="758708" y="58987"/>
                </a:lnTo>
                <a:lnTo>
                  <a:pt x="757351" y="60145"/>
                </a:lnTo>
                <a:lnTo>
                  <a:pt x="755989" y="61373"/>
                </a:lnTo>
                <a:lnTo>
                  <a:pt x="754621" y="62671"/>
                </a:lnTo>
                <a:lnTo>
                  <a:pt x="753248" y="64039"/>
                </a:lnTo>
                <a:lnTo>
                  <a:pt x="751869" y="65478"/>
                </a:lnTo>
                <a:lnTo>
                  <a:pt x="750485" y="66987"/>
                </a:lnTo>
                <a:lnTo>
                  <a:pt x="749095" y="68566"/>
                </a:lnTo>
                <a:lnTo>
                  <a:pt x="747700" y="70215"/>
                </a:lnTo>
                <a:lnTo>
                  <a:pt x="747700" y="50004"/>
                </a:lnTo>
                <a:lnTo>
                  <a:pt x="743221" y="50004"/>
                </a:lnTo>
                <a:lnTo>
                  <a:pt x="714468" y="61646"/>
                </a:lnTo>
                <a:lnTo>
                  <a:pt x="716031" y="65390"/>
                </a:lnTo>
                <a:lnTo>
                  <a:pt x="716367" y="65263"/>
                </a:lnTo>
                <a:lnTo>
                  <a:pt x="716700" y="65141"/>
                </a:lnTo>
                <a:lnTo>
                  <a:pt x="717029" y="65024"/>
                </a:lnTo>
                <a:lnTo>
                  <a:pt x="717353" y="64913"/>
                </a:lnTo>
                <a:lnTo>
                  <a:pt x="717674" y="64808"/>
                </a:lnTo>
                <a:lnTo>
                  <a:pt x="717991" y="64708"/>
                </a:lnTo>
                <a:lnTo>
                  <a:pt x="718303" y="64613"/>
                </a:lnTo>
                <a:lnTo>
                  <a:pt x="718612" y="64524"/>
                </a:lnTo>
                <a:lnTo>
                  <a:pt x="718917" y="64440"/>
                </a:lnTo>
                <a:lnTo>
                  <a:pt x="719218" y="64361"/>
                </a:lnTo>
                <a:lnTo>
                  <a:pt x="719514" y="64288"/>
                </a:lnTo>
                <a:lnTo>
                  <a:pt x="719807" y="64220"/>
                </a:lnTo>
                <a:lnTo>
                  <a:pt x="720096" y="64158"/>
                </a:lnTo>
                <a:lnTo>
                  <a:pt x="720381" y="64101"/>
                </a:lnTo>
                <a:lnTo>
                  <a:pt x="720662" y="64050"/>
                </a:lnTo>
                <a:lnTo>
                  <a:pt x="720939" y="64004"/>
                </a:lnTo>
                <a:lnTo>
                  <a:pt x="721212" y="63963"/>
                </a:lnTo>
                <a:lnTo>
                  <a:pt x="721480" y="63928"/>
                </a:lnTo>
                <a:lnTo>
                  <a:pt x="721745" y="63898"/>
                </a:lnTo>
                <a:lnTo>
                  <a:pt x="722006" y="63874"/>
                </a:lnTo>
                <a:lnTo>
                  <a:pt x="722263" y="63855"/>
                </a:lnTo>
                <a:lnTo>
                  <a:pt x="722516" y="63841"/>
                </a:lnTo>
                <a:lnTo>
                  <a:pt x="722765" y="63833"/>
                </a:lnTo>
                <a:lnTo>
                  <a:pt x="723011" y="63831"/>
                </a:lnTo>
                <a:lnTo>
                  <a:pt x="723234" y="63833"/>
                </a:lnTo>
                <a:lnTo>
                  <a:pt x="723454" y="63840"/>
                </a:lnTo>
                <a:lnTo>
                  <a:pt x="723671" y="63852"/>
                </a:lnTo>
                <a:lnTo>
                  <a:pt x="723883" y="63868"/>
                </a:lnTo>
                <a:lnTo>
                  <a:pt x="724092" y="63889"/>
                </a:lnTo>
                <a:lnTo>
                  <a:pt x="724296" y="63915"/>
                </a:lnTo>
                <a:lnTo>
                  <a:pt x="724497" y="63946"/>
                </a:lnTo>
                <a:lnTo>
                  <a:pt x="724695" y="63981"/>
                </a:lnTo>
                <a:lnTo>
                  <a:pt x="724888" y="64021"/>
                </a:lnTo>
                <a:lnTo>
                  <a:pt x="725078" y="64065"/>
                </a:lnTo>
                <a:lnTo>
                  <a:pt x="725264" y="64114"/>
                </a:lnTo>
                <a:lnTo>
                  <a:pt x="725446" y="64168"/>
                </a:lnTo>
                <a:lnTo>
                  <a:pt x="725624" y="64227"/>
                </a:lnTo>
                <a:lnTo>
                  <a:pt x="725798" y="64290"/>
                </a:lnTo>
                <a:lnTo>
                  <a:pt x="725969" y="64358"/>
                </a:lnTo>
                <a:lnTo>
                  <a:pt x="726136" y="64431"/>
                </a:lnTo>
                <a:lnTo>
                  <a:pt x="726299" y="64508"/>
                </a:lnTo>
                <a:lnTo>
                  <a:pt x="726458" y="64591"/>
                </a:lnTo>
                <a:lnTo>
                  <a:pt x="726614" y="64677"/>
                </a:lnTo>
                <a:lnTo>
                  <a:pt x="726765" y="64769"/>
                </a:lnTo>
                <a:lnTo>
                  <a:pt x="726913" y="64865"/>
                </a:lnTo>
                <a:lnTo>
                  <a:pt x="727057" y="64966"/>
                </a:lnTo>
                <a:lnTo>
                  <a:pt x="727197" y="65071"/>
                </a:lnTo>
                <a:lnTo>
                  <a:pt x="727334" y="65182"/>
                </a:lnTo>
                <a:lnTo>
                  <a:pt x="727467" y="65298"/>
                </a:lnTo>
                <a:lnTo>
                  <a:pt x="727597" y="65423"/>
                </a:lnTo>
                <a:lnTo>
                  <a:pt x="727725" y="65557"/>
                </a:lnTo>
                <a:lnTo>
                  <a:pt x="727849" y="65698"/>
                </a:lnTo>
                <a:lnTo>
                  <a:pt x="727970" y="65848"/>
                </a:lnTo>
                <a:lnTo>
                  <a:pt x="728089" y="66007"/>
                </a:lnTo>
                <a:lnTo>
                  <a:pt x="728205" y="66173"/>
                </a:lnTo>
                <a:lnTo>
                  <a:pt x="728318" y="66348"/>
                </a:lnTo>
                <a:lnTo>
                  <a:pt x="728428" y="66531"/>
                </a:lnTo>
                <a:lnTo>
                  <a:pt x="728535" y="66723"/>
                </a:lnTo>
                <a:lnTo>
                  <a:pt x="728639" y="66923"/>
                </a:lnTo>
                <a:lnTo>
                  <a:pt x="728740" y="67131"/>
                </a:lnTo>
                <a:lnTo>
                  <a:pt x="728839" y="67347"/>
                </a:lnTo>
                <a:lnTo>
                  <a:pt x="728934" y="67572"/>
                </a:lnTo>
                <a:lnTo>
                  <a:pt x="729027" y="67805"/>
                </a:lnTo>
                <a:lnTo>
                  <a:pt x="729116" y="68046"/>
                </a:lnTo>
                <a:lnTo>
                  <a:pt x="729203" y="68296"/>
                </a:lnTo>
                <a:lnTo>
                  <a:pt x="729287" y="68554"/>
                </a:lnTo>
                <a:lnTo>
                  <a:pt x="729368" y="68820"/>
                </a:lnTo>
                <a:lnTo>
                  <a:pt x="729446" y="69095"/>
                </a:lnTo>
                <a:lnTo>
                  <a:pt x="729522" y="69378"/>
                </a:lnTo>
                <a:lnTo>
                  <a:pt x="729594" y="69669"/>
                </a:lnTo>
                <a:lnTo>
                  <a:pt x="729663" y="69969"/>
                </a:lnTo>
                <a:lnTo>
                  <a:pt x="729730" y="70276"/>
                </a:lnTo>
                <a:lnTo>
                  <a:pt x="729794" y="70611"/>
                </a:lnTo>
                <a:lnTo>
                  <a:pt x="729855" y="70993"/>
                </a:lnTo>
                <a:lnTo>
                  <a:pt x="729913" y="71421"/>
                </a:lnTo>
                <a:lnTo>
                  <a:pt x="729969" y="71896"/>
                </a:lnTo>
                <a:lnTo>
                  <a:pt x="730022" y="72417"/>
                </a:lnTo>
                <a:lnTo>
                  <a:pt x="730072" y="72985"/>
                </a:lnTo>
                <a:lnTo>
                  <a:pt x="730119" y="73599"/>
                </a:lnTo>
                <a:lnTo>
                  <a:pt x="730164" y="74260"/>
                </a:lnTo>
                <a:lnTo>
                  <a:pt x="730206" y="74968"/>
                </a:lnTo>
                <a:lnTo>
                  <a:pt x="730245" y="75722"/>
                </a:lnTo>
                <a:lnTo>
                  <a:pt x="730282" y="76522"/>
                </a:lnTo>
                <a:lnTo>
                  <a:pt x="730316" y="77369"/>
                </a:lnTo>
                <a:lnTo>
                  <a:pt x="730347" y="78263"/>
                </a:lnTo>
                <a:lnTo>
                  <a:pt x="730376" y="79203"/>
                </a:lnTo>
                <a:lnTo>
                  <a:pt x="730401" y="80190"/>
                </a:lnTo>
                <a:lnTo>
                  <a:pt x="730424" y="81224"/>
                </a:lnTo>
                <a:lnTo>
                  <a:pt x="730445" y="82304"/>
                </a:lnTo>
                <a:lnTo>
                  <a:pt x="730462" y="83430"/>
                </a:lnTo>
                <a:lnTo>
                  <a:pt x="730477" y="84603"/>
                </a:lnTo>
                <a:lnTo>
                  <a:pt x="730490" y="85823"/>
                </a:lnTo>
                <a:lnTo>
                  <a:pt x="730499" y="87089"/>
                </a:lnTo>
                <a:lnTo>
                  <a:pt x="730506" y="88402"/>
                </a:lnTo>
                <a:lnTo>
                  <a:pt x="730510" y="89761"/>
                </a:lnTo>
                <a:lnTo>
                  <a:pt x="730511" y="91167"/>
                </a:lnTo>
                <a:lnTo>
                  <a:pt x="730511" y="126509"/>
                </a:lnTo>
                <a:lnTo>
                  <a:pt x="730507" y="127363"/>
                </a:lnTo>
                <a:lnTo>
                  <a:pt x="730493" y="128195"/>
                </a:lnTo>
                <a:lnTo>
                  <a:pt x="730471" y="129003"/>
                </a:lnTo>
                <a:lnTo>
                  <a:pt x="730440" y="129787"/>
                </a:lnTo>
                <a:lnTo>
                  <a:pt x="730400" y="130549"/>
                </a:lnTo>
                <a:lnTo>
                  <a:pt x="730352" y="131287"/>
                </a:lnTo>
                <a:lnTo>
                  <a:pt x="730294" y="132002"/>
                </a:lnTo>
                <a:lnTo>
                  <a:pt x="730228" y="132694"/>
                </a:lnTo>
                <a:lnTo>
                  <a:pt x="730152" y="133362"/>
                </a:lnTo>
                <a:lnTo>
                  <a:pt x="730068" y="134007"/>
                </a:lnTo>
                <a:lnTo>
                  <a:pt x="729975" y="134629"/>
                </a:lnTo>
                <a:lnTo>
                  <a:pt x="729873" y="135228"/>
                </a:lnTo>
                <a:lnTo>
                  <a:pt x="729762" y="135803"/>
                </a:lnTo>
                <a:lnTo>
                  <a:pt x="729643" y="136355"/>
                </a:lnTo>
                <a:lnTo>
                  <a:pt x="729514" y="136884"/>
                </a:lnTo>
                <a:lnTo>
                  <a:pt x="729377" y="137389"/>
                </a:lnTo>
                <a:lnTo>
                  <a:pt x="729231" y="137871"/>
                </a:lnTo>
                <a:lnTo>
                  <a:pt x="729076" y="138330"/>
                </a:lnTo>
                <a:lnTo>
                  <a:pt x="728912" y="138766"/>
                </a:lnTo>
                <a:lnTo>
                  <a:pt x="728739" y="139178"/>
                </a:lnTo>
                <a:lnTo>
                  <a:pt x="728557" y="139568"/>
                </a:lnTo>
                <a:lnTo>
                  <a:pt x="728367" y="139933"/>
                </a:lnTo>
                <a:lnTo>
                  <a:pt x="728167" y="140276"/>
                </a:lnTo>
                <a:lnTo>
                  <a:pt x="727959" y="140595"/>
                </a:lnTo>
                <a:lnTo>
                  <a:pt x="727738" y="140896"/>
                </a:lnTo>
                <a:lnTo>
                  <a:pt x="727501" y="141184"/>
                </a:lnTo>
                <a:lnTo>
                  <a:pt x="727247" y="141460"/>
                </a:lnTo>
                <a:lnTo>
                  <a:pt x="726976" y="141722"/>
                </a:lnTo>
                <a:lnTo>
                  <a:pt x="726690" y="141972"/>
                </a:lnTo>
                <a:lnTo>
                  <a:pt x="726387" y="142209"/>
                </a:lnTo>
                <a:lnTo>
                  <a:pt x="726067" y="142433"/>
                </a:lnTo>
                <a:lnTo>
                  <a:pt x="725731" y="142644"/>
                </a:lnTo>
                <a:lnTo>
                  <a:pt x="725378" y="142843"/>
                </a:lnTo>
                <a:lnTo>
                  <a:pt x="725009" y="143029"/>
                </a:lnTo>
                <a:lnTo>
                  <a:pt x="724624" y="143202"/>
                </a:lnTo>
                <a:lnTo>
                  <a:pt x="724222" y="143362"/>
                </a:lnTo>
                <a:lnTo>
                  <a:pt x="723803" y="143509"/>
                </a:lnTo>
                <a:lnTo>
                  <a:pt x="723368" y="143643"/>
                </a:lnTo>
                <a:lnTo>
                  <a:pt x="722917" y="143765"/>
                </a:lnTo>
                <a:lnTo>
                  <a:pt x="722449" y="143874"/>
                </a:lnTo>
                <a:lnTo>
                  <a:pt x="721965" y="143970"/>
                </a:lnTo>
                <a:lnTo>
                  <a:pt x="721464" y="144053"/>
                </a:lnTo>
                <a:lnTo>
                  <a:pt x="720947" y="144124"/>
                </a:lnTo>
                <a:lnTo>
                  <a:pt x="720413" y="144181"/>
                </a:lnTo>
                <a:lnTo>
                  <a:pt x="719863" y="144226"/>
                </a:lnTo>
                <a:lnTo>
                  <a:pt x="719297" y="144258"/>
                </a:lnTo>
                <a:lnTo>
                  <a:pt x="718714" y="144277"/>
                </a:lnTo>
                <a:lnTo>
                  <a:pt x="718114" y="144284"/>
                </a:lnTo>
                <a:lnTo>
                  <a:pt x="716082" y="144284"/>
                </a:lnTo>
                <a:lnTo>
                  <a:pt x="715525" y="144281"/>
                </a:lnTo>
                <a:lnTo>
                  <a:pt x="714983" y="144274"/>
                </a:lnTo>
                <a:lnTo>
                  <a:pt x="714455" y="144261"/>
                </a:lnTo>
                <a:lnTo>
                  <a:pt x="713942" y="144243"/>
                </a:lnTo>
                <a:close/>
                <a:moveTo>
                  <a:pt x="852990" y="116243"/>
                </a:moveTo>
                <a:lnTo>
                  <a:pt x="852217" y="116927"/>
                </a:lnTo>
                <a:lnTo>
                  <a:pt x="851471" y="117597"/>
                </a:lnTo>
                <a:lnTo>
                  <a:pt x="850752" y="118252"/>
                </a:lnTo>
                <a:lnTo>
                  <a:pt x="850060" y="118894"/>
                </a:lnTo>
                <a:lnTo>
                  <a:pt x="849395" y="119521"/>
                </a:lnTo>
                <a:lnTo>
                  <a:pt x="848757" y="120134"/>
                </a:lnTo>
                <a:lnTo>
                  <a:pt x="848146" y="120734"/>
                </a:lnTo>
                <a:lnTo>
                  <a:pt x="847562" y="121319"/>
                </a:lnTo>
                <a:lnTo>
                  <a:pt x="847004" y="121890"/>
                </a:lnTo>
                <a:lnTo>
                  <a:pt x="846474" y="122446"/>
                </a:lnTo>
                <a:lnTo>
                  <a:pt x="845970" y="122989"/>
                </a:lnTo>
                <a:lnTo>
                  <a:pt x="845494" y="123518"/>
                </a:lnTo>
                <a:lnTo>
                  <a:pt x="845044" y="124032"/>
                </a:lnTo>
                <a:lnTo>
                  <a:pt x="844622" y="124532"/>
                </a:lnTo>
                <a:lnTo>
                  <a:pt x="844226" y="125019"/>
                </a:lnTo>
                <a:lnTo>
                  <a:pt x="843858" y="125491"/>
                </a:lnTo>
                <a:lnTo>
                  <a:pt x="843516" y="125949"/>
                </a:lnTo>
                <a:lnTo>
                  <a:pt x="843201" y="126393"/>
                </a:lnTo>
                <a:lnTo>
                  <a:pt x="842913" y="126822"/>
                </a:lnTo>
                <a:lnTo>
                  <a:pt x="842652" y="127238"/>
                </a:lnTo>
                <a:lnTo>
                  <a:pt x="842410" y="127644"/>
                </a:lnTo>
                <a:lnTo>
                  <a:pt x="842178" y="128046"/>
                </a:lnTo>
                <a:lnTo>
                  <a:pt x="841956" y="128444"/>
                </a:lnTo>
                <a:lnTo>
                  <a:pt x="841745" y="128837"/>
                </a:lnTo>
                <a:lnTo>
                  <a:pt x="841544" y="129226"/>
                </a:lnTo>
                <a:lnTo>
                  <a:pt x="841353" y="129611"/>
                </a:lnTo>
                <a:lnTo>
                  <a:pt x="841173" y="129992"/>
                </a:lnTo>
                <a:lnTo>
                  <a:pt x="841003" y="130368"/>
                </a:lnTo>
                <a:lnTo>
                  <a:pt x="840843" y="130739"/>
                </a:lnTo>
                <a:lnTo>
                  <a:pt x="840694" y="131107"/>
                </a:lnTo>
                <a:lnTo>
                  <a:pt x="840554" y="131470"/>
                </a:lnTo>
                <a:lnTo>
                  <a:pt x="840425" y="131828"/>
                </a:lnTo>
                <a:lnTo>
                  <a:pt x="840307" y="132182"/>
                </a:lnTo>
                <a:lnTo>
                  <a:pt x="840199" y="132532"/>
                </a:lnTo>
                <a:lnTo>
                  <a:pt x="840101" y="132878"/>
                </a:lnTo>
                <a:lnTo>
                  <a:pt x="840013" y="133219"/>
                </a:lnTo>
                <a:lnTo>
                  <a:pt x="839936" y="133556"/>
                </a:lnTo>
                <a:lnTo>
                  <a:pt x="839869" y="133889"/>
                </a:lnTo>
                <a:lnTo>
                  <a:pt x="839812" y="134217"/>
                </a:lnTo>
                <a:lnTo>
                  <a:pt x="839766" y="134541"/>
                </a:lnTo>
                <a:lnTo>
                  <a:pt x="839730" y="134861"/>
                </a:lnTo>
                <a:lnTo>
                  <a:pt x="839704" y="135176"/>
                </a:lnTo>
                <a:lnTo>
                  <a:pt x="839688" y="135487"/>
                </a:lnTo>
                <a:lnTo>
                  <a:pt x="839683" y="135793"/>
                </a:lnTo>
                <a:lnTo>
                  <a:pt x="839687" y="136062"/>
                </a:lnTo>
                <a:lnTo>
                  <a:pt x="839699" y="136327"/>
                </a:lnTo>
                <a:lnTo>
                  <a:pt x="839718" y="136591"/>
                </a:lnTo>
                <a:lnTo>
                  <a:pt x="839745" y="136852"/>
                </a:lnTo>
                <a:lnTo>
                  <a:pt x="839780" y="137111"/>
                </a:lnTo>
                <a:lnTo>
                  <a:pt x="839823" y="137367"/>
                </a:lnTo>
                <a:lnTo>
                  <a:pt x="839874" y="137622"/>
                </a:lnTo>
                <a:lnTo>
                  <a:pt x="839932" y="137873"/>
                </a:lnTo>
                <a:lnTo>
                  <a:pt x="839998" y="138123"/>
                </a:lnTo>
                <a:lnTo>
                  <a:pt x="840072" y="138370"/>
                </a:lnTo>
                <a:lnTo>
                  <a:pt x="840154" y="138614"/>
                </a:lnTo>
                <a:lnTo>
                  <a:pt x="840243" y="138857"/>
                </a:lnTo>
                <a:lnTo>
                  <a:pt x="840340" y="139097"/>
                </a:lnTo>
                <a:lnTo>
                  <a:pt x="840445" y="139334"/>
                </a:lnTo>
                <a:lnTo>
                  <a:pt x="840558" y="139570"/>
                </a:lnTo>
                <a:lnTo>
                  <a:pt x="840679" y="139803"/>
                </a:lnTo>
                <a:lnTo>
                  <a:pt x="840807" y="140033"/>
                </a:lnTo>
                <a:lnTo>
                  <a:pt x="840943" y="140262"/>
                </a:lnTo>
                <a:lnTo>
                  <a:pt x="841087" y="140487"/>
                </a:lnTo>
                <a:lnTo>
                  <a:pt x="841239" y="140711"/>
                </a:lnTo>
                <a:lnTo>
                  <a:pt x="841398" y="140932"/>
                </a:lnTo>
                <a:lnTo>
                  <a:pt x="841565" y="141151"/>
                </a:lnTo>
                <a:lnTo>
                  <a:pt x="841740" y="141368"/>
                </a:lnTo>
                <a:lnTo>
                  <a:pt x="841923" y="141582"/>
                </a:lnTo>
                <a:lnTo>
                  <a:pt x="842115" y="141796"/>
                </a:lnTo>
                <a:lnTo>
                  <a:pt x="842318" y="142012"/>
                </a:lnTo>
                <a:lnTo>
                  <a:pt x="842533" y="142231"/>
                </a:lnTo>
                <a:lnTo>
                  <a:pt x="842758" y="142452"/>
                </a:lnTo>
                <a:lnTo>
                  <a:pt x="842994" y="142676"/>
                </a:lnTo>
                <a:lnTo>
                  <a:pt x="843241" y="142902"/>
                </a:lnTo>
                <a:lnTo>
                  <a:pt x="843500" y="143130"/>
                </a:lnTo>
                <a:lnTo>
                  <a:pt x="843769" y="143361"/>
                </a:lnTo>
                <a:lnTo>
                  <a:pt x="844050" y="143594"/>
                </a:lnTo>
                <a:lnTo>
                  <a:pt x="844341" y="143829"/>
                </a:lnTo>
                <a:lnTo>
                  <a:pt x="844644" y="144067"/>
                </a:lnTo>
                <a:lnTo>
                  <a:pt x="844957" y="144307"/>
                </a:lnTo>
                <a:lnTo>
                  <a:pt x="845282" y="144549"/>
                </a:lnTo>
                <a:lnTo>
                  <a:pt x="845617" y="144794"/>
                </a:lnTo>
                <a:lnTo>
                  <a:pt x="845964" y="145041"/>
                </a:lnTo>
                <a:lnTo>
                  <a:pt x="846322" y="145290"/>
                </a:lnTo>
                <a:lnTo>
                  <a:pt x="846690" y="145542"/>
                </a:lnTo>
                <a:lnTo>
                  <a:pt x="847070" y="145796"/>
                </a:lnTo>
                <a:lnTo>
                  <a:pt x="847461" y="146052"/>
                </a:lnTo>
                <a:lnTo>
                  <a:pt x="847862" y="146311"/>
                </a:lnTo>
                <a:lnTo>
                  <a:pt x="848275" y="146572"/>
                </a:lnTo>
                <a:lnTo>
                  <a:pt x="848699" y="146836"/>
                </a:lnTo>
                <a:lnTo>
                  <a:pt x="849134" y="147102"/>
                </a:lnTo>
                <a:lnTo>
                  <a:pt x="849580" y="147370"/>
                </a:lnTo>
                <a:lnTo>
                  <a:pt x="848771" y="148212"/>
                </a:lnTo>
                <a:lnTo>
                  <a:pt x="847994" y="149022"/>
                </a:lnTo>
                <a:lnTo>
                  <a:pt x="847249" y="149799"/>
                </a:lnTo>
                <a:lnTo>
                  <a:pt x="846536" y="150543"/>
                </a:lnTo>
                <a:lnTo>
                  <a:pt x="845854" y="151255"/>
                </a:lnTo>
                <a:lnTo>
                  <a:pt x="845205" y="151935"/>
                </a:lnTo>
                <a:lnTo>
                  <a:pt x="844587" y="152582"/>
                </a:lnTo>
                <a:lnTo>
                  <a:pt x="844001" y="153196"/>
                </a:lnTo>
                <a:lnTo>
                  <a:pt x="843447" y="153778"/>
                </a:lnTo>
                <a:lnTo>
                  <a:pt x="842924" y="154328"/>
                </a:lnTo>
                <a:lnTo>
                  <a:pt x="842434" y="154844"/>
                </a:lnTo>
                <a:lnTo>
                  <a:pt x="841975" y="155329"/>
                </a:lnTo>
                <a:lnTo>
                  <a:pt x="841548" y="155781"/>
                </a:lnTo>
                <a:lnTo>
                  <a:pt x="841153" y="156200"/>
                </a:lnTo>
                <a:lnTo>
                  <a:pt x="840790" y="156587"/>
                </a:lnTo>
                <a:lnTo>
                  <a:pt x="840459" y="156941"/>
                </a:lnTo>
                <a:lnTo>
                  <a:pt x="840159" y="157263"/>
                </a:lnTo>
                <a:lnTo>
                  <a:pt x="839892" y="157552"/>
                </a:lnTo>
                <a:lnTo>
                  <a:pt x="839656" y="157809"/>
                </a:lnTo>
                <a:lnTo>
                  <a:pt x="839452" y="158033"/>
                </a:lnTo>
                <a:lnTo>
                  <a:pt x="839280" y="158225"/>
                </a:lnTo>
                <a:lnTo>
                  <a:pt x="839139" y="158384"/>
                </a:lnTo>
                <a:lnTo>
                  <a:pt x="839031" y="158511"/>
                </a:lnTo>
                <a:lnTo>
                  <a:pt x="838954" y="158605"/>
                </a:lnTo>
                <a:lnTo>
                  <a:pt x="838500" y="159172"/>
                </a:lnTo>
                <a:lnTo>
                  <a:pt x="838060" y="159728"/>
                </a:lnTo>
                <a:lnTo>
                  <a:pt x="837632" y="160274"/>
                </a:lnTo>
                <a:lnTo>
                  <a:pt x="837218" y="160810"/>
                </a:lnTo>
                <a:lnTo>
                  <a:pt x="836816" y="161335"/>
                </a:lnTo>
                <a:lnTo>
                  <a:pt x="836428" y="161849"/>
                </a:lnTo>
                <a:lnTo>
                  <a:pt x="836052" y="162353"/>
                </a:lnTo>
                <a:lnTo>
                  <a:pt x="835690" y="162847"/>
                </a:lnTo>
                <a:lnTo>
                  <a:pt x="835340" y="163330"/>
                </a:lnTo>
                <a:lnTo>
                  <a:pt x="835004" y="163803"/>
                </a:lnTo>
                <a:lnTo>
                  <a:pt x="834681" y="164265"/>
                </a:lnTo>
                <a:lnTo>
                  <a:pt x="834370" y="164717"/>
                </a:lnTo>
                <a:lnTo>
                  <a:pt x="834073" y="165158"/>
                </a:lnTo>
                <a:lnTo>
                  <a:pt x="833789" y="165589"/>
                </a:lnTo>
                <a:lnTo>
                  <a:pt x="833517" y="166009"/>
                </a:lnTo>
                <a:lnTo>
                  <a:pt x="833259" y="166419"/>
                </a:lnTo>
                <a:lnTo>
                  <a:pt x="833014" y="166819"/>
                </a:lnTo>
                <a:lnTo>
                  <a:pt x="832782" y="167208"/>
                </a:lnTo>
                <a:lnTo>
                  <a:pt x="832562" y="167586"/>
                </a:lnTo>
                <a:lnTo>
                  <a:pt x="832356" y="167954"/>
                </a:lnTo>
                <a:lnTo>
                  <a:pt x="832163" y="168312"/>
                </a:lnTo>
                <a:lnTo>
                  <a:pt x="831983" y="168659"/>
                </a:lnTo>
                <a:lnTo>
                  <a:pt x="831816" y="168996"/>
                </a:lnTo>
                <a:lnTo>
                  <a:pt x="831662" y="169322"/>
                </a:lnTo>
                <a:lnTo>
                  <a:pt x="831568" y="169530"/>
                </a:lnTo>
                <a:lnTo>
                  <a:pt x="831479" y="169738"/>
                </a:lnTo>
                <a:lnTo>
                  <a:pt x="831393" y="169946"/>
                </a:lnTo>
                <a:lnTo>
                  <a:pt x="831312" y="170154"/>
                </a:lnTo>
                <a:lnTo>
                  <a:pt x="831234" y="170362"/>
                </a:lnTo>
                <a:lnTo>
                  <a:pt x="831160" y="170570"/>
                </a:lnTo>
                <a:lnTo>
                  <a:pt x="831091" y="170778"/>
                </a:lnTo>
                <a:lnTo>
                  <a:pt x="831025" y="170986"/>
                </a:lnTo>
                <a:lnTo>
                  <a:pt x="830963" y="171194"/>
                </a:lnTo>
                <a:lnTo>
                  <a:pt x="830906" y="171402"/>
                </a:lnTo>
                <a:lnTo>
                  <a:pt x="830852" y="171610"/>
                </a:lnTo>
                <a:lnTo>
                  <a:pt x="830802" y="171818"/>
                </a:lnTo>
                <a:lnTo>
                  <a:pt x="830756" y="172026"/>
                </a:lnTo>
                <a:lnTo>
                  <a:pt x="830715" y="172234"/>
                </a:lnTo>
                <a:lnTo>
                  <a:pt x="830677" y="172442"/>
                </a:lnTo>
                <a:lnTo>
                  <a:pt x="830643" y="172650"/>
                </a:lnTo>
                <a:lnTo>
                  <a:pt x="830613" y="172857"/>
                </a:lnTo>
                <a:lnTo>
                  <a:pt x="830587" y="173065"/>
                </a:lnTo>
                <a:lnTo>
                  <a:pt x="830565" y="173273"/>
                </a:lnTo>
                <a:lnTo>
                  <a:pt x="830548" y="173481"/>
                </a:lnTo>
                <a:lnTo>
                  <a:pt x="830534" y="173689"/>
                </a:lnTo>
                <a:lnTo>
                  <a:pt x="830524" y="173897"/>
                </a:lnTo>
                <a:lnTo>
                  <a:pt x="830518" y="174105"/>
                </a:lnTo>
                <a:lnTo>
                  <a:pt x="830516" y="174312"/>
                </a:lnTo>
                <a:lnTo>
                  <a:pt x="830529" y="174780"/>
                </a:lnTo>
                <a:lnTo>
                  <a:pt x="830570" y="175246"/>
                </a:lnTo>
                <a:lnTo>
                  <a:pt x="830638" y="175711"/>
                </a:lnTo>
                <a:lnTo>
                  <a:pt x="830733" y="176174"/>
                </a:lnTo>
                <a:lnTo>
                  <a:pt x="830855" y="176636"/>
                </a:lnTo>
                <a:lnTo>
                  <a:pt x="831004" y="177096"/>
                </a:lnTo>
                <a:lnTo>
                  <a:pt x="831180" y="177555"/>
                </a:lnTo>
                <a:lnTo>
                  <a:pt x="831384" y="178012"/>
                </a:lnTo>
                <a:lnTo>
                  <a:pt x="831614" y="178468"/>
                </a:lnTo>
                <a:lnTo>
                  <a:pt x="831872" y="178923"/>
                </a:lnTo>
                <a:lnTo>
                  <a:pt x="832157" y="179376"/>
                </a:lnTo>
                <a:lnTo>
                  <a:pt x="832469" y="179827"/>
                </a:lnTo>
                <a:lnTo>
                  <a:pt x="832808" y="180277"/>
                </a:lnTo>
                <a:lnTo>
                  <a:pt x="833174" y="180726"/>
                </a:lnTo>
                <a:lnTo>
                  <a:pt x="833568" y="181173"/>
                </a:lnTo>
                <a:lnTo>
                  <a:pt x="833988" y="181619"/>
                </a:lnTo>
                <a:lnTo>
                  <a:pt x="834436" y="182064"/>
                </a:lnTo>
                <a:lnTo>
                  <a:pt x="834911" y="182507"/>
                </a:lnTo>
                <a:lnTo>
                  <a:pt x="835413" y="182948"/>
                </a:lnTo>
                <a:lnTo>
                  <a:pt x="835942" y="183388"/>
                </a:lnTo>
                <a:lnTo>
                  <a:pt x="836498" y="183827"/>
                </a:lnTo>
                <a:lnTo>
                  <a:pt x="837081" y="184264"/>
                </a:lnTo>
                <a:lnTo>
                  <a:pt x="837691" y="184699"/>
                </a:lnTo>
                <a:lnTo>
                  <a:pt x="838329" y="185134"/>
                </a:lnTo>
                <a:lnTo>
                  <a:pt x="839494" y="185872"/>
                </a:lnTo>
                <a:lnTo>
                  <a:pt x="840682" y="186579"/>
                </a:lnTo>
                <a:lnTo>
                  <a:pt x="841890" y="187255"/>
                </a:lnTo>
                <a:lnTo>
                  <a:pt x="843121" y="187899"/>
                </a:lnTo>
                <a:lnTo>
                  <a:pt x="844373" y="188512"/>
                </a:lnTo>
                <a:lnTo>
                  <a:pt x="845647" y="189093"/>
                </a:lnTo>
                <a:lnTo>
                  <a:pt x="846943" y="189643"/>
                </a:lnTo>
                <a:lnTo>
                  <a:pt x="848260" y="190162"/>
                </a:lnTo>
                <a:lnTo>
                  <a:pt x="849599" y="190649"/>
                </a:lnTo>
                <a:lnTo>
                  <a:pt x="850960" y="191104"/>
                </a:lnTo>
                <a:lnTo>
                  <a:pt x="852343" y="191529"/>
                </a:lnTo>
                <a:lnTo>
                  <a:pt x="853747" y="191921"/>
                </a:lnTo>
                <a:lnTo>
                  <a:pt x="855173" y="192283"/>
                </a:lnTo>
                <a:lnTo>
                  <a:pt x="856621" y="192613"/>
                </a:lnTo>
                <a:lnTo>
                  <a:pt x="858090" y="192911"/>
                </a:lnTo>
                <a:lnTo>
                  <a:pt x="859581" y="193178"/>
                </a:lnTo>
                <a:lnTo>
                  <a:pt x="861094" y="193414"/>
                </a:lnTo>
                <a:lnTo>
                  <a:pt x="862628" y="193618"/>
                </a:lnTo>
                <a:lnTo>
                  <a:pt x="864184" y="193791"/>
                </a:lnTo>
                <a:lnTo>
                  <a:pt x="865762" y="193933"/>
                </a:lnTo>
                <a:lnTo>
                  <a:pt x="867361" y="194043"/>
                </a:lnTo>
                <a:lnTo>
                  <a:pt x="868983" y="194121"/>
                </a:lnTo>
                <a:lnTo>
                  <a:pt x="870626" y="194168"/>
                </a:lnTo>
                <a:lnTo>
                  <a:pt x="872290" y="194184"/>
                </a:lnTo>
                <a:lnTo>
                  <a:pt x="874452" y="194158"/>
                </a:lnTo>
                <a:lnTo>
                  <a:pt x="876580" y="194078"/>
                </a:lnTo>
                <a:lnTo>
                  <a:pt x="878673" y="193947"/>
                </a:lnTo>
                <a:lnTo>
                  <a:pt x="880731" y="193762"/>
                </a:lnTo>
                <a:lnTo>
                  <a:pt x="882756" y="193524"/>
                </a:lnTo>
                <a:lnTo>
                  <a:pt x="884746" y="193234"/>
                </a:lnTo>
                <a:lnTo>
                  <a:pt x="886702" y="192891"/>
                </a:lnTo>
                <a:lnTo>
                  <a:pt x="888623" y="192495"/>
                </a:lnTo>
                <a:lnTo>
                  <a:pt x="890510" y="192047"/>
                </a:lnTo>
                <a:lnTo>
                  <a:pt x="892362" y="191546"/>
                </a:lnTo>
                <a:lnTo>
                  <a:pt x="894180" y="190992"/>
                </a:lnTo>
                <a:lnTo>
                  <a:pt x="895964" y="190385"/>
                </a:lnTo>
                <a:lnTo>
                  <a:pt x="897714" y="189725"/>
                </a:lnTo>
                <a:lnTo>
                  <a:pt x="899429" y="189013"/>
                </a:lnTo>
                <a:lnTo>
                  <a:pt x="901110" y="188248"/>
                </a:lnTo>
                <a:lnTo>
                  <a:pt x="902756" y="187430"/>
                </a:lnTo>
                <a:lnTo>
                  <a:pt x="904368" y="186559"/>
                </a:lnTo>
                <a:lnTo>
                  <a:pt x="905946" y="185636"/>
                </a:lnTo>
                <a:lnTo>
                  <a:pt x="907489" y="184660"/>
                </a:lnTo>
                <a:lnTo>
                  <a:pt x="908998" y="183631"/>
                </a:lnTo>
                <a:lnTo>
                  <a:pt x="910472" y="182549"/>
                </a:lnTo>
                <a:lnTo>
                  <a:pt x="911913" y="181415"/>
                </a:lnTo>
                <a:lnTo>
                  <a:pt x="913318" y="180227"/>
                </a:lnTo>
                <a:lnTo>
                  <a:pt x="914690" y="178987"/>
                </a:lnTo>
                <a:lnTo>
                  <a:pt x="915591" y="178126"/>
                </a:lnTo>
                <a:lnTo>
                  <a:pt x="916454" y="177259"/>
                </a:lnTo>
                <a:lnTo>
                  <a:pt x="917278" y="176388"/>
                </a:lnTo>
                <a:lnTo>
                  <a:pt x="918064" y="175511"/>
                </a:lnTo>
                <a:lnTo>
                  <a:pt x="918812" y="174630"/>
                </a:lnTo>
                <a:lnTo>
                  <a:pt x="919521" y="173743"/>
                </a:lnTo>
                <a:lnTo>
                  <a:pt x="920192" y="172851"/>
                </a:lnTo>
                <a:lnTo>
                  <a:pt x="920825" y="171954"/>
                </a:lnTo>
                <a:lnTo>
                  <a:pt x="921419" y="171053"/>
                </a:lnTo>
                <a:lnTo>
                  <a:pt x="921975" y="170146"/>
                </a:lnTo>
                <a:lnTo>
                  <a:pt x="922493" y="169234"/>
                </a:lnTo>
                <a:lnTo>
                  <a:pt x="922972" y="168317"/>
                </a:lnTo>
                <a:lnTo>
                  <a:pt x="923413" y="167395"/>
                </a:lnTo>
                <a:lnTo>
                  <a:pt x="923815" y="166467"/>
                </a:lnTo>
                <a:lnTo>
                  <a:pt x="924180" y="165535"/>
                </a:lnTo>
                <a:lnTo>
                  <a:pt x="924506" y="164598"/>
                </a:lnTo>
                <a:lnTo>
                  <a:pt x="924793" y="163656"/>
                </a:lnTo>
                <a:lnTo>
                  <a:pt x="925042" y="162708"/>
                </a:lnTo>
                <a:lnTo>
                  <a:pt x="925253" y="161756"/>
                </a:lnTo>
                <a:lnTo>
                  <a:pt x="925426" y="160799"/>
                </a:lnTo>
                <a:lnTo>
                  <a:pt x="925560" y="159836"/>
                </a:lnTo>
                <a:lnTo>
                  <a:pt x="925656" y="158869"/>
                </a:lnTo>
                <a:lnTo>
                  <a:pt x="925713" y="157896"/>
                </a:lnTo>
                <a:lnTo>
                  <a:pt x="925733" y="156918"/>
                </a:lnTo>
                <a:lnTo>
                  <a:pt x="925723" y="156212"/>
                </a:lnTo>
                <a:lnTo>
                  <a:pt x="925692" y="155514"/>
                </a:lnTo>
                <a:lnTo>
                  <a:pt x="925642" y="154827"/>
                </a:lnTo>
                <a:lnTo>
                  <a:pt x="925572" y="154148"/>
                </a:lnTo>
                <a:lnTo>
                  <a:pt x="925482" y="153479"/>
                </a:lnTo>
                <a:lnTo>
                  <a:pt x="925371" y="152820"/>
                </a:lnTo>
                <a:lnTo>
                  <a:pt x="925241" y="152169"/>
                </a:lnTo>
                <a:lnTo>
                  <a:pt x="925090" y="151529"/>
                </a:lnTo>
                <a:lnTo>
                  <a:pt x="924920" y="150897"/>
                </a:lnTo>
                <a:lnTo>
                  <a:pt x="924729" y="150275"/>
                </a:lnTo>
                <a:lnTo>
                  <a:pt x="924518" y="149663"/>
                </a:lnTo>
                <a:lnTo>
                  <a:pt x="924287" y="149060"/>
                </a:lnTo>
                <a:lnTo>
                  <a:pt x="924036" y="148466"/>
                </a:lnTo>
                <a:lnTo>
                  <a:pt x="923765" y="147881"/>
                </a:lnTo>
                <a:lnTo>
                  <a:pt x="923474" y="147306"/>
                </a:lnTo>
                <a:lnTo>
                  <a:pt x="923163" y="146741"/>
                </a:lnTo>
                <a:lnTo>
                  <a:pt x="922832" y="146185"/>
                </a:lnTo>
                <a:lnTo>
                  <a:pt x="922480" y="145638"/>
                </a:lnTo>
                <a:lnTo>
                  <a:pt x="922109" y="145101"/>
                </a:lnTo>
                <a:lnTo>
                  <a:pt x="921717" y="144573"/>
                </a:lnTo>
                <a:lnTo>
                  <a:pt x="921306" y="144054"/>
                </a:lnTo>
                <a:lnTo>
                  <a:pt x="920874" y="143545"/>
                </a:lnTo>
                <a:lnTo>
                  <a:pt x="920423" y="143045"/>
                </a:lnTo>
                <a:lnTo>
                  <a:pt x="919951" y="142555"/>
                </a:lnTo>
                <a:lnTo>
                  <a:pt x="919462" y="142077"/>
                </a:lnTo>
                <a:lnTo>
                  <a:pt x="918960" y="141614"/>
                </a:lnTo>
                <a:lnTo>
                  <a:pt x="918444" y="141167"/>
                </a:lnTo>
                <a:lnTo>
                  <a:pt x="917915" y="140736"/>
                </a:lnTo>
                <a:lnTo>
                  <a:pt x="917372" y="140320"/>
                </a:lnTo>
                <a:lnTo>
                  <a:pt x="916816" y="139920"/>
                </a:lnTo>
                <a:lnTo>
                  <a:pt x="916246" y="139535"/>
                </a:lnTo>
                <a:lnTo>
                  <a:pt x="915662" y="139165"/>
                </a:lnTo>
                <a:lnTo>
                  <a:pt x="915065" y="138812"/>
                </a:lnTo>
                <a:lnTo>
                  <a:pt x="914454" y="138473"/>
                </a:lnTo>
                <a:lnTo>
                  <a:pt x="913830" y="138151"/>
                </a:lnTo>
                <a:lnTo>
                  <a:pt x="913192" y="137844"/>
                </a:lnTo>
                <a:lnTo>
                  <a:pt x="912541" y="137552"/>
                </a:lnTo>
                <a:lnTo>
                  <a:pt x="911876" y="137276"/>
                </a:lnTo>
                <a:lnTo>
                  <a:pt x="911198" y="137015"/>
                </a:lnTo>
                <a:lnTo>
                  <a:pt x="910506" y="136770"/>
                </a:lnTo>
                <a:lnTo>
                  <a:pt x="909800" y="136541"/>
                </a:lnTo>
                <a:lnTo>
                  <a:pt x="909081" y="136327"/>
                </a:lnTo>
                <a:lnTo>
                  <a:pt x="908348" y="136129"/>
                </a:lnTo>
                <a:lnTo>
                  <a:pt x="907602" y="135946"/>
                </a:lnTo>
                <a:lnTo>
                  <a:pt x="906842" y="135779"/>
                </a:lnTo>
                <a:lnTo>
                  <a:pt x="906068" y="135627"/>
                </a:lnTo>
                <a:lnTo>
                  <a:pt x="905281" y="135491"/>
                </a:lnTo>
                <a:lnTo>
                  <a:pt x="904481" y="135370"/>
                </a:lnTo>
                <a:lnTo>
                  <a:pt x="903925" y="135293"/>
                </a:lnTo>
                <a:lnTo>
                  <a:pt x="903317" y="135217"/>
                </a:lnTo>
                <a:lnTo>
                  <a:pt x="902656" y="135142"/>
                </a:lnTo>
                <a:lnTo>
                  <a:pt x="901943" y="135069"/>
                </a:lnTo>
                <a:lnTo>
                  <a:pt x="901177" y="134998"/>
                </a:lnTo>
                <a:lnTo>
                  <a:pt x="900359" y="134928"/>
                </a:lnTo>
                <a:lnTo>
                  <a:pt x="899489" y="134859"/>
                </a:lnTo>
                <a:lnTo>
                  <a:pt x="898566" y="134792"/>
                </a:lnTo>
                <a:lnTo>
                  <a:pt x="897590" y="134726"/>
                </a:lnTo>
                <a:lnTo>
                  <a:pt x="896563" y="134662"/>
                </a:lnTo>
                <a:lnTo>
                  <a:pt x="895482" y="134599"/>
                </a:lnTo>
                <a:lnTo>
                  <a:pt x="894350" y="134538"/>
                </a:lnTo>
                <a:lnTo>
                  <a:pt x="893164" y="134478"/>
                </a:lnTo>
                <a:lnTo>
                  <a:pt x="891927" y="134419"/>
                </a:lnTo>
                <a:lnTo>
                  <a:pt x="890637" y="134362"/>
                </a:lnTo>
                <a:lnTo>
                  <a:pt x="889294" y="134307"/>
                </a:lnTo>
                <a:lnTo>
                  <a:pt x="887899" y="134253"/>
                </a:lnTo>
                <a:lnTo>
                  <a:pt x="886452" y="134200"/>
                </a:lnTo>
                <a:lnTo>
                  <a:pt x="884952" y="134149"/>
                </a:lnTo>
                <a:lnTo>
                  <a:pt x="883400" y="134099"/>
                </a:lnTo>
                <a:lnTo>
                  <a:pt x="881795" y="134051"/>
                </a:lnTo>
                <a:lnTo>
                  <a:pt x="880138" y="134004"/>
                </a:lnTo>
                <a:lnTo>
                  <a:pt x="878428" y="133959"/>
                </a:lnTo>
                <a:lnTo>
                  <a:pt x="876666" y="133915"/>
                </a:lnTo>
                <a:lnTo>
                  <a:pt x="875709" y="133889"/>
                </a:lnTo>
                <a:lnTo>
                  <a:pt x="874782" y="133862"/>
                </a:lnTo>
                <a:lnTo>
                  <a:pt x="873886" y="133835"/>
                </a:lnTo>
                <a:lnTo>
                  <a:pt x="873020" y="133808"/>
                </a:lnTo>
                <a:lnTo>
                  <a:pt x="872184" y="133780"/>
                </a:lnTo>
                <a:lnTo>
                  <a:pt x="871379" y="133752"/>
                </a:lnTo>
                <a:lnTo>
                  <a:pt x="870604" y="133724"/>
                </a:lnTo>
                <a:lnTo>
                  <a:pt x="869860" y="133695"/>
                </a:lnTo>
                <a:lnTo>
                  <a:pt x="869146" y="133666"/>
                </a:lnTo>
                <a:lnTo>
                  <a:pt x="868462" y="133636"/>
                </a:lnTo>
                <a:lnTo>
                  <a:pt x="867809" y="133607"/>
                </a:lnTo>
                <a:lnTo>
                  <a:pt x="867186" y="133576"/>
                </a:lnTo>
                <a:lnTo>
                  <a:pt x="866593" y="133546"/>
                </a:lnTo>
                <a:lnTo>
                  <a:pt x="866031" y="133515"/>
                </a:lnTo>
                <a:lnTo>
                  <a:pt x="865499" y="133484"/>
                </a:lnTo>
                <a:lnTo>
                  <a:pt x="864998" y="133452"/>
                </a:lnTo>
                <a:lnTo>
                  <a:pt x="864527" y="133420"/>
                </a:lnTo>
                <a:lnTo>
                  <a:pt x="864086" y="133388"/>
                </a:lnTo>
                <a:lnTo>
                  <a:pt x="863676" y="133355"/>
                </a:lnTo>
                <a:lnTo>
                  <a:pt x="863296" y="133322"/>
                </a:lnTo>
                <a:lnTo>
                  <a:pt x="862947" y="133288"/>
                </a:lnTo>
                <a:lnTo>
                  <a:pt x="862628" y="133254"/>
                </a:lnTo>
                <a:lnTo>
                  <a:pt x="862339" y="133220"/>
                </a:lnTo>
                <a:lnTo>
                  <a:pt x="862081" y="133186"/>
                </a:lnTo>
                <a:lnTo>
                  <a:pt x="861670" y="133123"/>
                </a:lnTo>
                <a:lnTo>
                  <a:pt x="861270" y="133058"/>
                </a:lnTo>
                <a:lnTo>
                  <a:pt x="860882" y="132989"/>
                </a:lnTo>
                <a:lnTo>
                  <a:pt x="860505" y="132917"/>
                </a:lnTo>
                <a:lnTo>
                  <a:pt x="860140" y="132841"/>
                </a:lnTo>
                <a:lnTo>
                  <a:pt x="859786" y="132763"/>
                </a:lnTo>
                <a:lnTo>
                  <a:pt x="859443" y="132681"/>
                </a:lnTo>
                <a:lnTo>
                  <a:pt x="859112" y="132596"/>
                </a:lnTo>
                <a:lnTo>
                  <a:pt x="858792" y="132507"/>
                </a:lnTo>
                <a:lnTo>
                  <a:pt x="858484" y="132416"/>
                </a:lnTo>
                <a:lnTo>
                  <a:pt x="858187" y="132321"/>
                </a:lnTo>
                <a:lnTo>
                  <a:pt x="857901" y="132223"/>
                </a:lnTo>
                <a:lnTo>
                  <a:pt x="857627" y="132122"/>
                </a:lnTo>
                <a:lnTo>
                  <a:pt x="857364" y="132017"/>
                </a:lnTo>
                <a:lnTo>
                  <a:pt x="857112" y="131909"/>
                </a:lnTo>
                <a:lnTo>
                  <a:pt x="856872" y="131798"/>
                </a:lnTo>
                <a:lnTo>
                  <a:pt x="856644" y="131684"/>
                </a:lnTo>
                <a:lnTo>
                  <a:pt x="856426" y="131566"/>
                </a:lnTo>
                <a:lnTo>
                  <a:pt x="856220" y="131446"/>
                </a:lnTo>
                <a:lnTo>
                  <a:pt x="856026" y="131321"/>
                </a:lnTo>
                <a:lnTo>
                  <a:pt x="855843" y="131194"/>
                </a:lnTo>
                <a:lnTo>
                  <a:pt x="855671" y="131064"/>
                </a:lnTo>
                <a:lnTo>
                  <a:pt x="855511" y="130930"/>
                </a:lnTo>
                <a:lnTo>
                  <a:pt x="855362" y="130793"/>
                </a:lnTo>
                <a:lnTo>
                  <a:pt x="855221" y="130654"/>
                </a:lnTo>
                <a:lnTo>
                  <a:pt x="855087" y="130514"/>
                </a:lnTo>
                <a:lnTo>
                  <a:pt x="854959" y="130375"/>
                </a:lnTo>
                <a:lnTo>
                  <a:pt x="854837" y="130234"/>
                </a:lnTo>
                <a:lnTo>
                  <a:pt x="854720" y="130094"/>
                </a:lnTo>
                <a:lnTo>
                  <a:pt x="854610" y="129953"/>
                </a:lnTo>
                <a:lnTo>
                  <a:pt x="854505" y="129812"/>
                </a:lnTo>
                <a:lnTo>
                  <a:pt x="854407" y="129670"/>
                </a:lnTo>
                <a:lnTo>
                  <a:pt x="854314" y="129528"/>
                </a:lnTo>
                <a:lnTo>
                  <a:pt x="854228" y="129386"/>
                </a:lnTo>
                <a:lnTo>
                  <a:pt x="854147" y="129243"/>
                </a:lnTo>
                <a:lnTo>
                  <a:pt x="854073" y="129100"/>
                </a:lnTo>
                <a:lnTo>
                  <a:pt x="854004" y="128957"/>
                </a:lnTo>
                <a:lnTo>
                  <a:pt x="853941" y="128813"/>
                </a:lnTo>
                <a:lnTo>
                  <a:pt x="853885" y="128669"/>
                </a:lnTo>
                <a:lnTo>
                  <a:pt x="853834" y="128524"/>
                </a:lnTo>
                <a:lnTo>
                  <a:pt x="853789" y="128379"/>
                </a:lnTo>
                <a:lnTo>
                  <a:pt x="853750" y="128234"/>
                </a:lnTo>
                <a:lnTo>
                  <a:pt x="853717" y="128089"/>
                </a:lnTo>
                <a:lnTo>
                  <a:pt x="853691" y="127943"/>
                </a:lnTo>
                <a:lnTo>
                  <a:pt x="853670" y="127796"/>
                </a:lnTo>
                <a:lnTo>
                  <a:pt x="853655" y="127650"/>
                </a:lnTo>
                <a:lnTo>
                  <a:pt x="853646" y="127503"/>
                </a:lnTo>
                <a:lnTo>
                  <a:pt x="853643" y="127355"/>
                </a:lnTo>
                <a:lnTo>
                  <a:pt x="853646" y="127180"/>
                </a:lnTo>
                <a:lnTo>
                  <a:pt x="853654" y="127002"/>
                </a:lnTo>
                <a:lnTo>
                  <a:pt x="853668" y="126821"/>
                </a:lnTo>
                <a:lnTo>
                  <a:pt x="853688" y="126637"/>
                </a:lnTo>
                <a:lnTo>
                  <a:pt x="853713" y="126450"/>
                </a:lnTo>
                <a:lnTo>
                  <a:pt x="853744" y="126260"/>
                </a:lnTo>
                <a:lnTo>
                  <a:pt x="853780" y="126066"/>
                </a:lnTo>
                <a:lnTo>
                  <a:pt x="853822" y="125870"/>
                </a:lnTo>
                <a:lnTo>
                  <a:pt x="853870" y="125670"/>
                </a:lnTo>
                <a:lnTo>
                  <a:pt x="853923" y="125468"/>
                </a:lnTo>
                <a:lnTo>
                  <a:pt x="853982" y="125262"/>
                </a:lnTo>
                <a:lnTo>
                  <a:pt x="854046" y="125053"/>
                </a:lnTo>
                <a:lnTo>
                  <a:pt x="854117" y="124842"/>
                </a:lnTo>
                <a:lnTo>
                  <a:pt x="854192" y="124627"/>
                </a:lnTo>
                <a:lnTo>
                  <a:pt x="854274" y="124409"/>
                </a:lnTo>
                <a:lnTo>
                  <a:pt x="854360" y="124188"/>
                </a:lnTo>
                <a:lnTo>
                  <a:pt x="854453" y="123964"/>
                </a:lnTo>
                <a:lnTo>
                  <a:pt x="854551" y="123737"/>
                </a:lnTo>
                <a:lnTo>
                  <a:pt x="854655" y="123506"/>
                </a:lnTo>
                <a:lnTo>
                  <a:pt x="854764" y="123273"/>
                </a:lnTo>
                <a:lnTo>
                  <a:pt x="854879" y="123037"/>
                </a:lnTo>
                <a:lnTo>
                  <a:pt x="855000" y="122797"/>
                </a:lnTo>
                <a:lnTo>
                  <a:pt x="855126" y="122555"/>
                </a:lnTo>
                <a:lnTo>
                  <a:pt x="855258" y="122309"/>
                </a:lnTo>
                <a:lnTo>
                  <a:pt x="855397" y="122060"/>
                </a:lnTo>
                <a:lnTo>
                  <a:pt x="855547" y="121807"/>
                </a:lnTo>
                <a:lnTo>
                  <a:pt x="855708" y="121551"/>
                </a:lnTo>
                <a:lnTo>
                  <a:pt x="855878" y="121292"/>
                </a:lnTo>
                <a:lnTo>
                  <a:pt x="856059" y="121029"/>
                </a:lnTo>
                <a:lnTo>
                  <a:pt x="856250" y="120763"/>
                </a:lnTo>
                <a:lnTo>
                  <a:pt x="856452" y="120493"/>
                </a:lnTo>
                <a:lnTo>
                  <a:pt x="856664" y="120220"/>
                </a:lnTo>
                <a:lnTo>
                  <a:pt x="856886" y="119944"/>
                </a:lnTo>
                <a:lnTo>
                  <a:pt x="857119" y="119664"/>
                </a:lnTo>
                <a:lnTo>
                  <a:pt x="857361" y="119380"/>
                </a:lnTo>
                <a:lnTo>
                  <a:pt x="857615" y="119093"/>
                </a:lnTo>
                <a:lnTo>
                  <a:pt x="857878" y="118803"/>
                </a:lnTo>
                <a:lnTo>
                  <a:pt x="858152" y="118510"/>
                </a:lnTo>
                <a:lnTo>
                  <a:pt x="858436" y="118213"/>
                </a:lnTo>
                <a:lnTo>
                  <a:pt x="858730" y="117912"/>
                </a:lnTo>
                <a:lnTo>
                  <a:pt x="859035" y="117608"/>
                </a:lnTo>
                <a:lnTo>
                  <a:pt x="859350" y="117301"/>
                </a:lnTo>
                <a:lnTo>
                  <a:pt x="859675" y="116990"/>
                </a:lnTo>
                <a:lnTo>
                  <a:pt x="860011" y="116676"/>
                </a:lnTo>
                <a:lnTo>
                  <a:pt x="860356" y="116358"/>
                </a:lnTo>
                <a:lnTo>
                  <a:pt x="860713" y="116037"/>
                </a:lnTo>
                <a:lnTo>
                  <a:pt x="861079" y="115713"/>
                </a:lnTo>
                <a:lnTo>
                  <a:pt x="861456" y="115385"/>
                </a:lnTo>
                <a:lnTo>
                  <a:pt x="862072" y="115558"/>
                </a:lnTo>
                <a:lnTo>
                  <a:pt x="862687" y="115724"/>
                </a:lnTo>
                <a:lnTo>
                  <a:pt x="863300" y="115883"/>
                </a:lnTo>
                <a:lnTo>
                  <a:pt x="863913" y="116034"/>
                </a:lnTo>
                <a:lnTo>
                  <a:pt x="864524" y="116178"/>
                </a:lnTo>
                <a:lnTo>
                  <a:pt x="865135" y="116315"/>
                </a:lnTo>
                <a:lnTo>
                  <a:pt x="865744" y="116444"/>
                </a:lnTo>
                <a:lnTo>
                  <a:pt x="866352" y="116566"/>
                </a:lnTo>
                <a:lnTo>
                  <a:pt x="866959" y="116680"/>
                </a:lnTo>
                <a:lnTo>
                  <a:pt x="867566" y="116787"/>
                </a:lnTo>
                <a:lnTo>
                  <a:pt x="868170" y="116887"/>
                </a:lnTo>
                <a:lnTo>
                  <a:pt x="868774" y="116979"/>
                </a:lnTo>
                <a:lnTo>
                  <a:pt x="869377" y="117064"/>
                </a:lnTo>
                <a:lnTo>
                  <a:pt x="869979" y="117141"/>
                </a:lnTo>
                <a:lnTo>
                  <a:pt x="870580" y="117212"/>
                </a:lnTo>
                <a:lnTo>
                  <a:pt x="871179" y="117274"/>
                </a:lnTo>
                <a:lnTo>
                  <a:pt x="871778" y="117330"/>
                </a:lnTo>
                <a:lnTo>
                  <a:pt x="872375" y="117378"/>
                </a:lnTo>
                <a:lnTo>
                  <a:pt x="872971" y="117418"/>
                </a:lnTo>
                <a:lnTo>
                  <a:pt x="873566" y="117451"/>
                </a:lnTo>
                <a:lnTo>
                  <a:pt x="874161" y="117477"/>
                </a:lnTo>
                <a:lnTo>
                  <a:pt x="874754" y="117496"/>
                </a:lnTo>
                <a:lnTo>
                  <a:pt x="875346" y="117507"/>
                </a:lnTo>
                <a:lnTo>
                  <a:pt x="875936" y="117510"/>
                </a:lnTo>
                <a:lnTo>
                  <a:pt x="877357" y="117494"/>
                </a:lnTo>
                <a:lnTo>
                  <a:pt x="878753" y="117445"/>
                </a:lnTo>
                <a:lnTo>
                  <a:pt x="880125" y="117362"/>
                </a:lnTo>
                <a:lnTo>
                  <a:pt x="881472" y="117247"/>
                </a:lnTo>
                <a:lnTo>
                  <a:pt x="882796" y="117098"/>
                </a:lnTo>
                <a:lnTo>
                  <a:pt x="884095" y="116917"/>
                </a:lnTo>
                <a:lnTo>
                  <a:pt x="885370" y="116702"/>
                </a:lnTo>
                <a:lnTo>
                  <a:pt x="886620" y="116455"/>
                </a:lnTo>
                <a:lnTo>
                  <a:pt x="887847" y="116175"/>
                </a:lnTo>
                <a:lnTo>
                  <a:pt x="889049" y="115861"/>
                </a:lnTo>
                <a:lnTo>
                  <a:pt x="890227" y="115515"/>
                </a:lnTo>
                <a:lnTo>
                  <a:pt x="891381" y="115136"/>
                </a:lnTo>
                <a:lnTo>
                  <a:pt x="892510" y="114723"/>
                </a:lnTo>
                <a:lnTo>
                  <a:pt x="893615" y="114278"/>
                </a:lnTo>
                <a:lnTo>
                  <a:pt x="894696" y="113800"/>
                </a:lnTo>
                <a:lnTo>
                  <a:pt x="895753" y="113288"/>
                </a:lnTo>
                <a:lnTo>
                  <a:pt x="896786" y="112744"/>
                </a:lnTo>
                <a:lnTo>
                  <a:pt x="897794" y="112167"/>
                </a:lnTo>
                <a:lnTo>
                  <a:pt x="898778" y="111557"/>
                </a:lnTo>
                <a:lnTo>
                  <a:pt x="899738" y="110914"/>
                </a:lnTo>
                <a:lnTo>
                  <a:pt x="900673" y="110237"/>
                </a:lnTo>
                <a:lnTo>
                  <a:pt x="901585" y="109528"/>
                </a:lnTo>
                <a:lnTo>
                  <a:pt x="902472" y="108786"/>
                </a:lnTo>
                <a:lnTo>
                  <a:pt x="903335" y="108011"/>
                </a:lnTo>
                <a:lnTo>
                  <a:pt x="904168" y="107213"/>
                </a:lnTo>
                <a:lnTo>
                  <a:pt x="904965" y="106401"/>
                </a:lnTo>
                <a:lnTo>
                  <a:pt x="905728" y="105576"/>
                </a:lnTo>
                <a:lnTo>
                  <a:pt x="906454" y="104737"/>
                </a:lnTo>
                <a:lnTo>
                  <a:pt x="907145" y="103885"/>
                </a:lnTo>
                <a:lnTo>
                  <a:pt x="907801" y="103020"/>
                </a:lnTo>
                <a:lnTo>
                  <a:pt x="908422" y="102141"/>
                </a:lnTo>
                <a:lnTo>
                  <a:pt x="909007" y="101249"/>
                </a:lnTo>
                <a:lnTo>
                  <a:pt x="909556" y="100343"/>
                </a:lnTo>
                <a:lnTo>
                  <a:pt x="910070" y="99424"/>
                </a:lnTo>
                <a:lnTo>
                  <a:pt x="910549" y="98492"/>
                </a:lnTo>
                <a:lnTo>
                  <a:pt x="910992" y="97546"/>
                </a:lnTo>
                <a:lnTo>
                  <a:pt x="911399" y="96587"/>
                </a:lnTo>
                <a:lnTo>
                  <a:pt x="911772" y="95614"/>
                </a:lnTo>
                <a:lnTo>
                  <a:pt x="912108" y="94628"/>
                </a:lnTo>
                <a:lnTo>
                  <a:pt x="912410" y="93629"/>
                </a:lnTo>
                <a:lnTo>
                  <a:pt x="912676" y="92616"/>
                </a:lnTo>
                <a:lnTo>
                  <a:pt x="912906" y="91590"/>
                </a:lnTo>
                <a:lnTo>
                  <a:pt x="913101" y="90550"/>
                </a:lnTo>
                <a:lnTo>
                  <a:pt x="913260" y="89497"/>
                </a:lnTo>
                <a:lnTo>
                  <a:pt x="913384" y="88431"/>
                </a:lnTo>
                <a:lnTo>
                  <a:pt x="913473" y="87351"/>
                </a:lnTo>
                <a:lnTo>
                  <a:pt x="913526" y="86258"/>
                </a:lnTo>
                <a:lnTo>
                  <a:pt x="913544" y="85151"/>
                </a:lnTo>
                <a:lnTo>
                  <a:pt x="913534" y="84184"/>
                </a:lnTo>
                <a:lnTo>
                  <a:pt x="913503" y="83231"/>
                </a:lnTo>
                <a:lnTo>
                  <a:pt x="913453" y="82293"/>
                </a:lnTo>
                <a:lnTo>
                  <a:pt x="913382" y="81370"/>
                </a:lnTo>
                <a:lnTo>
                  <a:pt x="913291" y="80461"/>
                </a:lnTo>
                <a:lnTo>
                  <a:pt x="913179" y="79566"/>
                </a:lnTo>
                <a:lnTo>
                  <a:pt x="913048" y="78686"/>
                </a:lnTo>
                <a:lnTo>
                  <a:pt x="912896" y="77821"/>
                </a:lnTo>
                <a:lnTo>
                  <a:pt x="912724" y="76970"/>
                </a:lnTo>
                <a:lnTo>
                  <a:pt x="912531" y="76133"/>
                </a:lnTo>
                <a:lnTo>
                  <a:pt x="912318" y="75311"/>
                </a:lnTo>
                <a:lnTo>
                  <a:pt x="912086" y="74504"/>
                </a:lnTo>
                <a:lnTo>
                  <a:pt x="911832" y="73711"/>
                </a:lnTo>
                <a:lnTo>
                  <a:pt x="911559" y="72932"/>
                </a:lnTo>
                <a:lnTo>
                  <a:pt x="911265" y="72168"/>
                </a:lnTo>
                <a:lnTo>
                  <a:pt x="910951" y="71418"/>
                </a:lnTo>
                <a:lnTo>
                  <a:pt x="910617" y="70683"/>
                </a:lnTo>
                <a:lnTo>
                  <a:pt x="910262" y="69963"/>
                </a:lnTo>
                <a:lnTo>
                  <a:pt x="909888" y="69257"/>
                </a:lnTo>
                <a:lnTo>
                  <a:pt x="909493" y="68565"/>
                </a:lnTo>
                <a:lnTo>
                  <a:pt x="909077" y="67888"/>
                </a:lnTo>
                <a:lnTo>
                  <a:pt x="908642" y="67225"/>
                </a:lnTo>
                <a:lnTo>
                  <a:pt x="908186" y="66577"/>
                </a:lnTo>
                <a:lnTo>
                  <a:pt x="907710" y="65943"/>
                </a:lnTo>
                <a:lnTo>
                  <a:pt x="920107" y="65943"/>
                </a:lnTo>
                <a:lnTo>
                  <a:pt x="920474" y="65943"/>
                </a:lnTo>
                <a:lnTo>
                  <a:pt x="920828" y="65941"/>
                </a:lnTo>
                <a:lnTo>
                  <a:pt x="921169" y="65939"/>
                </a:lnTo>
                <a:lnTo>
                  <a:pt x="921498" y="65935"/>
                </a:lnTo>
                <a:lnTo>
                  <a:pt x="921813" y="65930"/>
                </a:lnTo>
                <a:lnTo>
                  <a:pt x="922116" y="65924"/>
                </a:lnTo>
                <a:lnTo>
                  <a:pt x="922406" y="65917"/>
                </a:lnTo>
                <a:lnTo>
                  <a:pt x="922683" y="65909"/>
                </a:lnTo>
                <a:lnTo>
                  <a:pt x="922947" y="65900"/>
                </a:lnTo>
                <a:lnTo>
                  <a:pt x="923198" y="65890"/>
                </a:lnTo>
                <a:lnTo>
                  <a:pt x="923436" y="65878"/>
                </a:lnTo>
                <a:lnTo>
                  <a:pt x="923662" y="65866"/>
                </a:lnTo>
                <a:lnTo>
                  <a:pt x="923875" y="65853"/>
                </a:lnTo>
                <a:lnTo>
                  <a:pt x="924075" y="65838"/>
                </a:lnTo>
                <a:lnTo>
                  <a:pt x="924262" y="65823"/>
                </a:lnTo>
                <a:lnTo>
                  <a:pt x="924436" y="65806"/>
                </a:lnTo>
                <a:lnTo>
                  <a:pt x="924598" y="65788"/>
                </a:lnTo>
                <a:lnTo>
                  <a:pt x="924746" y="65769"/>
                </a:lnTo>
                <a:lnTo>
                  <a:pt x="924882" y="65750"/>
                </a:lnTo>
                <a:lnTo>
                  <a:pt x="925005" y="65729"/>
                </a:lnTo>
                <a:lnTo>
                  <a:pt x="925115" y="65707"/>
                </a:lnTo>
                <a:lnTo>
                  <a:pt x="925212" y="65684"/>
                </a:lnTo>
                <a:lnTo>
                  <a:pt x="925296" y="65659"/>
                </a:lnTo>
                <a:lnTo>
                  <a:pt x="925368" y="65634"/>
                </a:lnTo>
                <a:lnTo>
                  <a:pt x="925432" y="65608"/>
                </a:lnTo>
                <a:lnTo>
                  <a:pt x="925495" y="65581"/>
                </a:lnTo>
                <a:lnTo>
                  <a:pt x="925556" y="65554"/>
                </a:lnTo>
                <a:lnTo>
                  <a:pt x="925615" y="65525"/>
                </a:lnTo>
                <a:lnTo>
                  <a:pt x="925673" y="65496"/>
                </a:lnTo>
                <a:lnTo>
                  <a:pt x="925729" y="65467"/>
                </a:lnTo>
                <a:lnTo>
                  <a:pt x="925784" y="65436"/>
                </a:lnTo>
                <a:lnTo>
                  <a:pt x="925837" y="65405"/>
                </a:lnTo>
                <a:lnTo>
                  <a:pt x="925888" y="65373"/>
                </a:lnTo>
                <a:lnTo>
                  <a:pt x="925938" y="65341"/>
                </a:lnTo>
                <a:lnTo>
                  <a:pt x="925986" y="65308"/>
                </a:lnTo>
                <a:lnTo>
                  <a:pt x="926032" y="65274"/>
                </a:lnTo>
                <a:lnTo>
                  <a:pt x="926077" y="65239"/>
                </a:lnTo>
                <a:lnTo>
                  <a:pt x="926120" y="65204"/>
                </a:lnTo>
                <a:lnTo>
                  <a:pt x="926161" y="65167"/>
                </a:lnTo>
                <a:lnTo>
                  <a:pt x="926201" y="65131"/>
                </a:lnTo>
                <a:lnTo>
                  <a:pt x="926240" y="65093"/>
                </a:lnTo>
                <a:lnTo>
                  <a:pt x="926276" y="65055"/>
                </a:lnTo>
                <a:lnTo>
                  <a:pt x="926311" y="65016"/>
                </a:lnTo>
                <a:lnTo>
                  <a:pt x="926345" y="64976"/>
                </a:lnTo>
                <a:lnTo>
                  <a:pt x="926376" y="64936"/>
                </a:lnTo>
                <a:lnTo>
                  <a:pt x="926406" y="64895"/>
                </a:lnTo>
                <a:lnTo>
                  <a:pt x="926435" y="64853"/>
                </a:lnTo>
                <a:lnTo>
                  <a:pt x="926462" y="64810"/>
                </a:lnTo>
                <a:lnTo>
                  <a:pt x="926504" y="64722"/>
                </a:lnTo>
                <a:lnTo>
                  <a:pt x="926545" y="64627"/>
                </a:lnTo>
                <a:lnTo>
                  <a:pt x="926584" y="64527"/>
                </a:lnTo>
                <a:lnTo>
                  <a:pt x="926621" y="64421"/>
                </a:lnTo>
                <a:lnTo>
                  <a:pt x="926656" y="64309"/>
                </a:lnTo>
                <a:lnTo>
                  <a:pt x="926690" y="64192"/>
                </a:lnTo>
                <a:lnTo>
                  <a:pt x="926721" y="64069"/>
                </a:lnTo>
                <a:lnTo>
                  <a:pt x="926751" y="63940"/>
                </a:lnTo>
                <a:lnTo>
                  <a:pt x="926779" y="63805"/>
                </a:lnTo>
                <a:lnTo>
                  <a:pt x="926805" y="63665"/>
                </a:lnTo>
                <a:lnTo>
                  <a:pt x="926830" y="63519"/>
                </a:lnTo>
                <a:lnTo>
                  <a:pt x="926852" y="63367"/>
                </a:lnTo>
                <a:lnTo>
                  <a:pt x="926873" y="63210"/>
                </a:lnTo>
                <a:lnTo>
                  <a:pt x="926892" y="63047"/>
                </a:lnTo>
                <a:lnTo>
                  <a:pt x="926909" y="62878"/>
                </a:lnTo>
                <a:lnTo>
                  <a:pt x="926925" y="62704"/>
                </a:lnTo>
                <a:lnTo>
                  <a:pt x="926938" y="62524"/>
                </a:lnTo>
                <a:lnTo>
                  <a:pt x="926950" y="62338"/>
                </a:lnTo>
                <a:lnTo>
                  <a:pt x="926960" y="62146"/>
                </a:lnTo>
                <a:lnTo>
                  <a:pt x="926968" y="61949"/>
                </a:lnTo>
                <a:lnTo>
                  <a:pt x="926975" y="61746"/>
                </a:lnTo>
                <a:lnTo>
                  <a:pt x="926979" y="61537"/>
                </a:lnTo>
                <a:lnTo>
                  <a:pt x="926982" y="61323"/>
                </a:lnTo>
                <a:lnTo>
                  <a:pt x="926983" y="61102"/>
                </a:lnTo>
                <a:lnTo>
                  <a:pt x="926982" y="60907"/>
                </a:lnTo>
                <a:lnTo>
                  <a:pt x="926978" y="60717"/>
                </a:lnTo>
                <a:lnTo>
                  <a:pt x="926973" y="60532"/>
                </a:lnTo>
                <a:lnTo>
                  <a:pt x="926965" y="60353"/>
                </a:lnTo>
                <a:lnTo>
                  <a:pt x="926956" y="60178"/>
                </a:lnTo>
                <a:lnTo>
                  <a:pt x="926944" y="60008"/>
                </a:lnTo>
                <a:lnTo>
                  <a:pt x="926930" y="59843"/>
                </a:lnTo>
                <a:lnTo>
                  <a:pt x="926913" y="59683"/>
                </a:lnTo>
                <a:lnTo>
                  <a:pt x="926895" y="59528"/>
                </a:lnTo>
                <a:lnTo>
                  <a:pt x="926874" y="59378"/>
                </a:lnTo>
                <a:lnTo>
                  <a:pt x="926851" y="59233"/>
                </a:lnTo>
                <a:lnTo>
                  <a:pt x="926826" y="59093"/>
                </a:lnTo>
                <a:lnTo>
                  <a:pt x="926799" y="58958"/>
                </a:lnTo>
                <a:lnTo>
                  <a:pt x="926770" y="58828"/>
                </a:lnTo>
                <a:lnTo>
                  <a:pt x="926739" y="58703"/>
                </a:lnTo>
                <a:lnTo>
                  <a:pt x="926705" y="58583"/>
                </a:lnTo>
                <a:lnTo>
                  <a:pt x="926669" y="58469"/>
                </a:lnTo>
                <a:lnTo>
                  <a:pt x="926631" y="58359"/>
                </a:lnTo>
                <a:lnTo>
                  <a:pt x="926591" y="58254"/>
                </a:lnTo>
                <a:lnTo>
                  <a:pt x="926549" y="58154"/>
                </a:lnTo>
                <a:lnTo>
                  <a:pt x="926504" y="58059"/>
                </a:lnTo>
                <a:lnTo>
                  <a:pt x="926457" y="57969"/>
                </a:lnTo>
                <a:lnTo>
                  <a:pt x="926409" y="57884"/>
                </a:lnTo>
                <a:lnTo>
                  <a:pt x="926358" y="57805"/>
                </a:lnTo>
                <a:lnTo>
                  <a:pt x="926331" y="57754"/>
                </a:lnTo>
                <a:lnTo>
                  <a:pt x="926303" y="57704"/>
                </a:lnTo>
                <a:lnTo>
                  <a:pt x="926273" y="57656"/>
                </a:lnTo>
                <a:lnTo>
                  <a:pt x="926242" y="57608"/>
                </a:lnTo>
                <a:lnTo>
                  <a:pt x="926209" y="57563"/>
                </a:lnTo>
                <a:lnTo>
                  <a:pt x="926175" y="57518"/>
                </a:lnTo>
                <a:lnTo>
                  <a:pt x="926140" y="57475"/>
                </a:lnTo>
                <a:lnTo>
                  <a:pt x="926103" y="57432"/>
                </a:lnTo>
                <a:lnTo>
                  <a:pt x="926065" y="57392"/>
                </a:lnTo>
                <a:lnTo>
                  <a:pt x="926025" y="57352"/>
                </a:lnTo>
                <a:lnTo>
                  <a:pt x="925984" y="57314"/>
                </a:lnTo>
                <a:lnTo>
                  <a:pt x="925941" y="57276"/>
                </a:lnTo>
                <a:lnTo>
                  <a:pt x="925897" y="57241"/>
                </a:lnTo>
                <a:lnTo>
                  <a:pt x="925851" y="57206"/>
                </a:lnTo>
                <a:lnTo>
                  <a:pt x="925804" y="57173"/>
                </a:lnTo>
                <a:lnTo>
                  <a:pt x="925756" y="57141"/>
                </a:lnTo>
                <a:lnTo>
                  <a:pt x="925706" y="57110"/>
                </a:lnTo>
                <a:lnTo>
                  <a:pt x="925654" y="57080"/>
                </a:lnTo>
                <a:lnTo>
                  <a:pt x="925602" y="57052"/>
                </a:lnTo>
                <a:lnTo>
                  <a:pt x="925547" y="57025"/>
                </a:lnTo>
                <a:lnTo>
                  <a:pt x="925492" y="56999"/>
                </a:lnTo>
                <a:lnTo>
                  <a:pt x="925435" y="56974"/>
                </a:lnTo>
                <a:lnTo>
                  <a:pt x="925376" y="56951"/>
                </a:lnTo>
                <a:lnTo>
                  <a:pt x="925316" y="56929"/>
                </a:lnTo>
                <a:lnTo>
                  <a:pt x="925249" y="56908"/>
                </a:lnTo>
                <a:lnTo>
                  <a:pt x="925168" y="56888"/>
                </a:lnTo>
                <a:lnTo>
                  <a:pt x="925075" y="56869"/>
                </a:lnTo>
                <a:lnTo>
                  <a:pt x="924969" y="56850"/>
                </a:lnTo>
                <a:lnTo>
                  <a:pt x="924849" y="56833"/>
                </a:lnTo>
                <a:lnTo>
                  <a:pt x="924717" y="56816"/>
                </a:lnTo>
                <a:lnTo>
                  <a:pt x="924571" y="56801"/>
                </a:lnTo>
                <a:lnTo>
                  <a:pt x="924413" y="56786"/>
                </a:lnTo>
                <a:lnTo>
                  <a:pt x="924242" y="56772"/>
                </a:lnTo>
                <a:lnTo>
                  <a:pt x="924057" y="56759"/>
                </a:lnTo>
                <a:lnTo>
                  <a:pt x="923860" y="56747"/>
                </a:lnTo>
                <a:lnTo>
                  <a:pt x="923649" y="56736"/>
                </a:lnTo>
                <a:lnTo>
                  <a:pt x="923426" y="56726"/>
                </a:lnTo>
                <a:lnTo>
                  <a:pt x="923189" y="56716"/>
                </a:lnTo>
                <a:lnTo>
                  <a:pt x="922939" y="56708"/>
                </a:lnTo>
                <a:lnTo>
                  <a:pt x="922677" y="56700"/>
                </a:lnTo>
                <a:lnTo>
                  <a:pt x="922401" y="56694"/>
                </a:lnTo>
                <a:lnTo>
                  <a:pt x="922112" y="56688"/>
                </a:lnTo>
                <a:lnTo>
                  <a:pt x="921811" y="56683"/>
                </a:lnTo>
                <a:lnTo>
                  <a:pt x="921496" y="56679"/>
                </a:lnTo>
                <a:lnTo>
                  <a:pt x="921168" y="56676"/>
                </a:lnTo>
                <a:lnTo>
                  <a:pt x="920828" y="56674"/>
                </a:lnTo>
                <a:lnTo>
                  <a:pt x="920474" y="56672"/>
                </a:lnTo>
                <a:lnTo>
                  <a:pt x="920107" y="56672"/>
                </a:lnTo>
                <a:lnTo>
                  <a:pt x="899897" y="56672"/>
                </a:lnTo>
                <a:lnTo>
                  <a:pt x="899057" y="56128"/>
                </a:lnTo>
                <a:lnTo>
                  <a:pt x="898205" y="55607"/>
                </a:lnTo>
                <a:lnTo>
                  <a:pt x="897340" y="55109"/>
                </a:lnTo>
                <a:lnTo>
                  <a:pt x="896462" y="54635"/>
                </a:lnTo>
                <a:lnTo>
                  <a:pt x="895572" y="54183"/>
                </a:lnTo>
                <a:lnTo>
                  <a:pt x="894669" y="53755"/>
                </a:lnTo>
                <a:lnTo>
                  <a:pt x="893753" y="53350"/>
                </a:lnTo>
                <a:lnTo>
                  <a:pt x="892825" y="52968"/>
                </a:lnTo>
                <a:lnTo>
                  <a:pt x="891884" y="52609"/>
                </a:lnTo>
                <a:lnTo>
                  <a:pt x="890930" y="52273"/>
                </a:lnTo>
                <a:lnTo>
                  <a:pt x="889964" y="51961"/>
                </a:lnTo>
                <a:lnTo>
                  <a:pt x="888985" y="51671"/>
                </a:lnTo>
                <a:lnTo>
                  <a:pt x="887993" y="51405"/>
                </a:lnTo>
                <a:lnTo>
                  <a:pt x="886989" y="51162"/>
                </a:lnTo>
                <a:lnTo>
                  <a:pt x="885972" y="50942"/>
                </a:lnTo>
                <a:lnTo>
                  <a:pt x="884942" y="50745"/>
                </a:lnTo>
                <a:lnTo>
                  <a:pt x="883900" y="50572"/>
                </a:lnTo>
                <a:lnTo>
                  <a:pt x="882845" y="50421"/>
                </a:lnTo>
                <a:lnTo>
                  <a:pt x="881777" y="50294"/>
                </a:lnTo>
                <a:lnTo>
                  <a:pt x="880697" y="50190"/>
                </a:lnTo>
                <a:lnTo>
                  <a:pt x="879604" y="50109"/>
                </a:lnTo>
                <a:lnTo>
                  <a:pt x="878498" y="50051"/>
                </a:lnTo>
                <a:lnTo>
                  <a:pt x="877380" y="50016"/>
                </a:lnTo>
                <a:lnTo>
                  <a:pt x="876249" y="50004"/>
                </a:lnTo>
                <a:lnTo>
                  <a:pt x="874870" y="50022"/>
                </a:lnTo>
                <a:lnTo>
                  <a:pt x="873513" y="50075"/>
                </a:lnTo>
                <a:lnTo>
                  <a:pt x="872176" y="50164"/>
                </a:lnTo>
                <a:lnTo>
                  <a:pt x="870859" y="50288"/>
                </a:lnTo>
                <a:lnTo>
                  <a:pt x="869564" y="50447"/>
                </a:lnTo>
                <a:lnTo>
                  <a:pt x="868289" y="50642"/>
                </a:lnTo>
                <a:lnTo>
                  <a:pt x="867035" y="50872"/>
                </a:lnTo>
                <a:lnTo>
                  <a:pt x="865802" y="51137"/>
                </a:lnTo>
                <a:lnTo>
                  <a:pt x="864590" y="51438"/>
                </a:lnTo>
                <a:lnTo>
                  <a:pt x="863399" y="51775"/>
                </a:lnTo>
                <a:lnTo>
                  <a:pt x="862228" y="52146"/>
                </a:lnTo>
                <a:lnTo>
                  <a:pt x="861078" y="52554"/>
                </a:lnTo>
                <a:lnTo>
                  <a:pt x="859949" y="52996"/>
                </a:lnTo>
                <a:lnTo>
                  <a:pt x="858841" y="53474"/>
                </a:lnTo>
                <a:lnTo>
                  <a:pt x="857754" y="53987"/>
                </a:lnTo>
                <a:lnTo>
                  <a:pt x="856687" y="54536"/>
                </a:lnTo>
                <a:lnTo>
                  <a:pt x="855641" y="55120"/>
                </a:lnTo>
                <a:lnTo>
                  <a:pt x="854616" y="55740"/>
                </a:lnTo>
                <a:lnTo>
                  <a:pt x="853612" y="56395"/>
                </a:lnTo>
                <a:lnTo>
                  <a:pt x="852629" y="57085"/>
                </a:lnTo>
                <a:lnTo>
                  <a:pt x="851666" y="57811"/>
                </a:lnTo>
                <a:lnTo>
                  <a:pt x="850724" y="58572"/>
                </a:lnTo>
                <a:lnTo>
                  <a:pt x="849803" y="59369"/>
                </a:lnTo>
                <a:lnTo>
                  <a:pt x="848903" y="60201"/>
                </a:lnTo>
                <a:lnTo>
                  <a:pt x="848032" y="61057"/>
                </a:lnTo>
                <a:lnTo>
                  <a:pt x="847197" y="61928"/>
                </a:lnTo>
                <a:lnTo>
                  <a:pt x="846400" y="62812"/>
                </a:lnTo>
                <a:lnTo>
                  <a:pt x="845640" y="63709"/>
                </a:lnTo>
                <a:lnTo>
                  <a:pt x="844917" y="64621"/>
                </a:lnTo>
                <a:lnTo>
                  <a:pt x="844231" y="65546"/>
                </a:lnTo>
                <a:lnTo>
                  <a:pt x="843582" y="66485"/>
                </a:lnTo>
                <a:lnTo>
                  <a:pt x="842971" y="67437"/>
                </a:lnTo>
                <a:lnTo>
                  <a:pt x="842396" y="68404"/>
                </a:lnTo>
                <a:lnTo>
                  <a:pt x="841858" y="69384"/>
                </a:lnTo>
                <a:lnTo>
                  <a:pt x="841358" y="70377"/>
                </a:lnTo>
                <a:lnTo>
                  <a:pt x="840894" y="71385"/>
                </a:lnTo>
                <a:lnTo>
                  <a:pt x="840468" y="72406"/>
                </a:lnTo>
                <a:lnTo>
                  <a:pt x="840079" y="73441"/>
                </a:lnTo>
                <a:lnTo>
                  <a:pt x="839726" y="74490"/>
                </a:lnTo>
                <a:lnTo>
                  <a:pt x="839411" y="75552"/>
                </a:lnTo>
                <a:lnTo>
                  <a:pt x="839133" y="76628"/>
                </a:lnTo>
                <a:lnTo>
                  <a:pt x="838892" y="77718"/>
                </a:lnTo>
                <a:lnTo>
                  <a:pt x="838688" y="78822"/>
                </a:lnTo>
                <a:lnTo>
                  <a:pt x="838521" y="79939"/>
                </a:lnTo>
                <a:lnTo>
                  <a:pt x="838392" y="81070"/>
                </a:lnTo>
                <a:lnTo>
                  <a:pt x="838299" y="82215"/>
                </a:lnTo>
                <a:lnTo>
                  <a:pt x="838243" y="83373"/>
                </a:lnTo>
                <a:lnTo>
                  <a:pt x="838225" y="84545"/>
                </a:lnTo>
                <a:lnTo>
                  <a:pt x="838233" y="85314"/>
                </a:lnTo>
                <a:lnTo>
                  <a:pt x="838257" y="86078"/>
                </a:lnTo>
                <a:lnTo>
                  <a:pt x="838298" y="86836"/>
                </a:lnTo>
                <a:lnTo>
                  <a:pt x="838355" y="87588"/>
                </a:lnTo>
                <a:lnTo>
                  <a:pt x="838428" y="88334"/>
                </a:lnTo>
                <a:lnTo>
                  <a:pt x="838518" y="89075"/>
                </a:lnTo>
                <a:lnTo>
                  <a:pt x="838624" y="89811"/>
                </a:lnTo>
                <a:lnTo>
                  <a:pt x="838746" y="90540"/>
                </a:lnTo>
                <a:lnTo>
                  <a:pt x="838884" y="91265"/>
                </a:lnTo>
                <a:lnTo>
                  <a:pt x="839039" y="91983"/>
                </a:lnTo>
                <a:lnTo>
                  <a:pt x="839210" y="92696"/>
                </a:lnTo>
                <a:lnTo>
                  <a:pt x="839397" y="93404"/>
                </a:lnTo>
                <a:lnTo>
                  <a:pt x="839600" y="94105"/>
                </a:lnTo>
                <a:lnTo>
                  <a:pt x="839820" y="94801"/>
                </a:lnTo>
                <a:lnTo>
                  <a:pt x="840056" y="95492"/>
                </a:lnTo>
                <a:lnTo>
                  <a:pt x="840308" y="96177"/>
                </a:lnTo>
                <a:lnTo>
                  <a:pt x="840577" y="96856"/>
                </a:lnTo>
                <a:lnTo>
                  <a:pt x="840862" y="97530"/>
                </a:lnTo>
                <a:lnTo>
                  <a:pt x="841163" y="98198"/>
                </a:lnTo>
                <a:lnTo>
                  <a:pt x="841480" y="98860"/>
                </a:lnTo>
                <a:lnTo>
                  <a:pt x="841814" y="99517"/>
                </a:lnTo>
                <a:lnTo>
                  <a:pt x="842164" y="100169"/>
                </a:lnTo>
                <a:lnTo>
                  <a:pt x="842530" y="100814"/>
                </a:lnTo>
                <a:lnTo>
                  <a:pt x="842913" y="101454"/>
                </a:lnTo>
                <a:lnTo>
                  <a:pt x="843310" y="102086"/>
                </a:lnTo>
                <a:lnTo>
                  <a:pt x="843722" y="102705"/>
                </a:lnTo>
                <a:lnTo>
                  <a:pt x="844148" y="103313"/>
                </a:lnTo>
                <a:lnTo>
                  <a:pt x="844588" y="103909"/>
                </a:lnTo>
                <a:lnTo>
                  <a:pt x="845042" y="104494"/>
                </a:lnTo>
                <a:lnTo>
                  <a:pt x="845511" y="105067"/>
                </a:lnTo>
                <a:lnTo>
                  <a:pt x="845993" y="105627"/>
                </a:lnTo>
                <a:lnTo>
                  <a:pt x="846489" y="106177"/>
                </a:lnTo>
                <a:lnTo>
                  <a:pt x="847000" y="106714"/>
                </a:lnTo>
                <a:lnTo>
                  <a:pt x="847525" y="107240"/>
                </a:lnTo>
                <a:lnTo>
                  <a:pt x="848063" y="107754"/>
                </a:lnTo>
                <a:lnTo>
                  <a:pt x="848616" y="108256"/>
                </a:lnTo>
                <a:lnTo>
                  <a:pt x="849183" y="108746"/>
                </a:lnTo>
                <a:lnTo>
                  <a:pt x="849764" y="109225"/>
                </a:lnTo>
                <a:lnTo>
                  <a:pt x="850360" y="109692"/>
                </a:lnTo>
                <a:lnTo>
                  <a:pt x="850969" y="110147"/>
                </a:lnTo>
                <a:lnTo>
                  <a:pt x="851592" y="110591"/>
                </a:lnTo>
                <a:lnTo>
                  <a:pt x="852230" y="111022"/>
                </a:lnTo>
                <a:lnTo>
                  <a:pt x="852882" y="111442"/>
                </a:lnTo>
                <a:lnTo>
                  <a:pt x="853547" y="111851"/>
                </a:lnTo>
                <a:lnTo>
                  <a:pt x="854227" y="112247"/>
                </a:lnTo>
                <a:lnTo>
                  <a:pt x="854921" y="112632"/>
                </a:lnTo>
                <a:lnTo>
                  <a:pt x="855629" y="113005"/>
                </a:lnTo>
                <a:lnTo>
                  <a:pt x="856351" y="113366"/>
                </a:lnTo>
                <a:lnTo>
                  <a:pt x="855471" y="114107"/>
                </a:lnTo>
                <a:lnTo>
                  <a:pt x="854617" y="114833"/>
                </a:lnTo>
                <a:lnTo>
                  <a:pt x="853790" y="115545"/>
                </a:lnTo>
                <a:lnTo>
                  <a:pt x="852990" y="116243"/>
                </a:lnTo>
                <a:close/>
                <a:moveTo>
                  <a:pt x="877172" y="55403"/>
                </a:moveTo>
                <a:lnTo>
                  <a:pt x="877819" y="55510"/>
                </a:lnTo>
                <a:lnTo>
                  <a:pt x="878456" y="55641"/>
                </a:lnTo>
                <a:lnTo>
                  <a:pt x="879083" y="55795"/>
                </a:lnTo>
                <a:lnTo>
                  <a:pt x="879698" y="55973"/>
                </a:lnTo>
                <a:lnTo>
                  <a:pt x="880304" y="56175"/>
                </a:lnTo>
                <a:lnTo>
                  <a:pt x="880899" y="56400"/>
                </a:lnTo>
                <a:lnTo>
                  <a:pt x="881483" y="56649"/>
                </a:lnTo>
                <a:lnTo>
                  <a:pt x="882057" y="56922"/>
                </a:lnTo>
                <a:lnTo>
                  <a:pt x="882620" y="57219"/>
                </a:lnTo>
                <a:lnTo>
                  <a:pt x="883173" y="57540"/>
                </a:lnTo>
                <a:lnTo>
                  <a:pt x="883715" y="57884"/>
                </a:lnTo>
                <a:lnTo>
                  <a:pt x="884247" y="58252"/>
                </a:lnTo>
                <a:lnTo>
                  <a:pt x="884769" y="58643"/>
                </a:lnTo>
                <a:lnTo>
                  <a:pt x="885280" y="59059"/>
                </a:lnTo>
                <a:lnTo>
                  <a:pt x="885780" y="59498"/>
                </a:lnTo>
                <a:lnTo>
                  <a:pt x="886270" y="59961"/>
                </a:lnTo>
                <a:lnTo>
                  <a:pt x="886750" y="60447"/>
                </a:lnTo>
                <a:lnTo>
                  <a:pt x="887219" y="60958"/>
                </a:lnTo>
                <a:lnTo>
                  <a:pt x="887677" y="61492"/>
                </a:lnTo>
                <a:lnTo>
                  <a:pt x="888125" y="62050"/>
                </a:lnTo>
                <a:lnTo>
                  <a:pt x="888712" y="62839"/>
                </a:lnTo>
                <a:lnTo>
                  <a:pt x="889273" y="63654"/>
                </a:lnTo>
                <a:lnTo>
                  <a:pt x="889810" y="64493"/>
                </a:lnTo>
                <a:lnTo>
                  <a:pt x="890321" y="65357"/>
                </a:lnTo>
                <a:lnTo>
                  <a:pt x="890808" y="66246"/>
                </a:lnTo>
                <a:lnTo>
                  <a:pt x="891270" y="67160"/>
                </a:lnTo>
                <a:lnTo>
                  <a:pt x="891707" y="68098"/>
                </a:lnTo>
                <a:lnTo>
                  <a:pt x="892118" y="69062"/>
                </a:lnTo>
                <a:lnTo>
                  <a:pt x="892505" y="70050"/>
                </a:lnTo>
                <a:lnTo>
                  <a:pt x="892867" y="71063"/>
                </a:lnTo>
                <a:lnTo>
                  <a:pt x="893204" y="72101"/>
                </a:lnTo>
                <a:lnTo>
                  <a:pt x="893516" y="73163"/>
                </a:lnTo>
                <a:lnTo>
                  <a:pt x="893803" y="74251"/>
                </a:lnTo>
                <a:lnTo>
                  <a:pt x="894065" y="75363"/>
                </a:lnTo>
                <a:lnTo>
                  <a:pt x="894302" y="76500"/>
                </a:lnTo>
                <a:lnTo>
                  <a:pt x="894515" y="77662"/>
                </a:lnTo>
                <a:lnTo>
                  <a:pt x="894702" y="78848"/>
                </a:lnTo>
                <a:lnTo>
                  <a:pt x="894864" y="80060"/>
                </a:lnTo>
                <a:lnTo>
                  <a:pt x="895001" y="81296"/>
                </a:lnTo>
                <a:lnTo>
                  <a:pt x="895114" y="82557"/>
                </a:lnTo>
                <a:lnTo>
                  <a:pt x="895201" y="83843"/>
                </a:lnTo>
                <a:lnTo>
                  <a:pt x="895263" y="85154"/>
                </a:lnTo>
                <a:lnTo>
                  <a:pt x="895301" y="86489"/>
                </a:lnTo>
                <a:lnTo>
                  <a:pt x="895313" y="87850"/>
                </a:lnTo>
                <a:lnTo>
                  <a:pt x="895304" y="88891"/>
                </a:lnTo>
                <a:lnTo>
                  <a:pt x="895278" y="89910"/>
                </a:lnTo>
                <a:lnTo>
                  <a:pt x="895233" y="90905"/>
                </a:lnTo>
                <a:lnTo>
                  <a:pt x="895171" y="91876"/>
                </a:lnTo>
                <a:lnTo>
                  <a:pt x="895092" y="92824"/>
                </a:lnTo>
                <a:lnTo>
                  <a:pt x="894994" y="93749"/>
                </a:lnTo>
                <a:lnTo>
                  <a:pt x="894879" y="94651"/>
                </a:lnTo>
                <a:lnTo>
                  <a:pt x="894746" y="95529"/>
                </a:lnTo>
                <a:lnTo>
                  <a:pt x="894595" y="96383"/>
                </a:lnTo>
                <a:lnTo>
                  <a:pt x="894427" y="97215"/>
                </a:lnTo>
                <a:lnTo>
                  <a:pt x="894241" y="98022"/>
                </a:lnTo>
                <a:lnTo>
                  <a:pt x="894037" y="98807"/>
                </a:lnTo>
                <a:lnTo>
                  <a:pt x="893815" y="99568"/>
                </a:lnTo>
                <a:lnTo>
                  <a:pt x="893576" y="100306"/>
                </a:lnTo>
                <a:lnTo>
                  <a:pt x="893319" y="101020"/>
                </a:lnTo>
                <a:lnTo>
                  <a:pt x="893044" y="101711"/>
                </a:lnTo>
                <a:lnTo>
                  <a:pt x="892752" y="102378"/>
                </a:lnTo>
                <a:lnTo>
                  <a:pt x="892442" y="103023"/>
                </a:lnTo>
                <a:lnTo>
                  <a:pt x="892114" y="103643"/>
                </a:lnTo>
                <a:lnTo>
                  <a:pt x="891768" y="104241"/>
                </a:lnTo>
                <a:lnTo>
                  <a:pt x="891405" y="104815"/>
                </a:lnTo>
                <a:lnTo>
                  <a:pt x="891024" y="105365"/>
                </a:lnTo>
                <a:lnTo>
                  <a:pt x="890625" y="105892"/>
                </a:lnTo>
                <a:lnTo>
                  <a:pt x="890209" y="106396"/>
                </a:lnTo>
                <a:lnTo>
                  <a:pt x="889778" y="106878"/>
                </a:lnTo>
                <a:lnTo>
                  <a:pt x="889338" y="107339"/>
                </a:lnTo>
                <a:lnTo>
                  <a:pt x="888888" y="107780"/>
                </a:lnTo>
                <a:lnTo>
                  <a:pt x="888429" y="108201"/>
                </a:lnTo>
                <a:lnTo>
                  <a:pt x="887960" y="108601"/>
                </a:lnTo>
                <a:lnTo>
                  <a:pt x="887480" y="108980"/>
                </a:lnTo>
                <a:lnTo>
                  <a:pt x="886992" y="109339"/>
                </a:lnTo>
                <a:lnTo>
                  <a:pt x="886493" y="109677"/>
                </a:lnTo>
                <a:lnTo>
                  <a:pt x="885985" y="109995"/>
                </a:lnTo>
                <a:lnTo>
                  <a:pt x="885466" y="110292"/>
                </a:lnTo>
                <a:lnTo>
                  <a:pt x="884938" y="110569"/>
                </a:lnTo>
                <a:lnTo>
                  <a:pt x="884401" y="110825"/>
                </a:lnTo>
                <a:lnTo>
                  <a:pt x="883853" y="111061"/>
                </a:lnTo>
                <a:lnTo>
                  <a:pt x="883296" y="111276"/>
                </a:lnTo>
                <a:lnTo>
                  <a:pt x="882729" y="111471"/>
                </a:lnTo>
                <a:lnTo>
                  <a:pt x="882152" y="111646"/>
                </a:lnTo>
                <a:lnTo>
                  <a:pt x="881566" y="111799"/>
                </a:lnTo>
                <a:lnTo>
                  <a:pt x="880969" y="111933"/>
                </a:lnTo>
                <a:lnTo>
                  <a:pt x="880363" y="112045"/>
                </a:lnTo>
                <a:lnTo>
                  <a:pt x="879748" y="112138"/>
                </a:lnTo>
                <a:lnTo>
                  <a:pt x="879122" y="112209"/>
                </a:lnTo>
                <a:lnTo>
                  <a:pt x="878487" y="112261"/>
                </a:lnTo>
                <a:lnTo>
                  <a:pt x="877841" y="112291"/>
                </a:lnTo>
                <a:lnTo>
                  <a:pt x="877187" y="112302"/>
                </a:lnTo>
                <a:lnTo>
                  <a:pt x="876497" y="112290"/>
                </a:lnTo>
                <a:lnTo>
                  <a:pt x="875818" y="112254"/>
                </a:lnTo>
                <a:lnTo>
                  <a:pt x="875149" y="112195"/>
                </a:lnTo>
                <a:lnTo>
                  <a:pt x="874490" y="112112"/>
                </a:lnTo>
                <a:lnTo>
                  <a:pt x="873841" y="112005"/>
                </a:lnTo>
                <a:lnTo>
                  <a:pt x="873202" y="111874"/>
                </a:lnTo>
                <a:lnTo>
                  <a:pt x="872573" y="111720"/>
                </a:lnTo>
                <a:lnTo>
                  <a:pt x="871955" y="111542"/>
                </a:lnTo>
                <a:lnTo>
                  <a:pt x="871346" y="111340"/>
                </a:lnTo>
                <a:lnTo>
                  <a:pt x="870748" y="111114"/>
                </a:lnTo>
                <a:lnTo>
                  <a:pt x="870160" y="110865"/>
                </a:lnTo>
                <a:lnTo>
                  <a:pt x="869582" y="110592"/>
                </a:lnTo>
                <a:lnTo>
                  <a:pt x="869014" y="110295"/>
                </a:lnTo>
                <a:lnTo>
                  <a:pt x="868456" y="109974"/>
                </a:lnTo>
                <a:lnTo>
                  <a:pt x="867908" y="109630"/>
                </a:lnTo>
                <a:lnTo>
                  <a:pt x="867371" y="109262"/>
                </a:lnTo>
                <a:lnTo>
                  <a:pt x="866844" y="108870"/>
                </a:lnTo>
                <a:lnTo>
                  <a:pt x="866326" y="108454"/>
                </a:lnTo>
                <a:lnTo>
                  <a:pt x="865819" y="108015"/>
                </a:lnTo>
                <a:lnTo>
                  <a:pt x="865322" y="107552"/>
                </a:lnTo>
                <a:lnTo>
                  <a:pt x="864835" y="107065"/>
                </a:lnTo>
                <a:lnTo>
                  <a:pt x="864358" y="106554"/>
                </a:lnTo>
                <a:lnTo>
                  <a:pt x="863892" y="106020"/>
                </a:lnTo>
                <a:lnTo>
                  <a:pt x="863435" y="105462"/>
                </a:lnTo>
                <a:lnTo>
                  <a:pt x="862857" y="104698"/>
                </a:lnTo>
                <a:lnTo>
                  <a:pt x="862304" y="103909"/>
                </a:lnTo>
                <a:lnTo>
                  <a:pt x="861775" y="103094"/>
                </a:lnTo>
                <a:lnTo>
                  <a:pt x="861271" y="102254"/>
                </a:lnTo>
                <a:lnTo>
                  <a:pt x="860791" y="101388"/>
                </a:lnTo>
                <a:lnTo>
                  <a:pt x="860336" y="100496"/>
                </a:lnTo>
                <a:lnTo>
                  <a:pt x="859906" y="99579"/>
                </a:lnTo>
                <a:lnTo>
                  <a:pt x="859500" y="98637"/>
                </a:lnTo>
                <a:lnTo>
                  <a:pt x="859119" y="97668"/>
                </a:lnTo>
                <a:lnTo>
                  <a:pt x="858762" y="96675"/>
                </a:lnTo>
                <a:lnTo>
                  <a:pt x="858430" y="95655"/>
                </a:lnTo>
                <a:lnTo>
                  <a:pt x="858122" y="94610"/>
                </a:lnTo>
                <a:lnTo>
                  <a:pt x="857840" y="93540"/>
                </a:lnTo>
                <a:lnTo>
                  <a:pt x="857581" y="92444"/>
                </a:lnTo>
                <a:lnTo>
                  <a:pt x="857348" y="91323"/>
                </a:lnTo>
                <a:lnTo>
                  <a:pt x="857138" y="90176"/>
                </a:lnTo>
                <a:lnTo>
                  <a:pt x="856954" y="89003"/>
                </a:lnTo>
                <a:lnTo>
                  <a:pt x="856794" y="87805"/>
                </a:lnTo>
                <a:lnTo>
                  <a:pt x="856659" y="86581"/>
                </a:lnTo>
                <a:lnTo>
                  <a:pt x="856548" y="85332"/>
                </a:lnTo>
                <a:lnTo>
                  <a:pt x="856462" y="84057"/>
                </a:lnTo>
                <a:lnTo>
                  <a:pt x="856401" y="82756"/>
                </a:lnTo>
                <a:lnTo>
                  <a:pt x="856364" y="81430"/>
                </a:lnTo>
                <a:lnTo>
                  <a:pt x="856351" y="80079"/>
                </a:lnTo>
                <a:lnTo>
                  <a:pt x="856360" y="79037"/>
                </a:lnTo>
                <a:lnTo>
                  <a:pt x="856388" y="78017"/>
                </a:lnTo>
                <a:lnTo>
                  <a:pt x="856433" y="77021"/>
                </a:lnTo>
                <a:lnTo>
                  <a:pt x="856496" y="76046"/>
                </a:lnTo>
                <a:lnTo>
                  <a:pt x="856577" y="75095"/>
                </a:lnTo>
                <a:lnTo>
                  <a:pt x="856677" y="74166"/>
                </a:lnTo>
                <a:lnTo>
                  <a:pt x="856795" y="73260"/>
                </a:lnTo>
                <a:lnTo>
                  <a:pt x="856930" y="72377"/>
                </a:lnTo>
                <a:lnTo>
                  <a:pt x="857084" y="71516"/>
                </a:lnTo>
                <a:lnTo>
                  <a:pt x="857256" y="70678"/>
                </a:lnTo>
                <a:lnTo>
                  <a:pt x="857446" y="69863"/>
                </a:lnTo>
                <a:lnTo>
                  <a:pt x="857654" y="69070"/>
                </a:lnTo>
                <a:lnTo>
                  <a:pt x="857880" y="68300"/>
                </a:lnTo>
                <a:lnTo>
                  <a:pt x="858124" y="67553"/>
                </a:lnTo>
                <a:lnTo>
                  <a:pt x="858386" y="66828"/>
                </a:lnTo>
                <a:lnTo>
                  <a:pt x="858666" y="66126"/>
                </a:lnTo>
                <a:lnTo>
                  <a:pt x="858965" y="65447"/>
                </a:lnTo>
                <a:lnTo>
                  <a:pt x="859281" y="64791"/>
                </a:lnTo>
                <a:lnTo>
                  <a:pt x="859616" y="64157"/>
                </a:lnTo>
                <a:lnTo>
                  <a:pt x="859969" y="63545"/>
                </a:lnTo>
                <a:lnTo>
                  <a:pt x="860339" y="62957"/>
                </a:lnTo>
                <a:lnTo>
                  <a:pt x="860728" y="62391"/>
                </a:lnTo>
                <a:lnTo>
                  <a:pt x="861135" y="61848"/>
                </a:lnTo>
                <a:lnTo>
                  <a:pt x="861560" y="61327"/>
                </a:lnTo>
                <a:lnTo>
                  <a:pt x="861999" y="60828"/>
                </a:lnTo>
                <a:lnTo>
                  <a:pt x="862446" y="60351"/>
                </a:lnTo>
                <a:lnTo>
                  <a:pt x="862901" y="59894"/>
                </a:lnTo>
                <a:lnTo>
                  <a:pt x="863366" y="59459"/>
                </a:lnTo>
                <a:lnTo>
                  <a:pt x="863839" y="59045"/>
                </a:lnTo>
                <a:lnTo>
                  <a:pt x="864321" y="58652"/>
                </a:lnTo>
                <a:lnTo>
                  <a:pt x="864811" y="58281"/>
                </a:lnTo>
                <a:lnTo>
                  <a:pt x="865311" y="57931"/>
                </a:lnTo>
                <a:lnTo>
                  <a:pt x="865818" y="57601"/>
                </a:lnTo>
                <a:lnTo>
                  <a:pt x="866335" y="57294"/>
                </a:lnTo>
                <a:lnTo>
                  <a:pt x="866860" y="57007"/>
                </a:lnTo>
                <a:lnTo>
                  <a:pt x="867394" y="56742"/>
                </a:lnTo>
                <a:lnTo>
                  <a:pt x="867937" y="56498"/>
                </a:lnTo>
                <a:lnTo>
                  <a:pt x="868488" y="56275"/>
                </a:lnTo>
                <a:lnTo>
                  <a:pt x="869048" y="56073"/>
                </a:lnTo>
                <a:lnTo>
                  <a:pt x="869616" y="55893"/>
                </a:lnTo>
                <a:lnTo>
                  <a:pt x="870194" y="55733"/>
                </a:lnTo>
                <a:lnTo>
                  <a:pt x="870780" y="55595"/>
                </a:lnTo>
                <a:lnTo>
                  <a:pt x="871374" y="55479"/>
                </a:lnTo>
                <a:lnTo>
                  <a:pt x="871978" y="55383"/>
                </a:lnTo>
                <a:lnTo>
                  <a:pt x="872590" y="55309"/>
                </a:lnTo>
                <a:lnTo>
                  <a:pt x="873211" y="55256"/>
                </a:lnTo>
                <a:lnTo>
                  <a:pt x="873840" y="55224"/>
                </a:lnTo>
                <a:lnTo>
                  <a:pt x="874478" y="55213"/>
                </a:lnTo>
                <a:lnTo>
                  <a:pt x="875167" y="55225"/>
                </a:lnTo>
                <a:lnTo>
                  <a:pt x="875846" y="55261"/>
                </a:lnTo>
                <a:lnTo>
                  <a:pt x="876514" y="55320"/>
                </a:lnTo>
                <a:lnTo>
                  <a:pt x="877172" y="55403"/>
                </a:lnTo>
                <a:close/>
                <a:moveTo>
                  <a:pt x="859812" y="148758"/>
                </a:moveTo>
                <a:lnTo>
                  <a:pt x="861032" y="148887"/>
                </a:lnTo>
                <a:lnTo>
                  <a:pt x="862289" y="149013"/>
                </a:lnTo>
                <a:lnTo>
                  <a:pt x="863584" y="149134"/>
                </a:lnTo>
                <a:lnTo>
                  <a:pt x="864917" y="149252"/>
                </a:lnTo>
                <a:lnTo>
                  <a:pt x="866287" y="149365"/>
                </a:lnTo>
                <a:lnTo>
                  <a:pt x="867695" y="149475"/>
                </a:lnTo>
                <a:lnTo>
                  <a:pt x="869140" y="149580"/>
                </a:lnTo>
                <a:lnTo>
                  <a:pt x="870623" y="149682"/>
                </a:lnTo>
                <a:lnTo>
                  <a:pt x="872144" y="149780"/>
                </a:lnTo>
                <a:lnTo>
                  <a:pt x="873702" y="149874"/>
                </a:lnTo>
                <a:lnTo>
                  <a:pt x="875298" y="149963"/>
                </a:lnTo>
                <a:lnTo>
                  <a:pt x="876932" y="150049"/>
                </a:lnTo>
                <a:lnTo>
                  <a:pt x="878603" y="150131"/>
                </a:lnTo>
                <a:lnTo>
                  <a:pt x="880312" y="150209"/>
                </a:lnTo>
                <a:lnTo>
                  <a:pt x="882058" y="150283"/>
                </a:lnTo>
                <a:lnTo>
                  <a:pt x="883842" y="150353"/>
                </a:lnTo>
                <a:lnTo>
                  <a:pt x="885664" y="150419"/>
                </a:lnTo>
                <a:lnTo>
                  <a:pt x="887523" y="150481"/>
                </a:lnTo>
                <a:lnTo>
                  <a:pt x="889420" y="150539"/>
                </a:lnTo>
                <a:lnTo>
                  <a:pt x="891355" y="150593"/>
                </a:lnTo>
                <a:lnTo>
                  <a:pt x="892673" y="150631"/>
                </a:lnTo>
                <a:lnTo>
                  <a:pt x="893955" y="150675"/>
                </a:lnTo>
                <a:lnTo>
                  <a:pt x="895199" y="150726"/>
                </a:lnTo>
                <a:lnTo>
                  <a:pt x="896407" y="150783"/>
                </a:lnTo>
                <a:lnTo>
                  <a:pt x="897578" y="150847"/>
                </a:lnTo>
                <a:lnTo>
                  <a:pt x="898712" y="150917"/>
                </a:lnTo>
                <a:lnTo>
                  <a:pt x="899809" y="150994"/>
                </a:lnTo>
                <a:lnTo>
                  <a:pt x="900869" y="151077"/>
                </a:lnTo>
                <a:lnTo>
                  <a:pt x="901893" y="151167"/>
                </a:lnTo>
                <a:lnTo>
                  <a:pt x="902879" y="151263"/>
                </a:lnTo>
                <a:lnTo>
                  <a:pt x="903829" y="151366"/>
                </a:lnTo>
                <a:lnTo>
                  <a:pt x="904741" y="151475"/>
                </a:lnTo>
                <a:lnTo>
                  <a:pt x="905617" y="151591"/>
                </a:lnTo>
                <a:lnTo>
                  <a:pt x="906456" y="151713"/>
                </a:lnTo>
                <a:lnTo>
                  <a:pt x="907258" y="151842"/>
                </a:lnTo>
                <a:lnTo>
                  <a:pt x="908023" y="151978"/>
                </a:lnTo>
                <a:lnTo>
                  <a:pt x="908751" y="152119"/>
                </a:lnTo>
                <a:lnTo>
                  <a:pt x="909442" y="152268"/>
                </a:lnTo>
                <a:lnTo>
                  <a:pt x="910096" y="152423"/>
                </a:lnTo>
                <a:lnTo>
                  <a:pt x="910714" y="152584"/>
                </a:lnTo>
                <a:lnTo>
                  <a:pt x="911294" y="152752"/>
                </a:lnTo>
                <a:lnTo>
                  <a:pt x="911838" y="152927"/>
                </a:lnTo>
                <a:lnTo>
                  <a:pt x="912345" y="153107"/>
                </a:lnTo>
                <a:lnTo>
                  <a:pt x="912815" y="153295"/>
                </a:lnTo>
                <a:lnTo>
                  <a:pt x="913248" y="153491"/>
                </a:lnTo>
                <a:lnTo>
                  <a:pt x="913663" y="153698"/>
                </a:lnTo>
                <a:lnTo>
                  <a:pt x="914060" y="153916"/>
                </a:lnTo>
                <a:lnTo>
                  <a:pt x="914438" y="154144"/>
                </a:lnTo>
                <a:lnTo>
                  <a:pt x="914798" y="154384"/>
                </a:lnTo>
                <a:lnTo>
                  <a:pt x="915139" y="154634"/>
                </a:lnTo>
                <a:lnTo>
                  <a:pt x="915462" y="154895"/>
                </a:lnTo>
                <a:lnTo>
                  <a:pt x="915766" y="155167"/>
                </a:lnTo>
                <a:lnTo>
                  <a:pt x="916052" y="155450"/>
                </a:lnTo>
                <a:lnTo>
                  <a:pt x="916320" y="155744"/>
                </a:lnTo>
                <a:lnTo>
                  <a:pt x="916569" y="156048"/>
                </a:lnTo>
                <a:lnTo>
                  <a:pt x="916799" y="156363"/>
                </a:lnTo>
                <a:lnTo>
                  <a:pt x="917012" y="156689"/>
                </a:lnTo>
                <a:lnTo>
                  <a:pt x="917205" y="157026"/>
                </a:lnTo>
                <a:lnTo>
                  <a:pt x="917381" y="157374"/>
                </a:lnTo>
                <a:lnTo>
                  <a:pt x="917537" y="157733"/>
                </a:lnTo>
                <a:lnTo>
                  <a:pt x="917676" y="158102"/>
                </a:lnTo>
                <a:lnTo>
                  <a:pt x="917796" y="158482"/>
                </a:lnTo>
                <a:lnTo>
                  <a:pt x="917897" y="158873"/>
                </a:lnTo>
                <a:lnTo>
                  <a:pt x="917980" y="159275"/>
                </a:lnTo>
                <a:lnTo>
                  <a:pt x="918045" y="159688"/>
                </a:lnTo>
                <a:lnTo>
                  <a:pt x="918091" y="160111"/>
                </a:lnTo>
                <a:lnTo>
                  <a:pt x="918119" y="160546"/>
                </a:lnTo>
                <a:lnTo>
                  <a:pt x="918128" y="160991"/>
                </a:lnTo>
                <a:lnTo>
                  <a:pt x="918112" y="161613"/>
                </a:lnTo>
                <a:lnTo>
                  <a:pt x="918066" y="162232"/>
                </a:lnTo>
                <a:lnTo>
                  <a:pt x="917989" y="162848"/>
                </a:lnTo>
                <a:lnTo>
                  <a:pt x="917880" y="163461"/>
                </a:lnTo>
                <a:lnTo>
                  <a:pt x="917741" y="164071"/>
                </a:lnTo>
                <a:lnTo>
                  <a:pt x="917571" y="164678"/>
                </a:lnTo>
                <a:lnTo>
                  <a:pt x="917370" y="165282"/>
                </a:lnTo>
                <a:lnTo>
                  <a:pt x="917138" y="165883"/>
                </a:lnTo>
                <a:lnTo>
                  <a:pt x="916875" y="166480"/>
                </a:lnTo>
                <a:lnTo>
                  <a:pt x="916581" y="167075"/>
                </a:lnTo>
                <a:lnTo>
                  <a:pt x="916257" y="167666"/>
                </a:lnTo>
                <a:lnTo>
                  <a:pt x="915901" y="168255"/>
                </a:lnTo>
                <a:lnTo>
                  <a:pt x="915514" y="168840"/>
                </a:lnTo>
                <a:lnTo>
                  <a:pt x="915097" y="169423"/>
                </a:lnTo>
                <a:lnTo>
                  <a:pt x="914648" y="170002"/>
                </a:lnTo>
                <a:lnTo>
                  <a:pt x="914169" y="170578"/>
                </a:lnTo>
                <a:lnTo>
                  <a:pt x="913659" y="171151"/>
                </a:lnTo>
                <a:lnTo>
                  <a:pt x="913118" y="171721"/>
                </a:lnTo>
                <a:lnTo>
                  <a:pt x="912545" y="172288"/>
                </a:lnTo>
                <a:lnTo>
                  <a:pt x="911942" y="172852"/>
                </a:lnTo>
                <a:lnTo>
                  <a:pt x="911308" y="173413"/>
                </a:lnTo>
                <a:lnTo>
                  <a:pt x="910643" y="173971"/>
                </a:lnTo>
                <a:lnTo>
                  <a:pt x="909947" y="174526"/>
                </a:lnTo>
                <a:lnTo>
                  <a:pt x="909221" y="175077"/>
                </a:lnTo>
                <a:lnTo>
                  <a:pt x="908461" y="175616"/>
                </a:lnTo>
                <a:lnTo>
                  <a:pt x="907668" y="176133"/>
                </a:lnTo>
                <a:lnTo>
                  <a:pt x="906840" y="176626"/>
                </a:lnTo>
                <a:lnTo>
                  <a:pt x="905978" y="177096"/>
                </a:lnTo>
                <a:lnTo>
                  <a:pt x="905082" y="177543"/>
                </a:lnTo>
                <a:lnTo>
                  <a:pt x="904152" y="177967"/>
                </a:lnTo>
                <a:lnTo>
                  <a:pt x="903187" y="178369"/>
                </a:lnTo>
                <a:lnTo>
                  <a:pt x="902189" y="178747"/>
                </a:lnTo>
                <a:lnTo>
                  <a:pt x="901156" y="179103"/>
                </a:lnTo>
                <a:lnTo>
                  <a:pt x="900089" y="179435"/>
                </a:lnTo>
                <a:lnTo>
                  <a:pt x="898988" y="179745"/>
                </a:lnTo>
                <a:lnTo>
                  <a:pt x="897852" y="180032"/>
                </a:lnTo>
                <a:lnTo>
                  <a:pt x="896683" y="180295"/>
                </a:lnTo>
                <a:lnTo>
                  <a:pt x="895479" y="180536"/>
                </a:lnTo>
                <a:lnTo>
                  <a:pt x="894241" y="180754"/>
                </a:lnTo>
                <a:lnTo>
                  <a:pt x="892969" y="180949"/>
                </a:lnTo>
                <a:lnTo>
                  <a:pt x="891663" y="181121"/>
                </a:lnTo>
                <a:lnTo>
                  <a:pt x="890323" y="181270"/>
                </a:lnTo>
                <a:lnTo>
                  <a:pt x="888948" y="181396"/>
                </a:lnTo>
                <a:lnTo>
                  <a:pt x="887539" y="181499"/>
                </a:lnTo>
                <a:lnTo>
                  <a:pt x="886096" y="181580"/>
                </a:lnTo>
                <a:lnTo>
                  <a:pt x="884619" y="181637"/>
                </a:lnTo>
                <a:lnTo>
                  <a:pt x="883108" y="181671"/>
                </a:lnTo>
                <a:lnTo>
                  <a:pt x="881562" y="181683"/>
                </a:lnTo>
                <a:lnTo>
                  <a:pt x="879937" y="181672"/>
                </a:lnTo>
                <a:lnTo>
                  <a:pt x="878345" y="181638"/>
                </a:lnTo>
                <a:lnTo>
                  <a:pt x="876785" y="181582"/>
                </a:lnTo>
                <a:lnTo>
                  <a:pt x="875256" y="181504"/>
                </a:lnTo>
                <a:lnTo>
                  <a:pt x="873761" y="181403"/>
                </a:lnTo>
                <a:lnTo>
                  <a:pt x="872297" y="181280"/>
                </a:lnTo>
                <a:lnTo>
                  <a:pt x="870865" y="181135"/>
                </a:lnTo>
                <a:lnTo>
                  <a:pt x="869466" y="180967"/>
                </a:lnTo>
                <a:lnTo>
                  <a:pt x="868099" y="180776"/>
                </a:lnTo>
                <a:lnTo>
                  <a:pt x="866764" y="180564"/>
                </a:lnTo>
                <a:lnTo>
                  <a:pt x="865461" y="180329"/>
                </a:lnTo>
                <a:lnTo>
                  <a:pt x="864191" y="180071"/>
                </a:lnTo>
                <a:lnTo>
                  <a:pt x="862952" y="179792"/>
                </a:lnTo>
                <a:lnTo>
                  <a:pt x="861746" y="179489"/>
                </a:lnTo>
                <a:lnTo>
                  <a:pt x="860572" y="179165"/>
                </a:lnTo>
                <a:lnTo>
                  <a:pt x="859430" y="178818"/>
                </a:lnTo>
                <a:lnTo>
                  <a:pt x="858321" y="178449"/>
                </a:lnTo>
                <a:lnTo>
                  <a:pt x="857243" y="178057"/>
                </a:lnTo>
                <a:lnTo>
                  <a:pt x="856198" y="177643"/>
                </a:lnTo>
                <a:lnTo>
                  <a:pt x="855185" y="177207"/>
                </a:lnTo>
                <a:lnTo>
                  <a:pt x="854204" y="176748"/>
                </a:lnTo>
                <a:lnTo>
                  <a:pt x="853256" y="176267"/>
                </a:lnTo>
                <a:lnTo>
                  <a:pt x="852339" y="175763"/>
                </a:lnTo>
                <a:lnTo>
                  <a:pt x="851455" y="175237"/>
                </a:lnTo>
                <a:lnTo>
                  <a:pt x="850962" y="174923"/>
                </a:lnTo>
                <a:lnTo>
                  <a:pt x="850490" y="174604"/>
                </a:lnTo>
                <a:lnTo>
                  <a:pt x="850039" y="174282"/>
                </a:lnTo>
                <a:lnTo>
                  <a:pt x="849609" y="173954"/>
                </a:lnTo>
                <a:lnTo>
                  <a:pt x="849200" y="173623"/>
                </a:lnTo>
                <a:lnTo>
                  <a:pt x="848812" y="173287"/>
                </a:lnTo>
                <a:lnTo>
                  <a:pt x="848445" y="172947"/>
                </a:lnTo>
                <a:lnTo>
                  <a:pt x="848098" y="172603"/>
                </a:lnTo>
                <a:lnTo>
                  <a:pt x="847773" y="172254"/>
                </a:lnTo>
                <a:lnTo>
                  <a:pt x="847469" y="171901"/>
                </a:lnTo>
                <a:lnTo>
                  <a:pt x="847186" y="171543"/>
                </a:lnTo>
                <a:lnTo>
                  <a:pt x="846923" y="171181"/>
                </a:lnTo>
                <a:lnTo>
                  <a:pt x="846682" y="170815"/>
                </a:lnTo>
                <a:lnTo>
                  <a:pt x="846462" y="170445"/>
                </a:lnTo>
                <a:lnTo>
                  <a:pt x="846263" y="170070"/>
                </a:lnTo>
                <a:lnTo>
                  <a:pt x="846084" y="169691"/>
                </a:lnTo>
                <a:lnTo>
                  <a:pt x="845927" y="169308"/>
                </a:lnTo>
                <a:lnTo>
                  <a:pt x="845791" y="168920"/>
                </a:lnTo>
                <a:lnTo>
                  <a:pt x="845675" y="168528"/>
                </a:lnTo>
                <a:lnTo>
                  <a:pt x="845581" y="168131"/>
                </a:lnTo>
                <a:lnTo>
                  <a:pt x="845507" y="167731"/>
                </a:lnTo>
                <a:lnTo>
                  <a:pt x="845455" y="167326"/>
                </a:lnTo>
                <a:lnTo>
                  <a:pt x="845423" y="166916"/>
                </a:lnTo>
                <a:lnTo>
                  <a:pt x="845413" y="166502"/>
                </a:lnTo>
                <a:lnTo>
                  <a:pt x="845417" y="166181"/>
                </a:lnTo>
                <a:lnTo>
                  <a:pt x="845430" y="165856"/>
                </a:lnTo>
                <a:lnTo>
                  <a:pt x="845452" y="165529"/>
                </a:lnTo>
                <a:lnTo>
                  <a:pt x="845482" y="165200"/>
                </a:lnTo>
                <a:lnTo>
                  <a:pt x="845521" y="164868"/>
                </a:lnTo>
                <a:lnTo>
                  <a:pt x="845569" y="164533"/>
                </a:lnTo>
                <a:lnTo>
                  <a:pt x="845626" y="164196"/>
                </a:lnTo>
                <a:lnTo>
                  <a:pt x="845691" y="163856"/>
                </a:lnTo>
                <a:lnTo>
                  <a:pt x="845765" y="163514"/>
                </a:lnTo>
                <a:lnTo>
                  <a:pt x="845847" y="163169"/>
                </a:lnTo>
                <a:lnTo>
                  <a:pt x="845938" y="162822"/>
                </a:lnTo>
                <a:lnTo>
                  <a:pt x="846038" y="162472"/>
                </a:lnTo>
                <a:lnTo>
                  <a:pt x="846146" y="162120"/>
                </a:lnTo>
                <a:lnTo>
                  <a:pt x="846264" y="161765"/>
                </a:lnTo>
                <a:lnTo>
                  <a:pt x="846390" y="161408"/>
                </a:lnTo>
                <a:lnTo>
                  <a:pt x="846524" y="161048"/>
                </a:lnTo>
                <a:lnTo>
                  <a:pt x="846667" y="160685"/>
                </a:lnTo>
                <a:lnTo>
                  <a:pt x="846819" y="160320"/>
                </a:lnTo>
                <a:lnTo>
                  <a:pt x="846980" y="159953"/>
                </a:lnTo>
                <a:lnTo>
                  <a:pt x="847149" y="159583"/>
                </a:lnTo>
                <a:lnTo>
                  <a:pt x="847327" y="159210"/>
                </a:lnTo>
                <a:lnTo>
                  <a:pt x="847514" y="158835"/>
                </a:lnTo>
                <a:lnTo>
                  <a:pt x="847709" y="158457"/>
                </a:lnTo>
                <a:lnTo>
                  <a:pt x="847913" y="158077"/>
                </a:lnTo>
                <a:lnTo>
                  <a:pt x="848126" y="157695"/>
                </a:lnTo>
                <a:lnTo>
                  <a:pt x="848346" y="157310"/>
                </a:lnTo>
                <a:lnTo>
                  <a:pt x="848576" y="156922"/>
                </a:lnTo>
                <a:lnTo>
                  <a:pt x="848813" y="156532"/>
                </a:lnTo>
                <a:lnTo>
                  <a:pt x="849059" y="156140"/>
                </a:lnTo>
                <a:lnTo>
                  <a:pt x="849313" y="155745"/>
                </a:lnTo>
                <a:lnTo>
                  <a:pt x="849575" y="155347"/>
                </a:lnTo>
                <a:lnTo>
                  <a:pt x="849846" y="154947"/>
                </a:lnTo>
                <a:lnTo>
                  <a:pt x="850125" y="154544"/>
                </a:lnTo>
                <a:lnTo>
                  <a:pt x="850413" y="154139"/>
                </a:lnTo>
                <a:lnTo>
                  <a:pt x="850708" y="153731"/>
                </a:lnTo>
                <a:lnTo>
                  <a:pt x="851012" y="153321"/>
                </a:lnTo>
                <a:lnTo>
                  <a:pt x="851325" y="152908"/>
                </a:lnTo>
                <a:lnTo>
                  <a:pt x="851645" y="152493"/>
                </a:lnTo>
                <a:lnTo>
                  <a:pt x="851974" y="152075"/>
                </a:lnTo>
                <a:lnTo>
                  <a:pt x="852312" y="151655"/>
                </a:lnTo>
                <a:lnTo>
                  <a:pt x="852657" y="151232"/>
                </a:lnTo>
                <a:lnTo>
                  <a:pt x="853011" y="150806"/>
                </a:lnTo>
                <a:lnTo>
                  <a:pt x="853374" y="150378"/>
                </a:lnTo>
                <a:lnTo>
                  <a:pt x="853744" y="149948"/>
                </a:lnTo>
                <a:lnTo>
                  <a:pt x="854123" y="149514"/>
                </a:lnTo>
                <a:lnTo>
                  <a:pt x="854510" y="149079"/>
                </a:lnTo>
                <a:lnTo>
                  <a:pt x="854906" y="148641"/>
                </a:lnTo>
                <a:lnTo>
                  <a:pt x="855310" y="148200"/>
                </a:lnTo>
                <a:lnTo>
                  <a:pt x="856379" y="148345"/>
                </a:lnTo>
                <a:lnTo>
                  <a:pt x="857486" y="148487"/>
                </a:lnTo>
                <a:lnTo>
                  <a:pt x="858630" y="148624"/>
                </a:lnTo>
                <a:lnTo>
                  <a:pt x="859812" y="148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candidates">
            <a:extLst xmlns:a="http://schemas.openxmlformats.org/drawingml/2006/main">
              <a:ext uri="{FF2B5EF4-FFF2-40B4-BE49-F238E27FC236}">
                <a16:creationId xmlns:a16="http://schemas.microsoft.com/office/drawing/2014/main" id="{6D26B4B2-B55B-4E5D-8ABE-492882A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172" y="6704169"/>
            <a:ext cx="887507" cy="151055"/>
          </a:xfrm>
          <a:custGeom xmlns:a="http://schemas.openxmlformats.org/drawingml/2006/main">
            <a:pathLst>
              <a:path w="887507" h="151055">
                <a:moveTo>
                  <a:pt x="80424" y="111885"/>
                </a:moveTo>
                <a:cubicBezTo>
                  <a:pt x="77854" y="124456"/>
                  <a:pt x="72819" y="134127"/>
                  <a:pt x="65318" y="140898"/>
                </a:cubicBezTo>
                <a:cubicBezTo>
                  <a:pt x="57818" y="147669"/>
                  <a:pt x="49518" y="151055"/>
                  <a:pt x="40420" y="151055"/>
                </a:cubicBezTo>
                <a:cubicBezTo>
                  <a:pt x="29586" y="151055"/>
                  <a:pt x="20141" y="146512"/>
                  <a:pt x="12084" y="137424"/>
                </a:cubicBezTo>
                <a:cubicBezTo>
                  <a:pt x="4028" y="128335"/>
                  <a:pt x="0" y="116054"/>
                  <a:pt x="0" y="100582"/>
                </a:cubicBezTo>
                <a:cubicBezTo>
                  <a:pt x="0" y="85596"/>
                  <a:pt x="4462" y="73420"/>
                  <a:pt x="13387" y="64055"/>
                </a:cubicBezTo>
                <a:cubicBezTo>
                  <a:pt x="22311" y="54688"/>
                  <a:pt x="33024" y="50004"/>
                  <a:pt x="45525" y="50004"/>
                </a:cubicBezTo>
                <a:cubicBezTo>
                  <a:pt x="54901" y="50004"/>
                  <a:pt x="62610" y="52480"/>
                  <a:pt x="68652" y="57430"/>
                </a:cubicBezTo>
                <a:cubicBezTo>
                  <a:pt x="74694" y="62379"/>
                  <a:pt x="77715" y="67518"/>
                  <a:pt x="77715" y="72848"/>
                </a:cubicBezTo>
                <a:cubicBezTo>
                  <a:pt x="77715" y="75479"/>
                  <a:pt x="76865" y="77608"/>
                  <a:pt x="75163" y="79236"/>
                </a:cubicBezTo>
                <a:cubicBezTo>
                  <a:pt x="73461" y="80861"/>
                  <a:pt x="71083" y="81674"/>
                  <a:pt x="68027" y="81674"/>
                </a:cubicBezTo>
                <a:cubicBezTo>
                  <a:pt x="63929" y="81674"/>
                  <a:pt x="60839" y="80354"/>
                  <a:pt x="58755" y="77715"/>
                </a:cubicBezTo>
                <a:cubicBezTo>
                  <a:pt x="57575" y="76257"/>
                  <a:pt x="56793" y="73479"/>
                  <a:pt x="56411" y="69381"/>
                </a:cubicBezTo>
                <a:cubicBezTo>
                  <a:pt x="56029" y="65284"/>
                  <a:pt x="54623" y="62158"/>
                  <a:pt x="52192" y="60005"/>
                </a:cubicBezTo>
                <a:cubicBezTo>
                  <a:pt x="49761" y="57922"/>
                  <a:pt x="46393" y="56880"/>
                  <a:pt x="42087" y="56880"/>
                </a:cubicBezTo>
                <a:cubicBezTo>
                  <a:pt x="35142" y="56880"/>
                  <a:pt x="29551" y="59450"/>
                  <a:pt x="25315" y="64589"/>
                </a:cubicBezTo>
                <a:cubicBezTo>
                  <a:pt x="19689" y="71395"/>
                  <a:pt x="16877" y="80389"/>
                  <a:pt x="16877" y="91571"/>
                </a:cubicBezTo>
                <a:cubicBezTo>
                  <a:pt x="16877" y="102961"/>
                  <a:pt x="19672" y="113014"/>
                  <a:pt x="25263" y="121730"/>
                </a:cubicBezTo>
                <a:cubicBezTo>
                  <a:pt x="30853" y="130446"/>
                  <a:pt x="38406" y="134804"/>
                  <a:pt x="47921" y="134804"/>
                </a:cubicBezTo>
                <a:cubicBezTo>
                  <a:pt x="54727" y="134804"/>
                  <a:pt x="60839" y="132477"/>
                  <a:pt x="66256" y="127824"/>
                </a:cubicBezTo>
                <a:cubicBezTo>
                  <a:pt x="70076" y="124629"/>
                  <a:pt x="73791" y="118830"/>
                  <a:pt x="77403" y="110427"/>
                </a:cubicBezTo>
                <a:lnTo>
                  <a:pt x="80424" y="111885"/>
                </a:lnTo>
                <a:close/>
                <a:moveTo>
                  <a:pt x="147317" y="134387"/>
                </a:moveTo>
                <a:cubicBezTo>
                  <a:pt x="137525" y="141957"/>
                  <a:pt x="131379" y="146333"/>
                  <a:pt x="128878" y="147513"/>
                </a:cubicBezTo>
                <a:cubicBezTo>
                  <a:pt x="125128" y="149319"/>
                  <a:pt x="121135" y="150222"/>
                  <a:pt x="116898" y="150222"/>
                </a:cubicBezTo>
                <a:cubicBezTo>
                  <a:pt x="110300" y="150222"/>
                  <a:pt x="104866" y="147965"/>
                  <a:pt x="100595" y="143450"/>
                </a:cubicBezTo>
                <a:cubicBezTo>
                  <a:pt x="96323" y="138936"/>
                  <a:pt x="94188" y="132998"/>
                  <a:pt x="94188" y="125636"/>
                </a:cubicBezTo>
                <a:cubicBezTo>
                  <a:pt x="94188" y="120983"/>
                  <a:pt x="95229" y="116955"/>
                  <a:pt x="97313" y="113552"/>
                </a:cubicBezTo>
                <a:cubicBezTo>
                  <a:pt x="100160" y="108829"/>
                  <a:pt x="105109" y="104384"/>
                  <a:pt x="112158" y="100217"/>
                </a:cubicBezTo>
                <a:cubicBezTo>
                  <a:pt x="119207" y="96050"/>
                  <a:pt x="130927" y="90980"/>
                  <a:pt x="147317" y="85008"/>
                </a:cubicBezTo>
                <a:lnTo>
                  <a:pt x="147317" y="81257"/>
                </a:lnTo>
                <a:cubicBezTo>
                  <a:pt x="147317" y="71743"/>
                  <a:pt x="145807" y="65214"/>
                  <a:pt x="142786" y="61672"/>
                </a:cubicBezTo>
                <a:cubicBezTo>
                  <a:pt x="139765" y="58130"/>
                  <a:pt x="135372" y="56359"/>
                  <a:pt x="129608" y="56359"/>
                </a:cubicBezTo>
                <a:cubicBezTo>
                  <a:pt x="125232" y="56359"/>
                  <a:pt x="121760" y="57536"/>
                  <a:pt x="119190" y="59888"/>
                </a:cubicBezTo>
                <a:cubicBezTo>
                  <a:pt x="116551" y="62241"/>
                  <a:pt x="115231" y="64940"/>
                  <a:pt x="115231" y="67985"/>
                </a:cubicBezTo>
                <a:lnTo>
                  <a:pt x="115440" y="74004"/>
                </a:lnTo>
                <a:cubicBezTo>
                  <a:pt x="115440" y="77186"/>
                  <a:pt x="114624" y="79641"/>
                  <a:pt x="112991" y="81371"/>
                </a:cubicBezTo>
                <a:cubicBezTo>
                  <a:pt x="111359" y="83101"/>
                  <a:pt x="109224" y="83966"/>
                  <a:pt x="106585" y="83966"/>
                </a:cubicBezTo>
                <a:cubicBezTo>
                  <a:pt x="104015" y="83966"/>
                  <a:pt x="101914" y="83066"/>
                  <a:pt x="100282" y="81267"/>
                </a:cubicBezTo>
                <a:cubicBezTo>
                  <a:pt x="98650" y="79466"/>
                  <a:pt x="97834" y="77007"/>
                  <a:pt x="97834" y="73890"/>
                </a:cubicBezTo>
                <a:cubicBezTo>
                  <a:pt x="97834" y="67937"/>
                  <a:pt x="100890" y="62468"/>
                  <a:pt x="107001" y="57482"/>
                </a:cubicBezTo>
                <a:cubicBezTo>
                  <a:pt x="113113" y="52497"/>
                  <a:pt x="121690" y="50004"/>
                  <a:pt x="132733" y="50004"/>
                </a:cubicBezTo>
                <a:cubicBezTo>
                  <a:pt x="141206" y="50004"/>
                  <a:pt x="148151" y="51426"/>
                  <a:pt x="153568" y="54269"/>
                </a:cubicBezTo>
                <a:cubicBezTo>
                  <a:pt x="157666" y="56420"/>
                  <a:pt x="160687" y="59785"/>
                  <a:pt x="162631" y="64364"/>
                </a:cubicBezTo>
                <a:cubicBezTo>
                  <a:pt x="163881" y="67347"/>
                  <a:pt x="164506" y="73451"/>
                  <a:pt x="164506" y="82677"/>
                </a:cubicBezTo>
                <a:lnTo>
                  <a:pt x="164506" y="115036"/>
                </a:lnTo>
                <a:cubicBezTo>
                  <a:pt x="164506" y="124123"/>
                  <a:pt x="164680" y="129690"/>
                  <a:pt x="165027" y="131737"/>
                </a:cubicBezTo>
                <a:cubicBezTo>
                  <a:pt x="165375" y="133784"/>
                  <a:pt x="165948" y="135154"/>
                  <a:pt x="166746" y="135849"/>
                </a:cubicBezTo>
                <a:cubicBezTo>
                  <a:pt x="167545" y="136541"/>
                  <a:pt x="168465" y="136887"/>
                  <a:pt x="169507" y="136887"/>
                </a:cubicBezTo>
                <a:cubicBezTo>
                  <a:pt x="170618" y="136887"/>
                  <a:pt x="171590" y="136644"/>
                  <a:pt x="172424" y="136158"/>
                </a:cubicBezTo>
                <a:cubicBezTo>
                  <a:pt x="173882" y="135255"/>
                  <a:pt x="176695" y="132720"/>
                  <a:pt x="180862" y="128553"/>
                </a:cubicBezTo>
                <a:lnTo>
                  <a:pt x="180862" y="134387"/>
                </a:lnTo>
                <a:cubicBezTo>
                  <a:pt x="173084" y="144805"/>
                  <a:pt x="165652" y="150013"/>
                  <a:pt x="158568" y="150013"/>
                </a:cubicBezTo>
                <a:cubicBezTo>
                  <a:pt x="155165" y="150013"/>
                  <a:pt x="152457" y="148833"/>
                  <a:pt x="150443" y="146471"/>
                </a:cubicBezTo>
                <a:cubicBezTo>
                  <a:pt x="148429" y="144110"/>
                  <a:pt x="147387" y="140082"/>
                  <a:pt x="147317" y="134387"/>
                </a:cubicBezTo>
                <a:moveTo>
                  <a:pt x="147317" y="127557"/>
                </a:moveTo>
                <a:lnTo>
                  <a:pt x="147317" y="91362"/>
                </a:lnTo>
                <a:cubicBezTo>
                  <a:pt x="136830" y="95510"/>
                  <a:pt x="130059" y="98448"/>
                  <a:pt x="127003" y="100178"/>
                </a:cubicBezTo>
                <a:cubicBezTo>
                  <a:pt x="121517" y="103221"/>
                  <a:pt x="117593" y="106402"/>
                  <a:pt x="115231" y="109720"/>
                </a:cubicBezTo>
                <a:cubicBezTo>
                  <a:pt x="112870" y="113039"/>
                  <a:pt x="111689" y="116668"/>
                  <a:pt x="111689" y="120610"/>
                </a:cubicBezTo>
                <a:cubicBezTo>
                  <a:pt x="111689" y="125588"/>
                  <a:pt x="113182" y="129720"/>
                  <a:pt x="116169" y="133003"/>
                </a:cubicBezTo>
                <a:cubicBezTo>
                  <a:pt x="119155" y="136287"/>
                  <a:pt x="122593" y="137929"/>
                  <a:pt x="126482" y="137929"/>
                </a:cubicBezTo>
                <a:cubicBezTo>
                  <a:pt x="131760" y="137929"/>
                  <a:pt x="138706" y="134472"/>
                  <a:pt x="147317" y="127557"/>
                </a:cubicBezTo>
                <a:close/>
                <a:moveTo>
                  <a:pt x="214940" y="70215"/>
                </a:moveTo>
                <a:cubicBezTo>
                  <a:pt x="226122" y="56741"/>
                  <a:pt x="236782" y="50004"/>
                  <a:pt x="246922" y="50004"/>
                </a:cubicBezTo>
                <a:cubicBezTo>
                  <a:pt x="252131" y="50004"/>
                  <a:pt x="256611" y="51304"/>
                  <a:pt x="260361" y="53905"/>
                </a:cubicBezTo>
                <a:cubicBezTo>
                  <a:pt x="264111" y="56502"/>
                  <a:pt x="267098" y="60781"/>
                  <a:pt x="269320" y="66741"/>
                </a:cubicBezTo>
                <a:cubicBezTo>
                  <a:pt x="270848" y="70897"/>
                  <a:pt x="271612" y="77273"/>
                  <a:pt x="271612" y="85867"/>
                </a:cubicBezTo>
                <a:lnTo>
                  <a:pt x="271612" y="126509"/>
                </a:lnTo>
                <a:cubicBezTo>
                  <a:pt x="271612" y="132538"/>
                  <a:pt x="272098" y="136627"/>
                  <a:pt x="273070" y="138775"/>
                </a:cubicBezTo>
                <a:cubicBezTo>
                  <a:pt x="273834" y="140507"/>
                  <a:pt x="275067" y="141858"/>
                  <a:pt x="276769" y="142829"/>
                </a:cubicBezTo>
                <a:cubicBezTo>
                  <a:pt x="278470" y="143799"/>
                  <a:pt x="281613" y="144284"/>
                  <a:pt x="286197" y="144284"/>
                </a:cubicBezTo>
                <a:lnTo>
                  <a:pt x="286197" y="148138"/>
                </a:lnTo>
                <a:lnTo>
                  <a:pt x="239005" y="148138"/>
                </a:lnTo>
                <a:lnTo>
                  <a:pt x="239005" y="144284"/>
                </a:lnTo>
                <a:lnTo>
                  <a:pt x="240984" y="144284"/>
                </a:lnTo>
                <a:cubicBezTo>
                  <a:pt x="245429" y="144284"/>
                  <a:pt x="248537" y="143610"/>
                  <a:pt x="250308" y="142262"/>
                </a:cubicBezTo>
                <a:cubicBezTo>
                  <a:pt x="252079" y="140914"/>
                  <a:pt x="253312" y="138928"/>
                  <a:pt x="254006" y="136304"/>
                </a:cubicBezTo>
                <a:cubicBezTo>
                  <a:pt x="254284" y="135267"/>
                  <a:pt x="254423" y="132019"/>
                  <a:pt x="254423" y="126561"/>
                </a:cubicBezTo>
                <a:lnTo>
                  <a:pt x="254423" y="87693"/>
                </a:lnTo>
                <a:cubicBezTo>
                  <a:pt x="254423" y="79058"/>
                  <a:pt x="253294" y="72788"/>
                  <a:pt x="251037" y="68883"/>
                </a:cubicBezTo>
                <a:cubicBezTo>
                  <a:pt x="248780" y="64979"/>
                  <a:pt x="244978" y="63026"/>
                  <a:pt x="239630" y="63026"/>
                </a:cubicBezTo>
                <a:cubicBezTo>
                  <a:pt x="231365" y="63026"/>
                  <a:pt x="223135" y="67518"/>
                  <a:pt x="214940" y="76501"/>
                </a:cubicBezTo>
                <a:lnTo>
                  <a:pt x="214940" y="126561"/>
                </a:lnTo>
                <a:cubicBezTo>
                  <a:pt x="214940" y="132987"/>
                  <a:pt x="215322" y="136960"/>
                  <a:pt x="216086" y="138479"/>
                </a:cubicBezTo>
                <a:cubicBezTo>
                  <a:pt x="217058" y="140482"/>
                  <a:pt x="218395" y="141951"/>
                  <a:pt x="220097" y="142884"/>
                </a:cubicBezTo>
                <a:cubicBezTo>
                  <a:pt x="221799" y="143817"/>
                  <a:pt x="225254" y="144284"/>
                  <a:pt x="230462" y="144284"/>
                </a:cubicBezTo>
                <a:lnTo>
                  <a:pt x="230462" y="148138"/>
                </a:lnTo>
                <a:lnTo>
                  <a:pt x="183271" y="148138"/>
                </a:lnTo>
                <a:lnTo>
                  <a:pt x="183271" y="144284"/>
                </a:lnTo>
                <a:lnTo>
                  <a:pt x="185354" y="144284"/>
                </a:lnTo>
                <a:cubicBezTo>
                  <a:pt x="190216" y="144284"/>
                  <a:pt x="193497" y="143054"/>
                  <a:pt x="195199" y="140595"/>
                </a:cubicBezTo>
                <a:cubicBezTo>
                  <a:pt x="196900" y="138134"/>
                  <a:pt x="197751" y="133439"/>
                  <a:pt x="197751" y="126509"/>
                </a:cubicBezTo>
                <a:lnTo>
                  <a:pt x="197751" y="91167"/>
                </a:lnTo>
                <a:cubicBezTo>
                  <a:pt x="197751" y="79734"/>
                  <a:pt x="197491" y="72770"/>
                  <a:pt x="196970" y="70276"/>
                </a:cubicBezTo>
                <a:cubicBezTo>
                  <a:pt x="196449" y="67781"/>
                  <a:pt x="195650" y="66082"/>
                  <a:pt x="194574" y="65182"/>
                </a:cubicBezTo>
                <a:cubicBezTo>
                  <a:pt x="193497" y="64281"/>
                  <a:pt x="192056" y="63831"/>
                  <a:pt x="190251" y="63831"/>
                </a:cubicBezTo>
                <a:cubicBezTo>
                  <a:pt x="188306" y="63831"/>
                  <a:pt x="185979" y="64350"/>
                  <a:pt x="183271" y="65390"/>
                </a:cubicBezTo>
                <a:lnTo>
                  <a:pt x="181708" y="61646"/>
                </a:lnTo>
                <a:lnTo>
                  <a:pt x="210461" y="50004"/>
                </a:lnTo>
                <a:lnTo>
                  <a:pt x="214940" y="50004"/>
                </a:lnTo>
                <a:lnTo>
                  <a:pt x="214940" y="70215"/>
                </a:lnTo>
                <a:close/>
                <a:moveTo>
                  <a:pt x="365470" y="137408"/>
                </a:moveTo>
                <a:cubicBezTo>
                  <a:pt x="360817" y="142270"/>
                  <a:pt x="356268" y="145760"/>
                  <a:pt x="351823" y="147878"/>
                </a:cubicBezTo>
                <a:cubicBezTo>
                  <a:pt x="347378" y="149996"/>
                  <a:pt x="342586" y="151055"/>
                  <a:pt x="337447" y="151055"/>
                </a:cubicBezTo>
                <a:cubicBezTo>
                  <a:pt x="327029" y="151055"/>
                  <a:pt x="317931" y="146707"/>
                  <a:pt x="310152" y="138010"/>
                </a:cubicBezTo>
                <a:cubicBezTo>
                  <a:pt x="302374" y="129312"/>
                  <a:pt x="298485" y="118134"/>
                  <a:pt x="298485" y="104479"/>
                </a:cubicBezTo>
                <a:cubicBezTo>
                  <a:pt x="298485" y="90825"/>
                  <a:pt x="302791" y="78333"/>
                  <a:pt x="311403" y="67001"/>
                </a:cubicBezTo>
                <a:cubicBezTo>
                  <a:pt x="320014" y="55670"/>
                  <a:pt x="331092" y="50004"/>
                  <a:pt x="344635" y="50004"/>
                </a:cubicBezTo>
                <a:cubicBezTo>
                  <a:pt x="353038" y="50004"/>
                  <a:pt x="359983" y="52678"/>
                  <a:pt x="365470" y="58026"/>
                </a:cubicBezTo>
                <a:lnTo>
                  <a:pt x="365470" y="40381"/>
                </a:lnTo>
                <a:cubicBezTo>
                  <a:pt x="365470" y="29432"/>
                  <a:pt x="365209" y="22702"/>
                  <a:pt x="364689" y="20191"/>
                </a:cubicBezTo>
                <a:cubicBezTo>
                  <a:pt x="364168" y="17680"/>
                  <a:pt x="363352" y="15971"/>
                  <a:pt x="362240" y="15066"/>
                </a:cubicBezTo>
                <a:cubicBezTo>
                  <a:pt x="361129" y="14159"/>
                  <a:pt x="359740" y="13706"/>
                  <a:pt x="358073" y="13706"/>
                </a:cubicBezTo>
                <a:cubicBezTo>
                  <a:pt x="356268" y="13706"/>
                  <a:pt x="353872" y="14263"/>
                  <a:pt x="350885" y="15379"/>
                </a:cubicBezTo>
                <a:lnTo>
                  <a:pt x="349531" y="11717"/>
                </a:lnTo>
                <a:lnTo>
                  <a:pt x="377971" y="0"/>
                </a:lnTo>
                <a:lnTo>
                  <a:pt x="382659" y="0"/>
                </a:lnTo>
                <a:lnTo>
                  <a:pt x="382659" y="110322"/>
                </a:lnTo>
                <a:cubicBezTo>
                  <a:pt x="382659" y="121504"/>
                  <a:pt x="382919" y="128327"/>
                  <a:pt x="383440" y="130793"/>
                </a:cubicBezTo>
                <a:cubicBezTo>
                  <a:pt x="383961" y="133258"/>
                  <a:pt x="384794" y="134977"/>
                  <a:pt x="385940" y="135950"/>
                </a:cubicBezTo>
                <a:cubicBezTo>
                  <a:pt x="387086" y="136922"/>
                  <a:pt x="388423" y="137408"/>
                  <a:pt x="389951" y="137408"/>
                </a:cubicBezTo>
                <a:cubicBezTo>
                  <a:pt x="391826" y="137408"/>
                  <a:pt x="394327" y="136818"/>
                  <a:pt x="397452" y="135637"/>
                </a:cubicBezTo>
                <a:lnTo>
                  <a:pt x="398598" y="139283"/>
                </a:lnTo>
                <a:lnTo>
                  <a:pt x="370262" y="151055"/>
                </a:lnTo>
                <a:lnTo>
                  <a:pt x="365470" y="151055"/>
                </a:lnTo>
                <a:lnTo>
                  <a:pt x="365470" y="137408"/>
                </a:lnTo>
                <a:moveTo>
                  <a:pt x="365470" y="130139"/>
                </a:moveTo>
                <a:lnTo>
                  <a:pt x="365470" y="81091"/>
                </a:lnTo>
                <a:cubicBezTo>
                  <a:pt x="365053" y="76379"/>
                  <a:pt x="363803" y="72084"/>
                  <a:pt x="361720" y="68206"/>
                </a:cubicBezTo>
                <a:cubicBezTo>
                  <a:pt x="359636" y="64325"/>
                  <a:pt x="356875" y="61399"/>
                  <a:pt x="353438" y="59426"/>
                </a:cubicBezTo>
                <a:cubicBezTo>
                  <a:pt x="350000" y="57451"/>
                  <a:pt x="346649" y="56463"/>
                  <a:pt x="343385" y="56463"/>
                </a:cubicBezTo>
                <a:cubicBezTo>
                  <a:pt x="337273" y="56463"/>
                  <a:pt x="331821" y="59200"/>
                  <a:pt x="327029" y="64674"/>
                </a:cubicBezTo>
                <a:cubicBezTo>
                  <a:pt x="320709" y="71877"/>
                  <a:pt x="317549" y="82406"/>
                  <a:pt x="317549" y="96262"/>
                </a:cubicBezTo>
                <a:cubicBezTo>
                  <a:pt x="317549" y="110256"/>
                  <a:pt x="320605" y="120978"/>
                  <a:pt x="326716" y="128426"/>
                </a:cubicBezTo>
                <a:cubicBezTo>
                  <a:pt x="332828" y="135873"/>
                  <a:pt x="339634" y="139596"/>
                  <a:pt x="347135" y="139596"/>
                </a:cubicBezTo>
                <a:cubicBezTo>
                  <a:pt x="353455" y="139596"/>
                  <a:pt x="359567" y="136443"/>
                  <a:pt x="365470" y="130139"/>
                </a:cubicBezTo>
                <a:close/>
                <a:moveTo>
                  <a:pt x="433284" y="0"/>
                </a:moveTo>
                <a:cubicBezTo>
                  <a:pt x="436201" y="0"/>
                  <a:pt x="438684" y="1030"/>
                  <a:pt x="440733" y="3089"/>
                </a:cubicBezTo>
                <a:cubicBezTo>
                  <a:pt x="442782" y="5147"/>
                  <a:pt x="443806" y="7642"/>
                  <a:pt x="443806" y="10574"/>
                </a:cubicBezTo>
                <a:cubicBezTo>
                  <a:pt x="443806" y="13506"/>
                  <a:pt x="442782" y="16019"/>
                  <a:pt x="440733" y="18114"/>
                </a:cubicBezTo>
                <a:cubicBezTo>
                  <a:pt x="438684" y="20206"/>
                  <a:pt x="436201" y="21252"/>
                  <a:pt x="433284" y="21252"/>
                </a:cubicBezTo>
                <a:cubicBezTo>
                  <a:pt x="430367" y="21252"/>
                  <a:pt x="427867" y="20206"/>
                  <a:pt x="425784" y="18114"/>
                </a:cubicBezTo>
                <a:cubicBezTo>
                  <a:pt x="423700" y="16019"/>
                  <a:pt x="422658" y="13506"/>
                  <a:pt x="422658" y="10574"/>
                </a:cubicBezTo>
                <a:cubicBezTo>
                  <a:pt x="422658" y="7642"/>
                  <a:pt x="423683" y="5147"/>
                  <a:pt x="425732" y="3089"/>
                </a:cubicBezTo>
                <a:cubicBezTo>
                  <a:pt x="427780" y="1030"/>
                  <a:pt x="430298" y="0"/>
                  <a:pt x="433284" y="0"/>
                </a:cubicBezTo>
                <a:moveTo>
                  <a:pt x="441931" y="50004"/>
                </a:moveTo>
                <a:lnTo>
                  <a:pt x="441931" y="126509"/>
                </a:lnTo>
                <a:cubicBezTo>
                  <a:pt x="441931" y="132468"/>
                  <a:pt x="442365" y="136436"/>
                  <a:pt x="443233" y="138411"/>
                </a:cubicBezTo>
                <a:cubicBezTo>
                  <a:pt x="444101" y="140386"/>
                  <a:pt x="445386" y="141858"/>
                  <a:pt x="447088" y="142829"/>
                </a:cubicBezTo>
                <a:cubicBezTo>
                  <a:pt x="448789" y="143799"/>
                  <a:pt x="451897" y="144284"/>
                  <a:pt x="456411" y="144284"/>
                </a:cubicBezTo>
                <a:lnTo>
                  <a:pt x="456411" y="148138"/>
                </a:lnTo>
                <a:lnTo>
                  <a:pt x="410053" y="148138"/>
                </a:lnTo>
                <a:lnTo>
                  <a:pt x="410053" y="144284"/>
                </a:lnTo>
                <a:cubicBezTo>
                  <a:pt x="414706" y="144284"/>
                  <a:pt x="417832" y="143833"/>
                  <a:pt x="419429" y="142933"/>
                </a:cubicBezTo>
                <a:cubicBezTo>
                  <a:pt x="421026" y="142032"/>
                  <a:pt x="422294" y="140542"/>
                  <a:pt x="423231" y="138463"/>
                </a:cubicBezTo>
                <a:cubicBezTo>
                  <a:pt x="424169" y="136384"/>
                  <a:pt x="424638" y="132399"/>
                  <a:pt x="424638" y="126509"/>
                </a:cubicBezTo>
                <a:lnTo>
                  <a:pt x="424638" y="89816"/>
                </a:lnTo>
                <a:cubicBezTo>
                  <a:pt x="424638" y="79490"/>
                  <a:pt x="424325" y="72803"/>
                  <a:pt x="423700" y="69756"/>
                </a:cubicBezTo>
                <a:cubicBezTo>
                  <a:pt x="423214" y="67537"/>
                  <a:pt x="422450" y="65995"/>
                  <a:pt x="421408" y="65130"/>
                </a:cubicBezTo>
                <a:cubicBezTo>
                  <a:pt x="420366" y="64264"/>
                  <a:pt x="418943" y="63831"/>
                  <a:pt x="417137" y="63831"/>
                </a:cubicBezTo>
                <a:cubicBezTo>
                  <a:pt x="415192" y="63831"/>
                  <a:pt x="412831" y="64350"/>
                  <a:pt x="410053" y="65390"/>
                </a:cubicBezTo>
                <a:lnTo>
                  <a:pt x="408595" y="61646"/>
                </a:lnTo>
                <a:lnTo>
                  <a:pt x="437347" y="50004"/>
                </a:lnTo>
                <a:lnTo>
                  <a:pt x="441931" y="50004"/>
                </a:lnTo>
                <a:close/>
                <a:moveTo>
                  <a:pt x="527618" y="137408"/>
                </a:moveTo>
                <a:cubicBezTo>
                  <a:pt x="522964" y="142270"/>
                  <a:pt x="518415" y="145760"/>
                  <a:pt x="513970" y="147878"/>
                </a:cubicBezTo>
                <a:cubicBezTo>
                  <a:pt x="509526" y="149996"/>
                  <a:pt x="504734" y="151055"/>
                  <a:pt x="499594" y="151055"/>
                </a:cubicBezTo>
                <a:cubicBezTo>
                  <a:pt x="489177" y="151055"/>
                  <a:pt x="480079" y="146707"/>
                  <a:pt x="472300" y="138010"/>
                </a:cubicBezTo>
                <a:cubicBezTo>
                  <a:pt x="464522" y="129312"/>
                  <a:pt x="460632" y="118134"/>
                  <a:pt x="460632" y="104479"/>
                </a:cubicBezTo>
                <a:cubicBezTo>
                  <a:pt x="460632" y="90825"/>
                  <a:pt x="464938" y="78333"/>
                  <a:pt x="473550" y="67001"/>
                </a:cubicBezTo>
                <a:cubicBezTo>
                  <a:pt x="482162" y="55670"/>
                  <a:pt x="493239" y="50004"/>
                  <a:pt x="506782" y="50004"/>
                </a:cubicBezTo>
                <a:cubicBezTo>
                  <a:pt x="515186" y="50004"/>
                  <a:pt x="522131" y="52678"/>
                  <a:pt x="527618" y="58026"/>
                </a:cubicBezTo>
                <a:lnTo>
                  <a:pt x="527618" y="40381"/>
                </a:lnTo>
                <a:cubicBezTo>
                  <a:pt x="527618" y="29432"/>
                  <a:pt x="527357" y="22702"/>
                  <a:pt x="526836" y="20191"/>
                </a:cubicBezTo>
                <a:cubicBezTo>
                  <a:pt x="526315" y="17680"/>
                  <a:pt x="525499" y="15971"/>
                  <a:pt x="524388" y="15066"/>
                </a:cubicBezTo>
                <a:cubicBezTo>
                  <a:pt x="523277" y="14159"/>
                  <a:pt x="521888" y="13706"/>
                  <a:pt x="520221" y="13706"/>
                </a:cubicBezTo>
                <a:cubicBezTo>
                  <a:pt x="518415" y="13706"/>
                  <a:pt x="516019" y="14263"/>
                  <a:pt x="513033" y="15379"/>
                </a:cubicBezTo>
                <a:lnTo>
                  <a:pt x="511679" y="11717"/>
                </a:lnTo>
                <a:lnTo>
                  <a:pt x="540119" y="0"/>
                </a:lnTo>
                <a:lnTo>
                  <a:pt x="544807" y="0"/>
                </a:lnTo>
                <a:lnTo>
                  <a:pt x="544807" y="110322"/>
                </a:lnTo>
                <a:cubicBezTo>
                  <a:pt x="544807" y="121504"/>
                  <a:pt x="545067" y="128327"/>
                  <a:pt x="545588" y="130793"/>
                </a:cubicBezTo>
                <a:cubicBezTo>
                  <a:pt x="546109" y="133258"/>
                  <a:pt x="546942" y="134977"/>
                  <a:pt x="548088" y="135950"/>
                </a:cubicBezTo>
                <a:cubicBezTo>
                  <a:pt x="549234" y="136922"/>
                  <a:pt x="550571" y="137408"/>
                  <a:pt x="552099" y="137408"/>
                </a:cubicBezTo>
                <a:cubicBezTo>
                  <a:pt x="553974" y="137408"/>
                  <a:pt x="556474" y="136818"/>
                  <a:pt x="559600" y="135637"/>
                </a:cubicBezTo>
                <a:lnTo>
                  <a:pt x="560745" y="139283"/>
                </a:lnTo>
                <a:lnTo>
                  <a:pt x="532410" y="151055"/>
                </a:lnTo>
                <a:lnTo>
                  <a:pt x="527618" y="151055"/>
                </a:lnTo>
                <a:lnTo>
                  <a:pt x="527618" y="137408"/>
                </a:lnTo>
                <a:moveTo>
                  <a:pt x="527618" y="130139"/>
                </a:moveTo>
                <a:lnTo>
                  <a:pt x="527618" y="81091"/>
                </a:lnTo>
                <a:cubicBezTo>
                  <a:pt x="527201" y="76379"/>
                  <a:pt x="525951" y="72084"/>
                  <a:pt x="523867" y="68206"/>
                </a:cubicBezTo>
                <a:cubicBezTo>
                  <a:pt x="521784" y="64325"/>
                  <a:pt x="519023" y="61399"/>
                  <a:pt x="515585" y="59426"/>
                </a:cubicBezTo>
                <a:cubicBezTo>
                  <a:pt x="512147" y="57451"/>
                  <a:pt x="508796" y="56463"/>
                  <a:pt x="505532" y="56463"/>
                </a:cubicBezTo>
                <a:cubicBezTo>
                  <a:pt x="499421" y="56463"/>
                  <a:pt x="493969" y="59200"/>
                  <a:pt x="489177" y="64674"/>
                </a:cubicBezTo>
                <a:cubicBezTo>
                  <a:pt x="482857" y="71877"/>
                  <a:pt x="479697" y="82406"/>
                  <a:pt x="479697" y="96262"/>
                </a:cubicBezTo>
                <a:cubicBezTo>
                  <a:pt x="479697" y="110256"/>
                  <a:pt x="482752" y="120978"/>
                  <a:pt x="488864" y="128426"/>
                </a:cubicBezTo>
                <a:cubicBezTo>
                  <a:pt x="494976" y="135873"/>
                  <a:pt x="501782" y="139596"/>
                  <a:pt x="509283" y="139596"/>
                </a:cubicBezTo>
                <a:cubicBezTo>
                  <a:pt x="515603" y="139596"/>
                  <a:pt x="521714" y="136443"/>
                  <a:pt x="527618" y="130139"/>
                </a:cubicBezTo>
                <a:close/>
                <a:moveTo>
                  <a:pt x="625225" y="134387"/>
                </a:moveTo>
                <a:cubicBezTo>
                  <a:pt x="615433" y="141957"/>
                  <a:pt x="609287" y="146333"/>
                  <a:pt x="606786" y="147513"/>
                </a:cubicBezTo>
                <a:cubicBezTo>
                  <a:pt x="603036" y="149319"/>
                  <a:pt x="599043" y="150222"/>
                  <a:pt x="594806" y="150222"/>
                </a:cubicBezTo>
                <a:cubicBezTo>
                  <a:pt x="588208" y="150222"/>
                  <a:pt x="582774" y="147965"/>
                  <a:pt x="578503" y="143450"/>
                </a:cubicBezTo>
                <a:cubicBezTo>
                  <a:pt x="574231" y="138936"/>
                  <a:pt x="572096" y="132998"/>
                  <a:pt x="572096" y="125636"/>
                </a:cubicBezTo>
                <a:cubicBezTo>
                  <a:pt x="572096" y="120983"/>
                  <a:pt x="573137" y="116955"/>
                  <a:pt x="575221" y="113552"/>
                </a:cubicBezTo>
                <a:cubicBezTo>
                  <a:pt x="578068" y="108829"/>
                  <a:pt x="583017" y="104384"/>
                  <a:pt x="590066" y="100217"/>
                </a:cubicBezTo>
                <a:cubicBezTo>
                  <a:pt x="597115" y="96050"/>
                  <a:pt x="608835" y="90980"/>
                  <a:pt x="625225" y="85008"/>
                </a:cubicBezTo>
                <a:lnTo>
                  <a:pt x="625225" y="81257"/>
                </a:lnTo>
                <a:cubicBezTo>
                  <a:pt x="625225" y="71743"/>
                  <a:pt x="623715" y="65214"/>
                  <a:pt x="620694" y="61672"/>
                </a:cubicBezTo>
                <a:cubicBezTo>
                  <a:pt x="617673" y="58130"/>
                  <a:pt x="613280" y="56359"/>
                  <a:pt x="607516" y="56359"/>
                </a:cubicBezTo>
                <a:cubicBezTo>
                  <a:pt x="603140" y="56359"/>
                  <a:pt x="599668" y="57536"/>
                  <a:pt x="597098" y="59888"/>
                </a:cubicBezTo>
                <a:cubicBezTo>
                  <a:pt x="594459" y="62241"/>
                  <a:pt x="593139" y="64940"/>
                  <a:pt x="593139" y="67985"/>
                </a:cubicBezTo>
                <a:lnTo>
                  <a:pt x="593348" y="74004"/>
                </a:lnTo>
                <a:cubicBezTo>
                  <a:pt x="593348" y="77186"/>
                  <a:pt x="592532" y="79641"/>
                  <a:pt x="590899" y="81371"/>
                </a:cubicBezTo>
                <a:cubicBezTo>
                  <a:pt x="589267" y="83101"/>
                  <a:pt x="587132" y="83966"/>
                  <a:pt x="584493" y="83966"/>
                </a:cubicBezTo>
                <a:cubicBezTo>
                  <a:pt x="581923" y="83966"/>
                  <a:pt x="579822" y="83066"/>
                  <a:pt x="578190" y="81267"/>
                </a:cubicBezTo>
                <a:cubicBezTo>
                  <a:pt x="576558" y="79466"/>
                  <a:pt x="575742" y="77007"/>
                  <a:pt x="575742" y="73890"/>
                </a:cubicBezTo>
                <a:cubicBezTo>
                  <a:pt x="575742" y="67937"/>
                  <a:pt x="578798" y="62468"/>
                  <a:pt x="584909" y="57482"/>
                </a:cubicBezTo>
                <a:cubicBezTo>
                  <a:pt x="591021" y="52497"/>
                  <a:pt x="599598" y="50004"/>
                  <a:pt x="610641" y="50004"/>
                </a:cubicBezTo>
                <a:cubicBezTo>
                  <a:pt x="619114" y="50004"/>
                  <a:pt x="626059" y="51426"/>
                  <a:pt x="631476" y="54269"/>
                </a:cubicBezTo>
                <a:cubicBezTo>
                  <a:pt x="635574" y="56420"/>
                  <a:pt x="638595" y="59785"/>
                  <a:pt x="640539" y="64364"/>
                </a:cubicBezTo>
                <a:cubicBezTo>
                  <a:pt x="641789" y="67347"/>
                  <a:pt x="642414" y="73451"/>
                  <a:pt x="642414" y="82677"/>
                </a:cubicBezTo>
                <a:lnTo>
                  <a:pt x="642414" y="115036"/>
                </a:lnTo>
                <a:cubicBezTo>
                  <a:pt x="642414" y="124123"/>
                  <a:pt x="642588" y="129690"/>
                  <a:pt x="642935" y="131737"/>
                </a:cubicBezTo>
                <a:cubicBezTo>
                  <a:pt x="643283" y="133784"/>
                  <a:pt x="643856" y="135154"/>
                  <a:pt x="644654" y="135849"/>
                </a:cubicBezTo>
                <a:cubicBezTo>
                  <a:pt x="645453" y="136541"/>
                  <a:pt x="646373" y="136887"/>
                  <a:pt x="647415" y="136887"/>
                </a:cubicBezTo>
                <a:cubicBezTo>
                  <a:pt x="648526" y="136887"/>
                  <a:pt x="649498" y="136644"/>
                  <a:pt x="650332" y="136158"/>
                </a:cubicBezTo>
                <a:cubicBezTo>
                  <a:pt x="651790" y="135255"/>
                  <a:pt x="654603" y="132720"/>
                  <a:pt x="658770" y="128553"/>
                </a:cubicBezTo>
                <a:lnTo>
                  <a:pt x="658770" y="134387"/>
                </a:lnTo>
                <a:cubicBezTo>
                  <a:pt x="650992" y="144805"/>
                  <a:pt x="643560" y="150013"/>
                  <a:pt x="636476" y="150013"/>
                </a:cubicBezTo>
                <a:cubicBezTo>
                  <a:pt x="633073" y="150013"/>
                  <a:pt x="630365" y="148833"/>
                  <a:pt x="628351" y="146471"/>
                </a:cubicBezTo>
                <a:cubicBezTo>
                  <a:pt x="626337" y="144110"/>
                  <a:pt x="625295" y="140082"/>
                  <a:pt x="625225" y="134387"/>
                </a:cubicBezTo>
                <a:moveTo>
                  <a:pt x="625225" y="127557"/>
                </a:moveTo>
                <a:lnTo>
                  <a:pt x="625225" y="91362"/>
                </a:lnTo>
                <a:cubicBezTo>
                  <a:pt x="614738" y="95510"/>
                  <a:pt x="607967" y="98448"/>
                  <a:pt x="604911" y="100178"/>
                </a:cubicBezTo>
                <a:cubicBezTo>
                  <a:pt x="599425" y="103221"/>
                  <a:pt x="595501" y="106402"/>
                  <a:pt x="593139" y="109720"/>
                </a:cubicBezTo>
                <a:cubicBezTo>
                  <a:pt x="590778" y="113039"/>
                  <a:pt x="589597" y="116668"/>
                  <a:pt x="589597" y="120610"/>
                </a:cubicBezTo>
                <a:cubicBezTo>
                  <a:pt x="589597" y="125588"/>
                  <a:pt x="591090" y="129720"/>
                  <a:pt x="594077" y="133003"/>
                </a:cubicBezTo>
                <a:cubicBezTo>
                  <a:pt x="597063" y="136287"/>
                  <a:pt x="600501" y="137929"/>
                  <a:pt x="604390" y="137929"/>
                </a:cubicBezTo>
                <a:cubicBezTo>
                  <a:pt x="609669" y="137929"/>
                  <a:pt x="616614" y="134472"/>
                  <a:pt x="625225" y="127557"/>
                </a:cubicBezTo>
                <a:close/>
                <a:moveTo>
                  <a:pt x="692745" y="21252"/>
                </a:moveTo>
                <a:lnTo>
                  <a:pt x="692745" y="52713"/>
                </a:lnTo>
                <a:lnTo>
                  <a:pt x="715038" y="52713"/>
                </a:lnTo>
                <a:lnTo>
                  <a:pt x="715038" y="60005"/>
                </a:lnTo>
                <a:lnTo>
                  <a:pt x="692745" y="60005"/>
                </a:lnTo>
                <a:lnTo>
                  <a:pt x="692745" y="121801"/>
                </a:lnTo>
                <a:cubicBezTo>
                  <a:pt x="692745" y="127976"/>
                  <a:pt x="693630" y="132139"/>
                  <a:pt x="695401" y="134289"/>
                </a:cubicBezTo>
                <a:cubicBezTo>
                  <a:pt x="697172" y="136438"/>
                  <a:pt x="699447" y="137512"/>
                  <a:pt x="702225" y="137512"/>
                </a:cubicBezTo>
                <a:cubicBezTo>
                  <a:pt x="704517" y="137512"/>
                  <a:pt x="706739" y="136800"/>
                  <a:pt x="708892" y="135377"/>
                </a:cubicBezTo>
                <a:cubicBezTo>
                  <a:pt x="711045" y="133953"/>
                  <a:pt x="712712" y="131852"/>
                  <a:pt x="713892" y="129074"/>
                </a:cubicBezTo>
                <a:lnTo>
                  <a:pt x="717955" y="129074"/>
                </a:lnTo>
                <a:cubicBezTo>
                  <a:pt x="715524" y="135900"/>
                  <a:pt x="712087" y="141062"/>
                  <a:pt x="707642" y="144560"/>
                </a:cubicBezTo>
                <a:cubicBezTo>
                  <a:pt x="703197" y="148057"/>
                  <a:pt x="698613" y="149805"/>
                  <a:pt x="693891" y="149805"/>
                </a:cubicBezTo>
                <a:cubicBezTo>
                  <a:pt x="690696" y="149805"/>
                  <a:pt x="687571" y="148918"/>
                  <a:pt x="684515" y="147145"/>
                </a:cubicBezTo>
                <a:cubicBezTo>
                  <a:pt x="681459" y="145372"/>
                  <a:pt x="679202" y="142835"/>
                  <a:pt x="677743" y="139534"/>
                </a:cubicBezTo>
                <a:cubicBezTo>
                  <a:pt x="676285" y="136231"/>
                  <a:pt x="675556" y="131137"/>
                  <a:pt x="675556" y="124253"/>
                </a:cubicBezTo>
                <a:lnTo>
                  <a:pt x="675556" y="60005"/>
                </a:lnTo>
                <a:lnTo>
                  <a:pt x="660450" y="60005"/>
                </a:lnTo>
                <a:lnTo>
                  <a:pt x="660450" y="56568"/>
                </a:lnTo>
                <a:cubicBezTo>
                  <a:pt x="664270" y="55035"/>
                  <a:pt x="668176" y="52441"/>
                  <a:pt x="672170" y="48784"/>
                </a:cubicBezTo>
                <a:cubicBezTo>
                  <a:pt x="676163" y="45127"/>
                  <a:pt x="679723" y="40790"/>
                  <a:pt x="682848" y="35775"/>
                </a:cubicBezTo>
                <a:cubicBezTo>
                  <a:pt x="684445" y="33129"/>
                  <a:pt x="686668" y="28288"/>
                  <a:pt x="689515" y="21252"/>
                </a:cubicBezTo>
                <a:lnTo>
                  <a:pt x="692745" y="21252"/>
                </a:lnTo>
                <a:close/>
                <a:moveTo>
                  <a:pt x="740815" y="88758"/>
                </a:moveTo>
                <a:cubicBezTo>
                  <a:pt x="740745" y="102893"/>
                  <a:pt x="744183" y="113980"/>
                  <a:pt x="751128" y="122019"/>
                </a:cubicBezTo>
                <a:cubicBezTo>
                  <a:pt x="758073" y="130056"/>
                  <a:pt x="766234" y="134074"/>
                  <a:pt x="775609" y="134074"/>
                </a:cubicBezTo>
                <a:cubicBezTo>
                  <a:pt x="781860" y="134074"/>
                  <a:pt x="787295" y="132356"/>
                  <a:pt x="791913" y="128918"/>
                </a:cubicBezTo>
                <a:cubicBezTo>
                  <a:pt x="796531" y="125480"/>
                  <a:pt x="800403" y="119594"/>
                  <a:pt x="803529" y="111260"/>
                </a:cubicBezTo>
                <a:lnTo>
                  <a:pt x="806758" y="113343"/>
                </a:lnTo>
                <a:cubicBezTo>
                  <a:pt x="805300" y="122858"/>
                  <a:pt x="801063" y="131522"/>
                  <a:pt x="794049" y="139335"/>
                </a:cubicBezTo>
                <a:cubicBezTo>
                  <a:pt x="787034" y="147149"/>
                  <a:pt x="778249" y="151055"/>
                  <a:pt x="767692" y="151055"/>
                </a:cubicBezTo>
                <a:cubicBezTo>
                  <a:pt x="756233" y="151055"/>
                  <a:pt x="746423" y="146603"/>
                  <a:pt x="738262" y="137698"/>
                </a:cubicBezTo>
                <a:cubicBezTo>
                  <a:pt x="730102" y="128791"/>
                  <a:pt x="726022" y="116817"/>
                  <a:pt x="726022" y="101777"/>
                </a:cubicBezTo>
                <a:cubicBezTo>
                  <a:pt x="726022" y="85490"/>
                  <a:pt x="730206" y="72791"/>
                  <a:pt x="738575" y="63678"/>
                </a:cubicBezTo>
                <a:cubicBezTo>
                  <a:pt x="746944" y="54562"/>
                  <a:pt x="757448" y="50004"/>
                  <a:pt x="770088" y="50004"/>
                </a:cubicBezTo>
                <a:cubicBezTo>
                  <a:pt x="780784" y="50004"/>
                  <a:pt x="789569" y="53520"/>
                  <a:pt x="796445" y="60552"/>
                </a:cubicBezTo>
                <a:cubicBezTo>
                  <a:pt x="803320" y="67582"/>
                  <a:pt x="806758" y="76984"/>
                  <a:pt x="806758" y="88758"/>
                </a:cubicBezTo>
                <a:lnTo>
                  <a:pt x="740815" y="88758"/>
                </a:lnTo>
                <a:moveTo>
                  <a:pt x="740815" y="82716"/>
                </a:moveTo>
                <a:lnTo>
                  <a:pt x="784985" y="82716"/>
                </a:lnTo>
                <a:cubicBezTo>
                  <a:pt x="784638" y="76604"/>
                  <a:pt x="783909" y="72298"/>
                  <a:pt x="782798" y="69798"/>
                </a:cubicBezTo>
                <a:cubicBezTo>
                  <a:pt x="781061" y="65909"/>
                  <a:pt x="778474" y="62853"/>
                  <a:pt x="775037" y="60630"/>
                </a:cubicBezTo>
                <a:cubicBezTo>
                  <a:pt x="771599" y="58408"/>
                  <a:pt x="768005" y="57297"/>
                  <a:pt x="764254" y="57297"/>
                </a:cubicBezTo>
                <a:cubicBezTo>
                  <a:pt x="758490" y="57297"/>
                  <a:pt x="753333" y="59537"/>
                  <a:pt x="748784" y="64016"/>
                </a:cubicBezTo>
                <a:cubicBezTo>
                  <a:pt x="744235" y="68496"/>
                  <a:pt x="741579" y="74729"/>
                  <a:pt x="740815" y="82716"/>
                </a:cubicBezTo>
                <a:close/>
                <a:moveTo>
                  <a:pt x="880319" y="50004"/>
                </a:moveTo>
                <a:lnTo>
                  <a:pt x="880319" y="82299"/>
                </a:lnTo>
                <a:lnTo>
                  <a:pt x="876881" y="82299"/>
                </a:lnTo>
                <a:cubicBezTo>
                  <a:pt x="874242" y="72170"/>
                  <a:pt x="870857" y="65280"/>
                  <a:pt x="866724" y="61630"/>
                </a:cubicBezTo>
                <a:cubicBezTo>
                  <a:pt x="862592" y="57977"/>
                  <a:pt x="857331" y="56151"/>
                  <a:pt x="850942" y="56151"/>
                </a:cubicBezTo>
                <a:cubicBezTo>
                  <a:pt x="846080" y="56151"/>
                  <a:pt x="842156" y="57435"/>
                  <a:pt x="839170" y="60002"/>
                </a:cubicBezTo>
                <a:cubicBezTo>
                  <a:pt x="836183" y="62567"/>
                  <a:pt x="834690" y="65412"/>
                  <a:pt x="834690" y="68535"/>
                </a:cubicBezTo>
                <a:cubicBezTo>
                  <a:pt x="834690" y="72420"/>
                  <a:pt x="835801" y="75749"/>
                  <a:pt x="838024" y="78523"/>
                </a:cubicBezTo>
                <a:cubicBezTo>
                  <a:pt x="840177" y="81368"/>
                  <a:pt x="844552" y="84386"/>
                  <a:pt x="851150" y="87576"/>
                </a:cubicBezTo>
                <a:lnTo>
                  <a:pt x="866360" y="94966"/>
                </a:lnTo>
                <a:cubicBezTo>
                  <a:pt x="880458" y="101833"/>
                  <a:pt x="887507" y="110887"/>
                  <a:pt x="887507" y="122127"/>
                </a:cubicBezTo>
                <a:cubicBezTo>
                  <a:pt x="887507" y="130797"/>
                  <a:pt x="884226" y="137787"/>
                  <a:pt x="877663" y="143095"/>
                </a:cubicBezTo>
                <a:cubicBezTo>
                  <a:pt x="871100" y="148402"/>
                  <a:pt x="863755" y="151055"/>
                  <a:pt x="855630" y="151055"/>
                </a:cubicBezTo>
                <a:cubicBezTo>
                  <a:pt x="849796" y="151055"/>
                  <a:pt x="843128" y="150013"/>
                  <a:pt x="835628" y="147930"/>
                </a:cubicBezTo>
                <a:cubicBezTo>
                  <a:pt x="833336" y="147235"/>
                  <a:pt x="831461" y="146888"/>
                  <a:pt x="830002" y="146888"/>
                </a:cubicBezTo>
                <a:cubicBezTo>
                  <a:pt x="828405" y="146888"/>
                  <a:pt x="827155" y="147791"/>
                  <a:pt x="826252" y="149597"/>
                </a:cubicBezTo>
                <a:lnTo>
                  <a:pt x="822814" y="149597"/>
                </a:lnTo>
                <a:lnTo>
                  <a:pt x="822814" y="115427"/>
                </a:lnTo>
                <a:lnTo>
                  <a:pt x="826252" y="115427"/>
                </a:lnTo>
                <a:cubicBezTo>
                  <a:pt x="828197" y="125185"/>
                  <a:pt x="831912" y="132538"/>
                  <a:pt x="837399" y="137486"/>
                </a:cubicBezTo>
                <a:cubicBezTo>
                  <a:pt x="842885" y="142435"/>
                  <a:pt x="849032" y="144909"/>
                  <a:pt x="855838" y="144909"/>
                </a:cubicBezTo>
                <a:cubicBezTo>
                  <a:pt x="860630" y="144909"/>
                  <a:pt x="864537" y="143505"/>
                  <a:pt x="867558" y="140696"/>
                </a:cubicBezTo>
                <a:cubicBezTo>
                  <a:pt x="870579" y="137886"/>
                  <a:pt x="872089" y="134503"/>
                  <a:pt x="872089" y="130549"/>
                </a:cubicBezTo>
                <a:cubicBezTo>
                  <a:pt x="872089" y="125761"/>
                  <a:pt x="870405" y="121737"/>
                  <a:pt x="867037" y="118477"/>
                </a:cubicBezTo>
                <a:cubicBezTo>
                  <a:pt x="863668" y="115218"/>
                  <a:pt x="856949" y="111091"/>
                  <a:pt x="846879" y="106097"/>
                </a:cubicBezTo>
                <a:cubicBezTo>
                  <a:pt x="836808" y="101101"/>
                  <a:pt x="830211" y="96591"/>
                  <a:pt x="827085" y="92567"/>
                </a:cubicBezTo>
                <a:cubicBezTo>
                  <a:pt x="823960" y="88613"/>
                  <a:pt x="822397" y="83617"/>
                  <a:pt x="822397" y="77582"/>
                </a:cubicBezTo>
                <a:cubicBezTo>
                  <a:pt x="822397" y="69743"/>
                  <a:pt x="825089" y="63187"/>
                  <a:pt x="830471" y="57915"/>
                </a:cubicBezTo>
                <a:cubicBezTo>
                  <a:pt x="835853" y="52641"/>
                  <a:pt x="842816" y="50004"/>
                  <a:pt x="851358" y="50004"/>
                </a:cubicBezTo>
                <a:cubicBezTo>
                  <a:pt x="855109" y="50004"/>
                  <a:pt x="859658" y="50803"/>
                  <a:pt x="865005" y="52401"/>
                </a:cubicBezTo>
                <a:cubicBezTo>
                  <a:pt x="868547" y="53442"/>
                  <a:pt x="870909" y="53963"/>
                  <a:pt x="872089" y="53963"/>
                </a:cubicBezTo>
                <a:cubicBezTo>
                  <a:pt x="873201" y="53963"/>
                  <a:pt x="874069" y="53720"/>
                  <a:pt x="874694" y="53234"/>
                </a:cubicBezTo>
                <a:cubicBezTo>
                  <a:pt x="875319" y="52748"/>
                  <a:pt x="876048" y="51671"/>
                  <a:pt x="876881" y="50004"/>
                </a:cubicBezTo>
                <a:lnTo>
                  <a:pt x="880319" y="50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e8576a4764d32"/>
          <a:stretch xmlns:a="http://schemas.openxmlformats.org/drawingml/2006/main"/>
        </p:blipFill>
        <p:spPr>
          <a:xfrm xmlns:a="http://schemas.openxmlformats.org/drawingml/2006/main">
            <a:off x="4640531" y="2916125"/>
            <a:ext cx="3644045" cy="1893474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A3734-F652-4D51-95B1-CB8C406B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201" y="2958242"/>
            <a:ext cx="3498979" cy="1749490"/>
          </a:xfrm>
          <a:custGeom xmlns:a="http://schemas.openxmlformats.org/drawingml/2006/main">
            <a:pathLst>
              <a:path w="3498979" h="1749490">
                <a:moveTo>
                  <a:pt x="0" y="291596"/>
                </a:moveTo>
                <a:cubicBezTo>
                  <a:pt x="0" y="130557"/>
                  <a:pt x="130543" y="0"/>
                  <a:pt x="291596" y="0"/>
                </a:cubicBezTo>
                <a:lnTo>
                  <a:pt x="3207383" y="0"/>
                </a:lnTo>
                <a:cubicBezTo>
                  <a:pt x="3368436" y="0"/>
                  <a:pt x="3498979" y="130557"/>
                  <a:pt x="3498979" y="291596"/>
                </a:cubicBezTo>
                <a:lnTo>
                  <a:pt x="3498979" y="1457908"/>
                </a:lnTo>
                <a:cubicBezTo>
                  <a:pt x="3498979" y="1618946"/>
                  <a:pt x="3368436" y="1749490"/>
                  <a:pt x="3207383" y="1749490"/>
                </a:cubicBezTo>
                <a:lnTo>
                  <a:pt x="291596" y="1749490"/>
                </a:lnTo>
                <a:cubicBezTo>
                  <a:pt x="130543" y="1749490"/>
                  <a:pt x="0" y="1618946"/>
                  <a:pt x="0" y="1457908"/>
                </a:cubicBezTo>
                <a:lnTo>
                  <a:pt x="0" y="2915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40501-1C1E-4CF3-81CA-5790B3C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201" y="2958242"/>
            <a:ext cx="3498979" cy="1749490"/>
          </a:xfrm>
          <a:custGeom xmlns:a="http://schemas.openxmlformats.org/drawingml/2006/main">
            <a:pathLst>
              <a:path w="3498979" h="1749490" fill="none">
                <a:moveTo>
                  <a:pt x="0" y="291596"/>
                </a:moveTo>
                <a:cubicBezTo>
                  <a:pt x="0" y="130557"/>
                  <a:pt x="130543" y="0"/>
                  <a:pt x="291596" y="0"/>
                </a:cubicBezTo>
                <a:lnTo>
                  <a:pt x="3207383" y="0"/>
                </a:lnTo>
                <a:cubicBezTo>
                  <a:pt x="3368436" y="0"/>
                  <a:pt x="3498979" y="130557"/>
                  <a:pt x="3498979" y="291596"/>
                </a:cubicBezTo>
                <a:lnTo>
                  <a:pt x="3498979" y="1457908"/>
                </a:lnTo>
                <a:cubicBezTo>
                  <a:pt x="3498979" y="1618946"/>
                  <a:pt x="3368436" y="1749490"/>
                  <a:pt x="3207383" y="1749490"/>
                </a:cubicBezTo>
                <a:lnTo>
                  <a:pt x="291596" y="1749490"/>
                </a:lnTo>
                <a:cubicBezTo>
                  <a:pt x="130543" y="1749490"/>
                  <a:pt x="0" y="1618946"/>
                  <a:pt x="0" y="1457908"/>
                </a:cubicBezTo>
                <a:lnTo>
                  <a:pt x="0" y="2915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57" name="Text 3.Generateinitialcode">
            <a:extLst xmlns:a="http://schemas.openxmlformats.org/drawingml/2006/main">
              <a:ext uri="{FF2B5EF4-FFF2-40B4-BE49-F238E27FC236}">
                <a16:creationId xmlns:a16="http://schemas.microsoft.com/office/drawing/2014/main" id="{941EEA6B-8590-49F0-A2C5-794ACF08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667" y="3111665"/>
            <a:ext cx="2518626" cy="177016"/>
          </a:xfrm>
          <a:custGeom xmlns:a="http://schemas.openxmlformats.org/drawingml/2006/main">
            <a:pathLst>
              <a:path w="2518626" h="177016">
                <a:moveTo>
                  <a:pt x="33753" y="88258"/>
                </a:moveTo>
                <a:lnTo>
                  <a:pt x="33753" y="83757"/>
                </a:lnTo>
                <a:cubicBezTo>
                  <a:pt x="43254" y="81012"/>
                  <a:pt x="49838" y="78455"/>
                  <a:pt x="53505" y="76085"/>
                </a:cubicBezTo>
                <a:cubicBezTo>
                  <a:pt x="57172" y="73715"/>
                  <a:pt x="60339" y="70097"/>
                  <a:pt x="63006" y="65232"/>
                </a:cubicBezTo>
                <a:cubicBezTo>
                  <a:pt x="65673" y="60367"/>
                  <a:pt x="67006" y="55440"/>
                  <a:pt x="67006" y="50450"/>
                </a:cubicBezTo>
                <a:cubicBezTo>
                  <a:pt x="67006" y="43548"/>
                  <a:pt x="64485" y="37623"/>
                  <a:pt x="59443" y="32675"/>
                </a:cubicBezTo>
                <a:cubicBezTo>
                  <a:pt x="54401" y="27726"/>
                  <a:pt x="48129" y="25252"/>
                  <a:pt x="40629" y="25252"/>
                </a:cubicBezTo>
                <a:cubicBezTo>
                  <a:pt x="28961" y="25252"/>
                  <a:pt x="19043" y="31461"/>
                  <a:pt x="10876" y="43879"/>
                </a:cubicBezTo>
                <a:lnTo>
                  <a:pt x="6251" y="42254"/>
                </a:lnTo>
                <a:cubicBezTo>
                  <a:pt x="12251" y="28294"/>
                  <a:pt x="19939" y="17804"/>
                  <a:pt x="29315" y="10782"/>
                </a:cubicBezTo>
                <a:cubicBezTo>
                  <a:pt x="38691" y="3761"/>
                  <a:pt x="49129" y="250"/>
                  <a:pt x="60630" y="250"/>
                </a:cubicBezTo>
                <a:cubicBezTo>
                  <a:pt x="72381" y="250"/>
                  <a:pt x="82070" y="3834"/>
                  <a:pt x="89696" y="11001"/>
                </a:cubicBezTo>
                <a:cubicBezTo>
                  <a:pt x="97321" y="18168"/>
                  <a:pt x="101134" y="26544"/>
                  <a:pt x="101134" y="36128"/>
                </a:cubicBezTo>
                <a:cubicBezTo>
                  <a:pt x="101134" y="42379"/>
                  <a:pt x="99363" y="48400"/>
                  <a:pt x="95821" y="54192"/>
                </a:cubicBezTo>
                <a:cubicBezTo>
                  <a:pt x="92279" y="59985"/>
                  <a:pt x="86716" y="65089"/>
                  <a:pt x="79132" y="69506"/>
                </a:cubicBezTo>
                <a:cubicBezTo>
                  <a:pt x="88883" y="74262"/>
                  <a:pt x="96321" y="80123"/>
                  <a:pt x="101447" y="87090"/>
                </a:cubicBezTo>
                <a:cubicBezTo>
                  <a:pt x="106572" y="94057"/>
                  <a:pt x="109135" y="102797"/>
                  <a:pt x="109135" y="113311"/>
                </a:cubicBezTo>
                <a:cubicBezTo>
                  <a:pt x="109135" y="131000"/>
                  <a:pt x="102738" y="146040"/>
                  <a:pt x="89946" y="158432"/>
                </a:cubicBezTo>
                <a:cubicBezTo>
                  <a:pt x="77153" y="170821"/>
                  <a:pt x="60005" y="177016"/>
                  <a:pt x="38503" y="177016"/>
                </a:cubicBezTo>
                <a:cubicBezTo>
                  <a:pt x="24169" y="177016"/>
                  <a:pt x="13710" y="174631"/>
                  <a:pt x="7126" y="169863"/>
                </a:cubicBezTo>
                <a:cubicBezTo>
                  <a:pt x="2375" y="166519"/>
                  <a:pt x="0" y="162211"/>
                  <a:pt x="0" y="156940"/>
                </a:cubicBezTo>
                <a:cubicBezTo>
                  <a:pt x="0" y="153093"/>
                  <a:pt x="1375" y="149810"/>
                  <a:pt x="4125" y="147091"/>
                </a:cubicBezTo>
                <a:cubicBezTo>
                  <a:pt x="6876" y="144372"/>
                  <a:pt x="10043" y="143013"/>
                  <a:pt x="13626" y="143013"/>
                </a:cubicBezTo>
                <a:cubicBezTo>
                  <a:pt x="16376" y="143013"/>
                  <a:pt x="18960" y="143599"/>
                  <a:pt x="21377" y="144771"/>
                </a:cubicBezTo>
                <a:cubicBezTo>
                  <a:pt x="22710" y="145443"/>
                  <a:pt x="27440" y="149110"/>
                  <a:pt x="35566" y="155772"/>
                </a:cubicBezTo>
                <a:cubicBezTo>
                  <a:pt x="43691" y="162434"/>
                  <a:pt x="51296" y="165765"/>
                  <a:pt x="58380" y="165765"/>
                </a:cubicBezTo>
                <a:cubicBezTo>
                  <a:pt x="64547" y="165765"/>
                  <a:pt x="69840" y="163323"/>
                  <a:pt x="74257" y="158440"/>
                </a:cubicBezTo>
                <a:cubicBezTo>
                  <a:pt x="78674" y="153557"/>
                  <a:pt x="80882" y="147358"/>
                  <a:pt x="80882" y="139845"/>
                </a:cubicBezTo>
                <a:cubicBezTo>
                  <a:pt x="80882" y="128409"/>
                  <a:pt x="76882" y="117870"/>
                  <a:pt x="68881" y="108228"/>
                </a:cubicBezTo>
                <a:cubicBezTo>
                  <a:pt x="60880" y="98587"/>
                  <a:pt x="49171" y="91930"/>
                  <a:pt x="33753" y="88258"/>
                </a:cubicBezTo>
                <a:close/>
                <a:moveTo>
                  <a:pt x="155889" y="134762"/>
                </a:moveTo>
                <a:cubicBezTo>
                  <a:pt x="161722" y="134762"/>
                  <a:pt x="166660" y="136810"/>
                  <a:pt x="170702" y="140907"/>
                </a:cubicBezTo>
                <a:cubicBezTo>
                  <a:pt x="174744" y="145001"/>
                  <a:pt x="176765" y="149933"/>
                  <a:pt x="176765" y="155701"/>
                </a:cubicBezTo>
                <a:cubicBezTo>
                  <a:pt x="176765" y="161470"/>
                  <a:pt x="174724" y="166382"/>
                  <a:pt x="170640" y="170437"/>
                </a:cubicBezTo>
                <a:cubicBezTo>
                  <a:pt x="166556" y="174490"/>
                  <a:pt x="161639" y="176516"/>
                  <a:pt x="155889" y="176516"/>
                </a:cubicBezTo>
                <a:cubicBezTo>
                  <a:pt x="150138" y="176516"/>
                  <a:pt x="145242" y="174490"/>
                  <a:pt x="141200" y="170437"/>
                </a:cubicBezTo>
                <a:cubicBezTo>
                  <a:pt x="137158" y="166382"/>
                  <a:pt x="135137" y="161470"/>
                  <a:pt x="135137" y="155701"/>
                </a:cubicBezTo>
                <a:cubicBezTo>
                  <a:pt x="135137" y="149933"/>
                  <a:pt x="137158" y="145001"/>
                  <a:pt x="141200" y="140907"/>
                </a:cubicBezTo>
                <a:cubicBezTo>
                  <a:pt x="145242" y="136810"/>
                  <a:pt x="150138" y="134762"/>
                  <a:pt x="155889" y="134762"/>
                </a:cubicBezTo>
                <a:close/>
                <a:moveTo>
                  <a:pt x="428462" y="0"/>
                </a:moveTo>
                <a:lnTo>
                  <a:pt x="428462" y="59755"/>
                </a:lnTo>
                <a:lnTo>
                  <a:pt x="423836" y="59755"/>
                </a:lnTo>
                <a:cubicBezTo>
                  <a:pt x="418252" y="43501"/>
                  <a:pt x="409877" y="31146"/>
                  <a:pt x="398709" y="22690"/>
                </a:cubicBezTo>
                <a:cubicBezTo>
                  <a:pt x="387541" y="14230"/>
                  <a:pt x="375332" y="10001"/>
                  <a:pt x="362081" y="10001"/>
                </a:cubicBezTo>
                <a:cubicBezTo>
                  <a:pt x="349413" y="10001"/>
                  <a:pt x="338870" y="13549"/>
                  <a:pt x="330453" y="20646"/>
                </a:cubicBezTo>
                <a:cubicBezTo>
                  <a:pt x="322036" y="27743"/>
                  <a:pt x="316077" y="37643"/>
                  <a:pt x="312576" y="50344"/>
                </a:cubicBezTo>
                <a:cubicBezTo>
                  <a:pt x="309076" y="63046"/>
                  <a:pt x="307326" y="76078"/>
                  <a:pt x="307326" y="89442"/>
                </a:cubicBezTo>
                <a:cubicBezTo>
                  <a:pt x="307326" y="105631"/>
                  <a:pt x="309243" y="119826"/>
                  <a:pt x="313076" y="132027"/>
                </a:cubicBezTo>
                <a:cubicBezTo>
                  <a:pt x="316910" y="144229"/>
                  <a:pt x="323098" y="153195"/>
                  <a:pt x="331641" y="158924"/>
                </a:cubicBezTo>
                <a:cubicBezTo>
                  <a:pt x="340183" y="164651"/>
                  <a:pt x="350330" y="167515"/>
                  <a:pt x="362081" y="167515"/>
                </a:cubicBezTo>
                <a:cubicBezTo>
                  <a:pt x="366164" y="167515"/>
                  <a:pt x="370352" y="167079"/>
                  <a:pt x="374644" y="166206"/>
                </a:cubicBezTo>
                <a:cubicBezTo>
                  <a:pt x="378936" y="165331"/>
                  <a:pt x="383333" y="164062"/>
                  <a:pt x="387833" y="162397"/>
                </a:cubicBezTo>
                <a:lnTo>
                  <a:pt x="387833" y="127261"/>
                </a:lnTo>
                <a:cubicBezTo>
                  <a:pt x="387833" y="120552"/>
                  <a:pt x="387375" y="116213"/>
                  <a:pt x="386458" y="114245"/>
                </a:cubicBezTo>
                <a:cubicBezTo>
                  <a:pt x="385541" y="112273"/>
                  <a:pt x="383645" y="110492"/>
                  <a:pt x="380770" y="108900"/>
                </a:cubicBezTo>
                <a:cubicBezTo>
                  <a:pt x="377895" y="107306"/>
                  <a:pt x="374415" y="106510"/>
                  <a:pt x="370331" y="106510"/>
                </a:cubicBezTo>
                <a:lnTo>
                  <a:pt x="365956" y="106510"/>
                </a:lnTo>
                <a:lnTo>
                  <a:pt x="365956" y="102009"/>
                </a:lnTo>
                <a:lnTo>
                  <a:pt x="448338" y="102009"/>
                </a:lnTo>
                <a:lnTo>
                  <a:pt x="448338" y="106510"/>
                </a:lnTo>
                <a:cubicBezTo>
                  <a:pt x="442088" y="106929"/>
                  <a:pt x="437733" y="107788"/>
                  <a:pt x="435275" y="109088"/>
                </a:cubicBezTo>
                <a:cubicBezTo>
                  <a:pt x="432816" y="110387"/>
                  <a:pt x="430920" y="112547"/>
                  <a:pt x="429587" y="115565"/>
                </a:cubicBezTo>
                <a:cubicBezTo>
                  <a:pt x="428837" y="117159"/>
                  <a:pt x="428462" y="121058"/>
                  <a:pt x="428462" y="127261"/>
                </a:cubicBezTo>
                <a:lnTo>
                  <a:pt x="428462" y="162397"/>
                </a:lnTo>
                <a:cubicBezTo>
                  <a:pt x="417627" y="167228"/>
                  <a:pt x="406356" y="170872"/>
                  <a:pt x="394646" y="173328"/>
                </a:cubicBezTo>
                <a:cubicBezTo>
                  <a:pt x="382937" y="175787"/>
                  <a:pt x="370790" y="177016"/>
                  <a:pt x="358205" y="177016"/>
                </a:cubicBezTo>
                <a:cubicBezTo>
                  <a:pt x="342121" y="177016"/>
                  <a:pt x="328765" y="174835"/>
                  <a:pt x="318139" y="170472"/>
                </a:cubicBezTo>
                <a:cubicBezTo>
                  <a:pt x="307513" y="166107"/>
                  <a:pt x="298138" y="160372"/>
                  <a:pt x="290012" y="153268"/>
                </a:cubicBezTo>
                <a:cubicBezTo>
                  <a:pt x="281886" y="146163"/>
                  <a:pt x="275531" y="138165"/>
                  <a:pt x="270948" y="129273"/>
                </a:cubicBezTo>
                <a:cubicBezTo>
                  <a:pt x="265114" y="117803"/>
                  <a:pt x="262197" y="104962"/>
                  <a:pt x="262197" y="90750"/>
                </a:cubicBezTo>
                <a:cubicBezTo>
                  <a:pt x="262197" y="65321"/>
                  <a:pt x="271156" y="43839"/>
                  <a:pt x="289074" y="26303"/>
                </a:cubicBezTo>
                <a:cubicBezTo>
                  <a:pt x="306993" y="8768"/>
                  <a:pt x="329536" y="0"/>
                  <a:pt x="356705" y="0"/>
                </a:cubicBezTo>
                <a:cubicBezTo>
                  <a:pt x="365123" y="0"/>
                  <a:pt x="372707" y="673"/>
                  <a:pt x="379457" y="2020"/>
                </a:cubicBezTo>
                <a:cubicBezTo>
                  <a:pt x="383124" y="2694"/>
                  <a:pt x="389062" y="4610"/>
                  <a:pt x="397271" y="7766"/>
                </a:cubicBezTo>
                <a:cubicBezTo>
                  <a:pt x="405480" y="10923"/>
                  <a:pt x="410335" y="12501"/>
                  <a:pt x="411835" y="12501"/>
                </a:cubicBezTo>
                <a:cubicBezTo>
                  <a:pt x="414169" y="12501"/>
                  <a:pt x="416336" y="11630"/>
                  <a:pt x="418336" y="9888"/>
                </a:cubicBezTo>
                <a:cubicBezTo>
                  <a:pt x="420336" y="8143"/>
                  <a:pt x="422169" y="4847"/>
                  <a:pt x="423836" y="0"/>
                </a:cubicBezTo>
                <a:lnTo>
                  <a:pt x="428462" y="0"/>
                </a:lnTo>
                <a:close/>
                <a:moveTo>
                  <a:pt x="555825" y="110510"/>
                </a:moveTo>
                <a:lnTo>
                  <a:pt x="491694" y="110510"/>
                </a:lnTo>
                <a:cubicBezTo>
                  <a:pt x="492444" y="126053"/>
                  <a:pt x="496570" y="138337"/>
                  <a:pt x="504070" y="147361"/>
                </a:cubicBezTo>
                <a:cubicBezTo>
                  <a:pt x="509821" y="154296"/>
                  <a:pt x="516738" y="157764"/>
                  <a:pt x="524822" y="157764"/>
                </a:cubicBezTo>
                <a:cubicBezTo>
                  <a:pt x="529823" y="157764"/>
                  <a:pt x="534365" y="156368"/>
                  <a:pt x="538448" y="153576"/>
                </a:cubicBezTo>
                <a:cubicBezTo>
                  <a:pt x="542532" y="150784"/>
                  <a:pt x="546907" y="145763"/>
                  <a:pt x="551575" y="138512"/>
                </a:cubicBezTo>
                <a:lnTo>
                  <a:pt x="555825" y="141263"/>
                </a:lnTo>
                <a:cubicBezTo>
                  <a:pt x="549491" y="154180"/>
                  <a:pt x="542490" y="163327"/>
                  <a:pt x="534823" y="168703"/>
                </a:cubicBezTo>
                <a:cubicBezTo>
                  <a:pt x="527156" y="174078"/>
                  <a:pt x="518280" y="176766"/>
                  <a:pt x="508196" y="176766"/>
                </a:cubicBezTo>
                <a:cubicBezTo>
                  <a:pt x="490861" y="176766"/>
                  <a:pt x="477735" y="170092"/>
                  <a:pt x="468817" y="156744"/>
                </a:cubicBezTo>
                <a:cubicBezTo>
                  <a:pt x="461650" y="145983"/>
                  <a:pt x="458066" y="132636"/>
                  <a:pt x="458066" y="116702"/>
                </a:cubicBezTo>
                <a:cubicBezTo>
                  <a:pt x="458066" y="97179"/>
                  <a:pt x="463337" y="81641"/>
                  <a:pt x="473880" y="70088"/>
                </a:cubicBezTo>
                <a:cubicBezTo>
                  <a:pt x="484423" y="58533"/>
                  <a:pt x="496778" y="52755"/>
                  <a:pt x="510946" y="52755"/>
                </a:cubicBezTo>
                <a:cubicBezTo>
                  <a:pt x="522780" y="52755"/>
                  <a:pt x="533052" y="57609"/>
                  <a:pt x="541761" y="67319"/>
                </a:cubicBezTo>
                <a:cubicBezTo>
                  <a:pt x="550470" y="77028"/>
                  <a:pt x="555158" y="91425"/>
                  <a:pt x="555825" y="110510"/>
                </a:cubicBezTo>
                <a:moveTo>
                  <a:pt x="525072" y="102259"/>
                </a:moveTo>
                <a:cubicBezTo>
                  <a:pt x="525072" y="88841"/>
                  <a:pt x="524343" y="79632"/>
                  <a:pt x="522884" y="74632"/>
                </a:cubicBezTo>
                <a:cubicBezTo>
                  <a:pt x="521426" y="69631"/>
                  <a:pt x="519155" y="65839"/>
                  <a:pt x="516071" y="63256"/>
                </a:cubicBezTo>
                <a:cubicBezTo>
                  <a:pt x="514321" y="61756"/>
                  <a:pt x="511988" y="61005"/>
                  <a:pt x="509071" y="61005"/>
                </a:cubicBezTo>
                <a:cubicBezTo>
                  <a:pt x="504737" y="61005"/>
                  <a:pt x="501195" y="63131"/>
                  <a:pt x="498445" y="67381"/>
                </a:cubicBezTo>
                <a:cubicBezTo>
                  <a:pt x="493528" y="74798"/>
                  <a:pt x="491069" y="84966"/>
                  <a:pt x="491069" y="97884"/>
                </a:cubicBezTo>
                <a:lnTo>
                  <a:pt x="491069" y="102259"/>
                </a:lnTo>
                <a:lnTo>
                  <a:pt x="525072" y="102259"/>
                </a:lnTo>
                <a:close/>
                <a:moveTo>
                  <a:pt x="615428" y="56255"/>
                </a:moveTo>
                <a:lnTo>
                  <a:pt x="615428" y="71506"/>
                </a:lnTo>
                <a:cubicBezTo>
                  <a:pt x="621429" y="64962"/>
                  <a:pt x="627179" y="60201"/>
                  <a:pt x="632680" y="57224"/>
                </a:cubicBezTo>
                <a:cubicBezTo>
                  <a:pt x="638180" y="54244"/>
                  <a:pt x="644097" y="52755"/>
                  <a:pt x="650431" y="52755"/>
                </a:cubicBezTo>
                <a:cubicBezTo>
                  <a:pt x="658015" y="52755"/>
                  <a:pt x="664308" y="54862"/>
                  <a:pt x="669308" y="59076"/>
                </a:cubicBezTo>
                <a:cubicBezTo>
                  <a:pt x="674308" y="63289"/>
                  <a:pt x="677642" y="68526"/>
                  <a:pt x="679309" y="74784"/>
                </a:cubicBezTo>
                <a:cubicBezTo>
                  <a:pt x="680642" y="79542"/>
                  <a:pt x="681309" y="88681"/>
                  <a:pt x="681309" y="102201"/>
                </a:cubicBezTo>
                <a:lnTo>
                  <a:pt x="681309" y="147763"/>
                </a:lnTo>
                <a:cubicBezTo>
                  <a:pt x="681309" y="156764"/>
                  <a:pt x="682122" y="162369"/>
                  <a:pt x="683747" y="164577"/>
                </a:cubicBezTo>
                <a:cubicBezTo>
                  <a:pt x="685372" y="166786"/>
                  <a:pt x="688768" y="168182"/>
                  <a:pt x="693935" y="168765"/>
                </a:cubicBezTo>
                <a:lnTo>
                  <a:pt x="693935" y="173265"/>
                </a:lnTo>
                <a:lnTo>
                  <a:pt x="634805" y="173265"/>
                </a:lnTo>
                <a:lnTo>
                  <a:pt x="634805" y="168765"/>
                </a:lnTo>
                <a:cubicBezTo>
                  <a:pt x="639222" y="168182"/>
                  <a:pt x="642389" y="166348"/>
                  <a:pt x="644306" y="163265"/>
                </a:cubicBezTo>
                <a:cubicBezTo>
                  <a:pt x="645639" y="161181"/>
                  <a:pt x="646306" y="156014"/>
                  <a:pt x="646306" y="147763"/>
                </a:cubicBezTo>
                <a:lnTo>
                  <a:pt x="646306" y="95759"/>
                </a:lnTo>
                <a:cubicBezTo>
                  <a:pt x="646306" y="86174"/>
                  <a:pt x="645931" y="80132"/>
                  <a:pt x="645181" y="77632"/>
                </a:cubicBezTo>
                <a:cubicBezTo>
                  <a:pt x="644431" y="75132"/>
                  <a:pt x="643160" y="73194"/>
                  <a:pt x="641368" y="71819"/>
                </a:cubicBezTo>
                <a:cubicBezTo>
                  <a:pt x="639576" y="70444"/>
                  <a:pt x="637597" y="69756"/>
                  <a:pt x="635430" y="69756"/>
                </a:cubicBezTo>
                <a:cubicBezTo>
                  <a:pt x="628263" y="69756"/>
                  <a:pt x="621595" y="74923"/>
                  <a:pt x="615428" y="85258"/>
                </a:cubicBezTo>
                <a:lnTo>
                  <a:pt x="615428" y="147763"/>
                </a:lnTo>
                <a:cubicBezTo>
                  <a:pt x="615428" y="156514"/>
                  <a:pt x="616241" y="162056"/>
                  <a:pt x="617866" y="164390"/>
                </a:cubicBezTo>
                <a:cubicBezTo>
                  <a:pt x="619491" y="166723"/>
                  <a:pt x="622512" y="168182"/>
                  <a:pt x="626929" y="168765"/>
                </a:cubicBezTo>
                <a:lnTo>
                  <a:pt x="626929" y="173265"/>
                </a:lnTo>
                <a:lnTo>
                  <a:pt x="567799" y="173265"/>
                </a:lnTo>
                <a:lnTo>
                  <a:pt x="567799" y="168765"/>
                </a:lnTo>
                <a:cubicBezTo>
                  <a:pt x="572716" y="168265"/>
                  <a:pt x="576216" y="166682"/>
                  <a:pt x="578300" y="164015"/>
                </a:cubicBezTo>
                <a:cubicBezTo>
                  <a:pt x="579717" y="162181"/>
                  <a:pt x="580425" y="156764"/>
                  <a:pt x="580425" y="147763"/>
                </a:cubicBezTo>
                <a:lnTo>
                  <a:pt x="580425" y="81757"/>
                </a:lnTo>
                <a:cubicBezTo>
                  <a:pt x="580425" y="72816"/>
                  <a:pt x="579612" y="67249"/>
                  <a:pt x="577987" y="65057"/>
                </a:cubicBezTo>
                <a:cubicBezTo>
                  <a:pt x="576362" y="62864"/>
                  <a:pt x="572966" y="61430"/>
                  <a:pt x="567799" y="60755"/>
                </a:cubicBezTo>
                <a:lnTo>
                  <a:pt x="567799" y="56255"/>
                </a:lnTo>
                <a:lnTo>
                  <a:pt x="615428" y="56255"/>
                </a:lnTo>
                <a:close/>
                <a:moveTo>
                  <a:pt x="803220" y="110510"/>
                </a:moveTo>
                <a:lnTo>
                  <a:pt x="739089" y="110510"/>
                </a:lnTo>
                <a:cubicBezTo>
                  <a:pt x="739839" y="126053"/>
                  <a:pt x="743964" y="138337"/>
                  <a:pt x="751465" y="147361"/>
                </a:cubicBezTo>
                <a:cubicBezTo>
                  <a:pt x="757215" y="154296"/>
                  <a:pt x="764133" y="157764"/>
                  <a:pt x="772217" y="157764"/>
                </a:cubicBezTo>
                <a:cubicBezTo>
                  <a:pt x="777217" y="157764"/>
                  <a:pt x="781759" y="156368"/>
                  <a:pt x="785843" y="153576"/>
                </a:cubicBezTo>
                <a:cubicBezTo>
                  <a:pt x="789927" y="150784"/>
                  <a:pt x="794302" y="145763"/>
                  <a:pt x="798969" y="138512"/>
                </a:cubicBezTo>
                <a:lnTo>
                  <a:pt x="803220" y="141263"/>
                </a:lnTo>
                <a:cubicBezTo>
                  <a:pt x="796886" y="154180"/>
                  <a:pt x="789885" y="163327"/>
                  <a:pt x="782218" y="168703"/>
                </a:cubicBezTo>
                <a:cubicBezTo>
                  <a:pt x="774550" y="174078"/>
                  <a:pt x="765675" y="176766"/>
                  <a:pt x="755590" y="176766"/>
                </a:cubicBezTo>
                <a:cubicBezTo>
                  <a:pt x="738255" y="176766"/>
                  <a:pt x="725129" y="170092"/>
                  <a:pt x="716212" y="156744"/>
                </a:cubicBezTo>
                <a:cubicBezTo>
                  <a:pt x="709044" y="145983"/>
                  <a:pt x="705461" y="132636"/>
                  <a:pt x="705461" y="116702"/>
                </a:cubicBezTo>
                <a:cubicBezTo>
                  <a:pt x="705461" y="97179"/>
                  <a:pt x="710732" y="81641"/>
                  <a:pt x="721275" y="70088"/>
                </a:cubicBezTo>
                <a:cubicBezTo>
                  <a:pt x="731817" y="58533"/>
                  <a:pt x="744173" y="52755"/>
                  <a:pt x="758341" y="52755"/>
                </a:cubicBezTo>
                <a:cubicBezTo>
                  <a:pt x="770175" y="52755"/>
                  <a:pt x="780447" y="57609"/>
                  <a:pt x="789156" y="67319"/>
                </a:cubicBezTo>
                <a:cubicBezTo>
                  <a:pt x="797865" y="77028"/>
                  <a:pt x="802553" y="91425"/>
                  <a:pt x="803220" y="110510"/>
                </a:cubicBezTo>
                <a:moveTo>
                  <a:pt x="772467" y="102259"/>
                </a:moveTo>
                <a:cubicBezTo>
                  <a:pt x="772467" y="88841"/>
                  <a:pt x="771738" y="79632"/>
                  <a:pt x="770279" y="74632"/>
                </a:cubicBezTo>
                <a:cubicBezTo>
                  <a:pt x="768821" y="69631"/>
                  <a:pt x="766550" y="65839"/>
                  <a:pt x="763466" y="63256"/>
                </a:cubicBezTo>
                <a:cubicBezTo>
                  <a:pt x="761716" y="61756"/>
                  <a:pt x="759382" y="61005"/>
                  <a:pt x="756465" y="61005"/>
                </a:cubicBezTo>
                <a:cubicBezTo>
                  <a:pt x="752132" y="61005"/>
                  <a:pt x="748590" y="63131"/>
                  <a:pt x="745839" y="67381"/>
                </a:cubicBezTo>
                <a:cubicBezTo>
                  <a:pt x="740922" y="74798"/>
                  <a:pt x="738464" y="84966"/>
                  <a:pt x="738464" y="97884"/>
                </a:cubicBezTo>
                <a:lnTo>
                  <a:pt x="738464" y="102259"/>
                </a:lnTo>
                <a:lnTo>
                  <a:pt x="772467" y="102259"/>
                </a:lnTo>
                <a:close/>
                <a:moveTo>
                  <a:pt x="863573" y="56255"/>
                </a:moveTo>
                <a:lnTo>
                  <a:pt x="863573" y="82757"/>
                </a:lnTo>
                <a:cubicBezTo>
                  <a:pt x="871324" y="70673"/>
                  <a:pt x="878116" y="62651"/>
                  <a:pt x="883950" y="58693"/>
                </a:cubicBezTo>
                <a:cubicBezTo>
                  <a:pt x="889784" y="54734"/>
                  <a:pt x="895409" y="52755"/>
                  <a:pt x="900826" y="52755"/>
                </a:cubicBezTo>
                <a:cubicBezTo>
                  <a:pt x="905493" y="52755"/>
                  <a:pt x="909223" y="54198"/>
                  <a:pt x="912015" y="57083"/>
                </a:cubicBezTo>
                <a:cubicBezTo>
                  <a:pt x="914807" y="59969"/>
                  <a:pt x="916203" y="64046"/>
                  <a:pt x="916203" y="69315"/>
                </a:cubicBezTo>
                <a:cubicBezTo>
                  <a:pt x="916203" y="74919"/>
                  <a:pt x="914848" y="79270"/>
                  <a:pt x="912140" y="82367"/>
                </a:cubicBezTo>
                <a:cubicBezTo>
                  <a:pt x="909431" y="85461"/>
                  <a:pt x="906160" y="87008"/>
                  <a:pt x="902326" y="87008"/>
                </a:cubicBezTo>
                <a:cubicBezTo>
                  <a:pt x="897909" y="87008"/>
                  <a:pt x="894076" y="85591"/>
                  <a:pt x="890825" y="82757"/>
                </a:cubicBezTo>
                <a:cubicBezTo>
                  <a:pt x="887575" y="79924"/>
                  <a:pt x="885658" y="78340"/>
                  <a:pt x="885075" y="78007"/>
                </a:cubicBezTo>
                <a:cubicBezTo>
                  <a:pt x="884241" y="77507"/>
                  <a:pt x="883283" y="77257"/>
                  <a:pt x="882200" y="77257"/>
                </a:cubicBezTo>
                <a:cubicBezTo>
                  <a:pt x="879783" y="77257"/>
                  <a:pt x="877491" y="78174"/>
                  <a:pt x="875324" y="80007"/>
                </a:cubicBezTo>
                <a:cubicBezTo>
                  <a:pt x="871907" y="82841"/>
                  <a:pt x="869323" y="86883"/>
                  <a:pt x="867573" y="92133"/>
                </a:cubicBezTo>
                <a:cubicBezTo>
                  <a:pt x="864906" y="100217"/>
                  <a:pt x="863573" y="109135"/>
                  <a:pt x="863573" y="118886"/>
                </a:cubicBezTo>
                <a:lnTo>
                  <a:pt x="863573" y="145763"/>
                </a:lnTo>
                <a:lnTo>
                  <a:pt x="863698" y="152764"/>
                </a:lnTo>
                <a:cubicBezTo>
                  <a:pt x="863698" y="157514"/>
                  <a:pt x="863990" y="160556"/>
                  <a:pt x="864573" y="161889"/>
                </a:cubicBezTo>
                <a:cubicBezTo>
                  <a:pt x="865573" y="164140"/>
                  <a:pt x="867052" y="165786"/>
                  <a:pt x="869011" y="166827"/>
                </a:cubicBezTo>
                <a:cubicBezTo>
                  <a:pt x="870969" y="167869"/>
                  <a:pt x="874282" y="168515"/>
                  <a:pt x="878949" y="168765"/>
                </a:cubicBezTo>
                <a:lnTo>
                  <a:pt x="878949" y="173265"/>
                </a:lnTo>
                <a:lnTo>
                  <a:pt x="815819" y="173265"/>
                </a:lnTo>
                <a:lnTo>
                  <a:pt x="815819" y="168765"/>
                </a:lnTo>
                <a:cubicBezTo>
                  <a:pt x="820902" y="168348"/>
                  <a:pt x="824340" y="166952"/>
                  <a:pt x="826132" y="164577"/>
                </a:cubicBezTo>
                <a:cubicBezTo>
                  <a:pt x="827924" y="162202"/>
                  <a:pt x="828820" y="155931"/>
                  <a:pt x="828820" y="145763"/>
                </a:cubicBezTo>
                <a:lnTo>
                  <a:pt x="828820" y="81007"/>
                </a:lnTo>
                <a:cubicBezTo>
                  <a:pt x="828820" y="74298"/>
                  <a:pt x="828486" y="70022"/>
                  <a:pt x="827820" y="68178"/>
                </a:cubicBezTo>
                <a:cubicBezTo>
                  <a:pt x="826986" y="65829"/>
                  <a:pt x="825778" y="64110"/>
                  <a:pt x="824194" y="63021"/>
                </a:cubicBezTo>
                <a:cubicBezTo>
                  <a:pt x="822611" y="61930"/>
                  <a:pt x="819819" y="61175"/>
                  <a:pt x="815819" y="60755"/>
                </a:cubicBezTo>
                <a:lnTo>
                  <a:pt x="815819" y="56255"/>
                </a:lnTo>
                <a:lnTo>
                  <a:pt x="863573" y="56255"/>
                </a:lnTo>
                <a:close/>
                <a:moveTo>
                  <a:pt x="981984" y="156014"/>
                </a:moveTo>
                <a:cubicBezTo>
                  <a:pt x="967732" y="168682"/>
                  <a:pt x="954940" y="175016"/>
                  <a:pt x="943605" y="175016"/>
                </a:cubicBezTo>
                <a:cubicBezTo>
                  <a:pt x="936938" y="175016"/>
                  <a:pt x="931396" y="172821"/>
                  <a:pt x="926979" y="168433"/>
                </a:cubicBezTo>
                <a:cubicBezTo>
                  <a:pt x="922562" y="164042"/>
                  <a:pt x="920353" y="158544"/>
                  <a:pt x="920353" y="151939"/>
                </a:cubicBezTo>
                <a:cubicBezTo>
                  <a:pt x="920353" y="142991"/>
                  <a:pt x="924187" y="134942"/>
                  <a:pt x="931854" y="127793"/>
                </a:cubicBezTo>
                <a:cubicBezTo>
                  <a:pt x="939522" y="120644"/>
                  <a:pt x="956231" y="111132"/>
                  <a:pt x="981984" y="99259"/>
                </a:cubicBezTo>
                <a:lnTo>
                  <a:pt x="981984" y="87508"/>
                </a:lnTo>
                <a:cubicBezTo>
                  <a:pt x="981984" y="78674"/>
                  <a:pt x="981504" y="73111"/>
                  <a:pt x="980546" y="70819"/>
                </a:cubicBezTo>
                <a:cubicBezTo>
                  <a:pt x="979588" y="68527"/>
                  <a:pt x="977775" y="66527"/>
                  <a:pt x="975108" y="64818"/>
                </a:cubicBezTo>
                <a:cubicBezTo>
                  <a:pt x="972441" y="63110"/>
                  <a:pt x="969441" y="62256"/>
                  <a:pt x="966107" y="62256"/>
                </a:cubicBezTo>
                <a:cubicBezTo>
                  <a:pt x="960690" y="62256"/>
                  <a:pt x="956231" y="63464"/>
                  <a:pt x="952731" y="65881"/>
                </a:cubicBezTo>
                <a:cubicBezTo>
                  <a:pt x="950564" y="67381"/>
                  <a:pt x="949481" y="69131"/>
                  <a:pt x="949481" y="71131"/>
                </a:cubicBezTo>
                <a:cubicBezTo>
                  <a:pt x="949481" y="72882"/>
                  <a:pt x="950648" y="75048"/>
                  <a:pt x="952981" y="77632"/>
                </a:cubicBezTo>
                <a:cubicBezTo>
                  <a:pt x="956148" y="81216"/>
                  <a:pt x="957732" y="84674"/>
                  <a:pt x="957732" y="88008"/>
                </a:cubicBezTo>
                <a:cubicBezTo>
                  <a:pt x="957732" y="92092"/>
                  <a:pt x="956211" y="95571"/>
                  <a:pt x="953169" y="98446"/>
                </a:cubicBezTo>
                <a:cubicBezTo>
                  <a:pt x="950127" y="101322"/>
                  <a:pt x="946147" y="102759"/>
                  <a:pt x="941230" y="102759"/>
                </a:cubicBezTo>
                <a:cubicBezTo>
                  <a:pt x="935980" y="102759"/>
                  <a:pt x="931583" y="101176"/>
                  <a:pt x="928041" y="98009"/>
                </a:cubicBezTo>
                <a:cubicBezTo>
                  <a:pt x="924499" y="94842"/>
                  <a:pt x="922728" y="91133"/>
                  <a:pt x="922728" y="86883"/>
                </a:cubicBezTo>
                <a:cubicBezTo>
                  <a:pt x="922728" y="80882"/>
                  <a:pt x="925104" y="75153"/>
                  <a:pt x="929854" y="69694"/>
                </a:cubicBezTo>
                <a:cubicBezTo>
                  <a:pt x="934604" y="64235"/>
                  <a:pt x="941230" y="60047"/>
                  <a:pt x="949731" y="57130"/>
                </a:cubicBezTo>
                <a:cubicBezTo>
                  <a:pt x="958232" y="54213"/>
                  <a:pt x="967066" y="52755"/>
                  <a:pt x="976233" y="52755"/>
                </a:cubicBezTo>
                <a:cubicBezTo>
                  <a:pt x="987318" y="52755"/>
                  <a:pt x="996089" y="55116"/>
                  <a:pt x="1002548" y="59837"/>
                </a:cubicBezTo>
                <a:cubicBezTo>
                  <a:pt x="1009007" y="64557"/>
                  <a:pt x="1013195" y="69673"/>
                  <a:pt x="1015112" y="75186"/>
                </a:cubicBezTo>
                <a:cubicBezTo>
                  <a:pt x="1016278" y="78695"/>
                  <a:pt x="1016862" y="86755"/>
                  <a:pt x="1016862" y="99368"/>
                </a:cubicBezTo>
                <a:lnTo>
                  <a:pt x="1016862" y="144853"/>
                </a:lnTo>
                <a:cubicBezTo>
                  <a:pt x="1016862" y="150200"/>
                  <a:pt x="1017070" y="153563"/>
                  <a:pt x="1017487" y="154944"/>
                </a:cubicBezTo>
                <a:cubicBezTo>
                  <a:pt x="1017904" y="156321"/>
                  <a:pt x="1018529" y="157345"/>
                  <a:pt x="1019362" y="158014"/>
                </a:cubicBezTo>
                <a:cubicBezTo>
                  <a:pt x="1020195" y="158681"/>
                  <a:pt x="1021154" y="159014"/>
                  <a:pt x="1022237" y="159014"/>
                </a:cubicBezTo>
                <a:cubicBezTo>
                  <a:pt x="1024404" y="159014"/>
                  <a:pt x="1026613" y="157472"/>
                  <a:pt x="1028863" y="154389"/>
                </a:cubicBezTo>
                <a:lnTo>
                  <a:pt x="1032613" y="157389"/>
                </a:lnTo>
                <a:cubicBezTo>
                  <a:pt x="1028446" y="163556"/>
                  <a:pt x="1024133" y="168036"/>
                  <a:pt x="1019675" y="170828"/>
                </a:cubicBezTo>
                <a:cubicBezTo>
                  <a:pt x="1015216" y="173620"/>
                  <a:pt x="1010153" y="175016"/>
                  <a:pt x="1004486" y="175016"/>
                </a:cubicBezTo>
                <a:cubicBezTo>
                  <a:pt x="997818" y="175016"/>
                  <a:pt x="992610" y="173443"/>
                  <a:pt x="988859" y="170296"/>
                </a:cubicBezTo>
                <a:cubicBezTo>
                  <a:pt x="985109" y="167150"/>
                  <a:pt x="982817" y="162389"/>
                  <a:pt x="981984" y="156014"/>
                </a:cubicBezTo>
                <a:moveTo>
                  <a:pt x="981984" y="146763"/>
                </a:moveTo>
                <a:lnTo>
                  <a:pt x="981984" y="107658"/>
                </a:lnTo>
                <a:cubicBezTo>
                  <a:pt x="971899" y="113604"/>
                  <a:pt x="964399" y="119969"/>
                  <a:pt x="959482" y="126753"/>
                </a:cubicBezTo>
                <a:cubicBezTo>
                  <a:pt x="956231" y="131275"/>
                  <a:pt x="954606" y="135839"/>
                  <a:pt x="954606" y="140446"/>
                </a:cubicBezTo>
                <a:cubicBezTo>
                  <a:pt x="954606" y="144298"/>
                  <a:pt x="955981" y="147690"/>
                  <a:pt x="958732" y="150623"/>
                </a:cubicBezTo>
                <a:cubicBezTo>
                  <a:pt x="960815" y="152883"/>
                  <a:pt x="963732" y="154014"/>
                  <a:pt x="967482" y="154014"/>
                </a:cubicBezTo>
                <a:cubicBezTo>
                  <a:pt x="971649" y="154014"/>
                  <a:pt x="976483" y="151597"/>
                  <a:pt x="981984" y="146763"/>
                </a:cubicBezTo>
                <a:close/>
                <a:moveTo>
                  <a:pt x="1083317" y="13251"/>
                </a:moveTo>
                <a:lnTo>
                  <a:pt x="1083317" y="56255"/>
                </a:lnTo>
                <a:lnTo>
                  <a:pt x="1111070" y="56255"/>
                </a:lnTo>
                <a:lnTo>
                  <a:pt x="1111070" y="68506"/>
                </a:lnTo>
                <a:lnTo>
                  <a:pt x="1083317" y="68506"/>
                </a:lnTo>
                <a:lnTo>
                  <a:pt x="1083317" y="140833"/>
                </a:lnTo>
                <a:cubicBezTo>
                  <a:pt x="1083317" y="147602"/>
                  <a:pt x="1083630" y="151968"/>
                  <a:pt x="1084255" y="153932"/>
                </a:cubicBezTo>
                <a:cubicBezTo>
                  <a:pt x="1084880" y="155895"/>
                  <a:pt x="1085984" y="157484"/>
                  <a:pt x="1087568" y="158698"/>
                </a:cubicBezTo>
                <a:cubicBezTo>
                  <a:pt x="1089151" y="159909"/>
                  <a:pt x="1090610" y="160514"/>
                  <a:pt x="1091943" y="160514"/>
                </a:cubicBezTo>
                <a:cubicBezTo>
                  <a:pt x="1097360" y="160514"/>
                  <a:pt x="1102486" y="156347"/>
                  <a:pt x="1107320" y="148013"/>
                </a:cubicBezTo>
                <a:lnTo>
                  <a:pt x="1111070" y="150791"/>
                </a:lnTo>
                <a:cubicBezTo>
                  <a:pt x="1104319" y="166941"/>
                  <a:pt x="1093360" y="175016"/>
                  <a:pt x="1078192" y="175016"/>
                </a:cubicBezTo>
                <a:cubicBezTo>
                  <a:pt x="1070775" y="175016"/>
                  <a:pt x="1064503" y="172946"/>
                  <a:pt x="1059378" y="168808"/>
                </a:cubicBezTo>
                <a:cubicBezTo>
                  <a:pt x="1054252" y="164667"/>
                  <a:pt x="1050981" y="160046"/>
                  <a:pt x="1049564" y="154944"/>
                </a:cubicBezTo>
                <a:cubicBezTo>
                  <a:pt x="1048731" y="152100"/>
                  <a:pt x="1048314" y="144405"/>
                  <a:pt x="1048314" y="131859"/>
                </a:cubicBezTo>
                <a:lnTo>
                  <a:pt x="1048314" y="68506"/>
                </a:lnTo>
                <a:lnTo>
                  <a:pt x="1033063" y="68506"/>
                </a:lnTo>
                <a:lnTo>
                  <a:pt x="1033063" y="64119"/>
                </a:lnTo>
                <a:cubicBezTo>
                  <a:pt x="1043564" y="56686"/>
                  <a:pt x="1052502" y="48877"/>
                  <a:pt x="1059878" y="40691"/>
                </a:cubicBezTo>
                <a:cubicBezTo>
                  <a:pt x="1067254" y="32506"/>
                  <a:pt x="1073692" y="23359"/>
                  <a:pt x="1079192" y="13251"/>
                </a:cubicBezTo>
                <a:lnTo>
                  <a:pt x="1083317" y="13251"/>
                </a:lnTo>
                <a:close/>
                <a:moveTo>
                  <a:pt x="1221305" y="110510"/>
                </a:moveTo>
                <a:lnTo>
                  <a:pt x="1157174" y="110510"/>
                </a:lnTo>
                <a:cubicBezTo>
                  <a:pt x="1157924" y="126053"/>
                  <a:pt x="1162050" y="138337"/>
                  <a:pt x="1169550" y="147361"/>
                </a:cubicBezTo>
                <a:cubicBezTo>
                  <a:pt x="1175301" y="154296"/>
                  <a:pt x="1182218" y="157764"/>
                  <a:pt x="1190302" y="157764"/>
                </a:cubicBezTo>
                <a:cubicBezTo>
                  <a:pt x="1195303" y="157764"/>
                  <a:pt x="1199845" y="156368"/>
                  <a:pt x="1203928" y="153576"/>
                </a:cubicBezTo>
                <a:cubicBezTo>
                  <a:pt x="1208012" y="150784"/>
                  <a:pt x="1212387" y="145763"/>
                  <a:pt x="1217055" y="138512"/>
                </a:cubicBezTo>
                <a:lnTo>
                  <a:pt x="1221305" y="141263"/>
                </a:lnTo>
                <a:cubicBezTo>
                  <a:pt x="1214971" y="154180"/>
                  <a:pt x="1207970" y="163327"/>
                  <a:pt x="1200303" y="168703"/>
                </a:cubicBezTo>
                <a:cubicBezTo>
                  <a:pt x="1192636" y="174078"/>
                  <a:pt x="1183760" y="176766"/>
                  <a:pt x="1173676" y="176766"/>
                </a:cubicBezTo>
                <a:cubicBezTo>
                  <a:pt x="1156341" y="176766"/>
                  <a:pt x="1143215" y="170092"/>
                  <a:pt x="1134297" y="156744"/>
                </a:cubicBezTo>
                <a:cubicBezTo>
                  <a:pt x="1127130" y="145983"/>
                  <a:pt x="1123546" y="132636"/>
                  <a:pt x="1123546" y="116702"/>
                </a:cubicBezTo>
                <a:cubicBezTo>
                  <a:pt x="1123546" y="97179"/>
                  <a:pt x="1128818" y="81641"/>
                  <a:pt x="1139360" y="70088"/>
                </a:cubicBezTo>
                <a:cubicBezTo>
                  <a:pt x="1149903" y="58533"/>
                  <a:pt x="1162258" y="52755"/>
                  <a:pt x="1176426" y="52755"/>
                </a:cubicBezTo>
                <a:cubicBezTo>
                  <a:pt x="1188260" y="52755"/>
                  <a:pt x="1198532" y="57609"/>
                  <a:pt x="1207241" y="67319"/>
                </a:cubicBezTo>
                <a:cubicBezTo>
                  <a:pt x="1215950" y="77028"/>
                  <a:pt x="1220638" y="91425"/>
                  <a:pt x="1221305" y="110510"/>
                </a:cubicBezTo>
                <a:moveTo>
                  <a:pt x="1190552" y="102259"/>
                </a:moveTo>
                <a:cubicBezTo>
                  <a:pt x="1190552" y="88841"/>
                  <a:pt x="1189823" y="79632"/>
                  <a:pt x="1188365" y="74632"/>
                </a:cubicBezTo>
                <a:cubicBezTo>
                  <a:pt x="1186906" y="69631"/>
                  <a:pt x="1184635" y="65839"/>
                  <a:pt x="1181551" y="63256"/>
                </a:cubicBezTo>
                <a:cubicBezTo>
                  <a:pt x="1179801" y="61756"/>
                  <a:pt x="1177468" y="61005"/>
                  <a:pt x="1174551" y="61005"/>
                </a:cubicBezTo>
                <a:cubicBezTo>
                  <a:pt x="1170217" y="61005"/>
                  <a:pt x="1166675" y="63131"/>
                  <a:pt x="1163925" y="67381"/>
                </a:cubicBezTo>
                <a:cubicBezTo>
                  <a:pt x="1159008" y="74798"/>
                  <a:pt x="1156549" y="84966"/>
                  <a:pt x="1156549" y="97884"/>
                </a:cubicBezTo>
                <a:lnTo>
                  <a:pt x="1156549" y="102259"/>
                </a:lnTo>
                <a:lnTo>
                  <a:pt x="1190552" y="102259"/>
                </a:lnTo>
                <a:close/>
                <a:moveTo>
                  <a:pt x="1363691" y="0"/>
                </a:moveTo>
                <a:cubicBezTo>
                  <a:pt x="1369108" y="0"/>
                  <a:pt x="1373692" y="1903"/>
                  <a:pt x="1377442" y="5708"/>
                </a:cubicBezTo>
                <a:cubicBezTo>
                  <a:pt x="1381193" y="9510"/>
                  <a:pt x="1383068" y="14087"/>
                  <a:pt x="1383068" y="19439"/>
                </a:cubicBezTo>
                <a:cubicBezTo>
                  <a:pt x="1383068" y="24791"/>
                  <a:pt x="1381172" y="29349"/>
                  <a:pt x="1377380" y="33112"/>
                </a:cubicBezTo>
                <a:cubicBezTo>
                  <a:pt x="1373588" y="36873"/>
                  <a:pt x="1369025" y="38753"/>
                  <a:pt x="1363691" y="38753"/>
                </a:cubicBezTo>
                <a:cubicBezTo>
                  <a:pt x="1358357" y="38753"/>
                  <a:pt x="1353815" y="36873"/>
                  <a:pt x="1350065" y="33112"/>
                </a:cubicBezTo>
                <a:cubicBezTo>
                  <a:pt x="1346315" y="29349"/>
                  <a:pt x="1344439" y="24791"/>
                  <a:pt x="1344439" y="19439"/>
                </a:cubicBezTo>
                <a:cubicBezTo>
                  <a:pt x="1344439" y="14087"/>
                  <a:pt x="1346315" y="9510"/>
                  <a:pt x="1350065" y="5708"/>
                </a:cubicBezTo>
                <a:cubicBezTo>
                  <a:pt x="1353815" y="1903"/>
                  <a:pt x="1358357" y="0"/>
                  <a:pt x="1363691" y="0"/>
                </a:cubicBezTo>
                <a:moveTo>
                  <a:pt x="1381193" y="56255"/>
                </a:moveTo>
                <a:lnTo>
                  <a:pt x="1381193" y="149013"/>
                </a:lnTo>
                <a:cubicBezTo>
                  <a:pt x="1381193" y="157264"/>
                  <a:pt x="1382151" y="162535"/>
                  <a:pt x="1384068" y="164827"/>
                </a:cubicBezTo>
                <a:cubicBezTo>
                  <a:pt x="1385985" y="167119"/>
                  <a:pt x="1389735" y="168432"/>
                  <a:pt x="1395319" y="168765"/>
                </a:cubicBezTo>
                <a:lnTo>
                  <a:pt x="1395319" y="173265"/>
                </a:lnTo>
                <a:lnTo>
                  <a:pt x="1332188" y="173265"/>
                </a:lnTo>
                <a:lnTo>
                  <a:pt x="1332188" y="168765"/>
                </a:lnTo>
                <a:cubicBezTo>
                  <a:pt x="1337355" y="168598"/>
                  <a:pt x="1341189" y="167098"/>
                  <a:pt x="1343689" y="164265"/>
                </a:cubicBezTo>
                <a:cubicBezTo>
                  <a:pt x="1345356" y="162348"/>
                  <a:pt x="1346190" y="157264"/>
                  <a:pt x="1346190" y="149013"/>
                </a:cubicBezTo>
                <a:lnTo>
                  <a:pt x="1346190" y="80757"/>
                </a:lnTo>
                <a:cubicBezTo>
                  <a:pt x="1346190" y="72402"/>
                  <a:pt x="1345231" y="67065"/>
                  <a:pt x="1343314" y="64744"/>
                </a:cubicBezTo>
                <a:cubicBezTo>
                  <a:pt x="1341397" y="62424"/>
                  <a:pt x="1337689" y="61094"/>
                  <a:pt x="1332188" y="60755"/>
                </a:cubicBezTo>
                <a:lnTo>
                  <a:pt x="1332188" y="56255"/>
                </a:lnTo>
                <a:lnTo>
                  <a:pt x="1381193" y="56255"/>
                </a:lnTo>
                <a:close/>
                <a:moveTo>
                  <a:pt x="1451676" y="56255"/>
                </a:moveTo>
                <a:lnTo>
                  <a:pt x="1451676" y="71506"/>
                </a:lnTo>
                <a:cubicBezTo>
                  <a:pt x="1457677" y="64962"/>
                  <a:pt x="1463427" y="60201"/>
                  <a:pt x="1468928" y="57224"/>
                </a:cubicBezTo>
                <a:cubicBezTo>
                  <a:pt x="1474428" y="54244"/>
                  <a:pt x="1480345" y="52755"/>
                  <a:pt x="1486679" y="52755"/>
                </a:cubicBezTo>
                <a:cubicBezTo>
                  <a:pt x="1494263" y="52755"/>
                  <a:pt x="1500556" y="54862"/>
                  <a:pt x="1505556" y="59076"/>
                </a:cubicBezTo>
                <a:cubicBezTo>
                  <a:pt x="1510556" y="63289"/>
                  <a:pt x="1513890" y="68526"/>
                  <a:pt x="1515557" y="74784"/>
                </a:cubicBezTo>
                <a:cubicBezTo>
                  <a:pt x="1516890" y="79542"/>
                  <a:pt x="1517557" y="88681"/>
                  <a:pt x="1517557" y="102201"/>
                </a:cubicBezTo>
                <a:lnTo>
                  <a:pt x="1517557" y="147763"/>
                </a:lnTo>
                <a:cubicBezTo>
                  <a:pt x="1517557" y="156764"/>
                  <a:pt x="1518370" y="162369"/>
                  <a:pt x="1519995" y="164577"/>
                </a:cubicBezTo>
                <a:cubicBezTo>
                  <a:pt x="1521620" y="166786"/>
                  <a:pt x="1525016" y="168182"/>
                  <a:pt x="1530183" y="168765"/>
                </a:cubicBezTo>
                <a:lnTo>
                  <a:pt x="1530183" y="173265"/>
                </a:lnTo>
                <a:lnTo>
                  <a:pt x="1471053" y="173265"/>
                </a:lnTo>
                <a:lnTo>
                  <a:pt x="1471053" y="168765"/>
                </a:lnTo>
                <a:cubicBezTo>
                  <a:pt x="1475470" y="168182"/>
                  <a:pt x="1478637" y="166348"/>
                  <a:pt x="1480554" y="163265"/>
                </a:cubicBezTo>
                <a:cubicBezTo>
                  <a:pt x="1481887" y="161181"/>
                  <a:pt x="1482554" y="156014"/>
                  <a:pt x="1482554" y="147763"/>
                </a:cubicBezTo>
                <a:lnTo>
                  <a:pt x="1482554" y="95759"/>
                </a:lnTo>
                <a:cubicBezTo>
                  <a:pt x="1482554" y="86174"/>
                  <a:pt x="1482179" y="80132"/>
                  <a:pt x="1481429" y="77632"/>
                </a:cubicBezTo>
                <a:cubicBezTo>
                  <a:pt x="1480679" y="75132"/>
                  <a:pt x="1479408" y="73194"/>
                  <a:pt x="1477616" y="71819"/>
                </a:cubicBezTo>
                <a:cubicBezTo>
                  <a:pt x="1475824" y="70444"/>
                  <a:pt x="1473845" y="69756"/>
                  <a:pt x="1471678" y="69756"/>
                </a:cubicBezTo>
                <a:cubicBezTo>
                  <a:pt x="1464511" y="69756"/>
                  <a:pt x="1457843" y="74923"/>
                  <a:pt x="1451676" y="85258"/>
                </a:cubicBezTo>
                <a:lnTo>
                  <a:pt x="1451676" y="147763"/>
                </a:lnTo>
                <a:cubicBezTo>
                  <a:pt x="1451676" y="156514"/>
                  <a:pt x="1452489" y="162056"/>
                  <a:pt x="1454114" y="164390"/>
                </a:cubicBezTo>
                <a:cubicBezTo>
                  <a:pt x="1455739" y="166723"/>
                  <a:pt x="1458760" y="168182"/>
                  <a:pt x="1463177" y="168765"/>
                </a:cubicBezTo>
                <a:lnTo>
                  <a:pt x="1463177" y="173265"/>
                </a:lnTo>
                <a:lnTo>
                  <a:pt x="1404047" y="173265"/>
                </a:lnTo>
                <a:lnTo>
                  <a:pt x="1404047" y="168765"/>
                </a:lnTo>
                <a:cubicBezTo>
                  <a:pt x="1408964" y="168265"/>
                  <a:pt x="1412464" y="166682"/>
                  <a:pt x="1414548" y="164015"/>
                </a:cubicBezTo>
                <a:cubicBezTo>
                  <a:pt x="1415965" y="162181"/>
                  <a:pt x="1416673" y="156764"/>
                  <a:pt x="1416673" y="147763"/>
                </a:cubicBezTo>
                <a:lnTo>
                  <a:pt x="1416673" y="81757"/>
                </a:lnTo>
                <a:cubicBezTo>
                  <a:pt x="1416673" y="72816"/>
                  <a:pt x="1415860" y="67249"/>
                  <a:pt x="1414235" y="65057"/>
                </a:cubicBezTo>
                <a:cubicBezTo>
                  <a:pt x="1412610" y="62864"/>
                  <a:pt x="1409214" y="61430"/>
                  <a:pt x="1404047" y="60755"/>
                </a:cubicBezTo>
                <a:lnTo>
                  <a:pt x="1404047" y="56255"/>
                </a:lnTo>
                <a:lnTo>
                  <a:pt x="1451676" y="56255"/>
                </a:lnTo>
                <a:close/>
                <a:moveTo>
                  <a:pt x="1568586" y="0"/>
                </a:moveTo>
                <a:cubicBezTo>
                  <a:pt x="1574004" y="0"/>
                  <a:pt x="1578587" y="1903"/>
                  <a:pt x="1582338" y="5708"/>
                </a:cubicBezTo>
                <a:cubicBezTo>
                  <a:pt x="1586088" y="9510"/>
                  <a:pt x="1587963" y="14087"/>
                  <a:pt x="1587963" y="19439"/>
                </a:cubicBezTo>
                <a:cubicBezTo>
                  <a:pt x="1587963" y="24791"/>
                  <a:pt x="1586067" y="29349"/>
                  <a:pt x="1582275" y="33112"/>
                </a:cubicBezTo>
                <a:cubicBezTo>
                  <a:pt x="1578483" y="36873"/>
                  <a:pt x="1573920" y="38753"/>
                  <a:pt x="1568586" y="38753"/>
                </a:cubicBezTo>
                <a:cubicBezTo>
                  <a:pt x="1563253" y="38753"/>
                  <a:pt x="1558711" y="36873"/>
                  <a:pt x="1554960" y="33112"/>
                </a:cubicBezTo>
                <a:cubicBezTo>
                  <a:pt x="1551210" y="29349"/>
                  <a:pt x="1549335" y="24791"/>
                  <a:pt x="1549335" y="19439"/>
                </a:cubicBezTo>
                <a:cubicBezTo>
                  <a:pt x="1549335" y="14087"/>
                  <a:pt x="1551210" y="9510"/>
                  <a:pt x="1554960" y="5708"/>
                </a:cubicBezTo>
                <a:cubicBezTo>
                  <a:pt x="1558711" y="1903"/>
                  <a:pt x="1563253" y="0"/>
                  <a:pt x="1568586" y="0"/>
                </a:cubicBezTo>
                <a:moveTo>
                  <a:pt x="1586088" y="56255"/>
                </a:moveTo>
                <a:lnTo>
                  <a:pt x="1586088" y="149013"/>
                </a:lnTo>
                <a:cubicBezTo>
                  <a:pt x="1586088" y="157264"/>
                  <a:pt x="1587046" y="162535"/>
                  <a:pt x="1588963" y="164827"/>
                </a:cubicBezTo>
                <a:cubicBezTo>
                  <a:pt x="1590880" y="167119"/>
                  <a:pt x="1594630" y="168432"/>
                  <a:pt x="1600214" y="168765"/>
                </a:cubicBezTo>
                <a:lnTo>
                  <a:pt x="1600214" y="173265"/>
                </a:lnTo>
                <a:lnTo>
                  <a:pt x="1537084" y="173265"/>
                </a:lnTo>
                <a:lnTo>
                  <a:pt x="1537084" y="168765"/>
                </a:lnTo>
                <a:cubicBezTo>
                  <a:pt x="1542251" y="168598"/>
                  <a:pt x="1546084" y="167098"/>
                  <a:pt x="1548585" y="164265"/>
                </a:cubicBezTo>
                <a:cubicBezTo>
                  <a:pt x="1550251" y="162348"/>
                  <a:pt x="1551085" y="157264"/>
                  <a:pt x="1551085" y="149013"/>
                </a:cubicBezTo>
                <a:lnTo>
                  <a:pt x="1551085" y="80757"/>
                </a:lnTo>
                <a:cubicBezTo>
                  <a:pt x="1551085" y="72402"/>
                  <a:pt x="1550126" y="67065"/>
                  <a:pt x="1548210" y="64744"/>
                </a:cubicBezTo>
                <a:cubicBezTo>
                  <a:pt x="1546293" y="62424"/>
                  <a:pt x="1542584" y="61094"/>
                  <a:pt x="1537084" y="60755"/>
                </a:cubicBezTo>
                <a:lnTo>
                  <a:pt x="1537084" y="56255"/>
                </a:lnTo>
                <a:lnTo>
                  <a:pt x="1586088" y="56255"/>
                </a:lnTo>
                <a:close/>
                <a:moveTo>
                  <a:pt x="1655196" y="13251"/>
                </a:moveTo>
                <a:lnTo>
                  <a:pt x="1655196" y="56255"/>
                </a:lnTo>
                <a:lnTo>
                  <a:pt x="1682948" y="56255"/>
                </a:lnTo>
                <a:lnTo>
                  <a:pt x="1682948" y="68506"/>
                </a:lnTo>
                <a:lnTo>
                  <a:pt x="1655196" y="68506"/>
                </a:lnTo>
                <a:lnTo>
                  <a:pt x="1655196" y="140833"/>
                </a:lnTo>
                <a:cubicBezTo>
                  <a:pt x="1655196" y="147602"/>
                  <a:pt x="1655508" y="151968"/>
                  <a:pt x="1656133" y="153932"/>
                </a:cubicBezTo>
                <a:cubicBezTo>
                  <a:pt x="1656758" y="155895"/>
                  <a:pt x="1657863" y="157484"/>
                  <a:pt x="1659446" y="158698"/>
                </a:cubicBezTo>
                <a:cubicBezTo>
                  <a:pt x="1661030" y="159909"/>
                  <a:pt x="1662488" y="160514"/>
                  <a:pt x="1663822" y="160514"/>
                </a:cubicBezTo>
                <a:cubicBezTo>
                  <a:pt x="1669239" y="160514"/>
                  <a:pt x="1674364" y="156347"/>
                  <a:pt x="1679198" y="148013"/>
                </a:cubicBezTo>
                <a:lnTo>
                  <a:pt x="1682948" y="150791"/>
                </a:lnTo>
                <a:cubicBezTo>
                  <a:pt x="1676198" y="166941"/>
                  <a:pt x="1665238" y="175016"/>
                  <a:pt x="1650070" y="175016"/>
                </a:cubicBezTo>
                <a:cubicBezTo>
                  <a:pt x="1642653" y="175016"/>
                  <a:pt x="1636382" y="172946"/>
                  <a:pt x="1631256" y="168808"/>
                </a:cubicBezTo>
                <a:cubicBezTo>
                  <a:pt x="1626131" y="164667"/>
                  <a:pt x="1622860" y="160046"/>
                  <a:pt x="1621443" y="154944"/>
                </a:cubicBezTo>
                <a:cubicBezTo>
                  <a:pt x="1620609" y="152100"/>
                  <a:pt x="1620193" y="144405"/>
                  <a:pt x="1620193" y="131859"/>
                </a:cubicBezTo>
                <a:lnTo>
                  <a:pt x="1620193" y="68506"/>
                </a:lnTo>
                <a:lnTo>
                  <a:pt x="1604941" y="68506"/>
                </a:lnTo>
                <a:lnTo>
                  <a:pt x="1604941" y="64119"/>
                </a:lnTo>
                <a:cubicBezTo>
                  <a:pt x="1615442" y="56686"/>
                  <a:pt x="1624381" y="48877"/>
                  <a:pt x="1631756" y="40691"/>
                </a:cubicBezTo>
                <a:cubicBezTo>
                  <a:pt x="1639132" y="32506"/>
                  <a:pt x="1645570" y="23359"/>
                  <a:pt x="1651070" y="13251"/>
                </a:cubicBezTo>
                <a:lnTo>
                  <a:pt x="1655196" y="13251"/>
                </a:lnTo>
                <a:close/>
                <a:moveTo>
                  <a:pt x="1722277" y="0"/>
                </a:moveTo>
                <a:cubicBezTo>
                  <a:pt x="1727694" y="0"/>
                  <a:pt x="1732277" y="1903"/>
                  <a:pt x="1736028" y="5708"/>
                </a:cubicBezTo>
                <a:cubicBezTo>
                  <a:pt x="1739778" y="9510"/>
                  <a:pt x="1741653" y="14087"/>
                  <a:pt x="1741653" y="19439"/>
                </a:cubicBezTo>
                <a:cubicBezTo>
                  <a:pt x="1741653" y="24791"/>
                  <a:pt x="1739757" y="29349"/>
                  <a:pt x="1735965" y="33112"/>
                </a:cubicBezTo>
                <a:cubicBezTo>
                  <a:pt x="1732173" y="36873"/>
                  <a:pt x="1727610" y="38753"/>
                  <a:pt x="1722277" y="38753"/>
                </a:cubicBezTo>
                <a:cubicBezTo>
                  <a:pt x="1716943" y="38753"/>
                  <a:pt x="1712401" y="36873"/>
                  <a:pt x="1708650" y="33112"/>
                </a:cubicBezTo>
                <a:cubicBezTo>
                  <a:pt x="1704900" y="29349"/>
                  <a:pt x="1703025" y="24791"/>
                  <a:pt x="1703025" y="19439"/>
                </a:cubicBezTo>
                <a:cubicBezTo>
                  <a:pt x="1703025" y="14087"/>
                  <a:pt x="1704900" y="9510"/>
                  <a:pt x="1708650" y="5708"/>
                </a:cubicBezTo>
                <a:cubicBezTo>
                  <a:pt x="1712401" y="1903"/>
                  <a:pt x="1716943" y="0"/>
                  <a:pt x="1722277" y="0"/>
                </a:cubicBezTo>
                <a:moveTo>
                  <a:pt x="1739778" y="56255"/>
                </a:moveTo>
                <a:lnTo>
                  <a:pt x="1739778" y="149013"/>
                </a:lnTo>
                <a:cubicBezTo>
                  <a:pt x="1739778" y="157264"/>
                  <a:pt x="1740737" y="162535"/>
                  <a:pt x="1742653" y="164827"/>
                </a:cubicBezTo>
                <a:cubicBezTo>
                  <a:pt x="1744570" y="167119"/>
                  <a:pt x="1748321" y="168432"/>
                  <a:pt x="1753904" y="168765"/>
                </a:cubicBezTo>
                <a:lnTo>
                  <a:pt x="1753904" y="173265"/>
                </a:lnTo>
                <a:lnTo>
                  <a:pt x="1690774" y="173265"/>
                </a:lnTo>
                <a:lnTo>
                  <a:pt x="1690774" y="168765"/>
                </a:lnTo>
                <a:cubicBezTo>
                  <a:pt x="1695941" y="168598"/>
                  <a:pt x="1699775" y="167098"/>
                  <a:pt x="1702275" y="164265"/>
                </a:cubicBezTo>
                <a:cubicBezTo>
                  <a:pt x="1703942" y="162348"/>
                  <a:pt x="1704775" y="157264"/>
                  <a:pt x="1704775" y="149013"/>
                </a:cubicBezTo>
                <a:lnTo>
                  <a:pt x="1704775" y="80757"/>
                </a:lnTo>
                <a:cubicBezTo>
                  <a:pt x="1704775" y="72402"/>
                  <a:pt x="1703817" y="67065"/>
                  <a:pt x="1701900" y="64744"/>
                </a:cubicBezTo>
                <a:cubicBezTo>
                  <a:pt x="1699983" y="62424"/>
                  <a:pt x="1696274" y="61094"/>
                  <a:pt x="1690774" y="60755"/>
                </a:cubicBezTo>
                <a:lnTo>
                  <a:pt x="1690774" y="56255"/>
                </a:lnTo>
                <a:lnTo>
                  <a:pt x="1739778" y="56255"/>
                </a:lnTo>
                <a:close/>
                <a:moveTo>
                  <a:pt x="1827013" y="156014"/>
                </a:moveTo>
                <a:cubicBezTo>
                  <a:pt x="1812762" y="168682"/>
                  <a:pt x="1799969" y="175016"/>
                  <a:pt x="1788635" y="175016"/>
                </a:cubicBezTo>
                <a:cubicBezTo>
                  <a:pt x="1781967" y="175016"/>
                  <a:pt x="1776425" y="172821"/>
                  <a:pt x="1772008" y="168433"/>
                </a:cubicBezTo>
                <a:cubicBezTo>
                  <a:pt x="1767591" y="164042"/>
                  <a:pt x="1765383" y="158544"/>
                  <a:pt x="1765383" y="151939"/>
                </a:cubicBezTo>
                <a:cubicBezTo>
                  <a:pt x="1765383" y="142991"/>
                  <a:pt x="1769216" y="134942"/>
                  <a:pt x="1776884" y="127793"/>
                </a:cubicBezTo>
                <a:cubicBezTo>
                  <a:pt x="1784551" y="120644"/>
                  <a:pt x="1801261" y="111132"/>
                  <a:pt x="1827013" y="99259"/>
                </a:cubicBezTo>
                <a:lnTo>
                  <a:pt x="1827013" y="87508"/>
                </a:lnTo>
                <a:cubicBezTo>
                  <a:pt x="1827013" y="78674"/>
                  <a:pt x="1826534" y="73111"/>
                  <a:pt x="1825575" y="70819"/>
                </a:cubicBezTo>
                <a:cubicBezTo>
                  <a:pt x="1824617" y="68527"/>
                  <a:pt x="1822804" y="66527"/>
                  <a:pt x="1820137" y="64818"/>
                </a:cubicBezTo>
                <a:cubicBezTo>
                  <a:pt x="1817471" y="63110"/>
                  <a:pt x="1814470" y="62256"/>
                  <a:pt x="1811137" y="62256"/>
                </a:cubicBezTo>
                <a:cubicBezTo>
                  <a:pt x="1805719" y="62256"/>
                  <a:pt x="1801261" y="63464"/>
                  <a:pt x="1797760" y="65881"/>
                </a:cubicBezTo>
                <a:cubicBezTo>
                  <a:pt x="1795594" y="67381"/>
                  <a:pt x="1794510" y="69131"/>
                  <a:pt x="1794510" y="71131"/>
                </a:cubicBezTo>
                <a:cubicBezTo>
                  <a:pt x="1794510" y="72882"/>
                  <a:pt x="1795677" y="75048"/>
                  <a:pt x="1798010" y="77632"/>
                </a:cubicBezTo>
                <a:cubicBezTo>
                  <a:pt x="1801177" y="81216"/>
                  <a:pt x="1802761" y="84674"/>
                  <a:pt x="1802761" y="88008"/>
                </a:cubicBezTo>
                <a:cubicBezTo>
                  <a:pt x="1802761" y="92092"/>
                  <a:pt x="1801240" y="95571"/>
                  <a:pt x="1798198" y="98446"/>
                </a:cubicBezTo>
                <a:cubicBezTo>
                  <a:pt x="1795156" y="101322"/>
                  <a:pt x="1791176" y="102759"/>
                  <a:pt x="1786259" y="102759"/>
                </a:cubicBezTo>
                <a:cubicBezTo>
                  <a:pt x="1781009" y="102759"/>
                  <a:pt x="1776613" y="101176"/>
                  <a:pt x="1773071" y="98009"/>
                </a:cubicBezTo>
                <a:cubicBezTo>
                  <a:pt x="1769529" y="94842"/>
                  <a:pt x="1767758" y="91133"/>
                  <a:pt x="1767758" y="86883"/>
                </a:cubicBezTo>
                <a:cubicBezTo>
                  <a:pt x="1767758" y="80882"/>
                  <a:pt x="1770133" y="75153"/>
                  <a:pt x="1774883" y="69694"/>
                </a:cubicBezTo>
                <a:cubicBezTo>
                  <a:pt x="1779634" y="64235"/>
                  <a:pt x="1786259" y="60047"/>
                  <a:pt x="1794760" y="57130"/>
                </a:cubicBezTo>
                <a:cubicBezTo>
                  <a:pt x="1803261" y="54213"/>
                  <a:pt x="1812095" y="52755"/>
                  <a:pt x="1821263" y="52755"/>
                </a:cubicBezTo>
                <a:cubicBezTo>
                  <a:pt x="1832347" y="52755"/>
                  <a:pt x="1841118" y="55116"/>
                  <a:pt x="1847577" y="59837"/>
                </a:cubicBezTo>
                <a:cubicBezTo>
                  <a:pt x="1854036" y="64557"/>
                  <a:pt x="1858224" y="69673"/>
                  <a:pt x="1860141" y="75186"/>
                </a:cubicBezTo>
                <a:cubicBezTo>
                  <a:pt x="1861308" y="78695"/>
                  <a:pt x="1861891" y="86755"/>
                  <a:pt x="1861891" y="99368"/>
                </a:cubicBezTo>
                <a:lnTo>
                  <a:pt x="1861891" y="144853"/>
                </a:lnTo>
                <a:cubicBezTo>
                  <a:pt x="1861891" y="150200"/>
                  <a:pt x="1862099" y="153563"/>
                  <a:pt x="1862516" y="154944"/>
                </a:cubicBezTo>
                <a:cubicBezTo>
                  <a:pt x="1862933" y="156321"/>
                  <a:pt x="1863558" y="157345"/>
                  <a:pt x="1864391" y="158014"/>
                </a:cubicBezTo>
                <a:cubicBezTo>
                  <a:pt x="1865225" y="158681"/>
                  <a:pt x="1866183" y="159014"/>
                  <a:pt x="1867267" y="159014"/>
                </a:cubicBezTo>
                <a:cubicBezTo>
                  <a:pt x="1869433" y="159014"/>
                  <a:pt x="1871642" y="157472"/>
                  <a:pt x="1873892" y="154389"/>
                </a:cubicBezTo>
                <a:lnTo>
                  <a:pt x="1877643" y="157389"/>
                </a:lnTo>
                <a:cubicBezTo>
                  <a:pt x="1873476" y="163556"/>
                  <a:pt x="1869163" y="168036"/>
                  <a:pt x="1864704" y="170828"/>
                </a:cubicBezTo>
                <a:cubicBezTo>
                  <a:pt x="1860245" y="173620"/>
                  <a:pt x="1855182" y="175016"/>
                  <a:pt x="1849515" y="175016"/>
                </a:cubicBezTo>
                <a:cubicBezTo>
                  <a:pt x="1842848" y="175016"/>
                  <a:pt x="1837639" y="173443"/>
                  <a:pt x="1833889" y="170296"/>
                </a:cubicBezTo>
                <a:cubicBezTo>
                  <a:pt x="1830138" y="167150"/>
                  <a:pt x="1827846" y="162389"/>
                  <a:pt x="1827013" y="156014"/>
                </a:cubicBezTo>
                <a:moveTo>
                  <a:pt x="1827013" y="146763"/>
                </a:moveTo>
                <a:lnTo>
                  <a:pt x="1827013" y="107658"/>
                </a:lnTo>
                <a:cubicBezTo>
                  <a:pt x="1816929" y="113604"/>
                  <a:pt x="1809428" y="119969"/>
                  <a:pt x="1804511" y="126753"/>
                </a:cubicBezTo>
                <a:cubicBezTo>
                  <a:pt x="1801261" y="131275"/>
                  <a:pt x="1799636" y="135839"/>
                  <a:pt x="1799636" y="140446"/>
                </a:cubicBezTo>
                <a:cubicBezTo>
                  <a:pt x="1799636" y="144298"/>
                  <a:pt x="1801011" y="147690"/>
                  <a:pt x="1803761" y="150623"/>
                </a:cubicBezTo>
                <a:cubicBezTo>
                  <a:pt x="1805844" y="152883"/>
                  <a:pt x="1808761" y="154014"/>
                  <a:pt x="1812512" y="154014"/>
                </a:cubicBezTo>
                <a:cubicBezTo>
                  <a:pt x="1816679" y="154014"/>
                  <a:pt x="1821513" y="151597"/>
                  <a:pt x="1827013" y="146763"/>
                </a:cubicBezTo>
                <a:close/>
                <a:moveTo>
                  <a:pt x="1927721" y="3750"/>
                </a:moveTo>
                <a:lnTo>
                  <a:pt x="1927721" y="149013"/>
                </a:lnTo>
                <a:cubicBezTo>
                  <a:pt x="1927721" y="157264"/>
                  <a:pt x="1928679" y="162535"/>
                  <a:pt x="1930596" y="164827"/>
                </a:cubicBezTo>
                <a:cubicBezTo>
                  <a:pt x="1932513" y="167119"/>
                  <a:pt x="1936263" y="168432"/>
                  <a:pt x="1941847" y="168765"/>
                </a:cubicBezTo>
                <a:lnTo>
                  <a:pt x="1941847" y="173265"/>
                </a:lnTo>
                <a:lnTo>
                  <a:pt x="1878716" y="173265"/>
                </a:lnTo>
                <a:lnTo>
                  <a:pt x="1878716" y="168765"/>
                </a:lnTo>
                <a:cubicBezTo>
                  <a:pt x="1883884" y="168598"/>
                  <a:pt x="1887717" y="167098"/>
                  <a:pt x="1890218" y="164265"/>
                </a:cubicBezTo>
                <a:cubicBezTo>
                  <a:pt x="1891884" y="162348"/>
                  <a:pt x="1892718" y="157264"/>
                  <a:pt x="1892718" y="149013"/>
                </a:cubicBezTo>
                <a:lnTo>
                  <a:pt x="1892718" y="28002"/>
                </a:lnTo>
                <a:cubicBezTo>
                  <a:pt x="1892718" y="19783"/>
                  <a:pt x="1891759" y="14521"/>
                  <a:pt x="1889842" y="12216"/>
                </a:cubicBezTo>
                <a:cubicBezTo>
                  <a:pt x="1887926" y="9908"/>
                  <a:pt x="1884217" y="8587"/>
                  <a:pt x="1878716" y="8251"/>
                </a:cubicBezTo>
                <a:lnTo>
                  <a:pt x="1878716" y="3750"/>
                </a:lnTo>
                <a:lnTo>
                  <a:pt x="1927721" y="3750"/>
                </a:lnTo>
                <a:close/>
                <a:moveTo>
                  <a:pt x="2131042" y="143040"/>
                </a:moveTo>
                <a:lnTo>
                  <a:pt x="2134917" y="146036"/>
                </a:lnTo>
                <a:cubicBezTo>
                  <a:pt x="2129417" y="156405"/>
                  <a:pt x="2122562" y="164119"/>
                  <a:pt x="2114353" y="169179"/>
                </a:cubicBezTo>
                <a:cubicBezTo>
                  <a:pt x="2106144" y="174237"/>
                  <a:pt x="2097414" y="176766"/>
                  <a:pt x="2088163" y="176766"/>
                </a:cubicBezTo>
                <a:cubicBezTo>
                  <a:pt x="2072579" y="176766"/>
                  <a:pt x="2060119" y="170885"/>
                  <a:pt x="2050785" y="159124"/>
                </a:cubicBezTo>
                <a:cubicBezTo>
                  <a:pt x="2041451" y="147360"/>
                  <a:pt x="2036784" y="133219"/>
                  <a:pt x="2036784" y="116702"/>
                </a:cubicBezTo>
                <a:cubicBezTo>
                  <a:pt x="2036784" y="100766"/>
                  <a:pt x="2041034" y="86750"/>
                  <a:pt x="2049535" y="74655"/>
                </a:cubicBezTo>
                <a:cubicBezTo>
                  <a:pt x="2059786" y="60055"/>
                  <a:pt x="2073912" y="52755"/>
                  <a:pt x="2091914" y="52755"/>
                </a:cubicBezTo>
                <a:cubicBezTo>
                  <a:pt x="2103998" y="52755"/>
                  <a:pt x="2113603" y="55806"/>
                  <a:pt x="2120729" y="61908"/>
                </a:cubicBezTo>
                <a:cubicBezTo>
                  <a:pt x="2127854" y="68007"/>
                  <a:pt x="2131417" y="74818"/>
                  <a:pt x="2131417" y="82339"/>
                </a:cubicBezTo>
                <a:cubicBezTo>
                  <a:pt x="2131417" y="87103"/>
                  <a:pt x="2129979" y="90905"/>
                  <a:pt x="2127104" y="93747"/>
                </a:cubicBezTo>
                <a:cubicBezTo>
                  <a:pt x="2124229" y="96588"/>
                  <a:pt x="2120458" y="98009"/>
                  <a:pt x="2115791" y="98009"/>
                </a:cubicBezTo>
                <a:cubicBezTo>
                  <a:pt x="2110874" y="98009"/>
                  <a:pt x="2106811" y="96378"/>
                  <a:pt x="2103602" y="93118"/>
                </a:cubicBezTo>
                <a:cubicBezTo>
                  <a:pt x="2100393" y="89854"/>
                  <a:pt x="2098414" y="84041"/>
                  <a:pt x="2097664" y="75679"/>
                </a:cubicBezTo>
                <a:cubicBezTo>
                  <a:pt x="2097164" y="70410"/>
                  <a:pt x="2095956" y="66730"/>
                  <a:pt x="2094039" y="64639"/>
                </a:cubicBezTo>
                <a:cubicBezTo>
                  <a:pt x="2092122" y="62550"/>
                  <a:pt x="2089872" y="61505"/>
                  <a:pt x="2087288" y="61505"/>
                </a:cubicBezTo>
                <a:cubicBezTo>
                  <a:pt x="2083288" y="61505"/>
                  <a:pt x="2079871" y="63631"/>
                  <a:pt x="2077037" y="67881"/>
                </a:cubicBezTo>
                <a:cubicBezTo>
                  <a:pt x="2072704" y="74298"/>
                  <a:pt x="2070537" y="84133"/>
                  <a:pt x="2070537" y="97384"/>
                </a:cubicBezTo>
                <a:cubicBezTo>
                  <a:pt x="2070537" y="108385"/>
                  <a:pt x="2072287" y="118906"/>
                  <a:pt x="2075787" y="128949"/>
                </a:cubicBezTo>
                <a:cubicBezTo>
                  <a:pt x="2079287" y="138992"/>
                  <a:pt x="2084080" y="146471"/>
                  <a:pt x="2090163" y="151389"/>
                </a:cubicBezTo>
                <a:cubicBezTo>
                  <a:pt x="2094747" y="154972"/>
                  <a:pt x="2100164" y="156764"/>
                  <a:pt x="2106415" y="156764"/>
                </a:cubicBezTo>
                <a:cubicBezTo>
                  <a:pt x="2110499" y="156764"/>
                  <a:pt x="2114374" y="155808"/>
                  <a:pt x="2118041" y="153897"/>
                </a:cubicBezTo>
                <a:cubicBezTo>
                  <a:pt x="2121708" y="151982"/>
                  <a:pt x="2126042" y="148364"/>
                  <a:pt x="2131042" y="143040"/>
                </a:cubicBezTo>
                <a:close/>
                <a:moveTo>
                  <a:pt x="2201646" y="52755"/>
                </a:moveTo>
                <a:cubicBezTo>
                  <a:pt x="2211814" y="52755"/>
                  <a:pt x="2221273" y="55383"/>
                  <a:pt x="2230024" y="60638"/>
                </a:cubicBezTo>
                <a:cubicBezTo>
                  <a:pt x="2238775" y="65894"/>
                  <a:pt x="2245421" y="73361"/>
                  <a:pt x="2249963" y="83039"/>
                </a:cubicBezTo>
                <a:cubicBezTo>
                  <a:pt x="2254505" y="92717"/>
                  <a:pt x="2256776" y="103311"/>
                  <a:pt x="2256776" y="114823"/>
                </a:cubicBezTo>
                <a:cubicBezTo>
                  <a:pt x="2256776" y="131423"/>
                  <a:pt x="2252568" y="145314"/>
                  <a:pt x="2244150" y="156494"/>
                </a:cubicBezTo>
                <a:cubicBezTo>
                  <a:pt x="2233983" y="170009"/>
                  <a:pt x="2219940" y="176766"/>
                  <a:pt x="2202021" y="176766"/>
                </a:cubicBezTo>
                <a:cubicBezTo>
                  <a:pt x="2184436" y="176766"/>
                  <a:pt x="2170894" y="170592"/>
                  <a:pt x="2161393" y="158245"/>
                </a:cubicBezTo>
                <a:cubicBezTo>
                  <a:pt x="2151892" y="145897"/>
                  <a:pt x="2147141" y="131590"/>
                  <a:pt x="2147141" y="115323"/>
                </a:cubicBezTo>
                <a:cubicBezTo>
                  <a:pt x="2147141" y="98556"/>
                  <a:pt x="2151996" y="83936"/>
                  <a:pt x="2161705" y="71463"/>
                </a:cubicBezTo>
                <a:cubicBezTo>
                  <a:pt x="2171414" y="58991"/>
                  <a:pt x="2184728" y="52755"/>
                  <a:pt x="2201646" y="52755"/>
                </a:cubicBezTo>
                <a:moveTo>
                  <a:pt x="2202146" y="61505"/>
                </a:moveTo>
                <a:cubicBezTo>
                  <a:pt x="2197896" y="61505"/>
                  <a:pt x="2194250" y="63112"/>
                  <a:pt x="2191208" y="66326"/>
                </a:cubicBezTo>
                <a:cubicBezTo>
                  <a:pt x="2188166" y="69537"/>
                  <a:pt x="2186166" y="75878"/>
                  <a:pt x="2185207" y="85347"/>
                </a:cubicBezTo>
                <a:cubicBezTo>
                  <a:pt x="2184249" y="94817"/>
                  <a:pt x="2183770" y="107980"/>
                  <a:pt x="2183770" y="124835"/>
                </a:cubicBezTo>
                <a:cubicBezTo>
                  <a:pt x="2183770" y="133763"/>
                  <a:pt x="2184353" y="142108"/>
                  <a:pt x="2185520" y="149869"/>
                </a:cubicBezTo>
                <a:cubicBezTo>
                  <a:pt x="2186437" y="155791"/>
                  <a:pt x="2188395" y="160297"/>
                  <a:pt x="2191395" y="163386"/>
                </a:cubicBezTo>
                <a:cubicBezTo>
                  <a:pt x="2194396" y="166472"/>
                  <a:pt x="2197813" y="168015"/>
                  <a:pt x="2201646" y="168015"/>
                </a:cubicBezTo>
                <a:cubicBezTo>
                  <a:pt x="2205397" y="168015"/>
                  <a:pt x="2208522" y="166972"/>
                  <a:pt x="2211022" y="164886"/>
                </a:cubicBezTo>
                <a:cubicBezTo>
                  <a:pt x="2214272" y="162050"/>
                  <a:pt x="2216439" y="158086"/>
                  <a:pt x="2217523" y="152994"/>
                </a:cubicBezTo>
                <a:cubicBezTo>
                  <a:pt x="2219190" y="145069"/>
                  <a:pt x="2220023" y="129049"/>
                  <a:pt x="2220023" y="104935"/>
                </a:cubicBezTo>
                <a:cubicBezTo>
                  <a:pt x="2220023" y="90752"/>
                  <a:pt x="2219231" y="81011"/>
                  <a:pt x="2217648" y="75714"/>
                </a:cubicBezTo>
                <a:cubicBezTo>
                  <a:pt x="2216064" y="70414"/>
                  <a:pt x="2213731" y="66554"/>
                  <a:pt x="2210647" y="64135"/>
                </a:cubicBezTo>
                <a:cubicBezTo>
                  <a:pt x="2208480" y="62382"/>
                  <a:pt x="2205647" y="61505"/>
                  <a:pt x="2202146" y="61505"/>
                </a:cubicBezTo>
                <a:close/>
                <a:moveTo>
                  <a:pt x="2388164" y="3750"/>
                </a:moveTo>
                <a:lnTo>
                  <a:pt x="2388164" y="138262"/>
                </a:lnTo>
                <a:cubicBezTo>
                  <a:pt x="2388164" y="147255"/>
                  <a:pt x="2388414" y="152576"/>
                  <a:pt x="2388914" y="154225"/>
                </a:cubicBezTo>
                <a:cubicBezTo>
                  <a:pt x="2389581" y="156949"/>
                  <a:pt x="2390852" y="158971"/>
                  <a:pt x="2392727" y="160292"/>
                </a:cubicBezTo>
                <a:cubicBezTo>
                  <a:pt x="2394602" y="161609"/>
                  <a:pt x="2397873" y="162434"/>
                  <a:pt x="2402540" y="162765"/>
                </a:cubicBezTo>
                <a:lnTo>
                  <a:pt x="2402540" y="167265"/>
                </a:lnTo>
                <a:lnTo>
                  <a:pt x="2353161" y="176766"/>
                </a:lnTo>
                <a:lnTo>
                  <a:pt x="2353161" y="158264"/>
                </a:lnTo>
                <a:cubicBezTo>
                  <a:pt x="2347244" y="165431"/>
                  <a:pt x="2341972" y="170307"/>
                  <a:pt x="2337347" y="172890"/>
                </a:cubicBezTo>
                <a:cubicBezTo>
                  <a:pt x="2332721" y="175474"/>
                  <a:pt x="2327492" y="176766"/>
                  <a:pt x="2321658" y="176766"/>
                </a:cubicBezTo>
                <a:cubicBezTo>
                  <a:pt x="2306740" y="176766"/>
                  <a:pt x="2294947" y="170092"/>
                  <a:pt x="2286280" y="156744"/>
                </a:cubicBezTo>
                <a:cubicBezTo>
                  <a:pt x="2279279" y="145900"/>
                  <a:pt x="2275779" y="132594"/>
                  <a:pt x="2275779" y="116827"/>
                </a:cubicBezTo>
                <a:cubicBezTo>
                  <a:pt x="2275779" y="104229"/>
                  <a:pt x="2277946" y="92946"/>
                  <a:pt x="2282279" y="82976"/>
                </a:cubicBezTo>
                <a:cubicBezTo>
                  <a:pt x="2286613" y="73007"/>
                  <a:pt x="2292551" y="65477"/>
                  <a:pt x="2300093" y="60388"/>
                </a:cubicBezTo>
                <a:cubicBezTo>
                  <a:pt x="2307636" y="55299"/>
                  <a:pt x="2315741" y="52755"/>
                  <a:pt x="2324408" y="52755"/>
                </a:cubicBezTo>
                <a:cubicBezTo>
                  <a:pt x="2329992" y="52755"/>
                  <a:pt x="2334951" y="53847"/>
                  <a:pt x="2339284" y="56032"/>
                </a:cubicBezTo>
                <a:cubicBezTo>
                  <a:pt x="2343618" y="58217"/>
                  <a:pt x="2348244" y="62042"/>
                  <a:pt x="2353161" y="67506"/>
                </a:cubicBezTo>
                <a:lnTo>
                  <a:pt x="2353161" y="32253"/>
                </a:lnTo>
                <a:cubicBezTo>
                  <a:pt x="2353161" y="23335"/>
                  <a:pt x="2352786" y="17960"/>
                  <a:pt x="2352036" y="16126"/>
                </a:cubicBezTo>
                <a:cubicBezTo>
                  <a:pt x="2351036" y="13710"/>
                  <a:pt x="2349535" y="11918"/>
                  <a:pt x="2347535" y="10751"/>
                </a:cubicBezTo>
                <a:cubicBezTo>
                  <a:pt x="2345535" y="9584"/>
                  <a:pt x="2341785" y="9001"/>
                  <a:pt x="2336284" y="9001"/>
                </a:cubicBezTo>
                <a:lnTo>
                  <a:pt x="2336284" y="3750"/>
                </a:lnTo>
                <a:lnTo>
                  <a:pt x="2388164" y="3750"/>
                </a:lnTo>
                <a:moveTo>
                  <a:pt x="2353161" y="82757"/>
                </a:moveTo>
                <a:cubicBezTo>
                  <a:pt x="2346993" y="71090"/>
                  <a:pt x="2339451" y="65256"/>
                  <a:pt x="2330534" y="65256"/>
                </a:cubicBezTo>
                <a:cubicBezTo>
                  <a:pt x="2327450" y="65256"/>
                  <a:pt x="2324908" y="66089"/>
                  <a:pt x="2322908" y="67756"/>
                </a:cubicBezTo>
                <a:cubicBezTo>
                  <a:pt x="2319824" y="70340"/>
                  <a:pt x="2317303" y="74882"/>
                  <a:pt x="2315345" y="81382"/>
                </a:cubicBezTo>
                <a:cubicBezTo>
                  <a:pt x="2313386" y="87883"/>
                  <a:pt x="2312407" y="97842"/>
                  <a:pt x="2312407" y="111260"/>
                </a:cubicBezTo>
                <a:cubicBezTo>
                  <a:pt x="2312407" y="126011"/>
                  <a:pt x="2313491" y="136929"/>
                  <a:pt x="2315657" y="144013"/>
                </a:cubicBezTo>
                <a:cubicBezTo>
                  <a:pt x="2317824" y="151097"/>
                  <a:pt x="2320783" y="156222"/>
                  <a:pt x="2324533" y="159389"/>
                </a:cubicBezTo>
                <a:cubicBezTo>
                  <a:pt x="2326450" y="160973"/>
                  <a:pt x="2329075" y="161764"/>
                  <a:pt x="2332409" y="161764"/>
                </a:cubicBezTo>
                <a:cubicBezTo>
                  <a:pt x="2339743" y="161764"/>
                  <a:pt x="2346660" y="155996"/>
                  <a:pt x="2353161" y="144458"/>
                </a:cubicBezTo>
                <a:lnTo>
                  <a:pt x="2353161" y="82757"/>
                </a:lnTo>
                <a:close/>
                <a:moveTo>
                  <a:pt x="2518626" y="110510"/>
                </a:moveTo>
                <a:lnTo>
                  <a:pt x="2454495" y="110510"/>
                </a:lnTo>
                <a:cubicBezTo>
                  <a:pt x="2455245" y="126053"/>
                  <a:pt x="2459370" y="138337"/>
                  <a:pt x="2466871" y="147361"/>
                </a:cubicBezTo>
                <a:cubicBezTo>
                  <a:pt x="2472622" y="154296"/>
                  <a:pt x="2479539" y="157764"/>
                  <a:pt x="2487623" y="157764"/>
                </a:cubicBezTo>
                <a:cubicBezTo>
                  <a:pt x="2492623" y="157764"/>
                  <a:pt x="2497165" y="156368"/>
                  <a:pt x="2501249" y="153576"/>
                </a:cubicBezTo>
                <a:cubicBezTo>
                  <a:pt x="2505333" y="150784"/>
                  <a:pt x="2509708" y="145763"/>
                  <a:pt x="2514375" y="138512"/>
                </a:cubicBezTo>
                <a:lnTo>
                  <a:pt x="2518626" y="141263"/>
                </a:lnTo>
                <a:cubicBezTo>
                  <a:pt x="2512292" y="154180"/>
                  <a:pt x="2505291" y="163327"/>
                  <a:pt x="2497624" y="168703"/>
                </a:cubicBezTo>
                <a:cubicBezTo>
                  <a:pt x="2489956" y="174078"/>
                  <a:pt x="2481081" y="176766"/>
                  <a:pt x="2470996" y="176766"/>
                </a:cubicBezTo>
                <a:cubicBezTo>
                  <a:pt x="2453662" y="176766"/>
                  <a:pt x="2440535" y="170092"/>
                  <a:pt x="2431618" y="156744"/>
                </a:cubicBezTo>
                <a:cubicBezTo>
                  <a:pt x="2424451" y="145983"/>
                  <a:pt x="2420867" y="132636"/>
                  <a:pt x="2420867" y="116702"/>
                </a:cubicBezTo>
                <a:cubicBezTo>
                  <a:pt x="2420867" y="97179"/>
                  <a:pt x="2426138" y="81641"/>
                  <a:pt x="2436681" y="70088"/>
                </a:cubicBezTo>
                <a:cubicBezTo>
                  <a:pt x="2447223" y="58533"/>
                  <a:pt x="2459579" y="52755"/>
                  <a:pt x="2473747" y="52755"/>
                </a:cubicBezTo>
                <a:cubicBezTo>
                  <a:pt x="2485581" y="52755"/>
                  <a:pt x="2495853" y="57609"/>
                  <a:pt x="2504562" y="67319"/>
                </a:cubicBezTo>
                <a:cubicBezTo>
                  <a:pt x="2513271" y="77028"/>
                  <a:pt x="2517959" y="91425"/>
                  <a:pt x="2518626" y="110510"/>
                </a:cubicBezTo>
                <a:moveTo>
                  <a:pt x="2487873" y="102259"/>
                </a:moveTo>
                <a:cubicBezTo>
                  <a:pt x="2487873" y="88841"/>
                  <a:pt x="2487144" y="79632"/>
                  <a:pt x="2485685" y="74632"/>
                </a:cubicBezTo>
                <a:cubicBezTo>
                  <a:pt x="2484227" y="69631"/>
                  <a:pt x="2481956" y="65839"/>
                  <a:pt x="2478872" y="63256"/>
                </a:cubicBezTo>
                <a:cubicBezTo>
                  <a:pt x="2477122" y="61756"/>
                  <a:pt x="2474788" y="61005"/>
                  <a:pt x="2471871" y="61005"/>
                </a:cubicBezTo>
                <a:cubicBezTo>
                  <a:pt x="2467538" y="61005"/>
                  <a:pt x="2463996" y="63131"/>
                  <a:pt x="2461246" y="67381"/>
                </a:cubicBezTo>
                <a:cubicBezTo>
                  <a:pt x="2456328" y="74798"/>
                  <a:pt x="2453870" y="84966"/>
                  <a:pt x="2453870" y="97884"/>
                </a:cubicBezTo>
                <a:lnTo>
                  <a:pt x="2453870" y="102259"/>
                </a:lnTo>
                <a:lnTo>
                  <a:pt x="2487873" y="102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96ef788164687"/>
          <a:stretch xmlns:a="http://schemas.openxmlformats.org/drawingml/2006/main"/>
        </p:blipFill>
        <p:spPr>
          <a:xfrm xmlns:a="http://schemas.openxmlformats.org/drawingml/2006/main">
            <a:off x="6714316" y="3428679"/>
            <a:ext cx="1356920" cy="1192662"/>
          </a:xfrm>
          <a:prstGeom xmlns:a="http://schemas.openxmlformats.org/drawingml/2006/main" prst="rect">
            <a:avLst/>
          </a:prstGeom>
        </p:spPr>
      </p:pic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82D32-DBC3-4F79-A712-BBCCF77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986" y="3470294"/>
            <a:ext cx="1211842" cy="1049694"/>
          </a:xfrm>
          <a:custGeom xmlns:a="http://schemas.openxmlformats.org/drawingml/2006/main">
            <a:pathLst>
              <a:path w="1211842" h="1049694">
                <a:moveTo>
                  <a:pt x="0" y="0"/>
                </a:moveTo>
                <a:lnTo>
                  <a:pt x="1211842" y="0"/>
                </a:lnTo>
                <a:lnTo>
                  <a:pt x="1211842" y="1049694"/>
                </a:lnTo>
                <a:lnTo>
                  <a:pt x="0" y="1049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95570-8B66-4D89-9318-EED61257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986" y="3470294"/>
            <a:ext cx="1211842" cy="1049694"/>
          </a:xfrm>
          <a:custGeom xmlns:a="http://schemas.openxmlformats.org/drawingml/2006/main">
            <a:pathLst>
              <a:path w="1211842" h="1049694" fill="none">
                <a:moveTo>
                  <a:pt x="0" y="0"/>
                </a:moveTo>
                <a:lnTo>
                  <a:pt x="1211842" y="0"/>
                </a:lnTo>
                <a:lnTo>
                  <a:pt x="1211842" y="1049694"/>
                </a:lnTo>
                <a:lnTo>
                  <a:pt x="0" y="10496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D0D0D"/>
            </a:solidFill>
            <a:miter/>
          </a:ln>
        </p:spPr>
      </p:sp>
      <p:sp>
        <p:nvSpPr>
          <p:cNvPr id="61" name="Text Executable">
            <a:extLst xmlns:a="http://schemas.openxmlformats.org/drawingml/2006/main">
              <a:ext uri="{FF2B5EF4-FFF2-40B4-BE49-F238E27FC236}">
                <a16:creationId xmlns:a16="http://schemas.microsoft.com/office/drawing/2014/main" id="{67B0D5AE-BF4E-4C4D-B32D-772E93F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494" y="4126946"/>
            <a:ext cx="937686" cy="151055"/>
          </a:xfrm>
          <a:custGeom xmlns:a="http://schemas.openxmlformats.org/drawingml/2006/main">
            <a:pathLst>
              <a:path w="937686" h="151055">
                <a:moveTo>
                  <a:pt x="40212" y="14585"/>
                </a:moveTo>
                <a:lnTo>
                  <a:pt x="40212" y="70423"/>
                </a:lnTo>
                <a:lnTo>
                  <a:pt x="71256" y="70423"/>
                </a:lnTo>
                <a:cubicBezTo>
                  <a:pt x="79313" y="70423"/>
                  <a:pt x="84695" y="69201"/>
                  <a:pt x="87404" y="66757"/>
                </a:cubicBezTo>
                <a:cubicBezTo>
                  <a:pt x="91015" y="63547"/>
                  <a:pt x="93029" y="57894"/>
                  <a:pt x="93446" y="49796"/>
                </a:cubicBezTo>
                <a:lnTo>
                  <a:pt x="97300" y="49796"/>
                </a:lnTo>
                <a:lnTo>
                  <a:pt x="97300" y="98967"/>
                </a:lnTo>
                <a:lnTo>
                  <a:pt x="93446" y="98967"/>
                </a:lnTo>
                <a:cubicBezTo>
                  <a:pt x="92474" y="92159"/>
                  <a:pt x="91501" y="87792"/>
                  <a:pt x="90529" y="85867"/>
                </a:cubicBezTo>
                <a:cubicBezTo>
                  <a:pt x="89279" y="83460"/>
                  <a:pt x="87230" y="81570"/>
                  <a:pt x="84383" y="80196"/>
                </a:cubicBezTo>
                <a:cubicBezTo>
                  <a:pt x="81535" y="78820"/>
                  <a:pt x="77160" y="78132"/>
                  <a:pt x="71256" y="78132"/>
                </a:cubicBezTo>
                <a:lnTo>
                  <a:pt x="40212" y="78132"/>
                </a:lnTo>
                <a:lnTo>
                  <a:pt x="40212" y="124621"/>
                </a:lnTo>
                <a:cubicBezTo>
                  <a:pt x="40212" y="130860"/>
                  <a:pt x="40490" y="134656"/>
                  <a:pt x="41045" y="136008"/>
                </a:cubicBezTo>
                <a:cubicBezTo>
                  <a:pt x="41601" y="137360"/>
                  <a:pt x="42573" y="138436"/>
                  <a:pt x="43962" y="139234"/>
                </a:cubicBezTo>
                <a:cubicBezTo>
                  <a:pt x="45351" y="140031"/>
                  <a:pt x="47990" y="140429"/>
                  <a:pt x="51880" y="140429"/>
                </a:cubicBezTo>
                <a:lnTo>
                  <a:pt x="75840" y="140429"/>
                </a:lnTo>
                <a:cubicBezTo>
                  <a:pt x="83827" y="140429"/>
                  <a:pt x="89626" y="139874"/>
                  <a:pt x="93237" y="138762"/>
                </a:cubicBezTo>
                <a:cubicBezTo>
                  <a:pt x="96849" y="137651"/>
                  <a:pt x="100321" y="135463"/>
                  <a:pt x="103655" y="132199"/>
                </a:cubicBezTo>
                <a:cubicBezTo>
                  <a:pt x="107961" y="127893"/>
                  <a:pt x="112371" y="121400"/>
                  <a:pt x="116885" y="112718"/>
                </a:cubicBezTo>
                <a:lnTo>
                  <a:pt x="121052" y="112718"/>
                </a:lnTo>
                <a:lnTo>
                  <a:pt x="108864" y="148138"/>
                </a:lnTo>
                <a:lnTo>
                  <a:pt x="0" y="148138"/>
                </a:lnTo>
                <a:lnTo>
                  <a:pt x="0" y="144284"/>
                </a:lnTo>
                <a:lnTo>
                  <a:pt x="5000" y="144284"/>
                </a:lnTo>
                <a:cubicBezTo>
                  <a:pt x="8334" y="144284"/>
                  <a:pt x="11494" y="143485"/>
                  <a:pt x="14480" y="141888"/>
                </a:cubicBezTo>
                <a:cubicBezTo>
                  <a:pt x="16703" y="140776"/>
                  <a:pt x="18213" y="139110"/>
                  <a:pt x="19012" y="136887"/>
                </a:cubicBezTo>
                <a:cubicBezTo>
                  <a:pt x="19811" y="134665"/>
                  <a:pt x="20210" y="130116"/>
                  <a:pt x="20210" y="123240"/>
                </a:cubicBezTo>
                <a:lnTo>
                  <a:pt x="20210" y="31461"/>
                </a:lnTo>
                <a:cubicBezTo>
                  <a:pt x="20210" y="22502"/>
                  <a:pt x="19307" y="16981"/>
                  <a:pt x="17502" y="14897"/>
                </a:cubicBezTo>
                <a:cubicBezTo>
                  <a:pt x="15001" y="12119"/>
                  <a:pt x="10834" y="10730"/>
                  <a:pt x="5000" y="10730"/>
                </a:cubicBezTo>
                <a:lnTo>
                  <a:pt x="0" y="10730"/>
                </a:lnTo>
                <a:lnTo>
                  <a:pt x="0" y="6876"/>
                </a:lnTo>
                <a:lnTo>
                  <a:pt x="108864" y="6876"/>
                </a:lnTo>
                <a:lnTo>
                  <a:pt x="110427" y="37712"/>
                </a:lnTo>
                <a:lnTo>
                  <a:pt x="106364" y="37712"/>
                </a:lnTo>
                <a:cubicBezTo>
                  <a:pt x="104905" y="30313"/>
                  <a:pt x="103290" y="25231"/>
                  <a:pt x="101519" y="22466"/>
                </a:cubicBezTo>
                <a:cubicBezTo>
                  <a:pt x="99748" y="19701"/>
                  <a:pt x="97127" y="17593"/>
                  <a:pt x="93654" y="16141"/>
                </a:cubicBezTo>
                <a:cubicBezTo>
                  <a:pt x="90876" y="15103"/>
                  <a:pt x="85980" y="14585"/>
                  <a:pt x="78965" y="14585"/>
                </a:cubicBezTo>
                <a:lnTo>
                  <a:pt x="40212" y="14585"/>
                </a:lnTo>
                <a:close/>
                <a:moveTo>
                  <a:pt x="126449" y="52713"/>
                </a:moveTo>
                <a:lnTo>
                  <a:pt x="171349" y="52713"/>
                </a:lnTo>
                <a:lnTo>
                  <a:pt x="171349" y="56568"/>
                </a:lnTo>
                <a:cubicBezTo>
                  <a:pt x="168501" y="56568"/>
                  <a:pt x="166505" y="57054"/>
                  <a:pt x="165359" y="58026"/>
                </a:cubicBezTo>
                <a:cubicBezTo>
                  <a:pt x="164213" y="58998"/>
                  <a:pt x="163640" y="60283"/>
                  <a:pt x="163640" y="61881"/>
                </a:cubicBezTo>
                <a:cubicBezTo>
                  <a:pt x="163640" y="63547"/>
                  <a:pt x="164855" y="66117"/>
                  <a:pt x="167286" y="69590"/>
                </a:cubicBezTo>
                <a:cubicBezTo>
                  <a:pt x="168050" y="70701"/>
                  <a:pt x="169196" y="72437"/>
                  <a:pt x="170724" y="74798"/>
                </a:cubicBezTo>
                <a:lnTo>
                  <a:pt x="177495" y="85633"/>
                </a:lnTo>
                <a:lnTo>
                  <a:pt x="185308" y="74798"/>
                </a:lnTo>
                <a:cubicBezTo>
                  <a:pt x="190309" y="67923"/>
                  <a:pt x="192809" y="63582"/>
                  <a:pt x="192809" y="61776"/>
                </a:cubicBezTo>
                <a:cubicBezTo>
                  <a:pt x="192809" y="60318"/>
                  <a:pt x="192219" y="59085"/>
                  <a:pt x="191038" y="58078"/>
                </a:cubicBezTo>
                <a:cubicBezTo>
                  <a:pt x="189858" y="57071"/>
                  <a:pt x="187948" y="56568"/>
                  <a:pt x="185308" y="56568"/>
                </a:cubicBezTo>
                <a:lnTo>
                  <a:pt x="185308" y="52713"/>
                </a:lnTo>
                <a:lnTo>
                  <a:pt x="217603" y="52713"/>
                </a:lnTo>
                <a:lnTo>
                  <a:pt x="217603" y="56568"/>
                </a:lnTo>
                <a:cubicBezTo>
                  <a:pt x="214200" y="56776"/>
                  <a:pt x="211248" y="57713"/>
                  <a:pt x="208748" y="59380"/>
                </a:cubicBezTo>
                <a:cubicBezTo>
                  <a:pt x="205345" y="61742"/>
                  <a:pt x="200692" y="66881"/>
                  <a:pt x="194789" y="74798"/>
                </a:cubicBezTo>
                <a:lnTo>
                  <a:pt x="181767" y="92196"/>
                </a:lnTo>
                <a:lnTo>
                  <a:pt x="205519" y="126297"/>
                </a:lnTo>
                <a:cubicBezTo>
                  <a:pt x="211352" y="134683"/>
                  <a:pt x="215520" y="139726"/>
                  <a:pt x="218020" y="141425"/>
                </a:cubicBezTo>
                <a:cubicBezTo>
                  <a:pt x="220520" y="143123"/>
                  <a:pt x="223749" y="144075"/>
                  <a:pt x="227708" y="144284"/>
                </a:cubicBezTo>
                <a:lnTo>
                  <a:pt x="227708" y="148138"/>
                </a:lnTo>
                <a:lnTo>
                  <a:pt x="182704" y="148138"/>
                </a:lnTo>
                <a:lnTo>
                  <a:pt x="182704" y="144284"/>
                </a:lnTo>
                <a:cubicBezTo>
                  <a:pt x="185829" y="144284"/>
                  <a:pt x="188260" y="143591"/>
                  <a:pt x="189996" y="142207"/>
                </a:cubicBezTo>
                <a:cubicBezTo>
                  <a:pt x="191316" y="141237"/>
                  <a:pt x="191976" y="139955"/>
                  <a:pt x="191976" y="138362"/>
                </a:cubicBezTo>
                <a:cubicBezTo>
                  <a:pt x="191976" y="136769"/>
                  <a:pt x="189753" y="132752"/>
                  <a:pt x="185308" y="126310"/>
                </a:cubicBezTo>
                <a:lnTo>
                  <a:pt x="171349" y="105947"/>
                </a:lnTo>
                <a:lnTo>
                  <a:pt x="156035" y="126310"/>
                </a:lnTo>
                <a:cubicBezTo>
                  <a:pt x="151312" y="132613"/>
                  <a:pt x="148951" y="136353"/>
                  <a:pt x="148951" y="137532"/>
                </a:cubicBezTo>
                <a:cubicBezTo>
                  <a:pt x="148951" y="139194"/>
                  <a:pt x="149732" y="140700"/>
                  <a:pt x="151295" y="142050"/>
                </a:cubicBezTo>
                <a:cubicBezTo>
                  <a:pt x="152858" y="143400"/>
                  <a:pt x="155202" y="144145"/>
                  <a:pt x="158327" y="144284"/>
                </a:cubicBezTo>
                <a:lnTo>
                  <a:pt x="158327" y="148138"/>
                </a:lnTo>
                <a:lnTo>
                  <a:pt x="127178" y="148138"/>
                </a:lnTo>
                <a:lnTo>
                  <a:pt x="127178" y="144284"/>
                </a:lnTo>
                <a:cubicBezTo>
                  <a:pt x="129679" y="143936"/>
                  <a:pt x="131866" y="143071"/>
                  <a:pt x="133741" y="141686"/>
                </a:cubicBezTo>
                <a:cubicBezTo>
                  <a:pt x="136381" y="139676"/>
                  <a:pt x="140825" y="134549"/>
                  <a:pt x="147076" y="126304"/>
                </a:cubicBezTo>
                <a:lnTo>
                  <a:pt x="167078" y="99801"/>
                </a:lnTo>
                <a:lnTo>
                  <a:pt x="148951" y="73548"/>
                </a:lnTo>
                <a:cubicBezTo>
                  <a:pt x="143812" y="66048"/>
                  <a:pt x="139836" y="61342"/>
                  <a:pt x="137023" y="59432"/>
                </a:cubicBezTo>
                <a:cubicBezTo>
                  <a:pt x="134210" y="57523"/>
                  <a:pt x="130686" y="56568"/>
                  <a:pt x="126449" y="56568"/>
                </a:cubicBezTo>
                <a:lnTo>
                  <a:pt x="126449" y="52713"/>
                </a:lnTo>
                <a:close/>
                <a:moveTo>
                  <a:pt x="257290" y="88758"/>
                </a:moveTo>
                <a:cubicBezTo>
                  <a:pt x="257221" y="102893"/>
                  <a:pt x="260658" y="113980"/>
                  <a:pt x="267603" y="122019"/>
                </a:cubicBezTo>
                <a:cubicBezTo>
                  <a:pt x="274548" y="130056"/>
                  <a:pt x="282709" y="134074"/>
                  <a:pt x="292085" y="134074"/>
                </a:cubicBezTo>
                <a:cubicBezTo>
                  <a:pt x="298335" y="134074"/>
                  <a:pt x="303770" y="132356"/>
                  <a:pt x="308388" y="128918"/>
                </a:cubicBezTo>
                <a:cubicBezTo>
                  <a:pt x="313007" y="125480"/>
                  <a:pt x="316879" y="119594"/>
                  <a:pt x="320004" y="111260"/>
                </a:cubicBezTo>
                <a:lnTo>
                  <a:pt x="323233" y="113343"/>
                </a:lnTo>
                <a:cubicBezTo>
                  <a:pt x="321775" y="122858"/>
                  <a:pt x="317538" y="131522"/>
                  <a:pt x="310524" y="139335"/>
                </a:cubicBezTo>
                <a:cubicBezTo>
                  <a:pt x="303509" y="147149"/>
                  <a:pt x="294724" y="151055"/>
                  <a:pt x="284167" y="151055"/>
                </a:cubicBezTo>
                <a:cubicBezTo>
                  <a:pt x="272708" y="151055"/>
                  <a:pt x="262898" y="146603"/>
                  <a:pt x="254738" y="137698"/>
                </a:cubicBezTo>
                <a:cubicBezTo>
                  <a:pt x="246577" y="128791"/>
                  <a:pt x="242497" y="116817"/>
                  <a:pt x="242497" y="101777"/>
                </a:cubicBezTo>
                <a:cubicBezTo>
                  <a:pt x="242497" y="85490"/>
                  <a:pt x="246681" y="72791"/>
                  <a:pt x="255050" y="63678"/>
                </a:cubicBezTo>
                <a:cubicBezTo>
                  <a:pt x="263419" y="54562"/>
                  <a:pt x="273923" y="50004"/>
                  <a:pt x="286563" y="50004"/>
                </a:cubicBezTo>
                <a:cubicBezTo>
                  <a:pt x="297259" y="50004"/>
                  <a:pt x="306044" y="53520"/>
                  <a:pt x="312920" y="60552"/>
                </a:cubicBezTo>
                <a:cubicBezTo>
                  <a:pt x="319796" y="67582"/>
                  <a:pt x="323233" y="76984"/>
                  <a:pt x="323233" y="88758"/>
                </a:cubicBezTo>
                <a:lnTo>
                  <a:pt x="257290" y="88758"/>
                </a:lnTo>
                <a:moveTo>
                  <a:pt x="257290" y="82716"/>
                </a:moveTo>
                <a:lnTo>
                  <a:pt x="301461" y="82716"/>
                </a:lnTo>
                <a:cubicBezTo>
                  <a:pt x="301113" y="76604"/>
                  <a:pt x="300384" y="72298"/>
                  <a:pt x="299273" y="69798"/>
                </a:cubicBezTo>
                <a:cubicBezTo>
                  <a:pt x="297537" y="65909"/>
                  <a:pt x="294950" y="62853"/>
                  <a:pt x="291512" y="60630"/>
                </a:cubicBezTo>
                <a:cubicBezTo>
                  <a:pt x="288074" y="58408"/>
                  <a:pt x="284480" y="57297"/>
                  <a:pt x="280730" y="57297"/>
                </a:cubicBezTo>
                <a:cubicBezTo>
                  <a:pt x="274965" y="57297"/>
                  <a:pt x="269808" y="59537"/>
                  <a:pt x="265259" y="64016"/>
                </a:cubicBezTo>
                <a:cubicBezTo>
                  <a:pt x="260710" y="68496"/>
                  <a:pt x="258054" y="74729"/>
                  <a:pt x="257290" y="82716"/>
                </a:cubicBezTo>
                <a:close/>
                <a:moveTo>
                  <a:pt x="416170" y="111885"/>
                </a:moveTo>
                <a:cubicBezTo>
                  <a:pt x="413600" y="124456"/>
                  <a:pt x="408565" y="134127"/>
                  <a:pt x="401064" y="140898"/>
                </a:cubicBezTo>
                <a:cubicBezTo>
                  <a:pt x="393564" y="147669"/>
                  <a:pt x="385264" y="151055"/>
                  <a:pt x="376166" y="151055"/>
                </a:cubicBezTo>
                <a:cubicBezTo>
                  <a:pt x="365332" y="151055"/>
                  <a:pt x="355887" y="146512"/>
                  <a:pt x="347830" y="137424"/>
                </a:cubicBezTo>
                <a:cubicBezTo>
                  <a:pt x="339774" y="128335"/>
                  <a:pt x="335746" y="116054"/>
                  <a:pt x="335746" y="100582"/>
                </a:cubicBezTo>
                <a:cubicBezTo>
                  <a:pt x="335746" y="85596"/>
                  <a:pt x="340208" y="73420"/>
                  <a:pt x="349133" y="64055"/>
                </a:cubicBezTo>
                <a:cubicBezTo>
                  <a:pt x="358057" y="54688"/>
                  <a:pt x="368770" y="50004"/>
                  <a:pt x="381271" y="50004"/>
                </a:cubicBezTo>
                <a:cubicBezTo>
                  <a:pt x="390647" y="50004"/>
                  <a:pt x="398356" y="52480"/>
                  <a:pt x="404398" y="57430"/>
                </a:cubicBezTo>
                <a:cubicBezTo>
                  <a:pt x="410440" y="62379"/>
                  <a:pt x="413461" y="67518"/>
                  <a:pt x="413461" y="72848"/>
                </a:cubicBezTo>
                <a:cubicBezTo>
                  <a:pt x="413461" y="75479"/>
                  <a:pt x="412610" y="77608"/>
                  <a:pt x="410909" y="79236"/>
                </a:cubicBezTo>
                <a:cubicBezTo>
                  <a:pt x="409207" y="80861"/>
                  <a:pt x="406829" y="81674"/>
                  <a:pt x="403773" y="81674"/>
                </a:cubicBezTo>
                <a:cubicBezTo>
                  <a:pt x="399675" y="81674"/>
                  <a:pt x="396585" y="80354"/>
                  <a:pt x="394501" y="77715"/>
                </a:cubicBezTo>
                <a:cubicBezTo>
                  <a:pt x="393321" y="76257"/>
                  <a:pt x="392539" y="73479"/>
                  <a:pt x="392157" y="69381"/>
                </a:cubicBezTo>
                <a:cubicBezTo>
                  <a:pt x="391775" y="65284"/>
                  <a:pt x="390369" y="62158"/>
                  <a:pt x="387938" y="60005"/>
                </a:cubicBezTo>
                <a:cubicBezTo>
                  <a:pt x="385507" y="57922"/>
                  <a:pt x="382139" y="56880"/>
                  <a:pt x="377833" y="56880"/>
                </a:cubicBezTo>
                <a:cubicBezTo>
                  <a:pt x="370888" y="56880"/>
                  <a:pt x="365297" y="59450"/>
                  <a:pt x="361061" y="64589"/>
                </a:cubicBezTo>
                <a:cubicBezTo>
                  <a:pt x="355435" y="71395"/>
                  <a:pt x="352622" y="80389"/>
                  <a:pt x="352622" y="91571"/>
                </a:cubicBezTo>
                <a:cubicBezTo>
                  <a:pt x="352622" y="102961"/>
                  <a:pt x="355418" y="113014"/>
                  <a:pt x="361009" y="121730"/>
                </a:cubicBezTo>
                <a:cubicBezTo>
                  <a:pt x="366599" y="130446"/>
                  <a:pt x="374152" y="134804"/>
                  <a:pt x="383667" y="134804"/>
                </a:cubicBezTo>
                <a:cubicBezTo>
                  <a:pt x="390473" y="134804"/>
                  <a:pt x="396585" y="132477"/>
                  <a:pt x="402002" y="127824"/>
                </a:cubicBezTo>
                <a:cubicBezTo>
                  <a:pt x="405822" y="124629"/>
                  <a:pt x="409537" y="118830"/>
                  <a:pt x="413149" y="110427"/>
                </a:cubicBezTo>
                <a:lnTo>
                  <a:pt x="416170" y="111885"/>
                </a:lnTo>
                <a:close/>
                <a:moveTo>
                  <a:pt x="512649" y="52713"/>
                </a:moveTo>
                <a:lnTo>
                  <a:pt x="512649" y="110531"/>
                </a:lnTo>
                <a:cubicBezTo>
                  <a:pt x="512649" y="121573"/>
                  <a:pt x="512910" y="128327"/>
                  <a:pt x="513431" y="130793"/>
                </a:cubicBezTo>
                <a:cubicBezTo>
                  <a:pt x="513952" y="133258"/>
                  <a:pt x="514785" y="134977"/>
                  <a:pt x="515931" y="135950"/>
                </a:cubicBezTo>
                <a:cubicBezTo>
                  <a:pt x="517077" y="136922"/>
                  <a:pt x="518414" y="137408"/>
                  <a:pt x="519942" y="137408"/>
                </a:cubicBezTo>
                <a:cubicBezTo>
                  <a:pt x="522095" y="137408"/>
                  <a:pt x="524525" y="136818"/>
                  <a:pt x="527234" y="135637"/>
                </a:cubicBezTo>
                <a:lnTo>
                  <a:pt x="528692" y="139283"/>
                </a:lnTo>
                <a:lnTo>
                  <a:pt x="500148" y="151055"/>
                </a:lnTo>
                <a:lnTo>
                  <a:pt x="495460" y="151055"/>
                </a:lnTo>
                <a:lnTo>
                  <a:pt x="495460" y="130845"/>
                </a:lnTo>
                <a:cubicBezTo>
                  <a:pt x="487265" y="139735"/>
                  <a:pt x="481015" y="145325"/>
                  <a:pt x="476709" y="147617"/>
                </a:cubicBezTo>
                <a:cubicBezTo>
                  <a:pt x="472403" y="149909"/>
                  <a:pt x="467854" y="151055"/>
                  <a:pt x="463062" y="151055"/>
                </a:cubicBezTo>
                <a:cubicBezTo>
                  <a:pt x="457714" y="151055"/>
                  <a:pt x="453078" y="149510"/>
                  <a:pt x="449154" y="146419"/>
                </a:cubicBezTo>
                <a:cubicBezTo>
                  <a:pt x="445230" y="143329"/>
                  <a:pt x="442504" y="139353"/>
                  <a:pt x="440976" y="134491"/>
                </a:cubicBezTo>
                <a:cubicBezTo>
                  <a:pt x="439448" y="129630"/>
                  <a:pt x="438684" y="122754"/>
                  <a:pt x="438684" y="113864"/>
                </a:cubicBezTo>
                <a:lnTo>
                  <a:pt x="438684" y="71256"/>
                </a:lnTo>
                <a:cubicBezTo>
                  <a:pt x="438684" y="66742"/>
                  <a:pt x="438198" y="63617"/>
                  <a:pt x="437226" y="61881"/>
                </a:cubicBezTo>
                <a:cubicBezTo>
                  <a:pt x="436254" y="60144"/>
                  <a:pt x="434813" y="58807"/>
                  <a:pt x="432903" y="57870"/>
                </a:cubicBezTo>
                <a:cubicBezTo>
                  <a:pt x="430993" y="56932"/>
                  <a:pt x="427538" y="56498"/>
                  <a:pt x="422537" y="56568"/>
                </a:cubicBezTo>
                <a:lnTo>
                  <a:pt x="422537" y="52713"/>
                </a:lnTo>
                <a:lnTo>
                  <a:pt x="455978" y="52713"/>
                </a:lnTo>
                <a:lnTo>
                  <a:pt x="455978" y="116417"/>
                </a:lnTo>
                <a:cubicBezTo>
                  <a:pt x="455978" y="125285"/>
                  <a:pt x="457523" y="131104"/>
                  <a:pt x="460613" y="133876"/>
                </a:cubicBezTo>
                <a:cubicBezTo>
                  <a:pt x="463704" y="136647"/>
                  <a:pt x="467437" y="138033"/>
                  <a:pt x="471812" y="138033"/>
                </a:cubicBezTo>
                <a:cubicBezTo>
                  <a:pt x="474799" y="138033"/>
                  <a:pt x="478184" y="137098"/>
                  <a:pt x="481970" y="135227"/>
                </a:cubicBezTo>
                <a:cubicBezTo>
                  <a:pt x="485755" y="133356"/>
                  <a:pt x="490252" y="129789"/>
                  <a:pt x="495460" y="124526"/>
                </a:cubicBezTo>
                <a:lnTo>
                  <a:pt x="495460" y="70595"/>
                </a:lnTo>
                <a:cubicBezTo>
                  <a:pt x="495460" y="65191"/>
                  <a:pt x="494471" y="61538"/>
                  <a:pt x="492491" y="59634"/>
                </a:cubicBezTo>
                <a:cubicBezTo>
                  <a:pt x="490512" y="57729"/>
                  <a:pt x="486397" y="56706"/>
                  <a:pt x="480146" y="56568"/>
                </a:cubicBezTo>
                <a:lnTo>
                  <a:pt x="480146" y="52713"/>
                </a:lnTo>
                <a:lnTo>
                  <a:pt x="512649" y="52713"/>
                </a:lnTo>
                <a:close/>
                <a:moveTo>
                  <a:pt x="567650" y="21252"/>
                </a:moveTo>
                <a:lnTo>
                  <a:pt x="567650" y="52713"/>
                </a:lnTo>
                <a:lnTo>
                  <a:pt x="589944" y="52713"/>
                </a:lnTo>
                <a:lnTo>
                  <a:pt x="589944" y="60005"/>
                </a:lnTo>
                <a:lnTo>
                  <a:pt x="567650" y="60005"/>
                </a:lnTo>
                <a:lnTo>
                  <a:pt x="567650" y="121801"/>
                </a:lnTo>
                <a:cubicBezTo>
                  <a:pt x="567650" y="127976"/>
                  <a:pt x="568535" y="132139"/>
                  <a:pt x="570306" y="134289"/>
                </a:cubicBezTo>
                <a:cubicBezTo>
                  <a:pt x="572077" y="136438"/>
                  <a:pt x="574352" y="137512"/>
                  <a:pt x="577130" y="137512"/>
                </a:cubicBezTo>
                <a:cubicBezTo>
                  <a:pt x="579422" y="137512"/>
                  <a:pt x="581644" y="136800"/>
                  <a:pt x="583797" y="135377"/>
                </a:cubicBezTo>
                <a:cubicBezTo>
                  <a:pt x="585950" y="133953"/>
                  <a:pt x="587617" y="131852"/>
                  <a:pt x="588798" y="129074"/>
                </a:cubicBezTo>
                <a:lnTo>
                  <a:pt x="592860" y="129074"/>
                </a:lnTo>
                <a:cubicBezTo>
                  <a:pt x="590430" y="135900"/>
                  <a:pt x="586992" y="141062"/>
                  <a:pt x="582547" y="144560"/>
                </a:cubicBezTo>
                <a:cubicBezTo>
                  <a:pt x="578102" y="148057"/>
                  <a:pt x="573518" y="149805"/>
                  <a:pt x="568796" y="149805"/>
                </a:cubicBezTo>
                <a:cubicBezTo>
                  <a:pt x="565601" y="149805"/>
                  <a:pt x="562476" y="148918"/>
                  <a:pt x="559420" y="147145"/>
                </a:cubicBezTo>
                <a:cubicBezTo>
                  <a:pt x="556364" y="145372"/>
                  <a:pt x="554107" y="142835"/>
                  <a:pt x="552649" y="139534"/>
                </a:cubicBezTo>
                <a:cubicBezTo>
                  <a:pt x="551190" y="136231"/>
                  <a:pt x="550461" y="131137"/>
                  <a:pt x="550461" y="124253"/>
                </a:cubicBezTo>
                <a:lnTo>
                  <a:pt x="550461" y="60005"/>
                </a:lnTo>
                <a:lnTo>
                  <a:pt x="535355" y="60005"/>
                </a:lnTo>
                <a:lnTo>
                  <a:pt x="535355" y="56568"/>
                </a:lnTo>
                <a:cubicBezTo>
                  <a:pt x="539175" y="55035"/>
                  <a:pt x="543082" y="52441"/>
                  <a:pt x="547075" y="48784"/>
                </a:cubicBezTo>
                <a:cubicBezTo>
                  <a:pt x="551069" y="45127"/>
                  <a:pt x="554628" y="40790"/>
                  <a:pt x="557753" y="35775"/>
                </a:cubicBezTo>
                <a:cubicBezTo>
                  <a:pt x="559351" y="33129"/>
                  <a:pt x="561573" y="28288"/>
                  <a:pt x="564420" y="21252"/>
                </a:cubicBezTo>
                <a:lnTo>
                  <a:pt x="567650" y="21252"/>
                </a:lnTo>
                <a:close/>
                <a:moveTo>
                  <a:pt x="653745" y="134387"/>
                </a:moveTo>
                <a:cubicBezTo>
                  <a:pt x="643953" y="141957"/>
                  <a:pt x="637806" y="146333"/>
                  <a:pt x="635306" y="147513"/>
                </a:cubicBezTo>
                <a:cubicBezTo>
                  <a:pt x="631556" y="149319"/>
                  <a:pt x="627562" y="150222"/>
                  <a:pt x="623326" y="150222"/>
                </a:cubicBezTo>
                <a:cubicBezTo>
                  <a:pt x="616728" y="150222"/>
                  <a:pt x="611294" y="147965"/>
                  <a:pt x="607022" y="143450"/>
                </a:cubicBezTo>
                <a:cubicBezTo>
                  <a:pt x="602751" y="138936"/>
                  <a:pt x="600616" y="132998"/>
                  <a:pt x="600616" y="125636"/>
                </a:cubicBezTo>
                <a:cubicBezTo>
                  <a:pt x="600616" y="120983"/>
                  <a:pt x="601657" y="116955"/>
                  <a:pt x="603741" y="113552"/>
                </a:cubicBezTo>
                <a:cubicBezTo>
                  <a:pt x="606588" y="108829"/>
                  <a:pt x="611537" y="104384"/>
                  <a:pt x="618586" y="100217"/>
                </a:cubicBezTo>
                <a:cubicBezTo>
                  <a:pt x="625635" y="96050"/>
                  <a:pt x="637355" y="90980"/>
                  <a:pt x="653745" y="85008"/>
                </a:cubicBezTo>
                <a:lnTo>
                  <a:pt x="653745" y="81257"/>
                </a:lnTo>
                <a:cubicBezTo>
                  <a:pt x="653745" y="71743"/>
                  <a:pt x="652235" y="65214"/>
                  <a:pt x="649214" y="61672"/>
                </a:cubicBezTo>
                <a:cubicBezTo>
                  <a:pt x="646193" y="58130"/>
                  <a:pt x="641800" y="56359"/>
                  <a:pt x="636035" y="56359"/>
                </a:cubicBezTo>
                <a:cubicBezTo>
                  <a:pt x="631660" y="56359"/>
                  <a:pt x="628187" y="57536"/>
                  <a:pt x="625618" y="59888"/>
                </a:cubicBezTo>
                <a:cubicBezTo>
                  <a:pt x="622979" y="62241"/>
                  <a:pt x="621659" y="64940"/>
                  <a:pt x="621659" y="67985"/>
                </a:cubicBezTo>
                <a:lnTo>
                  <a:pt x="621867" y="74004"/>
                </a:lnTo>
                <a:cubicBezTo>
                  <a:pt x="621867" y="77186"/>
                  <a:pt x="621051" y="79641"/>
                  <a:pt x="619419" y="81371"/>
                </a:cubicBezTo>
                <a:cubicBezTo>
                  <a:pt x="617787" y="83101"/>
                  <a:pt x="615652" y="83966"/>
                  <a:pt x="613012" y="83966"/>
                </a:cubicBezTo>
                <a:cubicBezTo>
                  <a:pt x="610443" y="83966"/>
                  <a:pt x="608342" y="83066"/>
                  <a:pt x="606710" y="81267"/>
                </a:cubicBezTo>
                <a:cubicBezTo>
                  <a:pt x="605078" y="79466"/>
                  <a:pt x="604262" y="77007"/>
                  <a:pt x="604262" y="73890"/>
                </a:cubicBezTo>
                <a:cubicBezTo>
                  <a:pt x="604262" y="67937"/>
                  <a:pt x="607318" y="62468"/>
                  <a:pt x="613429" y="57482"/>
                </a:cubicBezTo>
                <a:cubicBezTo>
                  <a:pt x="619541" y="52497"/>
                  <a:pt x="628118" y="50004"/>
                  <a:pt x="639161" y="50004"/>
                </a:cubicBezTo>
                <a:cubicBezTo>
                  <a:pt x="647634" y="50004"/>
                  <a:pt x="654579" y="51426"/>
                  <a:pt x="659996" y="54269"/>
                </a:cubicBezTo>
                <a:cubicBezTo>
                  <a:pt x="664093" y="56420"/>
                  <a:pt x="667115" y="59785"/>
                  <a:pt x="669059" y="64364"/>
                </a:cubicBezTo>
                <a:cubicBezTo>
                  <a:pt x="670309" y="67347"/>
                  <a:pt x="670934" y="73451"/>
                  <a:pt x="670934" y="82677"/>
                </a:cubicBezTo>
                <a:lnTo>
                  <a:pt x="670934" y="115036"/>
                </a:lnTo>
                <a:cubicBezTo>
                  <a:pt x="670934" y="124123"/>
                  <a:pt x="671108" y="129690"/>
                  <a:pt x="671455" y="131737"/>
                </a:cubicBezTo>
                <a:cubicBezTo>
                  <a:pt x="671802" y="133784"/>
                  <a:pt x="672375" y="135154"/>
                  <a:pt x="673174" y="135849"/>
                </a:cubicBezTo>
                <a:cubicBezTo>
                  <a:pt x="673973" y="136541"/>
                  <a:pt x="674893" y="136887"/>
                  <a:pt x="675935" y="136887"/>
                </a:cubicBezTo>
                <a:cubicBezTo>
                  <a:pt x="677046" y="136887"/>
                  <a:pt x="678018" y="136644"/>
                  <a:pt x="678852" y="136158"/>
                </a:cubicBezTo>
                <a:cubicBezTo>
                  <a:pt x="680310" y="135255"/>
                  <a:pt x="683123" y="132720"/>
                  <a:pt x="687290" y="128553"/>
                </a:cubicBezTo>
                <a:lnTo>
                  <a:pt x="687290" y="134387"/>
                </a:lnTo>
                <a:cubicBezTo>
                  <a:pt x="679511" y="144805"/>
                  <a:pt x="672080" y="150013"/>
                  <a:pt x="664996" y="150013"/>
                </a:cubicBezTo>
                <a:cubicBezTo>
                  <a:pt x="661593" y="150013"/>
                  <a:pt x="658885" y="148833"/>
                  <a:pt x="656871" y="146471"/>
                </a:cubicBezTo>
                <a:cubicBezTo>
                  <a:pt x="654857" y="144110"/>
                  <a:pt x="653815" y="140082"/>
                  <a:pt x="653745" y="134387"/>
                </a:cubicBezTo>
                <a:moveTo>
                  <a:pt x="653745" y="127557"/>
                </a:moveTo>
                <a:lnTo>
                  <a:pt x="653745" y="91362"/>
                </a:lnTo>
                <a:cubicBezTo>
                  <a:pt x="643258" y="95510"/>
                  <a:pt x="636487" y="98448"/>
                  <a:pt x="633431" y="100178"/>
                </a:cubicBezTo>
                <a:cubicBezTo>
                  <a:pt x="627944" y="103221"/>
                  <a:pt x="624020" y="106402"/>
                  <a:pt x="621659" y="109720"/>
                </a:cubicBezTo>
                <a:cubicBezTo>
                  <a:pt x="619298" y="113039"/>
                  <a:pt x="618117" y="116668"/>
                  <a:pt x="618117" y="120610"/>
                </a:cubicBezTo>
                <a:cubicBezTo>
                  <a:pt x="618117" y="125588"/>
                  <a:pt x="619610" y="129720"/>
                  <a:pt x="622597" y="133003"/>
                </a:cubicBezTo>
                <a:cubicBezTo>
                  <a:pt x="625583" y="136287"/>
                  <a:pt x="629021" y="137929"/>
                  <a:pt x="632910" y="137929"/>
                </a:cubicBezTo>
                <a:cubicBezTo>
                  <a:pt x="638188" y="137929"/>
                  <a:pt x="645133" y="134472"/>
                  <a:pt x="653745" y="127557"/>
                </a:cubicBezTo>
                <a:close/>
                <a:moveTo>
                  <a:pt x="719701" y="69277"/>
                </a:moveTo>
                <a:cubicBezTo>
                  <a:pt x="728938" y="56429"/>
                  <a:pt x="738904" y="50004"/>
                  <a:pt x="749600" y="50004"/>
                </a:cubicBezTo>
                <a:cubicBezTo>
                  <a:pt x="759392" y="50004"/>
                  <a:pt x="767935" y="54185"/>
                  <a:pt x="775227" y="62545"/>
                </a:cubicBezTo>
                <a:cubicBezTo>
                  <a:pt x="782519" y="70905"/>
                  <a:pt x="786166" y="82335"/>
                  <a:pt x="786166" y="96835"/>
                </a:cubicBezTo>
                <a:cubicBezTo>
                  <a:pt x="786166" y="113763"/>
                  <a:pt x="780540" y="127396"/>
                  <a:pt x="769289" y="137734"/>
                </a:cubicBezTo>
                <a:cubicBezTo>
                  <a:pt x="759635" y="146615"/>
                  <a:pt x="748871" y="151055"/>
                  <a:pt x="736995" y="151055"/>
                </a:cubicBezTo>
                <a:cubicBezTo>
                  <a:pt x="731438" y="151055"/>
                  <a:pt x="725796" y="150048"/>
                  <a:pt x="720066" y="148034"/>
                </a:cubicBezTo>
                <a:cubicBezTo>
                  <a:pt x="714336" y="146020"/>
                  <a:pt x="708485" y="142999"/>
                  <a:pt x="702512" y="138971"/>
                </a:cubicBezTo>
                <a:lnTo>
                  <a:pt x="702512" y="40108"/>
                </a:lnTo>
                <a:cubicBezTo>
                  <a:pt x="702512" y="29273"/>
                  <a:pt x="702252" y="22606"/>
                  <a:pt x="701731" y="20106"/>
                </a:cubicBezTo>
                <a:cubicBezTo>
                  <a:pt x="701210" y="17606"/>
                  <a:pt x="700394" y="15904"/>
                  <a:pt x="699283" y="15001"/>
                </a:cubicBezTo>
                <a:cubicBezTo>
                  <a:pt x="698172" y="14098"/>
                  <a:pt x="696783" y="13647"/>
                  <a:pt x="695116" y="13647"/>
                </a:cubicBezTo>
                <a:cubicBezTo>
                  <a:pt x="693171" y="13647"/>
                  <a:pt x="690740" y="14203"/>
                  <a:pt x="687823" y="15314"/>
                </a:cubicBezTo>
                <a:lnTo>
                  <a:pt x="686365" y="11668"/>
                </a:lnTo>
                <a:lnTo>
                  <a:pt x="715013" y="0"/>
                </a:lnTo>
                <a:lnTo>
                  <a:pt x="719701" y="0"/>
                </a:lnTo>
                <a:lnTo>
                  <a:pt x="719701" y="69277"/>
                </a:lnTo>
                <a:moveTo>
                  <a:pt x="719701" y="75915"/>
                </a:moveTo>
                <a:lnTo>
                  <a:pt x="719701" y="132854"/>
                </a:lnTo>
                <a:cubicBezTo>
                  <a:pt x="723243" y="136315"/>
                  <a:pt x="726907" y="138930"/>
                  <a:pt x="730692" y="140696"/>
                </a:cubicBezTo>
                <a:cubicBezTo>
                  <a:pt x="734477" y="142463"/>
                  <a:pt x="738349" y="143346"/>
                  <a:pt x="742307" y="143346"/>
                </a:cubicBezTo>
                <a:cubicBezTo>
                  <a:pt x="748627" y="143346"/>
                  <a:pt x="754513" y="139883"/>
                  <a:pt x="759965" y="132958"/>
                </a:cubicBezTo>
                <a:cubicBezTo>
                  <a:pt x="765417" y="126030"/>
                  <a:pt x="768143" y="115951"/>
                  <a:pt x="768143" y="102721"/>
                </a:cubicBezTo>
                <a:cubicBezTo>
                  <a:pt x="768143" y="90530"/>
                  <a:pt x="765417" y="81162"/>
                  <a:pt x="759965" y="74616"/>
                </a:cubicBezTo>
                <a:cubicBezTo>
                  <a:pt x="754513" y="68070"/>
                  <a:pt x="748315" y="64797"/>
                  <a:pt x="741370" y="64797"/>
                </a:cubicBezTo>
                <a:cubicBezTo>
                  <a:pt x="737689" y="64797"/>
                  <a:pt x="734008" y="65733"/>
                  <a:pt x="730327" y="67604"/>
                </a:cubicBezTo>
                <a:cubicBezTo>
                  <a:pt x="727549" y="68988"/>
                  <a:pt x="724007" y="71759"/>
                  <a:pt x="719701" y="75915"/>
                </a:cubicBezTo>
                <a:close/>
                <a:moveTo>
                  <a:pt x="837311" y="0"/>
                </a:moveTo>
                <a:lnTo>
                  <a:pt x="837311" y="126483"/>
                </a:lnTo>
                <a:cubicBezTo>
                  <a:pt x="837311" y="132451"/>
                  <a:pt x="837745" y="136408"/>
                  <a:pt x="838613" y="138352"/>
                </a:cubicBezTo>
                <a:cubicBezTo>
                  <a:pt x="839482" y="140295"/>
                  <a:pt x="840819" y="141769"/>
                  <a:pt x="842624" y="142776"/>
                </a:cubicBezTo>
                <a:cubicBezTo>
                  <a:pt x="844430" y="143781"/>
                  <a:pt x="847798" y="144284"/>
                  <a:pt x="852729" y="144284"/>
                </a:cubicBezTo>
                <a:lnTo>
                  <a:pt x="852729" y="148138"/>
                </a:lnTo>
                <a:lnTo>
                  <a:pt x="805954" y="148138"/>
                </a:lnTo>
                <a:lnTo>
                  <a:pt x="805954" y="144284"/>
                </a:lnTo>
                <a:cubicBezTo>
                  <a:pt x="810330" y="144284"/>
                  <a:pt x="813316" y="143833"/>
                  <a:pt x="814913" y="142933"/>
                </a:cubicBezTo>
                <a:cubicBezTo>
                  <a:pt x="816511" y="142030"/>
                  <a:pt x="817761" y="140538"/>
                  <a:pt x="818664" y="138456"/>
                </a:cubicBezTo>
                <a:cubicBezTo>
                  <a:pt x="819567" y="136373"/>
                  <a:pt x="820018" y="132382"/>
                  <a:pt x="820018" y="126483"/>
                </a:cubicBezTo>
                <a:lnTo>
                  <a:pt x="820018" y="39870"/>
                </a:lnTo>
                <a:cubicBezTo>
                  <a:pt x="820018" y="29114"/>
                  <a:pt x="819775" y="22504"/>
                  <a:pt x="819289" y="20041"/>
                </a:cubicBezTo>
                <a:cubicBezTo>
                  <a:pt x="818803" y="17575"/>
                  <a:pt x="818021" y="15892"/>
                  <a:pt x="816945" y="14992"/>
                </a:cubicBezTo>
                <a:cubicBezTo>
                  <a:pt x="815868" y="14089"/>
                  <a:pt x="814497" y="13637"/>
                  <a:pt x="812830" y="13637"/>
                </a:cubicBezTo>
                <a:cubicBezTo>
                  <a:pt x="811024" y="13637"/>
                  <a:pt x="808732" y="14193"/>
                  <a:pt x="805954" y="15304"/>
                </a:cubicBezTo>
                <a:lnTo>
                  <a:pt x="804183" y="11658"/>
                </a:lnTo>
                <a:lnTo>
                  <a:pt x="832623" y="0"/>
                </a:lnTo>
                <a:lnTo>
                  <a:pt x="837311" y="0"/>
                </a:lnTo>
                <a:close/>
                <a:moveTo>
                  <a:pt x="871743" y="88758"/>
                </a:moveTo>
                <a:cubicBezTo>
                  <a:pt x="871674" y="102893"/>
                  <a:pt x="875111" y="113980"/>
                  <a:pt x="882056" y="122019"/>
                </a:cubicBezTo>
                <a:cubicBezTo>
                  <a:pt x="889002" y="130056"/>
                  <a:pt x="897162" y="134074"/>
                  <a:pt x="906538" y="134074"/>
                </a:cubicBezTo>
                <a:cubicBezTo>
                  <a:pt x="912788" y="134074"/>
                  <a:pt x="918223" y="132356"/>
                  <a:pt x="922841" y="128918"/>
                </a:cubicBezTo>
                <a:cubicBezTo>
                  <a:pt x="927460" y="125480"/>
                  <a:pt x="931332" y="119594"/>
                  <a:pt x="934457" y="111260"/>
                </a:cubicBezTo>
                <a:lnTo>
                  <a:pt x="937686" y="113343"/>
                </a:lnTo>
                <a:cubicBezTo>
                  <a:pt x="936228" y="122858"/>
                  <a:pt x="931991" y="131522"/>
                  <a:pt x="924977" y="139335"/>
                </a:cubicBezTo>
                <a:cubicBezTo>
                  <a:pt x="917962" y="147149"/>
                  <a:pt x="909177" y="151055"/>
                  <a:pt x="898620" y="151055"/>
                </a:cubicBezTo>
                <a:cubicBezTo>
                  <a:pt x="887161" y="151055"/>
                  <a:pt x="877351" y="146603"/>
                  <a:pt x="869191" y="137698"/>
                </a:cubicBezTo>
                <a:cubicBezTo>
                  <a:pt x="861030" y="128791"/>
                  <a:pt x="856950" y="116817"/>
                  <a:pt x="856950" y="101777"/>
                </a:cubicBezTo>
                <a:cubicBezTo>
                  <a:pt x="856950" y="85490"/>
                  <a:pt x="861134" y="72791"/>
                  <a:pt x="869503" y="63678"/>
                </a:cubicBezTo>
                <a:cubicBezTo>
                  <a:pt x="877872" y="54562"/>
                  <a:pt x="888376" y="50004"/>
                  <a:pt x="901017" y="50004"/>
                </a:cubicBezTo>
                <a:cubicBezTo>
                  <a:pt x="911712" y="50004"/>
                  <a:pt x="920497" y="53520"/>
                  <a:pt x="927373" y="60552"/>
                </a:cubicBezTo>
                <a:cubicBezTo>
                  <a:pt x="934249" y="67582"/>
                  <a:pt x="937686" y="76984"/>
                  <a:pt x="937686" y="88758"/>
                </a:cubicBezTo>
                <a:lnTo>
                  <a:pt x="871743" y="88758"/>
                </a:lnTo>
                <a:moveTo>
                  <a:pt x="871743" y="82716"/>
                </a:moveTo>
                <a:lnTo>
                  <a:pt x="915914" y="82716"/>
                </a:lnTo>
                <a:cubicBezTo>
                  <a:pt x="915566" y="76604"/>
                  <a:pt x="914837" y="72298"/>
                  <a:pt x="913726" y="69798"/>
                </a:cubicBezTo>
                <a:cubicBezTo>
                  <a:pt x="911990" y="65909"/>
                  <a:pt x="909403" y="62853"/>
                  <a:pt x="905965" y="60630"/>
                </a:cubicBezTo>
                <a:cubicBezTo>
                  <a:pt x="902527" y="58408"/>
                  <a:pt x="898933" y="57297"/>
                  <a:pt x="895183" y="57297"/>
                </a:cubicBezTo>
                <a:cubicBezTo>
                  <a:pt x="889418" y="57297"/>
                  <a:pt x="884262" y="59537"/>
                  <a:pt x="879713" y="64016"/>
                </a:cubicBezTo>
                <a:cubicBezTo>
                  <a:pt x="875164" y="68496"/>
                  <a:pt x="872507" y="74729"/>
                  <a:pt x="871743" y="82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code">
            <a:extLst xmlns:a="http://schemas.openxmlformats.org/drawingml/2006/main">
              <a:ext uri="{FF2B5EF4-FFF2-40B4-BE49-F238E27FC236}">
                <a16:creationId xmlns:a16="http://schemas.microsoft.com/office/drawing/2014/main" id="{5DE115B9-D6AD-4453-A6F6-883552C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502" y="4331765"/>
            <a:ext cx="397123" cy="151055"/>
          </a:xfrm>
          <a:custGeom xmlns:a="http://schemas.openxmlformats.org/drawingml/2006/main">
            <a:pathLst>
              <a:path w="397123" h="151055">
                <a:moveTo>
                  <a:pt x="80424" y="111885"/>
                </a:moveTo>
                <a:cubicBezTo>
                  <a:pt x="77854" y="124456"/>
                  <a:pt x="72819" y="134127"/>
                  <a:pt x="65318" y="140898"/>
                </a:cubicBezTo>
                <a:cubicBezTo>
                  <a:pt x="57818" y="147669"/>
                  <a:pt x="49518" y="151055"/>
                  <a:pt x="40420" y="151055"/>
                </a:cubicBezTo>
                <a:cubicBezTo>
                  <a:pt x="29586" y="151055"/>
                  <a:pt x="20141" y="146512"/>
                  <a:pt x="12084" y="137424"/>
                </a:cubicBezTo>
                <a:cubicBezTo>
                  <a:pt x="4028" y="128335"/>
                  <a:pt x="0" y="116054"/>
                  <a:pt x="0" y="100582"/>
                </a:cubicBezTo>
                <a:cubicBezTo>
                  <a:pt x="0" y="85596"/>
                  <a:pt x="4462" y="73420"/>
                  <a:pt x="13387" y="64055"/>
                </a:cubicBezTo>
                <a:cubicBezTo>
                  <a:pt x="22311" y="54688"/>
                  <a:pt x="33024" y="50004"/>
                  <a:pt x="45525" y="50004"/>
                </a:cubicBezTo>
                <a:cubicBezTo>
                  <a:pt x="54901" y="50004"/>
                  <a:pt x="62610" y="52480"/>
                  <a:pt x="68652" y="57430"/>
                </a:cubicBezTo>
                <a:cubicBezTo>
                  <a:pt x="74694" y="62379"/>
                  <a:pt x="77715" y="67518"/>
                  <a:pt x="77715" y="72848"/>
                </a:cubicBezTo>
                <a:cubicBezTo>
                  <a:pt x="77715" y="75479"/>
                  <a:pt x="76865" y="77608"/>
                  <a:pt x="75163" y="79236"/>
                </a:cubicBezTo>
                <a:cubicBezTo>
                  <a:pt x="73461" y="80861"/>
                  <a:pt x="71083" y="81674"/>
                  <a:pt x="68027" y="81674"/>
                </a:cubicBezTo>
                <a:cubicBezTo>
                  <a:pt x="63929" y="81674"/>
                  <a:pt x="60839" y="80354"/>
                  <a:pt x="58755" y="77715"/>
                </a:cubicBezTo>
                <a:cubicBezTo>
                  <a:pt x="57575" y="76257"/>
                  <a:pt x="56793" y="73479"/>
                  <a:pt x="56411" y="69381"/>
                </a:cubicBezTo>
                <a:cubicBezTo>
                  <a:pt x="56029" y="65284"/>
                  <a:pt x="54623" y="62158"/>
                  <a:pt x="52192" y="60005"/>
                </a:cubicBezTo>
                <a:cubicBezTo>
                  <a:pt x="49761" y="57922"/>
                  <a:pt x="46393" y="56880"/>
                  <a:pt x="42087" y="56880"/>
                </a:cubicBezTo>
                <a:cubicBezTo>
                  <a:pt x="35142" y="56880"/>
                  <a:pt x="29551" y="59450"/>
                  <a:pt x="25315" y="64589"/>
                </a:cubicBezTo>
                <a:cubicBezTo>
                  <a:pt x="19689" y="71395"/>
                  <a:pt x="16877" y="80389"/>
                  <a:pt x="16877" y="91571"/>
                </a:cubicBezTo>
                <a:cubicBezTo>
                  <a:pt x="16877" y="102961"/>
                  <a:pt x="19672" y="113014"/>
                  <a:pt x="25263" y="121730"/>
                </a:cubicBezTo>
                <a:cubicBezTo>
                  <a:pt x="30853" y="130446"/>
                  <a:pt x="38406" y="134804"/>
                  <a:pt x="47921" y="134804"/>
                </a:cubicBezTo>
                <a:cubicBezTo>
                  <a:pt x="54727" y="134804"/>
                  <a:pt x="60839" y="132477"/>
                  <a:pt x="66256" y="127824"/>
                </a:cubicBezTo>
                <a:cubicBezTo>
                  <a:pt x="70076" y="124629"/>
                  <a:pt x="73791" y="118830"/>
                  <a:pt x="77403" y="110427"/>
                </a:cubicBezTo>
                <a:lnTo>
                  <a:pt x="80424" y="111885"/>
                </a:lnTo>
                <a:close/>
                <a:moveTo>
                  <a:pt x="139921" y="50004"/>
                </a:moveTo>
                <a:cubicBezTo>
                  <a:pt x="154367" y="50004"/>
                  <a:pt x="165965" y="55486"/>
                  <a:pt x="174716" y="66448"/>
                </a:cubicBezTo>
                <a:cubicBezTo>
                  <a:pt x="182147" y="75813"/>
                  <a:pt x="185863" y="86567"/>
                  <a:pt x="185863" y="98710"/>
                </a:cubicBezTo>
                <a:cubicBezTo>
                  <a:pt x="185863" y="107244"/>
                  <a:pt x="183814" y="115882"/>
                  <a:pt x="179716" y="124624"/>
                </a:cubicBezTo>
                <a:cubicBezTo>
                  <a:pt x="175619" y="133364"/>
                  <a:pt x="169976" y="139954"/>
                  <a:pt x="162788" y="144394"/>
                </a:cubicBezTo>
                <a:cubicBezTo>
                  <a:pt x="155599" y="148835"/>
                  <a:pt x="147595" y="151055"/>
                  <a:pt x="138775" y="151055"/>
                </a:cubicBezTo>
                <a:cubicBezTo>
                  <a:pt x="124399" y="151055"/>
                  <a:pt x="112974" y="145331"/>
                  <a:pt x="104501" y="133882"/>
                </a:cubicBezTo>
                <a:cubicBezTo>
                  <a:pt x="97348" y="124240"/>
                  <a:pt x="93771" y="113417"/>
                  <a:pt x="93771" y="101415"/>
                </a:cubicBezTo>
                <a:cubicBezTo>
                  <a:pt x="93771" y="92673"/>
                  <a:pt x="95941" y="83983"/>
                  <a:pt x="100282" y="75345"/>
                </a:cubicBezTo>
                <a:cubicBezTo>
                  <a:pt x="104623" y="66707"/>
                  <a:pt x="110335" y="60324"/>
                  <a:pt x="117419" y="56196"/>
                </a:cubicBezTo>
                <a:cubicBezTo>
                  <a:pt x="124503" y="52068"/>
                  <a:pt x="132004" y="50004"/>
                  <a:pt x="139921" y="50004"/>
                </a:cubicBezTo>
                <a:moveTo>
                  <a:pt x="136691" y="56880"/>
                </a:moveTo>
                <a:cubicBezTo>
                  <a:pt x="133011" y="56880"/>
                  <a:pt x="129312" y="57973"/>
                  <a:pt x="125597" y="60158"/>
                </a:cubicBezTo>
                <a:cubicBezTo>
                  <a:pt x="121881" y="62344"/>
                  <a:pt x="118877" y="66177"/>
                  <a:pt x="116586" y="71657"/>
                </a:cubicBezTo>
                <a:cubicBezTo>
                  <a:pt x="114294" y="77137"/>
                  <a:pt x="113148" y="84177"/>
                  <a:pt x="113148" y="92778"/>
                </a:cubicBezTo>
                <a:cubicBezTo>
                  <a:pt x="113148" y="106651"/>
                  <a:pt x="115908" y="118617"/>
                  <a:pt x="121430" y="128677"/>
                </a:cubicBezTo>
                <a:cubicBezTo>
                  <a:pt x="126951" y="138734"/>
                  <a:pt x="134226" y="143763"/>
                  <a:pt x="143255" y="143763"/>
                </a:cubicBezTo>
                <a:cubicBezTo>
                  <a:pt x="149991" y="143763"/>
                  <a:pt x="155547" y="140988"/>
                  <a:pt x="159923" y="135439"/>
                </a:cubicBezTo>
                <a:cubicBezTo>
                  <a:pt x="164298" y="129889"/>
                  <a:pt x="166486" y="120351"/>
                  <a:pt x="166486" y="106826"/>
                </a:cubicBezTo>
                <a:cubicBezTo>
                  <a:pt x="166486" y="89900"/>
                  <a:pt x="162840" y="76580"/>
                  <a:pt x="155547" y="66868"/>
                </a:cubicBezTo>
                <a:cubicBezTo>
                  <a:pt x="150616" y="60209"/>
                  <a:pt x="144331" y="56880"/>
                  <a:pt x="136691" y="56880"/>
                </a:cubicBezTo>
                <a:close/>
                <a:moveTo>
                  <a:pt x="271596" y="137408"/>
                </a:moveTo>
                <a:cubicBezTo>
                  <a:pt x="266942" y="142270"/>
                  <a:pt x="262393" y="145760"/>
                  <a:pt x="257948" y="147878"/>
                </a:cubicBezTo>
                <a:cubicBezTo>
                  <a:pt x="253504" y="149996"/>
                  <a:pt x="248712" y="151055"/>
                  <a:pt x="243572" y="151055"/>
                </a:cubicBezTo>
                <a:cubicBezTo>
                  <a:pt x="233155" y="151055"/>
                  <a:pt x="224057" y="146707"/>
                  <a:pt x="216278" y="138010"/>
                </a:cubicBezTo>
                <a:cubicBezTo>
                  <a:pt x="208500" y="129312"/>
                  <a:pt x="204610" y="118134"/>
                  <a:pt x="204610" y="104479"/>
                </a:cubicBezTo>
                <a:cubicBezTo>
                  <a:pt x="204610" y="90825"/>
                  <a:pt x="208916" y="78333"/>
                  <a:pt x="217528" y="67001"/>
                </a:cubicBezTo>
                <a:cubicBezTo>
                  <a:pt x="226140" y="55670"/>
                  <a:pt x="237217" y="50004"/>
                  <a:pt x="250760" y="50004"/>
                </a:cubicBezTo>
                <a:cubicBezTo>
                  <a:pt x="259164" y="50004"/>
                  <a:pt x="266109" y="52678"/>
                  <a:pt x="271596" y="58026"/>
                </a:cubicBezTo>
                <a:lnTo>
                  <a:pt x="271596" y="40381"/>
                </a:lnTo>
                <a:cubicBezTo>
                  <a:pt x="271596" y="29432"/>
                  <a:pt x="271335" y="22702"/>
                  <a:pt x="270814" y="20191"/>
                </a:cubicBezTo>
                <a:cubicBezTo>
                  <a:pt x="270293" y="17680"/>
                  <a:pt x="269477" y="15971"/>
                  <a:pt x="268366" y="15066"/>
                </a:cubicBezTo>
                <a:cubicBezTo>
                  <a:pt x="267255" y="14159"/>
                  <a:pt x="265866" y="13706"/>
                  <a:pt x="264199" y="13706"/>
                </a:cubicBezTo>
                <a:cubicBezTo>
                  <a:pt x="262393" y="13706"/>
                  <a:pt x="259997" y="14263"/>
                  <a:pt x="257011" y="15379"/>
                </a:cubicBezTo>
                <a:lnTo>
                  <a:pt x="255657" y="11717"/>
                </a:lnTo>
                <a:lnTo>
                  <a:pt x="284097" y="0"/>
                </a:lnTo>
                <a:lnTo>
                  <a:pt x="288785" y="0"/>
                </a:lnTo>
                <a:lnTo>
                  <a:pt x="288785" y="110322"/>
                </a:lnTo>
                <a:cubicBezTo>
                  <a:pt x="288785" y="121504"/>
                  <a:pt x="289045" y="128327"/>
                  <a:pt x="289566" y="130793"/>
                </a:cubicBezTo>
                <a:cubicBezTo>
                  <a:pt x="290087" y="133258"/>
                  <a:pt x="290920" y="134977"/>
                  <a:pt x="292066" y="135950"/>
                </a:cubicBezTo>
                <a:cubicBezTo>
                  <a:pt x="293212" y="136922"/>
                  <a:pt x="294549" y="137408"/>
                  <a:pt x="296077" y="137408"/>
                </a:cubicBezTo>
                <a:cubicBezTo>
                  <a:pt x="297952" y="137408"/>
                  <a:pt x="300452" y="136818"/>
                  <a:pt x="303578" y="135637"/>
                </a:cubicBezTo>
                <a:lnTo>
                  <a:pt x="304723" y="139283"/>
                </a:lnTo>
                <a:lnTo>
                  <a:pt x="276388" y="151055"/>
                </a:lnTo>
                <a:lnTo>
                  <a:pt x="271596" y="151055"/>
                </a:lnTo>
                <a:lnTo>
                  <a:pt x="271596" y="137408"/>
                </a:lnTo>
                <a:moveTo>
                  <a:pt x="271596" y="130139"/>
                </a:moveTo>
                <a:lnTo>
                  <a:pt x="271596" y="81091"/>
                </a:lnTo>
                <a:cubicBezTo>
                  <a:pt x="271179" y="76379"/>
                  <a:pt x="269929" y="72084"/>
                  <a:pt x="267845" y="68206"/>
                </a:cubicBezTo>
                <a:cubicBezTo>
                  <a:pt x="265762" y="64325"/>
                  <a:pt x="263001" y="61399"/>
                  <a:pt x="259563" y="59426"/>
                </a:cubicBezTo>
                <a:cubicBezTo>
                  <a:pt x="256125" y="57451"/>
                  <a:pt x="252774" y="56463"/>
                  <a:pt x="249510" y="56463"/>
                </a:cubicBezTo>
                <a:cubicBezTo>
                  <a:pt x="243399" y="56463"/>
                  <a:pt x="237947" y="59200"/>
                  <a:pt x="233155" y="64674"/>
                </a:cubicBezTo>
                <a:cubicBezTo>
                  <a:pt x="226835" y="71877"/>
                  <a:pt x="223675" y="82406"/>
                  <a:pt x="223675" y="96262"/>
                </a:cubicBezTo>
                <a:cubicBezTo>
                  <a:pt x="223675" y="110256"/>
                  <a:pt x="226730" y="120978"/>
                  <a:pt x="232842" y="128426"/>
                </a:cubicBezTo>
                <a:cubicBezTo>
                  <a:pt x="238954" y="135873"/>
                  <a:pt x="245760" y="139596"/>
                  <a:pt x="253261" y="139596"/>
                </a:cubicBezTo>
                <a:cubicBezTo>
                  <a:pt x="259581" y="139596"/>
                  <a:pt x="265692" y="136443"/>
                  <a:pt x="271596" y="130139"/>
                </a:cubicBezTo>
                <a:close/>
                <a:moveTo>
                  <a:pt x="331179" y="88758"/>
                </a:moveTo>
                <a:cubicBezTo>
                  <a:pt x="331110" y="102893"/>
                  <a:pt x="334548" y="113980"/>
                  <a:pt x="341493" y="122019"/>
                </a:cubicBezTo>
                <a:cubicBezTo>
                  <a:pt x="348438" y="130056"/>
                  <a:pt x="356598" y="134074"/>
                  <a:pt x="365974" y="134074"/>
                </a:cubicBezTo>
                <a:cubicBezTo>
                  <a:pt x="372225" y="134074"/>
                  <a:pt x="377659" y="132356"/>
                  <a:pt x="382278" y="128918"/>
                </a:cubicBezTo>
                <a:cubicBezTo>
                  <a:pt x="386896" y="125480"/>
                  <a:pt x="390768" y="119594"/>
                  <a:pt x="393893" y="111260"/>
                </a:cubicBezTo>
                <a:lnTo>
                  <a:pt x="397123" y="113343"/>
                </a:lnTo>
                <a:cubicBezTo>
                  <a:pt x="395664" y="122858"/>
                  <a:pt x="391428" y="131522"/>
                  <a:pt x="384413" y="139335"/>
                </a:cubicBezTo>
                <a:cubicBezTo>
                  <a:pt x="377399" y="147149"/>
                  <a:pt x="368613" y="151055"/>
                  <a:pt x="358057" y="151055"/>
                </a:cubicBezTo>
                <a:cubicBezTo>
                  <a:pt x="346597" y="151055"/>
                  <a:pt x="336787" y="146603"/>
                  <a:pt x="328627" y="137698"/>
                </a:cubicBezTo>
                <a:cubicBezTo>
                  <a:pt x="320466" y="128791"/>
                  <a:pt x="316386" y="116817"/>
                  <a:pt x="316386" y="101777"/>
                </a:cubicBezTo>
                <a:cubicBezTo>
                  <a:pt x="316386" y="85490"/>
                  <a:pt x="320571" y="72791"/>
                  <a:pt x="328939" y="63678"/>
                </a:cubicBezTo>
                <a:cubicBezTo>
                  <a:pt x="337308" y="54562"/>
                  <a:pt x="347813" y="50004"/>
                  <a:pt x="360453" y="50004"/>
                </a:cubicBezTo>
                <a:cubicBezTo>
                  <a:pt x="371148" y="50004"/>
                  <a:pt x="379934" y="53520"/>
                  <a:pt x="386809" y="60552"/>
                </a:cubicBezTo>
                <a:cubicBezTo>
                  <a:pt x="393685" y="67582"/>
                  <a:pt x="397123" y="76984"/>
                  <a:pt x="397123" y="88758"/>
                </a:cubicBezTo>
                <a:lnTo>
                  <a:pt x="331179" y="88758"/>
                </a:lnTo>
                <a:moveTo>
                  <a:pt x="331179" y="82716"/>
                </a:moveTo>
                <a:lnTo>
                  <a:pt x="375350" y="82716"/>
                </a:lnTo>
                <a:cubicBezTo>
                  <a:pt x="375003" y="76604"/>
                  <a:pt x="374273" y="72298"/>
                  <a:pt x="373162" y="69798"/>
                </a:cubicBezTo>
                <a:cubicBezTo>
                  <a:pt x="371426" y="65909"/>
                  <a:pt x="368839" y="62853"/>
                  <a:pt x="365401" y="60630"/>
                </a:cubicBezTo>
                <a:cubicBezTo>
                  <a:pt x="361963" y="58408"/>
                  <a:pt x="358369" y="57297"/>
                  <a:pt x="354619" y="57297"/>
                </a:cubicBezTo>
                <a:cubicBezTo>
                  <a:pt x="348854" y="57297"/>
                  <a:pt x="343698" y="59537"/>
                  <a:pt x="339149" y="64016"/>
                </a:cubicBezTo>
                <a:cubicBezTo>
                  <a:pt x="334600" y="68496"/>
                  <a:pt x="331943" y="74729"/>
                  <a:pt x="331179" y="82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cfd54ad7b442e"/>
          <a:stretch xmlns:a="http://schemas.openxmlformats.org/drawingml/2006/main"/>
        </p:blipFill>
        <p:spPr>
          <a:xfrm xmlns:a="http://schemas.openxmlformats.org/drawingml/2006/main">
            <a:off x="7107572" y="3547115"/>
            <a:ext cx="502136" cy="494963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A7189-669F-4AF1-9634-DE6BEA2A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554" y="3410555"/>
            <a:ext cx="1211842" cy="1169171"/>
          </a:xfrm>
          <a:custGeom xmlns:a="http://schemas.openxmlformats.org/drawingml/2006/main">
            <a:pathLst>
              <a:path w="1211842" h="1169171">
                <a:moveTo>
                  <a:pt x="0" y="1169171"/>
                </a:moveTo>
                <a:lnTo>
                  <a:pt x="0" y="0"/>
                </a:lnTo>
                <a:lnTo>
                  <a:pt x="972787" y="0"/>
                </a:lnTo>
                <a:lnTo>
                  <a:pt x="1211842" y="239054"/>
                </a:lnTo>
                <a:lnTo>
                  <a:pt x="1211842" y="1169171"/>
                </a:lnTo>
                <a:lnTo>
                  <a:pt x="0" y="11691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ACE0C-FB04-458F-93DB-49E36B1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335" y="3410555"/>
            <a:ext cx="239054" cy="239054"/>
          </a:xfrm>
          <a:custGeom xmlns:a="http://schemas.openxmlformats.org/drawingml/2006/main">
            <a:pathLst>
              <a:path w="239054" h="239054">
                <a:moveTo>
                  <a:pt x="0" y="0"/>
                </a:moveTo>
                <a:lnTo>
                  <a:pt x="239054" y="239054"/>
                </a:lnTo>
                <a:lnTo>
                  <a:pt x="47819" y="191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CD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E5D5B-9110-4C8A-9B23-694EEED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548" y="3410555"/>
            <a:ext cx="1211842" cy="1169171"/>
          </a:xfrm>
          <a:custGeom xmlns:a="http://schemas.openxmlformats.org/drawingml/2006/main">
            <a:pathLst>
              <a:path w="1211842" h="1169171" fill="none">
                <a:moveTo>
                  <a:pt x="972787" y="0"/>
                </a:moveTo>
                <a:lnTo>
                  <a:pt x="1020607" y="191249"/>
                </a:lnTo>
                <a:lnTo>
                  <a:pt x="1211842" y="239054"/>
                </a:lnTo>
                <a:lnTo>
                  <a:pt x="972787" y="0"/>
                </a:lnTo>
                <a:lnTo>
                  <a:pt x="0" y="0"/>
                </a:lnTo>
                <a:lnTo>
                  <a:pt x="0" y="1169171"/>
                </a:lnTo>
                <a:lnTo>
                  <a:pt x="1211842" y="1169171"/>
                </a:lnTo>
                <a:lnTo>
                  <a:pt x="1211842" y="239054"/>
                </a:lnTo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767171"/>
            </a:solidFill>
            <a:round/>
          </a:ln>
        </p:spPr>
      </p:sp>
      <p:sp>
        <p:nvSpPr>
          <p:cNvPr id="67" name="Text ▸">
            <a:extLst xmlns:a="http://schemas.openxmlformats.org/drawingml/2006/main">
              <a:ext uri="{FF2B5EF4-FFF2-40B4-BE49-F238E27FC236}">
                <a16:creationId xmlns:a16="http://schemas.microsoft.com/office/drawing/2014/main" id="{AE3BE780-0ECF-4CCE-AE74-CEC9B41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258" y="3668867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Problem">
            <a:extLst xmlns:a="http://schemas.openxmlformats.org/drawingml/2006/main">
              <a:ext uri="{FF2B5EF4-FFF2-40B4-BE49-F238E27FC236}">
                <a16:creationId xmlns:a16="http://schemas.microsoft.com/office/drawing/2014/main" id="{AF8F463F-2B5A-4D1E-B63A-24B358BE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895" y="3646248"/>
            <a:ext cx="716700" cy="132645"/>
          </a:xfrm>
          <a:custGeom xmlns:a="http://schemas.openxmlformats.org/drawingml/2006/main">
            <a:pathLst>
              <a:path w="716700" h="132645">
                <a:moveTo>
                  <a:pt x="48017" y="71115"/>
                </a:moveTo>
                <a:lnTo>
                  <a:pt x="48017" y="107151"/>
                </a:lnTo>
                <a:cubicBezTo>
                  <a:pt x="48017" y="114216"/>
                  <a:pt x="48448" y="118663"/>
                  <a:pt x="49311" y="120494"/>
                </a:cubicBezTo>
                <a:cubicBezTo>
                  <a:pt x="50173" y="122323"/>
                  <a:pt x="51707" y="123784"/>
                  <a:pt x="53911" y="124876"/>
                </a:cubicBezTo>
                <a:cubicBezTo>
                  <a:pt x="56115" y="125966"/>
                  <a:pt x="60157" y="126511"/>
                  <a:pt x="66035" y="126511"/>
                </a:cubicBezTo>
                <a:lnTo>
                  <a:pt x="66035" y="129962"/>
                </a:lnTo>
                <a:lnTo>
                  <a:pt x="0" y="129962"/>
                </a:lnTo>
                <a:lnTo>
                  <a:pt x="0" y="126511"/>
                </a:lnTo>
                <a:cubicBezTo>
                  <a:pt x="6006" y="126511"/>
                  <a:pt x="10079" y="125949"/>
                  <a:pt x="12220" y="124825"/>
                </a:cubicBezTo>
                <a:cubicBezTo>
                  <a:pt x="14360" y="123701"/>
                  <a:pt x="15862" y="122240"/>
                  <a:pt x="16724" y="120443"/>
                </a:cubicBezTo>
                <a:cubicBezTo>
                  <a:pt x="17587" y="118646"/>
                  <a:pt x="18018" y="114216"/>
                  <a:pt x="18018" y="107151"/>
                </a:cubicBezTo>
                <a:lnTo>
                  <a:pt x="18018" y="22810"/>
                </a:lnTo>
                <a:cubicBezTo>
                  <a:pt x="18018" y="15746"/>
                  <a:pt x="17587" y="11299"/>
                  <a:pt x="16724" y="9470"/>
                </a:cubicBezTo>
                <a:cubicBezTo>
                  <a:pt x="15862" y="7639"/>
                  <a:pt x="14344" y="6179"/>
                  <a:pt x="12172" y="5089"/>
                </a:cubicBezTo>
                <a:cubicBezTo>
                  <a:pt x="10000" y="3996"/>
                  <a:pt x="5942" y="3450"/>
                  <a:pt x="0" y="3450"/>
                </a:cubicBezTo>
                <a:lnTo>
                  <a:pt x="0" y="0"/>
                </a:lnTo>
                <a:lnTo>
                  <a:pt x="56643" y="0"/>
                </a:lnTo>
                <a:cubicBezTo>
                  <a:pt x="75300" y="0"/>
                  <a:pt x="88686" y="3323"/>
                  <a:pt x="96800" y="9968"/>
                </a:cubicBezTo>
                <a:cubicBezTo>
                  <a:pt x="104915" y="16613"/>
                  <a:pt x="108972" y="24919"/>
                  <a:pt x="108972" y="34886"/>
                </a:cubicBezTo>
                <a:cubicBezTo>
                  <a:pt x="108972" y="43321"/>
                  <a:pt x="106353" y="50541"/>
                  <a:pt x="101113" y="56547"/>
                </a:cubicBezTo>
                <a:cubicBezTo>
                  <a:pt x="95874" y="62553"/>
                  <a:pt x="88654" y="66642"/>
                  <a:pt x="79453" y="68814"/>
                </a:cubicBezTo>
                <a:cubicBezTo>
                  <a:pt x="73255" y="70348"/>
                  <a:pt x="62776" y="71115"/>
                  <a:pt x="48017" y="71115"/>
                </a:cubicBezTo>
                <a:moveTo>
                  <a:pt x="48017" y="7476"/>
                </a:moveTo>
                <a:lnTo>
                  <a:pt x="48017" y="63639"/>
                </a:lnTo>
                <a:cubicBezTo>
                  <a:pt x="50125" y="63767"/>
                  <a:pt x="51723" y="63831"/>
                  <a:pt x="52809" y="63831"/>
                </a:cubicBezTo>
                <a:cubicBezTo>
                  <a:pt x="60604" y="63831"/>
                  <a:pt x="66610" y="61515"/>
                  <a:pt x="70827" y="56882"/>
                </a:cubicBezTo>
                <a:cubicBezTo>
                  <a:pt x="75044" y="52250"/>
                  <a:pt x="77153" y="45078"/>
                  <a:pt x="77153" y="35366"/>
                </a:cubicBezTo>
                <a:cubicBezTo>
                  <a:pt x="77153" y="25718"/>
                  <a:pt x="75044" y="18657"/>
                  <a:pt x="70827" y="14185"/>
                </a:cubicBezTo>
                <a:cubicBezTo>
                  <a:pt x="66610" y="9712"/>
                  <a:pt x="60316" y="7476"/>
                  <a:pt x="51946" y="7476"/>
                </a:cubicBezTo>
                <a:lnTo>
                  <a:pt x="48017" y="7476"/>
                </a:lnTo>
                <a:close/>
                <a:moveTo>
                  <a:pt x="166832" y="40254"/>
                </a:moveTo>
                <a:lnTo>
                  <a:pt x="166832" y="60572"/>
                </a:lnTo>
                <a:cubicBezTo>
                  <a:pt x="172774" y="51307"/>
                  <a:pt x="177982" y="45158"/>
                  <a:pt x="182454" y="42123"/>
                </a:cubicBezTo>
                <a:cubicBezTo>
                  <a:pt x="186927" y="39088"/>
                  <a:pt x="191240" y="37570"/>
                  <a:pt x="195393" y="37570"/>
                </a:cubicBezTo>
                <a:cubicBezTo>
                  <a:pt x="198971" y="37570"/>
                  <a:pt x="201831" y="38676"/>
                  <a:pt x="203971" y="40889"/>
                </a:cubicBezTo>
                <a:cubicBezTo>
                  <a:pt x="206111" y="43101"/>
                  <a:pt x="207182" y="46227"/>
                  <a:pt x="207182" y="50266"/>
                </a:cubicBezTo>
                <a:cubicBezTo>
                  <a:pt x="207182" y="54563"/>
                  <a:pt x="206143" y="57898"/>
                  <a:pt x="204067" y="60273"/>
                </a:cubicBezTo>
                <a:cubicBezTo>
                  <a:pt x="201990" y="62645"/>
                  <a:pt x="199482" y="63831"/>
                  <a:pt x="196543" y="63831"/>
                </a:cubicBezTo>
                <a:cubicBezTo>
                  <a:pt x="193157" y="63831"/>
                  <a:pt x="190218" y="62744"/>
                  <a:pt x="187726" y="60572"/>
                </a:cubicBezTo>
                <a:cubicBezTo>
                  <a:pt x="185234" y="58400"/>
                  <a:pt x="183764" y="57186"/>
                  <a:pt x="183317" y="56930"/>
                </a:cubicBezTo>
                <a:cubicBezTo>
                  <a:pt x="182678" y="56547"/>
                  <a:pt x="181943" y="56355"/>
                  <a:pt x="181113" y="56355"/>
                </a:cubicBezTo>
                <a:cubicBezTo>
                  <a:pt x="179260" y="56355"/>
                  <a:pt x="177503" y="57058"/>
                  <a:pt x="175841" y="58464"/>
                </a:cubicBezTo>
                <a:cubicBezTo>
                  <a:pt x="173222" y="60636"/>
                  <a:pt x="171241" y="63735"/>
                  <a:pt x="169899" y="67760"/>
                </a:cubicBezTo>
                <a:cubicBezTo>
                  <a:pt x="167855" y="73958"/>
                  <a:pt x="166832" y="80795"/>
                  <a:pt x="166832" y="88270"/>
                </a:cubicBezTo>
                <a:lnTo>
                  <a:pt x="166832" y="108876"/>
                </a:lnTo>
                <a:lnTo>
                  <a:pt x="166928" y="114244"/>
                </a:lnTo>
                <a:cubicBezTo>
                  <a:pt x="166928" y="117886"/>
                  <a:pt x="167152" y="120218"/>
                  <a:pt x="167599" y="121240"/>
                </a:cubicBezTo>
                <a:cubicBezTo>
                  <a:pt x="168366" y="122965"/>
                  <a:pt x="169500" y="124227"/>
                  <a:pt x="171001" y="125026"/>
                </a:cubicBezTo>
                <a:cubicBezTo>
                  <a:pt x="172503" y="125824"/>
                  <a:pt x="175043" y="126320"/>
                  <a:pt x="178621" y="126511"/>
                </a:cubicBezTo>
                <a:lnTo>
                  <a:pt x="178621" y="129962"/>
                </a:lnTo>
                <a:lnTo>
                  <a:pt x="130221" y="129962"/>
                </a:lnTo>
                <a:lnTo>
                  <a:pt x="130221" y="126511"/>
                </a:lnTo>
                <a:cubicBezTo>
                  <a:pt x="134118" y="126192"/>
                  <a:pt x="136754" y="125122"/>
                  <a:pt x="138128" y="123301"/>
                </a:cubicBezTo>
                <a:cubicBezTo>
                  <a:pt x="139501" y="121480"/>
                  <a:pt x="140188" y="116672"/>
                  <a:pt x="140188" y="108876"/>
                </a:cubicBezTo>
                <a:lnTo>
                  <a:pt x="140188" y="59230"/>
                </a:lnTo>
                <a:cubicBezTo>
                  <a:pt x="140188" y="54087"/>
                  <a:pt x="139933" y="50808"/>
                  <a:pt x="139421" y="49395"/>
                </a:cubicBezTo>
                <a:cubicBezTo>
                  <a:pt x="138783" y="47593"/>
                  <a:pt x="137856" y="46276"/>
                  <a:pt x="136642" y="45441"/>
                </a:cubicBezTo>
                <a:cubicBezTo>
                  <a:pt x="135428" y="44604"/>
                  <a:pt x="133288" y="44025"/>
                  <a:pt x="130221" y="43704"/>
                </a:cubicBezTo>
                <a:lnTo>
                  <a:pt x="130221" y="40254"/>
                </a:lnTo>
                <a:lnTo>
                  <a:pt x="166832" y="40254"/>
                </a:lnTo>
                <a:close/>
                <a:moveTo>
                  <a:pt x="257256" y="37570"/>
                </a:moveTo>
                <a:cubicBezTo>
                  <a:pt x="265051" y="37570"/>
                  <a:pt x="272303" y="39585"/>
                  <a:pt x="279012" y="43614"/>
                </a:cubicBezTo>
                <a:cubicBezTo>
                  <a:pt x="285721" y="47643"/>
                  <a:pt x="290817" y="53368"/>
                  <a:pt x="294299" y="60788"/>
                </a:cubicBezTo>
                <a:cubicBezTo>
                  <a:pt x="297781" y="68207"/>
                  <a:pt x="299523" y="76330"/>
                  <a:pt x="299523" y="85156"/>
                </a:cubicBezTo>
                <a:cubicBezTo>
                  <a:pt x="299523" y="97883"/>
                  <a:pt x="296296" y="108532"/>
                  <a:pt x="289842" y="117104"/>
                </a:cubicBezTo>
                <a:cubicBezTo>
                  <a:pt x="282047" y="127465"/>
                  <a:pt x="271281" y="132645"/>
                  <a:pt x="257544" y="132645"/>
                </a:cubicBezTo>
                <a:cubicBezTo>
                  <a:pt x="244062" y="132645"/>
                  <a:pt x="233679" y="127912"/>
                  <a:pt x="226395" y="118446"/>
                </a:cubicBezTo>
                <a:cubicBezTo>
                  <a:pt x="219111" y="108979"/>
                  <a:pt x="215469" y="98010"/>
                  <a:pt x="215469" y="85539"/>
                </a:cubicBezTo>
                <a:cubicBezTo>
                  <a:pt x="215469" y="72684"/>
                  <a:pt x="219191" y="61476"/>
                  <a:pt x="226635" y="51913"/>
                </a:cubicBezTo>
                <a:cubicBezTo>
                  <a:pt x="234078" y="42351"/>
                  <a:pt x="244286" y="37570"/>
                  <a:pt x="257256" y="37570"/>
                </a:cubicBezTo>
                <a:moveTo>
                  <a:pt x="257640" y="44279"/>
                </a:moveTo>
                <a:cubicBezTo>
                  <a:pt x="254381" y="44279"/>
                  <a:pt x="251586" y="45511"/>
                  <a:pt x="249253" y="47975"/>
                </a:cubicBezTo>
                <a:cubicBezTo>
                  <a:pt x="246921" y="50437"/>
                  <a:pt x="245388" y="55298"/>
                  <a:pt x="244653" y="62558"/>
                </a:cubicBezTo>
                <a:cubicBezTo>
                  <a:pt x="243918" y="69818"/>
                  <a:pt x="243551" y="79909"/>
                  <a:pt x="243551" y="92832"/>
                </a:cubicBezTo>
                <a:cubicBezTo>
                  <a:pt x="243551" y="99677"/>
                  <a:pt x="243998" y="106074"/>
                  <a:pt x="244893" y="112024"/>
                </a:cubicBezTo>
                <a:cubicBezTo>
                  <a:pt x="245595" y="116565"/>
                  <a:pt x="247097" y="120019"/>
                  <a:pt x="249397" y="122387"/>
                </a:cubicBezTo>
                <a:cubicBezTo>
                  <a:pt x="251697" y="124753"/>
                  <a:pt x="254317" y="125936"/>
                  <a:pt x="257256" y="125936"/>
                </a:cubicBezTo>
                <a:cubicBezTo>
                  <a:pt x="260132" y="125936"/>
                  <a:pt x="262528" y="125137"/>
                  <a:pt x="264444" y="123537"/>
                </a:cubicBezTo>
                <a:cubicBezTo>
                  <a:pt x="266936" y="121363"/>
                  <a:pt x="268598" y="118324"/>
                  <a:pt x="269428" y="114420"/>
                </a:cubicBezTo>
                <a:cubicBezTo>
                  <a:pt x="270706" y="108344"/>
                  <a:pt x="271345" y="96063"/>
                  <a:pt x="271345" y="77575"/>
                </a:cubicBezTo>
                <a:cubicBezTo>
                  <a:pt x="271345" y="66701"/>
                  <a:pt x="270738" y="59233"/>
                  <a:pt x="269524" y="55172"/>
                </a:cubicBezTo>
                <a:cubicBezTo>
                  <a:pt x="268310" y="51109"/>
                  <a:pt x="266521" y="48150"/>
                  <a:pt x="264157" y="46295"/>
                </a:cubicBezTo>
                <a:cubicBezTo>
                  <a:pt x="262496" y="44951"/>
                  <a:pt x="260323" y="44279"/>
                  <a:pt x="257640" y="44279"/>
                </a:cubicBezTo>
                <a:close/>
                <a:moveTo>
                  <a:pt x="352086" y="0"/>
                </a:moveTo>
                <a:lnTo>
                  <a:pt x="352086" y="49263"/>
                </a:lnTo>
                <a:cubicBezTo>
                  <a:pt x="359626" y="41468"/>
                  <a:pt x="367868" y="37570"/>
                  <a:pt x="376813" y="37570"/>
                </a:cubicBezTo>
                <a:cubicBezTo>
                  <a:pt x="382947" y="37570"/>
                  <a:pt x="388730" y="39377"/>
                  <a:pt x="394161" y="42991"/>
                </a:cubicBezTo>
                <a:cubicBezTo>
                  <a:pt x="399592" y="46605"/>
                  <a:pt x="403841" y="51738"/>
                  <a:pt x="406908" y="58389"/>
                </a:cubicBezTo>
                <a:cubicBezTo>
                  <a:pt x="409975" y="65040"/>
                  <a:pt x="411508" y="72715"/>
                  <a:pt x="411508" y="81415"/>
                </a:cubicBezTo>
                <a:cubicBezTo>
                  <a:pt x="411508" y="91201"/>
                  <a:pt x="409559" y="100091"/>
                  <a:pt x="405662" y="108086"/>
                </a:cubicBezTo>
                <a:cubicBezTo>
                  <a:pt x="401764" y="116081"/>
                  <a:pt x="396557" y="122172"/>
                  <a:pt x="390040" y="126362"/>
                </a:cubicBezTo>
                <a:cubicBezTo>
                  <a:pt x="383522" y="130551"/>
                  <a:pt x="376079" y="132645"/>
                  <a:pt x="367708" y="132645"/>
                </a:cubicBezTo>
                <a:cubicBezTo>
                  <a:pt x="362852" y="132645"/>
                  <a:pt x="358539" y="131878"/>
                  <a:pt x="354770" y="130345"/>
                </a:cubicBezTo>
                <a:cubicBezTo>
                  <a:pt x="351000" y="128812"/>
                  <a:pt x="347294" y="126320"/>
                  <a:pt x="343652" y="122869"/>
                </a:cubicBezTo>
                <a:lnTo>
                  <a:pt x="328797" y="132645"/>
                </a:lnTo>
                <a:lnTo>
                  <a:pt x="325538" y="132645"/>
                </a:lnTo>
                <a:lnTo>
                  <a:pt x="325538" y="18593"/>
                </a:lnTo>
                <a:cubicBezTo>
                  <a:pt x="325538" y="13384"/>
                  <a:pt x="325314" y="10169"/>
                  <a:pt x="324867" y="8949"/>
                </a:cubicBezTo>
                <a:cubicBezTo>
                  <a:pt x="324228" y="7148"/>
                  <a:pt x="323222" y="5813"/>
                  <a:pt x="321848" y="4945"/>
                </a:cubicBezTo>
                <a:cubicBezTo>
                  <a:pt x="320474" y="4076"/>
                  <a:pt x="318158" y="3578"/>
                  <a:pt x="314899" y="3450"/>
                </a:cubicBezTo>
                <a:lnTo>
                  <a:pt x="314899" y="0"/>
                </a:lnTo>
                <a:lnTo>
                  <a:pt x="352086" y="0"/>
                </a:lnTo>
                <a:moveTo>
                  <a:pt x="352086" y="57805"/>
                </a:moveTo>
                <a:lnTo>
                  <a:pt x="352086" y="97723"/>
                </a:lnTo>
                <a:cubicBezTo>
                  <a:pt x="352086" y="105847"/>
                  <a:pt x="352278" y="111030"/>
                  <a:pt x="352661" y="113270"/>
                </a:cubicBezTo>
                <a:cubicBezTo>
                  <a:pt x="353300" y="117044"/>
                  <a:pt x="354834" y="120099"/>
                  <a:pt x="357262" y="122435"/>
                </a:cubicBezTo>
                <a:cubicBezTo>
                  <a:pt x="359690" y="124769"/>
                  <a:pt x="362788" y="125936"/>
                  <a:pt x="366558" y="125936"/>
                </a:cubicBezTo>
                <a:cubicBezTo>
                  <a:pt x="369817" y="125936"/>
                  <a:pt x="372612" y="125009"/>
                  <a:pt x="374944" y="123154"/>
                </a:cubicBezTo>
                <a:cubicBezTo>
                  <a:pt x="377277" y="121299"/>
                  <a:pt x="379225" y="117621"/>
                  <a:pt x="380791" y="112120"/>
                </a:cubicBezTo>
                <a:cubicBezTo>
                  <a:pt x="382356" y="106617"/>
                  <a:pt x="383139" y="96700"/>
                  <a:pt x="383139" y="82370"/>
                </a:cubicBezTo>
                <a:cubicBezTo>
                  <a:pt x="383139" y="68615"/>
                  <a:pt x="381414" y="59178"/>
                  <a:pt x="377963" y="54061"/>
                </a:cubicBezTo>
                <a:cubicBezTo>
                  <a:pt x="375472" y="50351"/>
                  <a:pt x="372117" y="48496"/>
                  <a:pt x="367900" y="48496"/>
                </a:cubicBezTo>
                <a:cubicBezTo>
                  <a:pt x="362405" y="48496"/>
                  <a:pt x="357134" y="51599"/>
                  <a:pt x="352086" y="57805"/>
                </a:cubicBezTo>
                <a:close/>
                <a:moveTo>
                  <a:pt x="463409" y="0"/>
                </a:moveTo>
                <a:lnTo>
                  <a:pt x="463409" y="111368"/>
                </a:lnTo>
                <a:cubicBezTo>
                  <a:pt x="463409" y="117694"/>
                  <a:pt x="464144" y="121735"/>
                  <a:pt x="465613" y="123492"/>
                </a:cubicBezTo>
                <a:cubicBezTo>
                  <a:pt x="467083" y="125249"/>
                  <a:pt x="469958" y="126256"/>
                  <a:pt x="474239" y="126511"/>
                </a:cubicBezTo>
                <a:lnTo>
                  <a:pt x="474239" y="129962"/>
                </a:lnTo>
                <a:lnTo>
                  <a:pt x="425839" y="129962"/>
                </a:lnTo>
                <a:lnTo>
                  <a:pt x="425839" y="126511"/>
                </a:lnTo>
                <a:cubicBezTo>
                  <a:pt x="429801" y="126384"/>
                  <a:pt x="432740" y="125233"/>
                  <a:pt x="434656" y="123061"/>
                </a:cubicBezTo>
                <a:cubicBezTo>
                  <a:pt x="435934" y="121591"/>
                  <a:pt x="436573" y="117694"/>
                  <a:pt x="436573" y="111368"/>
                </a:cubicBezTo>
                <a:lnTo>
                  <a:pt x="436573" y="18593"/>
                </a:lnTo>
                <a:cubicBezTo>
                  <a:pt x="436573" y="12292"/>
                  <a:pt x="435839" y="8257"/>
                  <a:pt x="434369" y="6490"/>
                </a:cubicBezTo>
                <a:cubicBezTo>
                  <a:pt x="432899" y="4721"/>
                  <a:pt x="430056" y="3708"/>
                  <a:pt x="425839" y="3450"/>
                </a:cubicBezTo>
                <a:lnTo>
                  <a:pt x="425839" y="0"/>
                </a:lnTo>
                <a:lnTo>
                  <a:pt x="463409" y="0"/>
                </a:lnTo>
                <a:close/>
                <a:moveTo>
                  <a:pt x="546910" y="81849"/>
                </a:moveTo>
                <a:lnTo>
                  <a:pt x="497743" y="81849"/>
                </a:lnTo>
                <a:cubicBezTo>
                  <a:pt x="498318" y="93765"/>
                  <a:pt x="501481" y="103183"/>
                  <a:pt x="507232" y="110101"/>
                </a:cubicBezTo>
                <a:cubicBezTo>
                  <a:pt x="511640" y="115419"/>
                  <a:pt x="516944" y="118077"/>
                  <a:pt x="523141" y="118077"/>
                </a:cubicBezTo>
                <a:cubicBezTo>
                  <a:pt x="526975" y="118077"/>
                  <a:pt x="530457" y="117007"/>
                  <a:pt x="533588" y="114867"/>
                </a:cubicBezTo>
                <a:cubicBezTo>
                  <a:pt x="536719" y="112726"/>
                  <a:pt x="540073" y="108876"/>
                  <a:pt x="543652" y="103318"/>
                </a:cubicBezTo>
                <a:lnTo>
                  <a:pt x="546910" y="105426"/>
                </a:lnTo>
                <a:cubicBezTo>
                  <a:pt x="542054" y="115330"/>
                  <a:pt x="536687" y="122342"/>
                  <a:pt x="530809" y="126463"/>
                </a:cubicBezTo>
                <a:cubicBezTo>
                  <a:pt x="524930" y="130585"/>
                  <a:pt x="518126" y="132645"/>
                  <a:pt x="510394" y="132645"/>
                </a:cubicBezTo>
                <a:cubicBezTo>
                  <a:pt x="497104" y="132645"/>
                  <a:pt x="487041" y="127529"/>
                  <a:pt x="480204" y="117296"/>
                </a:cubicBezTo>
                <a:cubicBezTo>
                  <a:pt x="474709" y="109045"/>
                  <a:pt x="471962" y="98812"/>
                  <a:pt x="471962" y="86596"/>
                </a:cubicBezTo>
                <a:cubicBezTo>
                  <a:pt x="471962" y="71629"/>
                  <a:pt x="476003" y="59716"/>
                  <a:pt x="484086" y="50859"/>
                </a:cubicBezTo>
                <a:cubicBezTo>
                  <a:pt x="492168" y="42000"/>
                  <a:pt x="501641" y="37570"/>
                  <a:pt x="512503" y="37570"/>
                </a:cubicBezTo>
                <a:cubicBezTo>
                  <a:pt x="521576" y="37570"/>
                  <a:pt x="529451" y="41292"/>
                  <a:pt x="536128" y="48736"/>
                </a:cubicBezTo>
                <a:cubicBezTo>
                  <a:pt x="542805" y="56179"/>
                  <a:pt x="546399" y="67217"/>
                  <a:pt x="546910" y="81849"/>
                </a:cubicBezTo>
                <a:moveTo>
                  <a:pt x="523333" y="75523"/>
                </a:moveTo>
                <a:cubicBezTo>
                  <a:pt x="523333" y="65236"/>
                  <a:pt x="522774" y="58176"/>
                  <a:pt x="521656" y="54342"/>
                </a:cubicBezTo>
                <a:cubicBezTo>
                  <a:pt x="520538" y="50509"/>
                  <a:pt x="518797" y="47601"/>
                  <a:pt x="516432" y="45621"/>
                </a:cubicBezTo>
                <a:cubicBezTo>
                  <a:pt x="515091" y="44471"/>
                  <a:pt x="513302" y="43896"/>
                  <a:pt x="511065" y="43896"/>
                </a:cubicBezTo>
                <a:cubicBezTo>
                  <a:pt x="507743" y="43896"/>
                  <a:pt x="505027" y="45525"/>
                  <a:pt x="502919" y="48784"/>
                </a:cubicBezTo>
                <a:cubicBezTo>
                  <a:pt x="499149" y="54470"/>
                  <a:pt x="497264" y="62265"/>
                  <a:pt x="497264" y="72169"/>
                </a:cubicBezTo>
                <a:lnTo>
                  <a:pt x="497264" y="75523"/>
                </a:lnTo>
                <a:lnTo>
                  <a:pt x="523333" y="75523"/>
                </a:lnTo>
                <a:close/>
                <a:moveTo>
                  <a:pt x="602073" y="40254"/>
                </a:moveTo>
                <a:lnTo>
                  <a:pt x="602073" y="52138"/>
                </a:lnTo>
                <a:cubicBezTo>
                  <a:pt x="606993" y="46735"/>
                  <a:pt x="611545" y="42956"/>
                  <a:pt x="615730" y="40802"/>
                </a:cubicBezTo>
                <a:cubicBezTo>
                  <a:pt x="619915" y="38647"/>
                  <a:pt x="624500" y="37570"/>
                  <a:pt x="629483" y="37570"/>
                </a:cubicBezTo>
                <a:cubicBezTo>
                  <a:pt x="635234" y="37570"/>
                  <a:pt x="640058" y="38920"/>
                  <a:pt x="643956" y="41619"/>
                </a:cubicBezTo>
                <a:cubicBezTo>
                  <a:pt x="647853" y="44319"/>
                  <a:pt x="650856" y="48432"/>
                  <a:pt x="652965" y="53959"/>
                </a:cubicBezTo>
                <a:cubicBezTo>
                  <a:pt x="658076" y="48175"/>
                  <a:pt x="662980" y="43997"/>
                  <a:pt x="667676" y="41428"/>
                </a:cubicBezTo>
                <a:cubicBezTo>
                  <a:pt x="672373" y="38856"/>
                  <a:pt x="677277" y="37570"/>
                  <a:pt x="682388" y="37570"/>
                </a:cubicBezTo>
                <a:cubicBezTo>
                  <a:pt x="688586" y="37570"/>
                  <a:pt x="693522" y="38994"/>
                  <a:pt x="697196" y="41841"/>
                </a:cubicBezTo>
                <a:cubicBezTo>
                  <a:pt x="700870" y="44688"/>
                  <a:pt x="703425" y="48303"/>
                  <a:pt x="704863" y="52686"/>
                </a:cubicBezTo>
                <a:cubicBezTo>
                  <a:pt x="706301" y="57069"/>
                  <a:pt x="707020" y="64058"/>
                  <a:pt x="707020" y="73654"/>
                </a:cubicBezTo>
                <a:lnTo>
                  <a:pt x="707020" y="110410"/>
                </a:lnTo>
                <a:cubicBezTo>
                  <a:pt x="707020" y="117310"/>
                  <a:pt x="707642" y="121591"/>
                  <a:pt x="708888" y="123253"/>
                </a:cubicBezTo>
                <a:cubicBezTo>
                  <a:pt x="710134" y="124914"/>
                  <a:pt x="712738" y="126000"/>
                  <a:pt x="716700" y="126511"/>
                </a:cubicBezTo>
                <a:lnTo>
                  <a:pt x="716700" y="129962"/>
                </a:lnTo>
                <a:lnTo>
                  <a:pt x="670408" y="129962"/>
                </a:lnTo>
                <a:lnTo>
                  <a:pt x="670408" y="126511"/>
                </a:lnTo>
                <a:cubicBezTo>
                  <a:pt x="674050" y="126192"/>
                  <a:pt x="676733" y="124786"/>
                  <a:pt x="678459" y="122294"/>
                </a:cubicBezTo>
                <a:cubicBezTo>
                  <a:pt x="679609" y="120569"/>
                  <a:pt x="680184" y="116608"/>
                  <a:pt x="680184" y="110410"/>
                </a:cubicBezTo>
                <a:lnTo>
                  <a:pt x="680184" y="71881"/>
                </a:lnTo>
                <a:cubicBezTo>
                  <a:pt x="680184" y="63895"/>
                  <a:pt x="679864" y="58815"/>
                  <a:pt x="679225" y="56643"/>
                </a:cubicBezTo>
                <a:cubicBezTo>
                  <a:pt x="678586" y="54470"/>
                  <a:pt x="677580" y="52857"/>
                  <a:pt x="676206" y="51803"/>
                </a:cubicBezTo>
                <a:cubicBezTo>
                  <a:pt x="674833" y="50748"/>
                  <a:pt x="673219" y="50221"/>
                  <a:pt x="671366" y="50221"/>
                </a:cubicBezTo>
                <a:cubicBezTo>
                  <a:pt x="668619" y="50221"/>
                  <a:pt x="665839" y="51227"/>
                  <a:pt x="663028" y="53240"/>
                </a:cubicBezTo>
                <a:cubicBezTo>
                  <a:pt x="660217" y="55253"/>
                  <a:pt x="657373" y="58272"/>
                  <a:pt x="654498" y="62297"/>
                </a:cubicBezTo>
                <a:lnTo>
                  <a:pt x="654498" y="110410"/>
                </a:lnTo>
                <a:cubicBezTo>
                  <a:pt x="654498" y="116863"/>
                  <a:pt x="655041" y="120921"/>
                  <a:pt x="656127" y="122582"/>
                </a:cubicBezTo>
                <a:cubicBezTo>
                  <a:pt x="657597" y="124946"/>
                  <a:pt x="660408" y="126256"/>
                  <a:pt x="664562" y="126511"/>
                </a:cubicBezTo>
                <a:lnTo>
                  <a:pt x="664562" y="129962"/>
                </a:lnTo>
                <a:lnTo>
                  <a:pt x="618174" y="129962"/>
                </a:lnTo>
                <a:lnTo>
                  <a:pt x="618174" y="126511"/>
                </a:lnTo>
                <a:cubicBezTo>
                  <a:pt x="620666" y="126384"/>
                  <a:pt x="622631" y="125761"/>
                  <a:pt x="624068" y="124642"/>
                </a:cubicBezTo>
                <a:cubicBezTo>
                  <a:pt x="625506" y="123524"/>
                  <a:pt x="626464" y="122182"/>
                  <a:pt x="626944" y="120617"/>
                </a:cubicBezTo>
                <a:cubicBezTo>
                  <a:pt x="627423" y="119052"/>
                  <a:pt x="627662" y="115649"/>
                  <a:pt x="627662" y="110410"/>
                </a:cubicBezTo>
                <a:lnTo>
                  <a:pt x="627662" y="71822"/>
                </a:lnTo>
                <a:cubicBezTo>
                  <a:pt x="627662" y="63693"/>
                  <a:pt x="627343" y="58605"/>
                  <a:pt x="626704" y="56559"/>
                </a:cubicBezTo>
                <a:cubicBezTo>
                  <a:pt x="626065" y="54510"/>
                  <a:pt x="624995" y="52910"/>
                  <a:pt x="623493" y="51758"/>
                </a:cubicBezTo>
                <a:cubicBezTo>
                  <a:pt x="621992" y="50606"/>
                  <a:pt x="620378" y="50029"/>
                  <a:pt x="618653" y="50029"/>
                </a:cubicBezTo>
                <a:cubicBezTo>
                  <a:pt x="616098" y="50029"/>
                  <a:pt x="613765" y="50705"/>
                  <a:pt x="611657" y="52057"/>
                </a:cubicBezTo>
                <a:cubicBezTo>
                  <a:pt x="608654" y="54054"/>
                  <a:pt x="605459" y="57467"/>
                  <a:pt x="602073" y="62297"/>
                </a:cubicBezTo>
                <a:lnTo>
                  <a:pt x="602073" y="110410"/>
                </a:lnTo>
                <a:cubicBezTo>
                  <a:pt x="602073" y="116735"/>
                  <a:pt x="602696" y="120905"/>
                  <a:pt x="603942" y="122917"/>
                </a:cubicBezTo>
                <a:cubicBezTo>
                  <a:pt x="605188" y="124930"/>
                  <a:pt x="607791" y="126128"/>
                  <a:pt x="611753" y="126511"/>
                </a:cubicBezTo>
                <a:lnTo>
                  <a:pt x="611753" y="129962"/>
                </a:lnTo>
                <a:lnTo>
                  <a:pt x="565557" y="129962"/>
                </a:lnTo>
                <a:lnTo>
                  <a:pt x="565557" y="126511"/>
                </a:lnTo>
                <a:cubicBezTo>
                  <a:pt x="569327" y="126128"/>
                  <a:pt x="572010" y="124914"/>
                  <a:pt x="573608" y="122869"/>
                </a:cubicBezTo>
                <a:cubicBezTo>
                  <a:pt x="574694" y="121464"/>
                  <a:pt x="575237" y="117310"/>
                  <a:pt x="575237" y="110410"/>
                </a:cubicBezTo>
                <a:lnTo>
                  <a:pt x="575237" y="59805"/>
                </a:lnTo>
                <a:cubicBezTo>
                  <a:pt x="575237" y="52951"/>
                  <a:pt x="574614" y="48683"/>
                  <a:pt x="573368" y="47001"/>
                </a:cubicBezTo>
                <a:cubicBezTo>
                  <a:pt x="572122" y="45320"/>
                  <a:pt x="569518" y="44221"/>
                  <a:pt x="565557" y="43704"/>
                </a:cubicBezTo>
                <a:lnTo>
                  <a:pt x="565557" y="40254"/>
                </a:lnTo>
                <a:lnTo>
                  <a:pt x="602073" y="40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—">
            <a:extLst xmlns:a="http://schemas.openxmlformats.org/drawingml/2006/main">
              <a:ext uri="{FF2B5EF4-FFF2-40B4-BE49-F238E27FC236}">
                <a16:creationId xmlns:a16="http://schemas.microsoft.com/office/drawing/2014/main" id="{DAB2978F-B8E1-4846-B512-B8303DF2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24" y="3801777"/>
            <a:ext cx="200022" cy="11693"/>
          </a:xfrm>
          <a:custGeom xmlns:a="http://schemas.openxmlformats.org/drawingml/2006/main">
            <a:pathLst>
              <a:path w="200022" h="11693">
                <a:moveTo>
                  <a:pt x="200022" y="11693"/>
                </a:moveTo>
                <a:lnTo>
                  <a:pt x="0" y="11693"/>
                </a:lnTo>
                <a:lnTo>
                  <a:pt x="0" y="0"/>
                </a:lnTo>
                <a:lnTo>
                  <a:pt x="200022" y="0"/>
                </a:lnTo>
                <a:lnTo>
                  <a:pt x="200022" y="116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—">
            <a:extLst xmlns:a="http://schemas.openxmlformats.org/drawingml/2006/main">
              <a:ext uri="{FF2B5EF4-FFF2-40B4-BE49-F238E27FC236}">
                <a16:creationId xmlns:a16="http://schemas.microsoft.com/office/drawing/2014/main" id="{2BCB00C5-A4C5-4E31-B769-0EE2E95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24" y="3853007"/>
            <a:ext cx="200022" cy="11693"/>
          </a:xfrm>
          <a:custGeom xmlns:a="http://schemas.openxmlformats.org/drawingml/2006/main">
            <a:pathLst>
              <a:path w="200022" h="11693">
                <a:moveTo>
                  <a:pt x="200022" y="11693"/>
                </a:moveTo>
                <a:lnTo>
                  <a:pt x="0" y="11693"/>
                </a:lnTo>
                <a:lnTo>
                  <a:pt x="0" y="0"/>
                </a:lnTo>
                <a:lnTo>
                  <a:pt x="200022" y="0"/>
                </a:lnTo>
                <a:lnTo>
                  <a:pt x="200022" y="116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——">
            <a:extLst xmlns:a="http://schemas.openxmlformats.org/drawingml/2006/main">
              <a:ext uri="{FF2B5EF4-FFF2-40B4-BE49-F238E27FC236}">
                <a16:creationId xmlns:a16="http://schemas.microsoft.com/office/drawing/2014/main" id="{03E6371F-D226-48B2-9FB4-BA30143D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24" y="3895601"/>
            <a:ext cx="396306" cy="11693"/>
          </a:xfrm>
          <a:custGeom xmlns:a="http://schemas.openxmlformats.org/drawingml/2006/main">
            <a:pathLst>
              <a:path w="396306" h="11693">
                <a:moveTo>
                  <a:pt x="0" y="0"/>
                </a:moveTo>
                <a:lnTo>
                  <a:pt x="0" y="11693"/>
                </a:lnTo>
                <a:lnTo>
                  <a:pt x="196284" y="11693"/>
                </a:lnTo>
                <a:lnTo>
                  <a:pt x="200022" y="11693"/>
                </a:lnTo>
                <a:lnTo>
                  <a:pt x="396306" y="11693"/>
                </a:lnTo>
                <a:lnTo>
                  <a:pt x="396306" y="0"/>
                </a:lnTo>
                <a:lnTo>
                  <a:pt x="200022" y="0"/>
                </a:lnTo>
                <a:lnTo>
                  <a:pt x="1962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——">
            <a:extLst xmlns:a="http://schemas.openxmlformats.org/drawingml/2006/main">
              <a:ext uri="{FF2B5EF4-FFF2-40B4-BE49-F238E27FC236}">
                <a16:creationId xmlns:a16="http://schemas.microsoft.com/office/drawing/2014/main" id="{7A351ED3-43A9-4E87-882F-F0E98202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24" y="3946832"/>
            <a:ext cx="396306" cy="11693"/>
          </a:xfrm>
          <a:custGeom xmlns:a="http://schemas.openxmlformats.org/drawingml/2006/main">
            <a:pathLst>
              <a:path w="396306" h="11693">
                <a:moveTo>
                  <a:pt x="0" y="0"/>
                </a:moveTo>
                <a:lnTo>
                  <a:pt x="0" y="11693"/>
                </a:lnTo>
                <a:lnTo>
                  <a:pt x="196284" y="11693"/>
                </a:lnTo>
                <a:lnTo>
                  <a:pt x="200022" y="11693"/>
                </a:lnTo>
                <a:lnTo>
                  <a:pt x="396306" y="11693"/>
                </a:lnTo>
                <a:lnTo>
                  <a:pt x="396306" y="0"/>
                </a:lnTo>
                <a:lnTo>
                  <a:pt x="200022" y="0"/>
                </a:lnTo>
                <a:lnTo>
                  <a:pt x="1962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▸">
            <a:extLst xmlns:a="http://schemas.openxmlformats.org/drawingml/2006/main">
              <a:ext uri="{FF2B5EF4-FFF2-40B4-BE49-F238E27FC236}">
                <a16:creationId xmlns:a16="http://schemas.microsoft.com/office/drawing/2014/main" id="{4B85AA28-415C-4800-8DAC-2CB8A04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259" y="4095393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Plan">
            <a:extLst xmlns:a="http://schemas.openxmlformats.org/drawingml/2006/main">
              <a:ext uri="{FF2B5EF4-FFF2-40B4-BE49-F238E27FC236}">
                <a16:creationId xmlns:a16="http://schemas.microsoft.com/office/drawing/2014/main" id="{C8669592-A796-4340-B5A0-FAB1897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895" y="4072774"/>
            <a:ext cx="371519" cy="131303"/>
          </a:xfrm>
          <a:custGeom xmlns:a="http://schemas.openxmlformats.org/drawingml/2006/main">
            <a:pathLst>
              <a:path w="371519" h="131303">
                <a:moveTo>
                  <a:pt x="48017" y="71115"/>
                </a:moveTo>
                <a:lnTo>
                  <a:pt x="48017" y="107151"/>
                </a:lnTo>
                <a:cubicBezTo>
                  <a:pt x="48017" y="114216"/>
                  <a:pt x="48448" y="118663"/>
                  <a:pt x="49311" y="120494"/>
                </a:cubicBezTo>
                <a:cubicBezTo>
                  <a:pt x="50173" y="122323"/>
                  <a:pt x="51707" y="123784"/>
                  <a:pt x="53911" y="124876"/>
                </a:cubicBezTo>
                <a:cubicBezTo>
                  <a:pt x="56115" y="125966"/>
                  <a:pt x="60157" y="126511"/>
                  <a:pt x="66035" y="126511"/>
                </a:cubicBezTo>
                <a:lnTo>
                  <a:pt x="66035" y="129962"/>
                </a:lnTo>
                <a:lnTo>
                  <a:pt x="0" y="129962"/>
                </a:lnTo>
                <a:lnTo>
                  <a:pt x="0" y="126511"/>
                </a:lnTo>
                <a:cubicBezTo>
                  <a:pt x="6006" y="126511"/>
                  <a:pt x="10079" y="125949"/>
                  <a:pt x="12220" y="124825"/>
                </a:cubicBezTo>
                <a:cubicBezTo>
                  <a:pt x="14360" y="123701"/>
                  <a:pt x="15862" y="122240"/>
                  <a:pt x="16724" y="120443"/>
                </a:cubicBezTo>
                <a:cubicBezTo>
                  <a:pt x="17587" y="118646"/>
                  <a:pt x="18018" y="114216"/>
                  <a:pt x="18018" y="107151"/>
                </a:cubicBezTo>
                <a:lnTo>
                  <a:pt x="18018" y="22810"/>
                </a:lnTo>
                <a:cubicBezTo>
                  <a:pt x="18018" y="15746"/>
                  <a:pt x="17587" y="11299"/>
                  <a:pt x="16724" y="9470"/>
                </a:cubicBezTo>
                <a:cubicBezTo>
                  <a:pt x="15862" y="7639"/>
                  <a:pt x="14344" y="6179"/>
                  <a:pt x="12172" y="5089"/>
                </a:cubicBezTo>
                <a:cubicBezTo>
                  <a:pt x="10000" y="3996"/>
                  <a:pt x="5942" y="3450"/>
                  <a:pt x="0" y="3450"/>
                </a:cubicBezTo>
                <a:lnTo>
                  <a:pt x="0" y="0"/>
                </a:lnTo>
                <a:lnTo>
                  <a:pt x="56643" y="0"/>
                </a:lnTo>
                <a:cubicBezTo>
                  <a:pt x="75300" y="0"/>
                  <a:pt x="88686" y="3323"/>
                  <a:pt x="96800" y="9968"/>
                </a:cubicBezTo>
                <a:cubicBezTo>
                  <a:pt x="104915" y="16613"/>
                  <a:pt x="108972" y="24919"/>
                  <a:pt x="108972" y="34886"/>
                </a:cubicBezTo>
                <a:cubicBezTo>
                  <a:pt x="108972" y="43321"/>
                  <a:pt x="106353" y="50541"/>
                  <a:pt x="101113" y="56547"/>
                </a:cubicBezTo>
                <a:cubicBezTo>
                  <a:pt x="95874" y="62553"/>
                  <a:pt x="88654" y="66642"/>
                  <a:pt x="79453" y="68814"/>
                </a:cubicBezTo>
                <a:cubicBezTo>
                  <a:pt x="73255" y="70348"/>
                  <a:pt x="62776" y="71115"/>
                  <a:pt x="48017" y="71115"/>
                </a:cubicBezTo>
                <a:moveTo>
                  <a:pt x="48017" y="7476"/>
                </a:moveTo>
                <a:lnTo>
                  <a:pt x="48017" y="63639"/>
                </a:lnTo>
                <a:cubicBezTo>
                  <a:pt x="50125" y="63767"/>
                  <a:pt x="51723" y="63831"/>
                  <a:pt x="52809" y="63831"/>
                </a:cubicBezTo>
                <a:cubicBezTo>
                  <a:pt x="60604" y="63831"/>
                  <a:pt x="66610" y="61515"/>
                  <a:pt x="70827" y="56882"/>
                </a:cubicBezTo>
                <a:cubicBezTo>
                  <a:pt x="75044" y="52250"/>
                  <a:pt x="77153" y="45078"/>
                  <a:pt x="77153" y="35366"/>
                </a:cubicBezTo>
                <a:cubicBezTo>
                  <a:pt x="77153" y="25718"/>
                  <a:pt x="75044" y="18657"/>
                  <a:pt x="70827" y="14185"/>
                </a:cubicBezTo>
                <a:cubicBezTo>
                  <a:pt x="66610" y="9712"/>
                  <a:pt x="60316" y="7476"/>
                  <a:pt x="51946" y="7476"/>
                </a:cubicBezTo>
                <a:lnTo>
                  <a:pt x="48017" y="7476"/>
                </a:lnTo>
                <a:close/>
                <a:moveTo>
                  <a:pt x="164724" y="0"/>
                </a:moveTo>
                <a:lnTo>
                  <a:pt x="164724" y="111368"/>
                </a:lnTo>
                <a:cubicBezTo>
                  <a:pt x="164724" y="117694"/>
                  <a:pt x="165459" y="121735"/>
                  <a:pt x="166928" y="123492"/>
                </a:cubicBezTo>
                <a:cubicBezTo>
                  <a:pt x="168398" y="125249"/>
                  <a:pt x="171273" y="126256"/>
                  <a:pt x="175554" y="126511"/>
                </a:cubicBezTo>
                <a:lnTo>
                  <a:pt x="175554" y="129962"/>
                </a:lnTo>
                <a:lnTo>
                  <a:pt x="127154" y="129962"/>
                </a:lnTo>
                <a:lnTo>
                  <a:pt x="127154" y="126511"/>
                </a:lnTo>
                <a:cubicBezTo>
                  <a:pt x="131115" y="126384"/>
                  <a:pt x="134054" y="125233"/>
                  <a:pt x="135971" y="123061"/>
                </a:cubicBezTo>
                <a:cubicBezTo>
                  <a:pt x="137249" y="121591"/>
                  <a:pt x="137888" y="117694"/>
                  <a:pt x="137888" y="111368"/>
                </a:cubicBezTo>
                <a:lnTo>
                  <a:pt x="137888" y="18593"/>
                </a:lnTo>
                <a:cubicBezTo>
                  <a:pt x="137888" y="12292"/>
                  <a:pt x="137153" y="8257"/>
                  <a:pt x="135684" y="6490"/>
                </a:cubicBezTo>
                <a:cubicBezTo>
                  <a:pt x="134214" y="4721"/>
                  <a:pt x="131371" y="3708"/>
                  <a:pt x="127154" y="3450"/>
                </a:cubicBezTo>
                <a:lnTo>
                  <a:pt x="127154" y="0"/>
                </a:lnTo>
                <a:lnTo>
                  <a:pt x="164724" y="0"/>
                </a:lnTo>
                <a:close/>
                <a:moveTo>
                  <a:pt x="221772" y="116735"/>
                </a:moveTo>
                <a:cubicBezTo>
                  <a:pt x="210846" y="126447"/>
                  <a:pt x="201038" y="131303"/>
                  <a:pt x="192348" y="131303"/>
                </a:cubicBezTo>
                <a:cubicBezTo>
                  <a:pt x="187237" y="131303"/>
                  <a:pt x="182988" y="129621"/>
                  <a:pt x="179601" y="126257"/>
                </a:cubicBezTo>
                <a:cubicBezTo>
                  <a:pt x="176215" y="122890"/>
                  <a:pt x="174522" y="118675"/>
                  <a:pt x="174522" y="113612"/>
                </a:cubicBezTo>
                <a:cubicBezTo>
                  <a:pt x="174522" y="106751"/>
                  <a:pt x="177461" y="100580"/>
                  <a:pt x="183339" y="95099"/>
                </a:cubicBezTo>
                <a:cubicBezTo>
                  <a:pt x="189217" y="89618"/>
                  <a:pt x="202028" y="82326"/>
                  <a:pt x="221772" y="73223"/>
                </a:cubicBezTo>
                <a:lnTo>
                  <a:pt x="221772" y="64214"/>
                </a:lnTo>
                <a:cubicBezTo>
                  <a:pt x="221772" y="57441"/>
                  <a:pt x="221404" y="53176"/>
                  <a:pt x="220669" y="51419"/>
                </a:cubicBezTo>
                <a:cubicBezTo>
                  <a:pt x="219935" y="49662"/>
                  <a:pt x="218545" y="48129"/>
                  <a:pt x="216500" y="46819"/>
                </a:cubicBezTo>
                <a:cubicBezTo>
                  <a:pt x="214456" y="45509"/>
                  <a:pt x="212155" y="44854"/>
                  <a:pt x="209600" y="44854"/>
                </a:cubicBezTo>
                <a:cubicBezTo>
                  <a:pt x="205447" y="44854"/>
                  <a:pt x="202028" y="45780"/>
                  <a:pt x="199345" y="47633"/>
                </a:cubicBezTo>
                <a:cubicBezTo>
                  <a:pt x="197683" y="48784"/>
                  <a:pt x="196853" y="50125"/>
                  <a:pt x="196853" y="51659"/>
                </a:cubicBezTo>
                <a:cubicBezTo>
                  <a:pt x="196853" y="53001"/>
                  <a:pt x="197747" y="54662"/>
                  <a:pt x="199536" y="56643"/>
                </a:cubicBezTo>
                <a:cubicBezTo>
                  <a:pt x="201964" y="59390"/>
                  <a:pt x="203178" y="62042"/>
                  <a:pt x="203178" y="64597"/>
                </a:cubicBezTo>
                <a:cubicBezTo>
                  <a:pt x="203178" y="67728"/>
                  <a:pt x="202012" y="70396"/>
                  <a:pt x="199680" y="72600"/>
                </a:cubicBezTo>
                <a:cubicBezTo>
                  <a:pt x="197348" y="74805"/>
                  <a:pt x="194297" y="75907"/>
                  <a:pt x="190527" y="75907"/>
                </a:cubicBezTo>
                <a:cubicBezTo>
                  <a:pt x="186502" y="75907"/>
                  <a:pt x="183131" y="74693"/>
                  <a:pt x="180416" y="72265"/>
                </a:cubicBezTo>
                <a:cubicBezTo>
                  <a:pt x="177700" y="69837"/>
                  <a:pt x="176343" y="66993"/>
                  <a:pt x="176343" y="63735"/>
                </a:cubicBezTo>
                <a:cubicBezTo>
                  <a:pt x="176343" y="59134"/>
                  <a:pt x="178164" y="54742"/>
                  <a:pt x="181806" y="50557"/>
                </a:cubicBezTo>
                <a:cubicBezTo>
                  <a:pt x="185448" y="46372"/>
                  <a:pt x="190527" y="43161"/>
                  <a:pt x="197044" y="40924"/>
                </a:cubicBezTo>
                <a:cubicBezTo>
                  <a:pt x="203562" y="38688"/>
                  <a:pt x="210334" y="37570"/>
                  <a:pt x="217363" y="37570"/>
                </a:cubicBezTo>
                <a:cubicBezTo>
                  <a:pt x="225861" y="37570"/>
                  <a:pt x="232586" y="39380"/>
                  <a:pt x="237538" y="43000"/>
                </a:cubicBezTo>
                <a:cubicBezTo>
                  <a:pt x="242489" y="46618"/>
                  <a:pt x="245700" y="50541"/>
                  <a:pt x="247170" y="54768"/>
                </a:cubicBezTo>
                <a:cubicBezTo>
                  <a:pt x="248064" y="57457"/>
                  <a:pt x="248512" y="63637"/>
                  <a:pt x="248512" y="73307"/>
                </a:cubicBezTo>
                <a:lnTo>
                  <a:pt x="248512" y="108179"/>
                </a:lnTo>
                <a:cubicBezTo>
                  <a:pt x="248512" y="112278"/>
                  <a:pt x="248671" y="114857"/>
                  <a:pt x="248991" y="115915"/>
                </a:cubicBezTo>
                <a:cubicBezTo>
                  <a:pt x="249310" y="116971"/>
                  <a:pt x="249789" y="117756"/>
                  <a:pt x="250428" y="118269"/>
                </a:cubicBezTo>
                <a:cubicBezTo>
                  <a:pt x="251067" y="118780"/>
                  <a:pt x="251802" y="119036"/>
                  <a:pt x="252633" y="119036"/>
                </a:cubicBezTo>
                <a:cubicBezTo>
                  <a:pt x="254294" y="119036"/>
                  <a:pt x="255987" y="117854"/>
                  <a:pt x="257712" y="115489"/>
                </a:cubicBezTo>
                <a:lnTo>
                  <a:pt x="260588" y="117790"/>
                </a:lnTo>
                <a:cubicBezTo>
                  <a:pt x="257393" y="122518"/>
                  <a:pt x="254086" y="125952"/>
                  <a:pt x="250668" y="128093"/>
                </a:cubicBezTo>
                <a:cubicBezTo>
                  <a:pt x="247250" y="130233"/>
                  <a:pt x="243368" y="131303"/>
                  <a:pt x="239023" y="131303"/>
                </a:cubicBezTo>
                <a:cubicBezTo>
                  <a:pt x="233912" y="131303"/>
                  <a:pt x="229918" y="130097"/>
                  <a:pt x="227043" y="127685"/>
                </a:cubicBezTo>
                <a:cubicBezTo>
                  <a:pt x="224168" y="125273"/>
                  <a:pt x="222411" y="121623"/>
                  <a:pt x="221772" y="116735"/>
                </a:cubicBezTo>
                <a:moveTo>
                  <a:pt x="221772" y="109643"/>
                </a:moveTo>
                <a:lnTo>
                  <a:pt x="221772" y="79663"/>
                </a:lnTo>
                <a:cubicBezTo>
                  <a:pt x="214040" y="84221"/>
                  <a:pt x="208290" y="89101"/>
                  <a:pt x="204520" y="94302"/>
                </a:cubicBezTo>
                <a:cubicBezTo>
                  <a:pt x="202028" y="97769"/>
                  <a:pt x="200782" y="101268"/>
                  <a:pt x="200782" y="104800"/>
                </a:cubicBezTo>
                <a:cubicBezTo>
                  <a:pt x="200782" y="107753"/>
                  <a:pt x="201837" y="110354"/>
                  <a:pt x="203945" y="112602"/>
                </a:cubicBezTo>
                <a:cubicBezTo>
                  <a:pt x="205542" y="114335"/>
                  <a:pt x="207779" y="115202"/>
                  <a:pt x="210654" y="115202"/>
                </a:cubicBezTo>
                <a:cubicBezTo>
                  <a:pt x="213849" y="115202"/>
                  <a:pt x="217555" y="113349"/>
                  <a:pt x="221772" y="109643"/>
                </a:cubicBezTo>
                <a:close/>
                <a:moveTo>
                  <a:pt x="311330" y="40254"/>
                </a:moveTo>
                <a:lnTo>
                  <a:pt x="311330" y="51946"/>
                </a:lnTo>
                <a:cubicBezTo>
                  <a:pt x="315931" y="46929"/>
                  <a:pt x="320340" y="43279"/>
                  <a:pt x="324557" y="40996"/>
                </a:cubicBezTo>
                <a:cubicBezTo>
                  <a:pt x="328774" y="38712"/>
                  <a:pt x="333310" y="37570"/>
                  <a:pt x="338166" y="37570"/>
                </a:cubicBezTo>
                <a:cubicBezTo>
                  <a:pt x="343981" y="37570"/>
                  <a:pt x="348805" y="39185"/>
                  <a:pt x="352638" y="42416"/>
                </a:cubicBezTo>
                <a:cubicBezTo>
                  <a:pt x="356472" y="45647"/>
                  <a:pt x="359028" y="49661"/>
                  <a:pt x="360306" y="54459"/>
                </a:cubicBezTo>
                <a:cubicBezTo>
                  <a:pt x="361328" y="58107"/>
                  <a:pt x="361839" y="65114"/>
                  <a:pt x="361839" y="75478"/>
                </a:cubicBezTo>
                <a:lnTo>
                  <a:pt x="361839" y="110410"/>
                </a:lnTo>
                <a:cubicBezTo>
                  <a:pt x="361839" y="117310"/>
                  <a:pt x="362462" y="121607"/>
                  <a:pt x="363708" y="123301"/>
                </a:cubicBezTo>
                <a:cubicBezTo>
                  <a:pt x="364954" y="124994"/>
                  <a:pt x="367558" y="126064"/>
                  <a:pt x="371519" y="126511"/>
                </a:cubicBezTo>
                <a:lnTo>
                  <a:pt x="371519" y="129962"/>
                </a:lnTo>
                <a:lnTo>
                  <a:pt x="326186" y="129962"/>
                </a:lnTo>
                <a:lnTo>
                  <a:pt x="326186" y="126511"/>
                </a:lnTo>
                <a:cubicBezTo>
                  <a:pt x="329572" y="126064"/>
                  <a:pt x="332000" y="124658"/>
                  <a:pt x="333470" y="122294"/>
                </a:cubicBezTo>
                <a:cubicBezTo>
                  <a:pt x="334492" y="120697"/>
                  <a:pt x="335003" y="116735"/>
                  <a:pt x="335003" y="110410"/>
                </a:cubicBezTo>
                <a:lnTo>
                  <a:pt x="335003" y="70540"/>
                </a:lnTo>
                <a:cubicBezTo>
                  <a:pt x="335003" y="63192"/>
                  <a:pt x="334716" y="58559"/>
                  <a:pt x="334141" y="56643"/>
                </a:cubicBezTo>
                <a:cubicBezTo>
                  <a:pt x="333566" y="54726"/>
                  <a:pt x="332591" y="53240"/>
                  <a:pt x="331218" y="52186"/>
                </a:cubicBezTo>
                <a:cubicBezTo>
                  <a:pt x="329844" y="51132"/>
                  <a:pt x="328326" y="50605"/>
                  <a:pt x="326665" y="50605"/>
                </a:cubicBezTo>
                <a:cubicBezTo>
                  <a:pt x="321170" y="50605"/>
                  <a:pt x="316059" y="54566"/>
                  <a:pt x="311330" y="62489"/>
                </a:cubicBezTo>
                <a:lnTo>
                  <a:pt x="311330" y="110410"/>
                </a:lnTo>
                <a:cubicBezTo>
                  <a:pt x="311330" y="117119"/>
                  <a:pt x="311953" y="121368"/>
                  <a:pt x="313199" y="123157"/>
                </a:cubicBezTo>
                <a:cubicBezTo>
                  <a:pt x="314445" y="124946"/>
                  <a:pt x="316762" y="126064"/>
                  <a:pt x="320148" y="126511"/>
                </a:cubicBezTo>
                <a:lnTo>
                  <a:pt x="320148" y="129962"/>
                </a:lnTo>
                <a:lnTo>
                  <a:pt x="274815" y="129962"/>
                </a:lnTo>
                <a:lnTo>
                  <a:pt x="274815" y="126511"/>
                </a:lnTo>
                <a:cubicBezTo>
                  <a:pt x="278584" y="126128"/>
                  <a:pt x="281268" y="124914"/>
                  <a:pt x="282865" y="122869"/>
                </a:cubicBezTo>
                <a:cubicBezTo>
                  <a:pt x="283952" y="121464"/>
                  <a:pt x="284495" y="117310"/>
                  <a:pt x="284495" y="110410"/>
                </a:cubicBezTo>
                <a:lnTo>
                  <a:pt x="284495" y="59805"/>
                </a:lnTo>
                <a:cubicBezTo>
                  <a:pt x="284495" y="52951"/>
                  <a:pt x="283872" y="48683"/>
                  <a:pt x="282626" y="47001"/>
                </a:cubicBezTo>
                <a:cubicBezTo>
                  <a:pt x="281380" y="45320"/>
                  <a:pt x="278776" y="44221"/>
                  <a:pt x="274815" y="43704"/>
                </a:cubicBezTo>
                <a:lnTo>
                  <a:pt x="274815" y="40254"/>
                </a:lnTo>
                <a:lnTo>
                  <a:pt x="311330" y="40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—">
            <a:extLst xmlns:a="http://schemas.openxmlformats.org/drawingml/2006/main">
              <a:ext uri="{FF2B5EF4-FFF2-40B4-BE49-F238E27FC236}">
                <a16:creationId xmlns:a16="http://schemas.microsoft.com/office/drawing/2014/main" id="{AB9534E6-B5A2-4B10-A474-D0449DA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872" y="4277888"/>
            <a:ext cx="173932" cy="10168"/>
          </a:xfrm>
          <a:custGeom xmlns:a="http://schemas.openxmlformats.org/drawingml/2006/main">
            <a:pathLst>
              <a:path w="173932" h="10168">
                <a:moveTo>
                  <a:pt x="173932" y="10168"/>
                </a:moveTo>
                <a:lnTo>
                  <a:pt x="0" y="10168"/>
                </a:lnTo>
                <a:lnTo>
                  <a:pt x="0" y="0"/>
                </a:lnTo>
                <a:lnTo>
                  <a:pt x="173932" y="0"/>
                </a:lnTo>
                <a:lnTo>
                  <a:pt x="173932" y="10168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—">
            <a:extLst xmlns:a="http://schemas.openxmlformats.org/drawingml/2006/main">
              <a:ext uri="{FF2B5EF4-FFF2-40B4-BE49-F238E27FC236}">
                <a16:creationId xmlns:a16="http://schemas.microsoft.com/office/drawing/2014/main" id="{ADE4BB42-2B27-4D1F-AB76-126AE09F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872" y="4320558"/>
            <a:ext cx="173932" cy="10168"/>
          </a:xfrm>
          <a:custGeom xmlns:a="http://schemas.openxmlformats.org/drawingml/2006/main">
            <a:pathLst>
              <a:path w="173932" h="10168">
                <a:moveTo>
                  <a:pt x="173932" y="10168"/>
                </a:moveTo>
                <a:lnTo>
                  <a:pt x="0" y="10168"/>
                </a:lnTo>
                <a:lnTo>
                  <a:pt x="0" y="0"/>
                </a:lnTo>
                <a:lnTo>
                  <a:pt x="173932" y="0"/>
                </a:lnTo>
                <a:lnTo>
                  <a:pt x="173932" y="10168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——">
            <a:extLst xmlns:a="http://schemas.openxmlformats.org/drawingml/2006/main">
              <a:ext uri="{FF2B5EF4-FFF2-40B4-BE49-F238E27FC236}">
                <a16:creationId xmlns:a16="http://schemas.microsoft.com/office/drawing/2014/main" id="{2BE4F71D-3983-401F-A2BE-69E69343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872" y="4363229"/>
            <a:ext cx="344614" cy="10168"/>
          </a:xfrm>
          <a:custGeom xmlns:a="http://schemas.openxmlformats.org/drawingml/2006/main">
            <a:pathLst>
              <a:path w="344614" h="10168">
                <a:moveTo>
                  <a:pt x="0" y="0"/>
                </a:moveTo>
                <a:lnTo>
                  <a:pt x="0" y="10168"/>
                </a:lnTo>
                <a:lnTo>
                  <a:pt x="170682" y="10168"/>
                </a:lnTo>
                <a:lnTo>
                  <a:pt x="173932" y="10168"/>
                </a:lnTo>
                <a:lnTo>
                  <a:pt x="344614" y="10168"/>
                </a:lnTo>
                <a:lnTo>
                  <a:pt x="344614" y="0"/>
                </a:lnTo>
                <a:lnTo>
                  <a:pt x="173932" y="0"/>
                </a:lnTo>
                <a:lnTo>
                  <a:pt x="1706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——">
            <a:extLst xmlns:a="http://schemas.openxmlformats.org/drawingml/2006/main">
              <a:ext uri="{FF2B5EF4-FFF2-40B4-BE49-F238E27FC236}">
                <a16:creationId xmlns:a16="http://schemas.microsoft.com/office/drawing/2014/main" id="{9B1B3335-BCB1-4448-B362-42DFFC5C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872" y="4405899"/>
            <a:ext cx="344614" cy="10168"/>
          </a:xfrm>
          <a:custGeom xmlns:a="http://schemas.openxmlformats.org/drawingml/2006/main">
            <a:pathLst>
              <a:path w="344614" h="10168">
                <a:moveTo>
                  <a:pt x="0" y="0"/>
                </a:moveTo>
                <a:lnTo>
                  <a:pt x="0" y="10168"/>
                </a:lnTo>
                <a:lnTo>
                  <a:pt x="170682" y="10168"/>
                </a:lnTo>
                <a:lnTo>
                  <a:pt x="173932" y="10168"/>
                </a:lnTo>
                <a:lnTo>
                  <a:pt x="344614" y="10168"/>
                </a:lnTo>
                <a:lnTo>
                  <a:pt x="344614" y="0"/>
                </a:lnTo>
                <a:lnTo>
                  <a:pt x="173932" y="0"/>
                </a:lnTo>
                <a:lnTo>
                  <a:pt x="1706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f8b5cdd4c452b"/>
          <a:stretch xmlns:a="http://schemas.openxmlformats.org/drawingml/2006/main"/>
        </p:blipFill>
        <p:spPr>
          <a:xfrm xmlns:a="http://schemas.openxmlformats.org/drawingml/2006/main">
            <a:off x="6296145" y="3862862"/>
            <a:ext cx="264557" cy="264557"/>
          </a:xfrm>
          <a:prstGeom xmlns:a="http://schemas.openxmlformats.org/drawingml/2006/main" prst="rect">
            <a:avLst/>
          </a:prstGeom>
        </p:spPr>
      </p:pic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3cd0f3a6b4740"/>
          <a:stretch xmlns:a="http://schemas.openxmlformats.org/drawingml/2006/main"/>
        </p:blipFill>
        <p:spPr>
          <a:xfrm xmlns:a="http://schemas.openxmlformats.org/drawingml/2006/main">
            <a:off x="4640531" y="645626"/>
            <a:ext cx="3635525" cy="1928471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F18C6-A391-469F-8173-8163315A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201" y="688184"/>
            <a:ext cx="3490445" cy="1783626"/>
          </a:xfrm>
          <a:custGeom xmlns:a="http://schemas.openxmlformats.org/drawingml/2006/main">
            <a:pathLst>
              <a:path w="3490445" h="1783626">
                <a:moveTo>
                  <a:pt x="0" y="297271"/>
                </a:moveTo>
                <a:cubicBezTo>
                  <a:pt x="0" y="133089"/>
                  <a:pt x="133089" y="0"/>
                  <a:pt x="297271" y="0"/>
                </a:cubicBezTo>
                <a:lnTo>
                  <a:pt x="3193174" y="0"/>
                </a:lnTo>
                <a:cubicBezTo>
                  <a:pt x="3357356" y="0"/>
                  <a:pt x="3490445" y="133089"/>
                  <a:pt x="3490445" y="297271"/>
                </a:cubicBezTo>
                <a:lnTo>
                  <a:pt x="3490445" y="1486341"/>
                </a:lnTo>
                <a:cubicBezTo>
                  <a:pt x="3490445" y="1650522"/>
                  <a:pt x="3357356" y="1783626"/>
                  <a:pt x="3193174" y="1783626"/>
                </a:cubicBezTo>
                <a:lnTo>
                  <a:pt x="297271" y="1783626"/>
                </a:lnTo>
                <a:cubicBezTo>
                  <a:pt x="133089" y="1783626"/>
                  <a:pt x="0" y="1650522"/>
                  <a:pt x="0" y="1486341"/>
                </a:cubicBezTo>
                <a:lnTo>
                  <a:pt x="0" y="2972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7AAE5-141D-43F0-AEE8-523C8F0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201" y="688184"/>
            <a:ext cx="3490445" cy="1783626"/>
          </a:xfrm>
          <a:custGeom xmlns:a="http://schemas.openxmlformats.org/drawingml/2006/main">
            <a:pathLst>
              <a:path w="3490445" h="1783626" fill="none">
                <a:moveTo>
                  <a:pt x="0" y="297271"/>
                </a:moveTo>
                <a:cubicBezTo>
                  <a:pt x="0" y="133089"/>
                  <a:pt x="133089" y="0"/>
                  <a:pt x="297271" y="0"/>
                </a:cubicBezTo>
                <a:lnTo>
                  <a:pt x="3193174" y="0"/>
                </a:lnTo>
                <a:cubicBezTo>
                  <a:pt x="3357356" y="0"/>
                  <a:pt x="3490445" y="133089"/>
                  <a:pt x="3490445" y="297271"/>
                </a:cubicBezTo>
                <a:lnTo>
                  <a:pt x="3490445" y="1486341"/>
                </a:lnTo>
                <a:cubicBezTo>
                  <a:pt x="3490445" y="1650522"/>
                  <a:pt x="3357356" y="1783626"/>
                  <a:pt x="3193174" y="1783626"/>
                </a:cubicBezTo>
                <a:lnTo>
                  <a:pt x="297271" y="1783626"/>
                </a:lnTo>
                <a:cubicBezTo>
                  <a:pt x="133089" y="1783626"/>
                  <a:pt x="0" y="1650522"/>
                  <a:pt x="0" y="1486341"/>
                </a:cubicBezTo>
                <a:lnTo>
                  <a:pt x="0" y="2972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83" name="Text 4.Perf">
            <a:extLst xmlns:a="http://schemas.openxmlformats.org/drawingml/2006/main">
              <a:ext uri="{FF2B5EF4-FFF2-40B4-BE49-F238E27FC236}">
                <a16:creationId xmlns:a16="http://schemas.microsoft.com/office/drawing/2014/main" id="{C42FBF95-2CAA-4516-821E-E129989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231" y="851576"/>
            <a:ext cx="729338" cy="176766"/>
          </a:xfrm>
          <a:custGeom xmlns:a="http://schemas.openxmlformats.org/drawingml/2006/main">
            <a:pathLst>
              <a:path w="729338" h="176766">
                <a:moveTo>
                  <a:pt x="0" y="109260"/>
                </a:moveTo>
                <a:lnTo>
                  <a:pt x="80507" y="250"/>
                </a:lnTo>
                <a:lnTo>
                  <a:pt x="95759" y="250"/>
                </a:lnTo>
                <a:lnTo>
                  <a:pt x="95759" y="109260"/>
                </a:lnTo>
                <a:lnTo>
                  <a:pt x="111260" y="109260"/>
                </a:lnTo>
                <a:lnTo>
                  <a:pt x="111260" y="135262"/>
                </a:lnTo>
                <a:lnTo>
                  <a:pt x="95759" y="135262"/>
                </a:lnTo>
                <a:lnTo>
                  <a:pt x="95759" y="173265"/>
                </a:lnTo>
                <a:lnTo>
                  <a:pt x="61380" y="173265"/>
                </a:lnTo>
                <a:lnTo>
                  <a:pt x="61380" y="135262"/>
                </a:lnTo>
                <a:lnTo>
                  <a:pt x="0" y="135262"/>
                </a:lnTo>
                <a:lnTo>
                  <a:pt x="0" y="109260"/>
                </a:lnTo>
                <a:moveTo>
                  <a:pt x="12126" y="109260"/>
                </a:moveTo>
                <a:lnTo>
                  <a:pt x="61380" y="109260"/>
                </a:lnTo>
                <a:lnTo>
                  <a:pt x="61380" y="42570"/>
                </a:lnTo>
                <a:lnTo>
                  <a:pt x="12126" y="109260"/>
                </a:lnTo>
                <a:close/>
                <a:moveTo>
                  <a:pt x="153639" y="134762"/>
                </a:moveTo>
                <a:cubicBezTo>
                  <a:pt x="159473" y="134762"/>
                  <a:pt x="164411" y="136810"/>
                  <a:pt x="168453" y="140907"/>
                </a:cubicBezTo>
                <a:cubicBezTo>
                  <a:pt x="172495" y="145001"/>
                  <a:pt x="174516" y="149933"/>
                  <a:pt x="174516" y="155701"/>
                </a:cubicBezTo>
                <a:cubicBezTo>
                  <a:pt x="174516" y="161470"/>
                  <a:pt x="172474" y="166382"/>
                  <a:pt x="168390" y="170437"/>
                </a:cubicBezTo>
                <a:cubicBezTo>
                  <a:pt x="164306" y="174490"/>
                  <a:pt x="159389" y="176516"/>
                  <a:pt x="153639" y="176516"/>
                </a:cubicBezTo>
                <a:cubicBezTo>
                  <a:pt x="147888" y="176516"/>
                  <a:pt x="142992" y="174490"/>
                  <a:pt x="138950" y="170437"/>
                </a:cubicBezTo>
                <a:cubicBezTo>
                  <a:pt x="134908" y="166382"/>
                  <a:pt x="132887" y="161470"/>
                  <a:pt x="132887" y="155701"/>
                </a:cubicBezTo>
                <a:cubicBezTo>
                  <a:pt x="132887" y="149933"/>
                  <a:pt x="134908" y="145001"/>
                  <a:pt x="138950" y="140907"/>
                </a:cubicBezTo>
                <a:cubicBezTo>
                  <a:pt x="142992" y="136810"/>
                  <a:pt x="147888" y="134762"/>
                  <a:pt x="153639" y="134762"/>
                </a:cubicBezTo>
                <a:close/>
                <a:moveTo>
                  <a:pt x="318701" y="96509"/>
                </a:moveTo>
                <a:lnTo>
                  <a:pt x="318701" y="143513"/>
                </a:lnTo>
                <a:cubicBezTo>
                  <a:pt x="318701" y="152727"/>
                  <a:pt x="319264" y="158528"/>
                  <a:pt x="320389" y="160917"/>
                </a:cubicBezTo>
                <a:cubicBezTo>
                  <a:pt x="321514" y="163302"/>
                  <a:pt x="323514" y="165207"/>
                  <a:pt x="326389" y="166632"/>
                </a:cubicBezTo>
                <a:cubicBezTo>
                  <a:pt x="329265" y="168054"/>
                  <a:pt x="334536" y="168765"/>
                  <a:pt x="342203" y="168765"/>
                </a:cubicBezTo>
                <a:lnTo>
                  <a:pt x="342203" y="173265"/>
                </a:lnTo>
                <a:lnTo>
                  <a:pt x="256071" y="173265"/>
                </a:lnTo>
                <a:lnTo>
                  <a:pt x="256071" y="168765"/>
                </a:lnTo>
                <a:cubicBezTo>
                  <a:pt x="263905" y="168765"/>
                  <a:pt x="269218" y="168032"/>
                  <a:pt x="272010" y="166566"/>
                </a:cubicBezTo>
                <a:cubicBezTo>
                  <a:pt x="274802" y="165099"/>
                  <a:pt x="276760" y="163194"/>
                  <a:pt x="277885" y="160850"/>
                </a:cubicBezTo>
                <a:cubicBezTo>
                  <a:pt x="279010" y="158506"/>
                  <a:pt x="279573" y="152727"/>
                  <a:pt x="279573" y="143513"/>
                </a:cubicBezTo>
                <a:lnTo>
                  <a:pt x="279573" y="33503"/>
                </a:lnTo>
                <a:cubicBezTo>
                  <a:pt x="279573" y="24289"/>
                  <a:pt x="279010" y="18489"/>
                  <a:pt x="277885" y="16103"/>
                </a:cubicBezTo>
                <a:cubicBezTo>
                  <a:pt x="276760" y="13715"/>
                  <a:pt x="274781" y="11810"/>
                  <a:pt x="271947" y="10388"/>
                </a:cubicBezTo>
                <a:cubicBezTo>
                  <a:pt x="269114" y="8963"/>
                  <a:pt x="263821" y="8251"/>
                  <a:pt x="256071" y="8251"/>
                </a:cubicBezTo>
                <a:lnTo>
                  <a:pt x="256071" y="3750"/>
                </a:lnTo>
                <a:lnTo>
                  <a:pt x="329952" y="3750"/>
                </a:lnTo>
                <a:cubicBezTo>
                  <a:pt x="354288" y="3750"/>
                  <a:pt x="371748" y="8084"/>
                  <a:pt x="382332" y="16751"/>
                </a:cubicBezTo>
                <a:cubicBezTo>
                  <a:pt x="392916" y="25419"/>
                  <a:pt x="398208" y="36253"/>
                  <a:pt x="398208" y="49254"/>
                </a:cubicBezTo>
                <a:cubicBezTo>
                  <a:pt x="398208" y="60255"/>
                  <a:pt x="394791" y="69673"/>
                  <a:pt x="387957" y="77507"/>
                </a:cubicBezTo>
                <a:cubicBezTo>
                  <a:pt x="381124" y="85341"/>
                  <a:pt x="371706" y="90675"/>
                  <a:pt x="359705" y="93508"/>
                </a:cubicBezTo>
                <a:cubicBezTo>
                  <a:pt x="351621" y="95509"/>
                  <a:pt x="337953" y="96509"/>
                  <a:pt x="318701" y="96509"/>
                </a:cubicBezTo>
                <a:moveTo>
                  <a:pt x="318701" y="13501"/>
                </a:moveTo>
                <a:lnTo>
                  <a:pt x="318701" y="86758"/>
                </a:lnTo>
                <a:cubicBezTo>
                  <a:pt x="321452" y="86924"/>
                  <a:pt x="323535" y="87008"/>
                  <a:pt x="324952" y="87008"/>
                </a:cubicBezTo>
                <a:cubicBezTo>
                  <a:pt x="335119" y="87008"/>
                  <a:pt x="342953" y="83987"/>
                  <a:pt x="348454" y="77944"/>
                </a:cubicBezTo>
                <a:cubicBezTo>
                  <a:pt x="353954" y="71902"/>
                  <a:pt x="356705" y="62547"/>
                  <a:pt x="356705" y="49879"/>
                </a:cubicBezTo>
                <a:cubicBezTo>
                  <a:pt x="356705" y="37295"/>
                  <a:pt x="353954" y="28086"/>
                  <a:pt x="348454" y="22252"/>
                </a:cubicBezTo>
                <a:cubicBezTo>
                  <a:pt x="342953" y="16418"/>
                  <a:pt x="334744" y="13501"/>
                  <a:pt x="323827" y="13501"/>
                </a:cubicBezTo>
                <a:lnTo>
                  <a:pt x="318701" y="13501"/>
                </a:lnTo>
                <a:close/>
                <a:moveTo>
                  <a:pt x="519344" y="110510"/>
                </a:moveTo>
                <a:lnTo>
                  <a:pt x="455213" y="110510"/>
                </a:lnTo>
                <a:cubicBezTo>
                  <a:pt x="455963" y="126053"/>
                  <a:pt x="460089" y="138337"/>
                  <a:pt x="467590" y="147361"/>
                </a:cubicBezTo>
                <a:cubicBezTo>
                  <a:pt x="473340" y="154296"/>
                  <a:pt x="480257" y="157764"/>
                  <a:pt x="488341" y="157764"/>
                </a:cubicBezTo>
                <a:cubicBezTo>
                  <a:pt x="493342" y="157764"/>
                  <a:pt x="497884" y="156368"/>
                  <a:pt x="501968" y="153576"/>
                </a:cubicBezTo>
                <a:cubicBezTo>
                  <a:pt x="506051" y="150784"/>
                  <a:pt x="510427" y="145763"/>
                  <a:pt x="515094" y="138512"/>
                </a:cubicBezTo>
                <a:lnTo>
                  <a:pt x="519344" y="141263"/>
                </a:lnTo>
                <a:cubicBezTo>
                  <a:pt x="513010" y="154180"/>
                  <a:pt x="506010" y="163327"/>
                  <a:pt x="498342" y="168703"/>
                </a:cubicBezTo>
                <a:cubicBezTo>
                  <a:pt x="490675" y="174078"/>
                  <a:pt x="481799" y="176766"/>
                  <a:pt x="471715" y="176766"/>
                </a:cubicBezTo>
                <a:cubicBezTo>
                  <a:pt x="454380" y="176766"/>
                  <a:pt x="441254" y="170092"/>
                  <a:pt x="432336" y="156744"/>
                </a:cubicBezTo>
                <a:cubicBezTo>
                  <a:pt x="425169" y="145983"/>
                  <a:pt x="421585" y="132636"/>
                  <a:pt x="421585" y="116702"/>
                </a:cubicBezTo>
                <a:cubicBezTo>
                  <a:pt x="421585" y="97179"/>
                  <a:pt x="426857" y="81641"/>
                  <a:pt x="437399" y="70088"/>
                </a:cubicBezTo>
                <a:cubicBezTo>
                  <a:pt x="447942" y="58533"/>
                  <a:pt x="460297" y="52755"/>
                  <a:pt x="474465" y="52755"/>
                </a:cubicBezTo>
                <a:cubicBezTo>
                  <a:pt x="486300" y="52755"/>
                  <a:pt x="496571" y="57609"/>
                  <a:pt x="505280" y="67319"/>
                </a:cubicBezTo>
                <a:cubicBezTo>
                  <a:pt x="513990" y="77028"/>
                  <a:pt x="518677" y="91425"/>
                  <a:pt x="519344" y="110510"/>
                </a:cubicBezTo>
                <a:moveTo>
                  <a:pt x="488591" y="102259"/>
                </a:moveTo>
                <a:cubicBezTo>
                  <a:pt x="488591" y="88841"/>
                  <a:pt x="487862" y="79632"/>
                  <a:pt x="486404" y="74632"/>
                </a:cubicBezTo>
                <a:cubicBezTo>
                  <a:pt x="484945" y="69631"/>
                  <a:pt x="482674" y="65839"/>
                  <a:pt x="479591" y="63256"/>
                </a:cubicBezTo>
                <a:cubicBezTo>
                  <a:pt x="477840" y="61756"/>
                  <a:pt x="475507" y="61005"/>
                  <a:pt x="472590" y="61005"/>
                </a:cubicBezTo>
                <a:cubicBezTo>
                  <a:pt x="468256" y="61005"/>
                  <a:pt x="464714" y="63131"/>
                  <a:pt x="461964" y="67381"/>
                </a:cubicBezTo>
                <a:cubicBezTo>
                  <a:pt x="457047" y="74798"/>
                  <a:pt x="454588" y="84966"/>
                  <a:pt x="454588" y="97884"/>
                </a:cubicBezTo>
                <a:lnTo>
                  <a:pt x="454588" y="102259"/>
                </a:lnTo>
                <a:lnTo>
                  <a:pt x="488591" y="102259"/>
                </a:lnTo>
                <a:close/>
                <a:moveTo>
                  <a:pt x="579800" y="56255"/>
                </a:moveTo>
                <a:lnTo>
                  <a:pt x="579800" y="82757"/>
                </a:lnTo>
                <a:cubicBezTo>
                  <a:pt x="587551" y="70673"/>
                  <a:pt x="594343" y="62651"/>
                  <a:pt x="600177" y="58693"/>
                </a:cubicBezTo>
                <a:cubicBezTo>
                  <a:pt x="606011" y="54734"/>
                  <a:pt x="611636" y="52755"/>
                  <a:pt x="617053" y="52755"/>
                </a:cubicBezTo>
                <a:cubicBezTo>
                  <a:pt x="621720" y="52755"/>
                  <a:pt x="625450" y="54198"/>
                  <a:pt x="628242" y="57083"/>
                </a:cubicBezTo>
                <a:cubicBezTo>
                  <a:pt x="631034" y="59969"/>
                  <a:pt x="632430" y="64046"/>
                  <a:pt x="632430" y="69315"/>
                </a:cubicBezTo>
                <a:cubicBezTo>
                  <a:pt x="632430" y="74919"/>
                  <a:pt x="631075" y="79270"/>
                  <a:pt x="628367" y="82367"/>
                </a:cubicBezTo>
                <a:cubicBezTo>
                  <a:pt x="625658" y="85461"/>
                  <a:pt x="622387" y="87008"/>
                  <a:pt x="618554" y="87008"/>
                </a:cubicBezTo>
                <a:cubicBezTo>
                  <a:pt x="614136" y="87008"/>
                  <a:pt x="610303" y="85591"/>
                  <a:pt x="607053" y="82757"/>
                </a:cubicBezTo>
                <a:cubicBezTo>
                  <a:pt x="603802" y="79924"/>
                  <a:pt x="601885" y="78340"/>
                  <a:pt x="601302" y="78007"/>
                </a:cubicBezTo>
                <a:cubicBezTo>
                  <a:pt x="600469" y="77507"/>
                  <a:pt x="599510" y="77257"/>
                  <a:pt x="598427" y="77257"/>
                </a:cubicBezTo>
                <a:cubicBezTo>
                  <a:pt x="596010" y="77257"/>
                  <a:pt x="593718" y="78174"/>
                  <a:pt x="591551" y="80007"/>
                </a:cubicBezTo>
                <a:cubicBezTo>
                  <a:pt x="588134" y="82841"/>
                  <a:pt x="585551" y="86883"/>
                  <a:pt x="583800" y="92133"/>
                </a:cubicBezTo>
                <a:cubicBezTo>
                  <a:pt x="581134" y="100217"/>
                  <a:pt x="579800" y="109135"/>
                  <a:pt x="579800" y="118886"/>
                </a:cubicBezTo>
                <a:lnTo>
                  <a:pt x="579800" y="145763"/>
                </a:lnTo>
                <a:lnTo>
                  <a:pt x="579925" y="152764"/>
                </a:lnTo>
                <a:cubicBezTo>
                  <a:pt x="579925" y="157514"/>
                  <a:pt x="580217" y="160556"/>
                  <a:pt x="580800" y="161889"/>
                </a:cubicBezTo>
                <a:cubicBezTo>
                  <a:pt x="581800" y="164140"/>
                  <a:pt x="583280" y="165786"/>
                  <a:pt x="585238" y="166827"/>
                </a:cubicBezTo>
                <a:cubicBezTo>
                  <a:pt x="587197" y="167869"/>
                  <a:pt x="590509" y="168515"/>
                  <a:pt x="595176" y="168765"/>
                </a:cubicBezTo>
                <a:lnTo>
                  <a:pt x="595176" y="173265"/>
                </a:lnTo>
                <a:lnTo>
                  <a:pt x="532046" y="173265"/>
                </a:lnTo>
                <a:lnTo>
                  <a:pt x="532046" y="168765"/>
                </a:lnTo>
                <a:cubicBezTo>
                  <a:pt x="537130" y="168348"/>
                  <a:pt x="540567" y="166952"/>
                  <a:pt x="542359" y="164577"/>
                </a:cubicBezTo>
                <a:cubicBezTo>
                  <a:pt x="544151" y="162202"/>
                  <a:pt x="545047" y="155931"/>
                  <a:pt x="545047" y="145763"/>
                </a:cubicBezTo>
                <a:lnTo>
                  <a:pt x="545047" y="81007"/>
                </a:lnTo>
                <a:cubicBezTo>
                  <a:pt x="545047" y="74298"/>
                  <a:pt x="544714" y="70022"/>
                  <a:pt x="544047" y="68178"/>
                </a:cubicBezTo>
                <a:cubicBezTo>
                  <a:pt x="543213" y="65829"/>
                  <a:pt x="542005" y="64110"/>
                  <a:pt x="540422" y="63021"/>
                </a:cubicBezTo>
                <a:cubicBezTo>
                  <a:pt x="538838" y="61930"/>
                  <a:pt x="536046" y="61175"/>
                  <a:pt x="532046" y="60755"/>
                </a:cubicBezTo>
                <a:lnTo>
                  <a:pt x="532046" y="56255"/>
                </a:lnTo>
                <a:lnTo>
                  <a:pt x="579800" y="56255"/>
                </a:lnTo>
                <a:close/>
                <a:moveTo>
                  <a:pt x="684959" y="68506"/>
                </a:moveTo>
                <a:lnTo>
                  <a:pt x="684959" y="149763"/>
                </a:lnTo>
                <a:cubicBezTo>
                  <a:pt x="684959" y="157597"/>
                  <a:pt x="685793" y="162515"/>
                  <a:pt x="687460" y="164515"/>
                </a:cubicBezTo>
                <a:cubicBezTo>
                  <a:pt x="690127" y="167598"/>
                  <a:pt x="695044" y="169015"/>
                  <a:pt x="702211" y="168765"/>
                </a:cubicBezTo>
                <a:lnTo>
                  <a:pt x="702211" y="173265"/>
                </a:lnTo>
                <a:lnTo>
                  <a:pt x="633330" y="173265"/>
                </a:lnTo>
                <a:lnTo>
                  <a:pt x="633330" y="168765"/>
                </a:lnTo>
                <a:cubicBezTo>
                  <a:pt x="638580" y="168682"/>
                  <a:pt x="642310" y="168078"/>
                  <a:pt x="644518" y="166952"/>
                </a:cubicBezTo>
                <a:cubicBezTo>
                  <a:pt x="646727" y="165827"/>
                  <a:pt x="648248" y="164265"/>
                  <a:pt x="649081" y="162264"/>
                </a:cubicBezTo>
                <a:cubicBezTo>
                  <a:pt x="649915" y="160264"/>
                  <a:pt x="650331" y="156097"/>
                  <a:pt x="650331" y="149763"/>
                </a:cubicBezTo>
                <a:lnTo>
                  <a:pt x="650331" y="68506"/>
                </a:lnTo>
                <a:lnTo>
                  <a:pt x="633330" y="68506"/>
                </a:lnTo>
                <a:lnTo>
                  <a:pt x="633330" y="56255"/>
                </a:lnTo>
                <a:lnTo>
                  <a:pt x="650331" y="56255"/>
                </a:lnTo>
                <a:lnTo>
                  <a:pt x="650331" y="47668"/>
                </a:lnTo>
                <a:lnTo>
                  <a:pt x="650206" y="41816"/>
                </a:lnTo>
                <a:cubicBezTo>
                  <a:pt x="650206" y="29870"/>
                  <a:pt x="654603" y="19915"/>
                  <a:pt x="663395" y="11950"/>
                </a:cubicBezTo>
                <a:cubicBezTo>
                  <a:pt x="672187" y="3983"/>
                  <a:pt x="684084" y="0"/>
                  <a:pt x="699086" y="0"/>
                </a:cubicBezTo>
                <a:cubicBezTo>
                  <a:pt x="709337" y="0"/>
                  <a:pt x="716941" y="1925"/>
                  <a:pt x="721900" y="5774"/>
                </a:cubicBezTo>
                <a:cubicBezTo>
                  <a:pt x="726859" y="9621"/>
                  <a:pt x="729338" y="13887"/>
                  <a:pt x="729338" y="18572"/>
                </a:cubicBezTo>
                <a:cubicBezTo>
                  <a:pt x="729338" y="22338"/>
                  <a:pt x="727797" y="25601"/>
                  <a:pt x="724713" y="28362"/>
                </a:cubicBezTo>
                <a:cubicBezTo>
                  <a:pt x="721629" y="31123"/>
                  <a:pt x="717546" y="32503"/>
                  <a:pt x="712462" y="32503"/>
                </a:cubicBezTo>
                <a:cubicBezTo>
                  <a:pt x="708128" y="32503"/>
                  <a:pt x="704690" y="31378"/>
                  <a:pt x="702148" y="29128"/>
                </a:cubicBezTo>
                <a:cubicBezTo>
                  <a:pt x="699607" y="26877"/>
                  <a:pt x="698336" y="24377"/>
                  <a:pt x="698336" y="21627"/>
                </a:cubicBezTo>
                <a:cubicBezTo>
                  <a:pt x="698336" y="20877"/>
                  <a:pt x="698586" y="19335"/>
                  <a:pt x="699086" y="17002"/>
                </a:cubicBezTo>
                <a:cubicBezTo>
                  <a:pt x="699419" y="15585"/>
                  <a:pt x="699586" y="14251"/>
                  <a:pt x="699586" y="13001"/>
                </a:cubicBezTo>
                <a:cubicBezTo>
                  <a:pt x="699586" y="11251"/>
                  <a:pt x="699086" y="9959"/>
                  <a:pt x="698086" y="9126"/>
                </a:cubicBezTo>
                <a:cubicBezTo>
                  <a:pt x="696752" y="7876"/>
                  <a:pt x="695127" y="7251"/>
                  <a:pt x="693210" y="7251"/>
                </a:cubicBezTo>
                <a:cubicBezTo>
                  <a:pt x="690793" y="7251"/>
                  <a:pt x="688772" y="8243"/>
                  <a:pt x="687147" y="10227"/>
                </a:cubicBezTo>
                <a:cubicBezTo>
                  <a:pt x="685522" y="12212"/>
                  <a:pt x="684709" y="15396"/>
                  <a:pt x="684709" y="19779"/>
                </a:cubicBezTo>
                <a:lnTo>
                  <a:pt x="684959" y="41492"/>
                </a:lnTo>
                <a:lnTo>
                  <a:pt x="684959" y="56255"/>
                </a:lnTo>
                <a:lnTo>
                  <a:pt x="702211" y="56255"/>
                </a:lnTo>
                <a:lnTo>
                  <a:pt x="702211" y="68506"/>
                </a:lnTo>
                <a:lnTo>
                  <a:pt x="684959" y="68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ormcodetesting">
            <a:extLst xmlns:a="http://schemas.openxmlformats.org/drawingml/2006/main">
              <a:ext uri="{FF2B5EF4-FFF2-40B4-BE49-F238E27FC236}">
                <a16:creationId xmlns:a16="http://schemas.microsoft.com/office/drawing/2014/main" id="{8DA7918B-33CF-4091-8469-71D4829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17" y="851576"/>
            <a:ext cx="1795182" cy="228520"/>
          </a:xfrm>
          <a:custGeom xmlns:a="http://schemas.openxmlformats.org/drawingml/2006/main">
            <a:pathLst>
              <a:path w="1795182" h="228520">
                <a:moveTo>
                  <a:pt x="54505" y="52755"/>
                </a:moveTo>
                <a:cubicBezTo>
                  <a:pt x="64672" y="52755"/>
                  <a:pt x="74132" y="55383"/>
                  <a:pt x="82882" y="60638"/>
                </a:cubicBezTo>
                <a:cubicBezTo>
                  <a:pt x="91633" y="65894"/>
                  <a:pt x="98280" y="73361"/>
                  <a:pt x="102822" y="83039"/>
                </a:cubicBezTo>
                <a:cubicBezTo>
                  <a:pt x="107364" y="92717"/>
                  <a:pt x="109635" y="103311"/>
                  <a:pt x="109635" y="114823"/>
                </a:cubicBezTo>
                <a:cubicBezTo>
                  <a:pt x="109635" y="131423"/>
                  <a:pt x="105426" y="145314"/>
                  <a:pt x="97009" y="156494"/>
                </a:cubicBezTo>
                <a:cubicBezTo>
                  <a:pt x="86841" y="170009"/>
                  <a:pt x="72798" y="176766"/>
                  <a:pt x="54880" y="176766"/>
                </a:cubicBezTo>
                <a:cubicBezTo>
                  <a:pt x="37295" y="176766"/>
                  <a:pt x="23752" y="170592"/>
                  <a:pt x="14251" y="158245"/>
                </a:cubicBezTo>
                <a:cubicBezTo>
                  <a:pt x="4750" y="145897"/>
                  <a:pt x="0" y="131590"/>
                  <a:pt x="0" y="115323"/>
                </a:cubicBezTo>
                <a:cubicBezTo>
                  <a:pt x="0" y="98556"/>
                  <a:pt x="4855" y="83936"/>
                  <a:pt x="14564" y="71463"/>
                </a:cubicBezTo>
                <a:cubicBezTo>
                  <a:pt x="24273" y="58991"/>
                  <a:pt x="37587" y="52755"/>
                  <a:pt x="54505" y="52755"/>
                </a:cubicBezTo>
                <a:moveTo>
                  <a:pt x="55005" y="61505"/>
                </a:moveTo>
                <a:cubicBezTo>
                  <a:pt x="50755" y="61505"/>
                  <a:pt x="47108" y="63112"/>
                  <a:pt x="44066" y="66326"/>
                </a:cubicBezTo>
                <a:cubicBezTo>
                  <a:pt x="41024" y="69537"/>
                  <a:pt x="39024" y="75878"/>
                  <a:pt x="38066" y="85347"/>
                </a:cubicBezTo>
                <a:cubicBezTo>
                  <a:pt x="37107" y="94817"/>
                  <a:pt x="36628" y="107980"/>
                  <a:pt x="36628" y="124835"/>
                </a:cubicBezTo>
                <a:cubicBezTo>
                  <a:pt x="36628" y="133763"/>
                  <a:pt x="37212" y="142108"/>
                  <a:pt x="38378" y="149869"/>
                </a:cubicBezTo>
                <a:cubicBezTo>
                  <a:pt x="39295" y="155791"/>
                  <a:pt x="41254" y="160297"/>
                  <a:pt x="44254" y="163386"/>
                </a:cubicBezTo>
                <a:cubicBezTo>
                  <a:pt x="47254" y="166472"/>
                  <a:pt x="50671" y="168015"/>
                  <a:pt x="54505" y="168015"/>
                </a:cubicBezTo>
                <a:cubicBezTo>
                  <a:pt x="58255" y="168015"/>
                  <a:pt x="61380" y="166972"/>
                  <a:pt x="63881" y="164886"/>
                </a:cubicBezTo>
                <a:cubicBezTo>
                  <a:pt x="67131" y="162050"/>
                  <a:pt x="69298" y="158086"/>
                  <a:pt x="70381" y="152994"/>
                </a:cubicBezTo>
                <a:cubicBezTo>
                  <a:pt x="72048" y="145069"/>
                  <a:pt x="72882" y="129049"/>
                  <a:pt x="72882" y="104935"/>
                </a:cubicBezTo>
                <a:cubicBezTo>
                  <a:pt x="72882" y="90752"/>
                  <a:pt x="72090" y="81011"/>
                  <a:pt x="70506" y="75714"/>
                </a:cubicBezTo>
                <a:cubicBezTo>
                  <a:pt x="68923" y="70414"/>
                  <a:pt x="66589" y="66554"/>
                  <a:pt x="63506" y="64135"/>
                </a:cubicBezTo>
                <a:cubicBezTo>
                  <a:pt x="61339" y="62382"/>
                  <a:pt x="58505" y="61505"/>
                  <a:pt x="55005" y="61505"/>
                </a:cubicBezTo>
                <a:close/>
                <a:moveTo>
                  <a:pt x="175891" y="56255"/>
                </a:moveTo>
                <a:lnTo>
                  <a:pt x="175891" y="82757"/>
                </a:lnTo>
                <a:cubicBezTo>
                  <a:pt x="183642" y="70673"/>
                  <a:pt x="190434" y="62651"/>
                  <a:pt x="196268" y="58693"/>
                </a:cubicBezTo>
                <a:cubicBezTo>
                  <a:pt x="202102" y="54734"/>
                  <a:pt x="207727" y="52755"/>
                  <a:pt x="213144" y="52755"/>
                </a:cubicBezTo>
                <a:cubicBezTo>
                  <a:pt x="217811" y="52755"/>
                  <a:pt x="221541" y="54198"/>
                  <a:pt x="224333" y="57083"/>
                </a:cubicBezTo>
                <a:cubicBezTo>
                  <a:pt x="227125" y="59969"/>
                  <a:pt x="228521" y="64046"/>
                  <a:pt x="228521" y="69315"/>
                </a:cubicBezTo>
                <a:cubicBezTo>
                  <a:pt x="228521" y="74919"/>
                  <a:pt x="227166" y="79270"/>
                  <a:pt x="224458" y="82367"/>
                </a:cubicBezTo>
                <a:cubicBezTo>
                  <a:pt x="221749" y="85461"/>
                  <a:pt x="218478" y="87008"/>
                  <a:pt x="214644" y="87008"/>
                </a:cubicBezTo>
                <a:cubicBezTo>
                  <a:pt x="210227" y="87008"/>
                  <a:pt x="206394" y="85591"/>
                  <a:pt x="203143" y="82757"/>
                </a:cubicBezTo>
                <a:cubicBezTo>
                  <a:pt x="199893" y="79924"/>
                  <a:pt x="197976" y="78340"/>
                  <a:pt x="197393" y="78007"/>
                </a:cubicBezTo>
                <a:cubicBezTo>
                  <a:pt x="196560" y="77507"/>
                  <a:pt x="195601" y="77257"/>
                  <a:pt x="194518" y="77257"/>
                </a:cubicBezTo>
                <a:cubicBezTo>
                  <a:pt x="192101" y="77257"/>
                  <a:pt x="189809" y="78174"/>
                  <a:pt x="187642" y="80007"/>
                </a:cubicBezTo>
                <a:cubicBezTo>
                  <a:pt x="184225" y="82841"/>
                  <a:pt x="181642" y="86883"/>
                  <a:pt x="179891" y="92133"/>
                </a:cubicBezTo>
                <a:cubicBezTo>
                  <a:pt x="177224" y="100217"/>
                  <a:pt x="175891" y="109135"/>
                  <a:pt x="175891" y="118886"/>
                </a:cubicBezTo>
                <a:lnTo>
                  <a:pt x="175891" y="145763"/>
                </a:lnTo>
                <a:lnTo>
                  <a:pt x="176016" y="152764"/>
                </a:lnTo>
                <a:cubicBezTo>
                  <a:pt x="176016" y="157514"/>
                  <a:pt x="176308" y="160556"/>
                  <a:pt x="176891" y="161889"/>
                </a:cubicBezTo>
                <a:cubicBezTo>
                  <a:pt x="177891" y="164140"/>
                  <a:pt x="179370" y="165786"/>
                  <a:pt x="181329" y="166827"/>
                </a:cubicBezTo>
                <a:cubicBezTo>
                  <a:pt x="183287" y="167869"/>
                  <a:pt x="186600" y="168515"/>
                  <a:pt x="191267" y="168765"/>
                </a:cubicBezTo>
                <a:lnTo>
                  <a:pt x="191267" y="173265"/>
                </a:lnTo>
                <a:lnTo>
                  <a:pt x="128137" y="173265"/>
                </a:lnTo>
                <a:lnTo>
                  <a:pt x="128137" y="168765"/>
                </a:lnTo>
                <a:cubicBezTo>
                  <a:pt x="133221" y="168348"/>
                  <a:pt x="136658" y="166952"/>
                  <a:pt x="138450" y="164577"/>
                </a:cubicBezTo>
                <a:cubicBezTo>
                  <a:pt x="140242" y="162202"/>
                  <a:pt x="141138" y="155931"/>
                  <a:pt x="141138" y="145763"/>
                </a:cubicBezTo>
                <a:lnTo>
                  <a:pt x="141138" y="81007"/>
                </a:lnTo>
                <a:cubicBezTo>
                  <a:pt x="141138" y="74298"/>
                  <a:pt x="140805" y="70022"/>
                  <a:pt x="140138" y="68178"/>
                </a:cubicBezTo>
                <a:cubicBezTo>
                  <a:pt x="139304" y="65829"/>
                  <a:pt x="138096" y="64110"/>
                  <a:pt x="136512" y="63021"/>
                </a:cubicBezTo>
                <a:cubicBezTo>
                  <a:pt x="134929" y="61930"/>
                  <a:pt x="132137" y="61175"/>
                  <a:pt x="128137" y="60755"/>
                </a:cubicBezTo>
                <a:lnTo>
                  <a:pt x="128137" y="56255"/>
                </a:lnTo>
                <a:lnTo>
                  <a:pt x="175891" y="56255"/>
                </a:lnTo>
                <a:close/>
                <a:moveTo>
                  <a:pt x="278300" y="56255"/>
                </a:moveTo>
                <a:lnTo>
                  <a:pt x="278300" y="71756"/>
                </a:lnTo>
                <a:cubicBezTo>
                  <a:pt x="284717" y="64709"/>
                  <a:pt x="290655" y="59780"/>
                  <a:pt x="296114" y="56970"/>
                </a:cubicBezTo>
                <a:cubicBezTo>
                  <a:pt x="301573" y="54160"/>
                  <a:pt x="307553" y="52755"/>
                  <a:pt x="314053" y="52755"/>
                </a:cubicBezTo>
                <a:cubicBezTo>
                  <a:pt x="321554" y="52755"/>
                  <a:pt x="327846" y="54515"/>
                  <a:pt x="332930" y="58036"/>
                </a:cubicBezTo>
                <a:cubicBezTo>
                  <a:pt x="338014" y="61558"/>
                  <a:pt x="341931" y="66923"/>
                  <a:pt x="344681" y="74132"/>
                </a:cubicBezTo>
                <a:cubicBezTo>
                  <a:pt x="351348" y="66587"/>
                  <a:pt x="357745" y="61138"/>
                  <a:pt x="363870" y="57786"/>
                </a:cubicBezTo>
                <a:cubicBezTo>
                  <a:pt x="369996" y="54432"/>
                  <a:pt x="376392" y="52755"/>
                  <a:pt x="383059" y="52755"/>
                </a:cubicBezTo>
                <a:cubicBezTo>
                  <a:pt x="391143" y="52755"/>
                  <a:pt x="397582" y="54612"/>
                  <a:pt x="402374" y="58326"/>
                </a:cubicBezTo>
                <a:cubicBezTo>
                  <a:pt x="407166" y="62039"/>
                  <a:pt x="410499" y="66755"/>
                  <a:pt x="412375" y="72471"/>
                </a:cubicBezTo>
                <a:cubicBezTo>
                  <a:pt x="414250" y="78188"/>
                  <a:pt x="415187" y="87305"/>
                  <a:pt x="415187" y="99821"/>
                </a:cubicBezTo>
                <a:lnTo>
                  <a:pt x="415187" y="147763"/>
                </a:lnTo>
                <a:cubicBezTo>
                  <a:pt x="415187" y="156764"/>
                  <a:pt x="416000" y="162348"/>
                  <a:pt x="417625" y="164515"/>
                </a:cubicBezTo>
                <a:cubicBezTo>
                  <a:pt x="419250" y="166682"/>
                  <a:pt x="422646" y="168098"/>
                  <a:pt x="427813" y="168765"/>
                </a:cubicBezTo>
                <a:lnTo>
                  <a:pt x="427813" y="173265"/>
                </a:lnTo>
                <a:lnTo>
                  <a:pt x="367433" y="173265"/>
                </a:lnTo>
                <a:lnTo>
                  <a:pt x="367433" y="168765"/>
                </a:lnTo>
                <a:cubicBezTo>
                  <a:pt x="372183" y="168348"/>
                  <a:pt x="375684" y="166515"/>
                  <a:pt x="377934" y="163265"/>
                </a:cubicBezTo>
                <a:cubicBezTo>
                  <a:pt x="379434" y="161014"/>
                  <a:pt x="380184" y="155847"/>
                  <a:pt x="380184" y="147763"/>
                </a:cubicBezTo>
                <a:lnTo>
                  <a:pt x="380184" y="97509"/>
                </a:lnTo>
                <a:cubicBezTo>
                  <a:pt x="380184" y="87091"/>
                  <a:pt x="379767" y="80466"/>
                  <a:pt x="378934" y="77632"/>
                </a:cubicBezTo>
                <a:cubicBezTo>
                  <a:pt x="378101" y="74798"/>
                  <a:pt x="376788" y="72694"/>
                  <a:pt x="374996" y="71319"/>
                </a:cubicBezTo>
                <a:cubicBezTo>
                  <a:pt x="373204" y="69944"/>
                  <a:pt x="371100" y="69256"/>
                  <a:pt x="368683" y="69256"/>
                </a:cubicBezTo>
                <a:cubicBezTo>
                  <a:pt x="365099" y="69256"/>
                  <a:pt x="361474" y="70569"/>
                  <a:pt x="357807" y="73194"/>
                </a:cubicBezTo>
                <a:cubicBezTo>
                  <a:pt x="354140" y="75819"/>
                  <a:pt x="350432" y="79757"/>
                  <a:pt x="346681" y="85008"/>
                </a:cubicBezTo>
                <a:lnTo>
                  <a:pt x="346681" y="147763"/>
                </a:lnTo>
                <a:cubicBezTo>
                  <a:pt x="346681" y="156181"/>
                  <a:pt x="347390" y="161473"/>
                  <a:pt x="348806" y="163640"/>
                </a:cubicBezTo>
                <a:cubicBezTo>
                  <a:pt x="350723" y="166723"/>
                  <a:pt x="354390" y="168432"/>
                  <a:pt x="359807" y="168765"/>
                </a:cubicBezTo>
                <a:lnTo>
                  <a:pt x="359807" y="173265"/>
                </a:lnTo>
                <a:lnTo>
                  <a:pt x="299302" y="173265"/>
                </a:lnTo>
                <a:lnTo>
                  <a:pt x="299302" y="168765"/>
                </a:lnTo>
                <a:cubicBezTo>
                  <a:pt x="302552" y="168598"/>
                  <a:pt x="305115" y="167786"/>
                  <a:pt x="306990" y="166327"/>
                </a:cubicBezTo>
                <a:cubicBezTo>
                  <a:pt x="308865" y="164869"/>
                  <a:pt x="310115" y="163119"/>
                  <a:pt x="310740" y="161077"/>
                </a:cubicBezTo>
                <a:cubicBezTo>
                  <a:pt x="311366" y="159035"/>
                  <a:pt x="311678" y="154597"/>
                  <a:pt x="311678" y="147763"/>
                </a:cubicBezTo>
                <a:lnTo>
                  <a:pt x="311678" y="97431"/>
                </a:lnTo>
                <a:cubicBezTo>
                  <a:pt x="311678" y="86828"/>
                  <a:pt x="311261" y="80192"/>
                  <a:pt x="310428" y="77523"/>
                </a:cubicBezTo>
                <a:cubicBezTo>
                  <a:pt x="309595" y="74850"/>
                  <a:pt x="308199" y="72763"/>
                  <a:pt x="306240" y="71260"/>
                </a:cubicBezTo>
                <a:cubicBezTo>
                  <a:pt x="304282" y="69758"/>
                  <a:pt x="302177" y="69006"/>
                  <a:pt x="299927" y="69006"/>
                </a:cubicBezTo>
                <a:cubicBezTo>
                  <a:pt x="296593" y="69006"/>
                  <a:pt x="293551" y="69888"/>
                  <a:pt x="290801" y="71651"/>
                </a:cubicBezTo>
                <a:cubicBezTo>
                  <a:pt x="286884" y="74255"/>
                  <a:pt x="282717" y="78708"/>
                  <a:pt x="278300" y="85008"/>
                </a:cubicBezTo>
                <a:lnTo>
                  <a:pt x="278300" y="147763"/>
                </a:lnTo>
                <a:cubicBezTo>
                  <a:pt x="278300" y="156014"/>
                  <a:pt x="279113" y="161452"/>
                  <a:pt x="280738" y="164077"/>
                </a:cubicBezTo>
                <a:cubicBezTo>
                  <a:pt x="282363" y="166702"/>
                  <a:pt x="285759" y="168265"/>
                  <a:pt x="290926" y="168765"/>
                </a:cubicBezTo>
                <a:lnTo>
                  <a:pt x="290926" y="173265"/>
                </a:lnTo>
                <a:lnTo>
                  <a:pt x="230671" y="173265"/>
                </a:lnTo>
                <a:lnTo>
                  <a:pt x="230671" y="168765"/>
                </a:lnTo>
                <a:cubicBezTo>
                  <a:pt x="235588" y="168265"/>
                  <a:pt x="239088" y="166682"/>
                  <a:pt x="241172" y="164015"/>
                </a:cubicBezTo>
                <a:cubicBezTo>
                  <a:pt x="242589" y="162181"/>
                  <a:pt x="243297" y="156764"/>
                  <a:pt x="243297" y="147763"/>
                </a:cubicBezTo>
                <a:lnTo>
                  <a:pt x="243297" y="81757"/>
                </a:lnTo>
                <a:cubicBezTo>
                  <a:pt x="243297" y="72816"/>
                  <a:pt x="242484" y="67249"/>
                  <a:pt x="240859" y="65057"/>
                </a:cubicBezTo>
                <a:cubicBezTo>
                  <a:pt x="239234" y="62864"/>
                  <a:pt x="235838" y="61430"/>
                  <a:pt x="230671" y="60755"/>
                </a:cubicBezTo>
                <a:lnTo>
                  <a:pt x="230671" y="56255"/>
                </a:lnTo>
                <a:lnTo>
                  <a:pt x="278300" y="56255"/>
                </a:lnTo>
                <a:close/>
                <a:moveTo>
                  <a:pt x="623881" y="143040"/>
                </a:moveTo>
                <a:lnTo>
                  <a:pt x="627756" y="146036"/>
                </a:lnTo>
                <a:cubicBezTo>
                  <a:pt x="622256" y="156405"/>
                  <a:pt x="615401" y="164119"/>
                  <a:pt x="607192" y="169179"/>
                </a:cubicBezTo>
                <a:cubicBezTo>
                  <a:pt x="598983" y="174237"/>
                  <a:pt x="590253" y="176766"/>
                  <a:pt x="581002" y="176766"/>
                </a:cubicBezTo>
                <a:cubicBezTo>
                  <a:pt x="565417" y="176766"/>
                  <a:pt x="552958" y="170885"/>
                  <a:pt x="543624" y="159124"/>
                </a:cubicBezTo>
                <a:cubicBezTo>
                  <a:pt x="534290" y="147360"/>
                  <a:pt x="529622" y="133219"/>
                  <a:pt x="529622" y="116702"/>
                </a:cubicBezTo>
                <a:cubicBezTo>
                  <a:pt x="529622" y="100766"/>
                  <a:pt x="533873" y="86750"/>
                  <a:pt x="542374" y="74655"/>
                </a:cubicBezTo>
                <a:cubicBezTo>
                  <a:pt x="552625" y="60055"/>
                  <a:pt x="566751" y="52755"/>
                  <a:pt x="584752" y="52755"/>
                </a:cubicBezTo>
                <a:cubicBezTo>
                  <a:pt x="596837" y="52755"/>
                  <a:pt x="606442" y="55806"/>
                  <a:pt x="613567" y="61908"/>
                </a:cubicBezTo>
                <a:cubicBezTo>
                  <a:pt x="620693" y="68007"/>
                  <a:pt x="624256" y="74818"/>
                  <a:pt x="624256" y="82339"/>
                </a:cubicBezTo>
                <a:cubicBezTo>
                  <a:pt x="624256" y="87103"/>
                  <a:pt x="622818" y="90905"/>
                  <a:pt x="619943" y="93747"/>
                </a:cubicBezTo>
                <a:cubicBezTo>
                  <a:pt x="617068" y="96588"/>
                  <a:pt x="613297" y="98009"/>
                  <a:pt x="608630" y="98009"/>
                </a:cubicBezTo>
                <a:cubicBezTo>
                  <a:pt x="603712" y="98009"/>
                  <a:pt x="599650" y="96378"/>
                  <a:pt x="596441" y="93118"/>
                </a:cubicBezTo>
                <a:cubicBezTo>
                  <a:pt x="593232" y="89854"/>
                  <a:pt x="591253" y="84041"/>
                  <a:pt x="590503" y="75679"/>
                </a:cubicBezTo>
                <a:cubicBezTo>
                  <a:pt x="590003" y="70410"/>
                  <a:pt x="588794" y="66730"/>
                  <a:pt x="586878" y="64639"/>
                </a:cubicBezTo>
                <a:cubicBezTo>
                  <a:pt x="584961" y="62550"/>
                  <a:pt x="582711" y="61505"/>
                  <a:pt x="580127" y="61505"/>
                </a:cubicBezTo>
                <a:cubicBezTo>
                  <a:pt x="576127" y="61505"/>
                  <a:pt x="572710" y="63631"/>
                  <a:pt x="569876" y="67881"/>
                </a:cubicBezTo>
                <a:cubicBezTo>
                  <a:pt x="565542" y="74298"/>
                  <a:pt x="563375" y="84133"/>
                  <a:pt x="563375" y="97384"/>
                </a:cubicBezTo>
                <a:cubicBezTo>
                  <a:pt x="563375" y="108385"/>
                  <a:pt x="565126" y="118906"/>
                  <a:pt x="568626" y="128949"/>
                </a:cubicBezTo>
                <a:cubicBezTo>
                  <a:pt x="572126" y="138992"/>
                  <a:pt x="576918" y="146471"/>
                  <a:pt x="583002" y="151389"/>
                </a:cubicBezTo>
                <a:cubicBezTo>
                  <a:pt x="587586" y="154972"/>
                  <a:pt x="593003" y="156764"/>
                  <a:pt x="599254" y="156764"/>
                </a:cubicBezTo>
                <a:cubicBezTo>
                  <a:pt x="603337" y="156764"/>
                  <a:pt x="607213" y="155808"/>
                  <a:pt x="610880" y="153897"/>
                </a:cubicBezTo>
                <a:cubicBezTo>
                  <a:pt x="614547" y="151982"/>
                  <a:pt x="618880" y="148364"/>
                  <a:pt x="623881" y="143040"/>
                </a:cubicBezTo>
                <a:close/>
                <a:moveTo>
                  <a:pt x="694562" y="52755"/>
                </a:moveTo>
                <a:cubicBezTo>
                  <a:pt x="704730" y="52755"/>
                  <a:pt x="714189" y="55383"/>
                  <a:pt x="722940" y="60638"/>
                </a:cubicBezTo>
                <a:cubicBezTo>
                  <a:pt x="731690" y="65894"/>
                  <a:pt x="738337" y="73361"/>
                  <a:pt x="742879" y="83039"/>
                </a:cubicBezTo>
                <a:cubicBezTo>
                  <a:pt x="747421" y="92717"/>
                  <a:pt x="749692" y="103311"/>
                  <a:pt x="749692" y="114823"/>
                </a:cubicBezTo>
                <a:cubicBezTo>
                  <a:pt x="749692" y="131423"/>
                  <a:pt x="745483" y="145314"/>
                  <a:pt x="737066" y="156494"/>
                </a:cubicBezTo>
                <a:cubicBezTo>
                  <a:pt x="726898" y="170009"/>
                  <a:pt x="712855" y="176766"/>
                  <a:pt x="694937" y="176766"/>
                </a:cubicBezTo>
                <a:cubicBezTo>
                  <a:pt x="677352" y="176766"/>
                  <a:pt x="663809" y="170592"/>
                  <a:pt x="654308" y="158245"/>
                </a:cubicBezTo>
                <a:cubicBezTo>
                  <a:pt x="644808" y="145897"/>
                  <a:pt x="640057" y="131590"/>
                  <a:pt x="640057" y="115323"/>
                </a:cubicBezTo>
                <a:cubicBezTo>
                  <a:pt x="640057" y="98556"/>
                  <a:pt x="644912" y="83936"/>
                  <a:pt x="654621" y="71463"/>
                </a:cubicBezTo>
                <a:cubicBezTo>
                  <a:pt x="664330" y="58991"/>
                  <a:pt x="677644" y="52755"/>
                  <a:pt x="694562" y="52755"/>
                </a:cubicBezTo>
                <a:moveTo>
                  <a:pt x="695062" y="61505"/>
                </a:moveTo>
                <a:cubicBezTo>
                  <a:pt x="690812" y="61505"/>
                  <a:pt x="687166" y="63112"/>
                  <a:pt x="684124" y="66326"/>
                </a:cubicBezTo>
                <a:cubicBezTo>
                  <a:pt x="681082" y="69537"/>
                  <a:pt x="679081" y="75878"/>
                  <a:pt x="678123" y="85347"/>
                </a:cubicBezTo>
                <a:cubicBezTo>
                  <a:pt x="677165" y="94817"/>
                  <a:pt x="676685" y="107980"/>
                  <a:pt x="676685" y="124835"/>
                </a:cubicBezTo>
                <a:cubicBezTo>
                  <a:pt x="676685" y="133763"/>
                  <a:pt x="677269" y="142108"/>
                  <a:pt x="678436" y="149869"/>
                </a:cubicBezTo>
                <a:cubicBezTo>
                  <a:pt x="679352" y="155791"/>
                  <a:pt x="681311" y="160297"/>
                  <a:pt x="684311" y="163386"/>
                </a:cubicBezTo>
                <a:cubicBezTo>
                  <a:pt x="687311" y="166472"/>
                  <a:pt x="690728" y="168015"/>
                  <a:pt x="694562" y="168015"/>
                </a:cubicBezTo>
                <a:cubicBezTo>
                  <a:pt x="698312" y="168015"/>
                  <a:pt x="701438" y="166972"/>
                  <a:pt x="703938" y="164886"/>
                </a:cubicBezTo>
                <a:cubicBezTo>
                  <a:pt x="707188" y="162050"/>
                  <a:pt x="709355" y="158086"/>
                  <a:pt x="710438" y="152994"/>
                </a:cubicBezTo>
                <a:cubicBezTo>
                  <a:pt x="712105" y="145069"/>
                  <a:pt x="712939" y="129049"/>
                  <a:pt x="712939" y="104935"/>
                </a:cubicBezTo>
                <a:cubicBezTo>
                  <a:pt x="712939" y="90752"/>
                  <a:pt x="712147" y="81011"/>
                  <a:pt x="710563" y="75714"/>
                </a:cubicBezTo>
                <a:cubicBezTo>
                  <a:pt x="708980" y="70414"/>
                  <a:pt x="706646" y="66554"/>
                  <a:pt x="703563" y="64135"/>
                </a:cubicBezTo>
                <a:cubicBezTo>
                  <a:pt x="701396" y="62382"/>
                  <a:pt x="698562" y="61505"/>
                  <a:pt x="695062" y="61505"/>
                </a:cubicBezTo>
                <a:close/>
                <a:moveTo>
                  <a:pt x="881079" y="3750"/>
                </a:moveTo>
                <a:lnTo>
                  <a:pt x="881079" y="138262"/>
                </a:lnTo>
                <a:cubicBezTo>
                  <a:pt x="881079" y="147255"/>
                  <a:pt x="881329" y="152576"/>
                  <a:pt x="881829" y="154225"/>
                </a:cubicBezTo>
                <a:cubicBezTo>
                  <a:pt x="882496" y="156949"/>
                  <a:pt x="883767" y="158971"/>
                  <a:pt x="885642" y="160292"/>
                </a:cubicBezTo>
                <a:cubicBezTo>
                  <a:pt x="887517" y="161609"/>
                  <a:pt x="890788" y="162434"/>
                  <a:pt x="895455" y="162765"/>
                </a:cubicBezTo>
                <a:lnTo>
                  <a:pt x="895455" y="167265"/>
                </a:lnTo>
                <a:lnTo>
                  <a:pt x="846076" y="176766"/>
                </a:lnTo>
                <a:lnTo>
                  <a:pt x="846076" y="158264"/>
                </a:lnTo>
                <a:cubicBezTo>
                  <a:pt x="840159" y="165431"/>
                  <a:pt x="834887" y="170307"/>
                  <a:pt x="830262" y="172890"/>
                </a:cubicBezTo>
                <a:cubicBezTo>
                  <a:pt x="825636" y="175474"/>
                  <a:pt x="820407" y="176766"/>
                  <a:pt x="814573" y="176766"/>
                </a:cubicBezTo>
                <a:cubicBezTo>
                  <a:pt x="799655" y="176766"/>
                  <a:pt x="787862" y="170092"/>
                  <a:pt x="779195" y="156744"/>
                </a:cubicBezTo>
                <a:cubicBezTo>
                  <a:pt x="772194" y="145900"/>
                  <a:pt x="768694" y="132594"/>
                  <a:pt x="768694" y="116827"/>
                </a:cubicBezTo>
                <a:cubicBezTo>
                  <a:pt x="768694" y="104229"/>
                  <a:pt x="770861" y="92946"/>
                  <a:pt x="775194" y="82976"/>
                </a:cubicBezTo>
                <a:cubicBezTo>
                  <a:pt x="779528" y="73007"/>
                  <a:pt x="785466" y="65477"/>
                  <a:pt x="793009" y="60388"/>
                </a:cubicBezTo>
                <a:cubicBezTo>
                  <a:pt x="800551" y="55299"/>
                  <a:pt x="808656" y="52755"/>
                  <a:pt x="817323" y="52755"/>
                </a:cubicBezTo>
                <a:cubicBezTo>
                  <a:pt x="822907" y="52755"/>
                  <a:pt x="827866" y="53847"/>
                  <a:pt x="832200" y="56032"/>
                </a:cubicBezTo>
                <a:cubicBezTo>
                  <a:pt x="836533" y="58217"/>
                  <a:pt x="841159" y="62042"/>
                  <a:pt x="846076" y="67506"/>
                </a:cubicBezTo>
                <a:lnTo>
                  <a:pt x="846076" y="32253"/>
                </a:lnTo>
                <a:cubicBezTo>
                  <a:pt x="846076" y="23335"/>
                  <a:pt x="845701" y="17960"/>
                  <a:pt x="844951" y="16126"/>
                </a:cubicBezTo>
                <a:cubicBezTo>
                  <a:pt x="843951" y="13710"/>
                  <a:pt x="842450" y="11918"/>
                  <a:pt x="840450" y="10751"/>
                </a:cubicBezTo>
                <a:cubicBezTo>
                  <a:pt x="838450" y="9584"/>
                  <a:pt x="834700" y="9001"/>
                  <a:pt x="829199" y="9001"/>
                </a:cubicBezTo>
                <a:lnTo>
                  <a:pt x="829199" y="3750"/>
                </a:lnTo>
                <a:lnTo>
                  <a:pt x="881079" y="3750"/>
                </a:lnTo>
                <a:moveTo>
                  <a:pt x="846076" y="82757"/>
                </a:moveTo>
                <a:cubicBezTo>
                  <a:pt x="839909" y="71090"/>
                  <a:pt x="832366" y="65256"/>
                  <a:pt x="823449" y="65256"/>
                </a:cubicBezTo>
                <a:cubicBezTo>
                  <a:pt x="820365" y="65256"/>
                  <a:pt x="817823" y="66089"/>
                  <a:pt x="815823" y="67756"/>
                </a:cubicBezTo>
                <a:cubicBezTo>
                  <a:pt x="812740" y="70340"/>
                  <a:pt x="810218" y="74882"/>
                  <a:pt x="808260" y="81382"/>
                </a:cubicBezTo>
                <a:cubicBezTo>
                  <a:pt x="806301" y="87883"/>
                  <a:pt x="805322" y="97842"/>
                  <a:pt x="805322" y="111260"/>
                </a:cubicBezTo>
                <a:cubicBezTo>
                  <a:pt x="805322" y="126011"/>
                  <a:pt x="806406" y="136929"/>
                  <a:pt x="808572" y="144013"/>
                </a:cubicBezTo>
                <a:cubicBezTo>
                  <a:pt x="810739" y="151097"/>
                  <a:pt x="813698" y="156222"/>
                  <a:pt x="817448" y="159389"/>
                </a:cubicBezTo>
                <a:cubicBezTo>
                  <a:pt x="819365" y="160973"/>
                  <a:pt x="821990" y="161764"/>
                  <a:pt x="825324" y="161764"/>
                </a:cubicBezTo>
                <a:cubicBezTo>
                  <a:pt x="832658" y="161764"/>
                  <a:pt x="839575" y="155996"/>
                  <a:pt x="846076" y="144458"/>
                </a:cubicBezTo>
                <a:lnTo>
                  <a:pt x="846076" y="82757"/>
                </a:lnTo>
                <a:close/>
                <a:moveTo>
                  <a:pt x="1011540" y="110510"/>
                </a:moveTo>
                <a:lnTo>
                  <a:pt x="947410" y="110510"/>
                </a:lnTo>
                <a:cubicBezTo>
                  <a:pt x="948160" y="126053"/>
                  <a:pt x="952285" y="138337"/>
                  <a:pt x="959786" y="147361"/>
                </a:cubicBezTo>
                <a:cubicBezTo>
                  <a:pt x="965536" y="154296"/>
                  <a:pt x="972454" y="157764"/>
                  <a:pt x="980538" y="157764"/>
                </a:cubicBezTo>
                <a:cubicBezTo>
                  <a:pt x="985538" y="157764"/>
                  <a:pt x="990080" y="156368"/>
                  <a:pt x="994164" y="153576"/>
                </a:cubicBezTo>
                <a:cubicBezTo>
                  <a:pt x="998248" y="150784"/>
                  <a:pt x="1002623" y="145763"/>
                  <a:pt x="1007290" y="138512"/>
                </a:cubicBezTo>
                <a:lnTo>
                  <a:pt x="1011540" y="141263"/>
                </a:lnTo>
                <a:cubicBezTo>
                  <a:pt x="1005207" y="154180"/>
                  <a:pt x="998206" y="163327"/>
                  <a:pt x="990539" y="168703"/>
                </a:cubicBezTo>
                <a:cubicBezTo>
                  <a:pt x="982871" y="174078"/>
                  <a:pt x="973995" y="176766"/>
                  <a:pt x="963911" y="176766"/>
                </a:cubicBezTo>
                <a:cubicBezTo>
                  <a:pt x="946576" y="176766"/>
                  <a:pt x="933450" y="170092"/>
                  <a:pt x="924533" y="156744"/>
                </a:cubicBezTo>
                <a:cubicBezTo>
                  <a:pt x="917365" y="145983"/>
                  <a:pt x="913782" y="132636"/>
                  <a:pt x="913782" y="116702"/>
                </a:cubicBezTo>
                <a:cubicBezTo>
                  <a:pt x="913782" y="97179"/>
                  <a:pt x="919053" y="81641"/>
                  <a:pt x="929596" y="70088"/>
                </a:cubicBezTo>
                <a:cubicBezTo>
                  <a:pt x="940138" y="58533"/>
                  <a:pt x="952494" y="52755"/>
                  <a:pt x="966661" y="52755"/>
                </a:cubicBezTo>
                <a:cubicBezTo>
                  <a:pt x="978496" y="52755"/>
                  <a:pt x="988768" y="57609"/>
                  <a:pt x="997477" y="67319"/>
                </a:cubicBezTo>
                <a:cubicBezTo>
                  <a:pt x="1006186" y="77028"/>
                  <a:pt x="1010874" y="91425"/>
                  <a:pt x="1011540" y="110510"/>
                </a:cubicBezTo>
                <a:moveTo>
                  <a:pt x="980788" y="102259"/>
                </a:moveTo>
                <a:cubicBezTo>
                  <a:pt x="980788" y="88841"/>
                  <a:pt x="980059" y="79632"/>
                  <a:pt x="978600" y="74632"/>
                </a:cubicBezTo>
                <a:cubicBezTo>
                  <a:pt x="977142" y="69631"/>
                  <a:pt x="974871" y="65839"/>
                  <a:pt x="971787" y="63256"/>
                </a:cubicBezTo>
                <a:cubicBezTo>
                  <a:pt x="970037" y="61756"/>
                  <a:pt x="967703" y="61005"/>
                  <a:pt x="964786" y="61005"/>
                </a:cubicBezTo>
                <a:cubicBezTo>
                  <a:pt x="960453" y="61005"/>
                  <a:pt x="956911" y="63131"/>
                  <a:pt x="954160" y="67381"/>
                </a:cubicBezTo>
                <a:cubicBezTo>
                  <a:pt x="949243" y="74798"/>
                  <a:pt x="946785" y="84966"/>
                  <a:pt x="946785" y="97884"/>
                </a:cubicBezTo>
                <a:lnTo>
                  <a:pt x="946785" y="102259"/>
                </a:lnTo>
                <a:lnTo>
                  <a:pt x="980788" y="102259"/>
                </a:lnTo>
                <a:close/>
                <a:moveTo>
                  <a:pt x="1138127" y="13251"/>
                </a:moveTo>
                <a:lnTo>
                  <a:pt x="1138127" y="56255"/>
                </a:lnTo>
                <a:lnTo>
                  <a:pt x="1165879" y="56255"/>
                </a:lnTo>
                <a:lnTo>
                  <a:pt x="1165879" y="68506"/>
                </a:lnTo>
                <a:lnTo>
                  <a:pt x="1138127" y="68506"/>
                </a:lnTo>
                <a:lnTo>
                  <a:pt x="1138127" y="140833"/>
                </a:lnTo>
                <a:cubicBezTo>
                  <a:pt x="1138127" y="147602"/>
                  <a:pt x="1138439" y="151968"/>
                  <a:pt x="1139064" y="153932"/>
                </a:cubicBezTo>
                <a:cubicBezTo>
                  <a:pt x="1139689" y="155895"/>
                  <a:pt x="1140794" y="157484"/>
                  <a:pt x="1142377" y="158698"/>
                </a:cubicBezTo>
                <a:cubicBezTo>
                  <a:pt x="1143960" y="159909"/>
                  <a:pt x="1145419" y="160514"/>
                  <a:pt x="1146752" y="160514"/>
                </a:cubicBezTo>
                <a:cubicBezTo>
                  <a:pt x="1152170" y="160514"/>
                  <a:pt x="1157295" y="156347"/>
                  <a:pt x="1162129" y="148013"/>
                </a:cubicBezTo>
                <a:lnTo>
                  <a:pt x="1165879" y="150791"/>
                </a:lnTo>
                <a:cubicBezTo>
                  <a:pt x="1159128" y="166941"/>
                  <a:pt x="1148169" y="175016"/>
                  <a:pt x="1133001" y="175016"/>
                </a:cubicBezTo>
                <a:cubicBezTo>
                  <a:pt x="1125584" y="175016"/>
                  <a:pt x="1119312" y="172946"/>
                  <a:pt x="1114187" y="168808"/>
                </a:cubicBezTo>
                <a:cubicBezTo>
                  <a:pt x="1109062" y="164667"/>
                  <a:pt x="1105790" y="160046"/>
                  <a:pt x="1104374" y="154944"/>
                </a:cubicBezTo>
                <a:cubicBezTo>
                  <a:pt x="1103540" y="152100"/>
                  <a:pt x="1103123" y="144405"/>
                  <a:pt x="1103123" y="131859"/>
                </a:cubicBezTo>
                <a:lnTo>
                  <a:pt x="1103123" y="68506"/>
                </a:lnTo>
                <a:lnTo>
                  <a:pt x="1087872" y="68506"/>
                </a:lnTo>
                <a:lnTo>
                  <a:pt x="1087872" y="64119"/>
                </a:lnTo>
                <a:cubicBezTo>
                  <a:pt x="1098373" y="56686"/>
                  <a:pt x="1107311" y="48877"/>
                  <a:pt x="1114687" y="40691"/>
                </a:cubicBezTo>
                <a:cubicBezTo>
                  <a:pt x="1122063" y="32506"/>
                  <a:pt x="1128501" y="23359"/>
                  <a:pt x="1134001" y="13251"/>
                </a:cubicBezTo>
                <a:lnTo>
                  <a:pt x="1138127" y="13251"/>
                </a:lnTo>
                <a:close/>
                <a:moveTo>
                  <a:pt x="1276012" y="110510"/>
                </a:moveTo>
                <a:lnTo>
                  <a:pt x="1211881" y="110510"/>
                </a:lnTo>
                <a:cubicBezTo>
                  <a:pt x="1212631" y="126053"/>
                  <a:pt x="1216757" y="138337"/>
                  <a:pt x="1224257" y="147361"/>
                </a:cubicBezTo>
                <a:cubicBezTo>
                  <a:pt x="1230008" y="154296"/>
                  <a:pt x="1236925" y="157764"/>
                  <a:pt x="1245009" y="157764"/>
                </a:cubicBezTo>
                <a:cubicBezTo>
                  <a:pt x="1250010" y="157764"/>
                  <a:pt x="1254552" y="156368"/>
                  <a:pt x="1258635" y="153576"/>
                </a:cubicBezTo>
                <a:cubicBezTo>
                  <a:pt x="1262719" y="150784"/>
                  <a:pt x="1267094" y="145763"/>
                  <a:pt x="1271761" y="138512"/>
                </a:cubicBezTo>
                <a:lnTo>
                  <a:pt x="1276012" y="141263"/>
                </a:lnTo>
                <a:cubicBezTo>
                  <a:pt x="1269678" y="154180"/>
                  <a:pt x="1262677" y="163327"/>
                  <a:pt x="1255010" y="168703"/>
                </a:cubicBezTo>
                <a:cubicBezTo>
                  <a:pt x="1247343" y="174078"/>
                  <a:pt x="1238467" y="176766"/>
                  <a:pt x="1228383" y="176766"/>
                </a:cubicBezTo>
                <a:cubicBezTo>
                  <a:pt x="1211048" y="176766"/>
                  <a:pt x="1197922" y="170092"/>
                  <a:pt x="1189004" y="156744"/>
                </a:cubicBezTo>
                <a:cubicBezTo>
                  <a:pt x="1181837" y="145983"/>
                  <a:pt x="1178253" y="132636"/>
                  <a:pt x="1178253" y="116702"/>
                </a:cubicBezTo>
                <a:cubicBezTo>
                  <a:pt x="1178253" y="97179"/>
                  <a:pt x="1183524" y="81641"/>
                  <a:pt x="1194067" y="70088"/>
                </a:cubicBezTo>
                <a:cubicBezTo>
                  <a:pt x="1204610" y="58533"/>
                  <a:pt x="1216965" y="52755"/>
                  <a:pt x="1231133" y="52755"/>
                </a:cubicBezTo>
                <a:cubicBezTo>
                  <a:pt x="1242967" y="52755"/>
                  <a:pt x="1253239" y="57609"/>
                  <a:pt x="1261948" y="67319"/>
                </a:cubicBezTo>
                <a:cubicBezTo>
                  <a:pt x="1270657" y="77028"/>
                  <a:pt x="1275345" y="91425"/>
                  <a:pt x="1276012" y="110510"/>
                </a:cubicBezTo>
                <a:moveTo>
                  <a:pt x="1245259" y="102259"/>
                </a:moveTo>
                <a:cubicBezTo>
                  <a:pt x="1245259" y="88841"/>
                  <a:pt x="1244530" y="79632"/>
                  <a:pt x="1243071" y="74632"/>
                </a:cubicBezTo>
                <a:cubicBezTo>
                  <a:pt x="1241613" y="69631"/>
                  <a:pt x="1239342" y="65839"/>
                  <a:pt x="1236258" y="63256"/>
                </a:cubicBezTo>
                <a:cubicBezTo>
                  <a:pt x="1234508" y="61756"/>
                  <a:pt x="1232175" y="61005"/>
                  <a:pt x="1229258" y="61005"/>
                </a:cubicBezTo>
                <a:cubicBezTo>
                  <a:pt x="1224924" y="61005"/>
                  <a:pt x="1221382" y="63131"/>
                  <a:pt x="1218632" y="67381"/>
                </a:cubicBezTo>
                <a:cubicBezTo>
                  <a:pt x="1213715" y="74798"/>
                  <a:pt x="1211256" y="84966"/>
                  <a:pt x="1211256" y="97884"/>
                </a:cubicBezTo>
                <a:lnTo>
                  <a:pt x="1211256" y="102259"/>
                </a:lnTo>
                <a:lnTo>
                  <a:pt x="1245259" y="102259"/>
                </a:lnTo>
                <a:close/>
                <a:moveTo>
                  <a:pt x="1361819" y="53255"/>
                </a:moveTo>
                <a:lnTo>
                  <a:pt x="1363694" y="93258"/>
                </a:lnTo>
                <a:lnTo>
                  <a:pt x="1359444" y="93258"/>
                </a:lnTo>
                <a:cubicBezTo>
                  <a:pt x="1354360" y="81328"/>
                  <a:pt x="1349089" y="73178"/>
                  <a:pt x="1343630" y="68811"/>
                </a:cubicBezTo>
                <a:cubicBezTo>
                  <a:pt x="1338171" y="64441"/>
                  <a:pt x="1332733" y="62256"/>
                  <a:pt x="1327316" y="62256"/>
                </a:cubicBezTo>
                <a:cubicBezTo>
                  <a:pt x="1323899" y="62256"/>
                  <a:pt x="1320982" y="63401"/>
                  <a:pt x="1318565" y="65693"/>
                </a:cubicBezTo>
                <a:cubicBezTo>
                  <a:pt x="1316149" y="67985"/>
                  <a:pt x="1314940" y="70631"/>
                  <a:pt x="1314940" y="73632"/>
                </a:cubicBezTo>
                <a:cubicBezTo>
                  <a:pt x="1314940" y="75882"/>
                  <a:pt x="1315774" y="78049"/>
                  <a:pt x="1317440" y="80132"/>
                </a:cubicBezTo>
                <a:cubicBezTo>
                  <a:pt x="1320107" y="83549"/>
                  <a:pt x="1327566" y="89404"/>
                  <a:pt x="1339817" y="97696"/>
                </a:cubicBezTo>
                <a:cubicBezTo>
                  <a:pt x="1352068" y="105989"/>
                  <a:pt x="1360132" y="113031"/>
                  <a:pt x="1364007" y="118823"/>
                </a:cubicBezTo>
                <a:cubicBezTo>
                  <a:pt x="1367882" y="124615"/>
                  <a:pt x="1369820" y="131095"/>
                  <a:pt x="1369820" y="138262"/>
                </a:cubicBezTo>
                <a:cubicBezTo>
                  <a:pt x="1369820" y="144763"/>
                  <a:pt x="1368195" y="151138"/>
                  <a:pt x="1364945" y="157389"/>
                </a:cubicBezTo>
                <a:cubicBezTo>
                  <a:pt x="1361694" y="163640"/>
                  <a:pt x="1357111" y="168432"/>
                  <a:pt x="1351193" y="171765"/>
                </a:cubicBezTo>
                <a:cubicBezTo>
                  <a:pt x="1345276" y="175099"/>
                  <a:pt x="1338734" y="176766"/>
                  <a:pt x="1331567" y="176766"/>
                </a:cubicBezTo>
                <a:cubicBezTo>
                  <a:pt x="1325983" y="176766"/>
                  <a:pt x="1318524" y="174983"/>
                  <a:pt x="1309190" y="171418"/>
                </a:cubicBezTo>
                <a:cubicBezTo>
                  <a:pt x="1306689" y="170483"/>
                  <a:pt x="1304981" y="170015"/>
                  <a:pt x="1304064" y="170015"/>
                </a:cubicBezTo>
                <a:cubicBezTo>
                  <a:pt x="1301314" y="170015"/>
                  <a:pt x="1299022" y="172099"/>
                  <a:pt x="1297189" y="176266"/>
                </a:cubicBezTo>
                <a:lnTo>
                  <a:pt x="1293063" y="176266"/>
                </a:lnTo>
                <a:lnTo>
                  <a:pt x="1291063" y="134262"/>
                </a:lnTo>
                <a:lnTo>
                  <a:pt x="1295313" y="134262"/>
                </a:lnTo>
                <a:cubicBezTo>
                  <a:pt x="1299064" y="145263"/>
                  <a:pt x="1304210" y="153514"/>
                  <a:pt x="1310752" y="159014"/>
                </a:cubicBezTo>
                <a:cubicBezTo>
                  <a:pt x="1317294" y="164515"/>
                  <a:pt x="1323483" y="167265"/>
                  <a:pt x="1329316" y="167265"/>
                </a:cubicBezTo>
                <a:cubicBezTo>
                  <a:pt x="1333317" y="167265"/>
                  <a:pt x="1336588" y="166036"/>
                  <a:pt x="1339130" y="163577"/>
                </a:cubicBezTo>
                <a:cubicBezTo>
                  <a:pt x="1341672" y="161119"/>
                  <a:pt x="1342943" y="158139"/>
                  <a:pt x="1342943" y="154639"/>
                </a:cubicBezTo>
                <a:cubicBezTo>
                  <a:pt x="1342943" y="150638"/>
                  <a:pt x="1341693" y="147180"/>
                  <a:pt x="1339192" y="144263"/>
                </a:cubicBezTo>
                <a:cubicBezTo>
                  <a:pt x="1336692" y="141346"/>
                  <a:pt x="1331108" y="136929"/>
                  <a:pt x="1322441" y="131012"/>
                </a:cubicBezTo>
                <a:cubicBezTo>
                  <a:pt x="1309690" y="122178"/>
                  <a:pt x="1301439" y="115427"/>
                  <a:pt x="1297689" y="110760"/>
                </a:cubicBezTo>
                <a:cubicBezTo>
                  <a:pt x="1292188" y="103926"/>
                  <a:pt x="1289438" y="96384"/>
                  <a:pt x="1289438" y="88133"/>
                </a:cubicBezTo>
                <a:cubicBezTo>
                  <a:pt x="1289438" y="79132"/>
                  <a:pt x="1292542" y="70985"/>
                  <a:pt x="1298751" y="63693"/>
                </a:cubicBezTo>
                <a:cubicBezTo>
                  <a:pt x="1304960" y="56401"/>
                  <a:pt x="1313940" y="52755"/>
                  <a:pt x="1325691" y="52755"/>
                </a:cubicBezTo>
                <a:cubicBezTo>
                  <a:pt x="1332025" y="52755"/>
                  <a:pt x="1338151" y="54356"/>
                  <a:pt x="1344068" y="57560"/>
                </a:cubicBezTo>
                <a:cubicBezTo>
                  <a:pt x="1346318" y="58857"/>
                  <a:pt x="1348151" y="59505"/>
                  <a:pt x="1349568" y="59505"/>
                </a:cubicBezTo>
                <a:cubicBezTo>
                  <a:pt x="1351068" y="59505"/>
                  <a:pt x="1352277" y="59193"/>
                  <a:pt x="1353194" y="58568"/>
                </a:cubicBezTo>
                <a:cubicBezTo>
                  <a:pt x="1354110" y="57943"/>
                  <a:pt x="1355569" y="56172"/>
                  <a:pt x="1357569" y="53255"/>
                </a:cubicBezTo>
                <a:lnTo>
                  <a:pt x="1361819" y="53255"/>
                </a:lnTo>
                <a:close/>
                <a:moveTo>
                  <a:pt x="1436726" y="13251"/>
                </a:moveTo>
                <a:lnTo>
                  <a:pt x="1436726" y="56255"/>
                </a:lnTo>
                <a:lnTo>
                  <a:pt x="1464478" y="56255"/>
                </a:lnTo>
                <a:lnTo>
                  <a:pt x="1464478" y="68506"/>
                </a:lnTo>
                <a:lnTo>
                  <a:pt x="1436726" y="68506"/>
                </a:lnTo>
                <a:lnTo>
                  <a:pt x="1436726" y="140833"/>
                </a:lnTo>
                <a:cubicBezTo>
                  <a:pt x="1436726" y="147602"/>
                  <a:pt x="1437038" y="151968"/>
                  <a:pt x="1437663" y="153932"/>
                </a:cubicBezTo>
                <a:cubicBezTo>
                  <a:pt x="1438288" y="155895"/>
                  <a:pt x="1439393" y="157484"/>
                  <a:pt x="1440976" y="158698"/>
                </a:cubicBezTo>
                <a:cubicBezTo>
                  <a:pt x="1442560" y="159909"/>
                  <a:pt x="1444018" y="160514"/>
                  <a:pt x="1445351" y="160514"/>
                </a:cubicBezTo>
                <a:cubicBezTo>
                  <a:pt x="1450769" y="160514"/>
                  <a:pt x="1455894" y="156347"/>
                  <a:pt x="1460728" y="148013"/>
                </a:cubicBezTo>
                <a:lnTo>
                  <a:pt x="1464478" y="150791"/>
                </a:lnTo>
                <a:cubicBezTo>
                  <a:pt x="1457728" y="166941"/>
                  <a:pt x="1446768" y="175016"/>
                  <a:pt x="1431600" y="175016"/>
                </a:cubicBezTo>
                <a:cubicBezTo>
                  <a:pt x="1424183" y="175016"/>
                  <a:pt x="1417911" y="172946"/>
                  <a:pt x="1412786" y="168808"/>
                </a:cubicBezTo>
                <a:cubicBezTo>
                  <a:pt x="1407661" y="164667"/>
                  <a:pt x="1404389" y="160046"/>
                  <a:pt x="1402973" y="154944"/>
                </a:cubicBezTo>
                <a:cubicBezTo>
                  <a:pt x="1402139" y="152100"/>
                  <a:pt x="1401723" y="144405"/>
                  <a:pt x="1401723" y="131859"/>
                </a:cubicBezTo>
                <a:lnTo>
                  <a:pt x="1401723" y="68506"/>
                </a:lnTo>
                <a:lnTo>
                  <a:pt x="1386471" y="68506"/>
                </a:lnTo>
                <a:lnTo>
                  <a:pt x="1386471" y="64119"/>
                </a:lnTo>
                <a:cubicBezTo>
                  <a:pt x="1396972" y="56686"/>
                  <a:pt x="1405910" y="48877"/>
                  <a:pt x="1413286" y="40691"/>
                </a:cubicBezTo>
                <a:cubicBezTo>
                  <a:pt x="1420662" y="32506"/>
                  <a:pt x="1427100" y="23359"/>
                  <a:pt x="1432600" y="13251"/>
                </a:cubicBezTo>
                <a:lnTo>
                  <a:pt x="1436726" y="13251"/>
                </a:lnTo>
                <a:close/>
                <a:moveTo>
                  <a:pt x="1503730" y="0"/>
                </a:moveTo>
                <a:cubicBezTo>
                  <a:pt x="1509147" y="0"/>
                  <a:pt x="1513731" y="1903"/>
                  <a:pt x="1517481" y="5708"/>
                </a:cubicBezTo>
                <a:cubicBezTo>
                  <a:pt x="1521232" y="9510"/>
                  <a:pt x="1523107" y="14087"/>
                  <a:pt x="1523107" y="19439"/>
                </a:cubicBezTo>
                <a:cubicBezTo>
                  <a:pt x="1523107" y="24791"/>
                  <a:pt x="1521211" y="29349"/>
                  <a:pt x="1517419" y="33112"/>
                </a:cubicBezTo>
                <a:cubicBezTo>
                  <a:pt x="1513627" y="36873"/>
                  <a:pt x="1509064" y="38753"/>
                  <a:pt x="1503730" y="38753"/>
                </a:cubicBezTo>
                <a:cubicBezTo>
                  <a:pt x="1498396" y="38753"/>
                  <a:pt x="1493854" y="36873"/>
                  <a:pt x="1490104" y="33112"/>
                </a:cubicBezTo>
                <a:cubicBezTo>
                  <a:pt x="1486354" y="29349"/>
                  <a:pt x="1484478" y="24791"/>
                  <a:pt x="1484478" y="19439"/>
                </a:cubicBezTo>
                <a:cubicBezTo>
                  <a:pt x="1484478" y="14087"/>
                  <a:pt x="1486354" y="9510"/>
                  <a:pt x="1490104" y="5708"/>
                </a:cubicBezTo>
                <a:cubicBezTo>
                  <a:pt x="1493854" y="1903"/>
                  <a:pt x="1498396" y="0"/>
                  <a:pt x="1503730" y="0"/>
                </a:cubicBezTo>
                <a:moveTo>
                  <a:pt x="1521232" y="56255"/>
                </a:moveTo>
                <a:lnTo>
                  <a:pt x="1521232" y="149013"/>
                </a:lnTo>
                <a:cubicBezTo>
                  <a:pt x="1521232" y="157264"/>
                  <a:pt x="1522190" y="162535"/>
                  <a:pt x="1524107" y="164827"/>
                </a:cubicBezTo>
                <a:cubicBezTo>
                  <a:pt x="1526024" y="167119"/>
                  <a:pt x="1529774" y="168432"/>
                  <a:pt x="1535358" y="168765"/>
                </a:cubicBezTo>
                <a:lnTo>
                  <a:pt x="1535358" y="173265"/>
                </a:lnTo>
                <a:lnTo>
                  <a:pt x="1472227" y="173265"/>
                </a:lnTo>
                <a:lnTo>
                  <a:pt x="1472227" y="168765"/>
                </a:lnTo>
                <a:cubicBezTo>
                  <a:pt x="1477394" y="168598"/>
                  <a:pt x="1481228" y="167098"/>
                  <a:pt x="1483728" y="164265"/>
                </a:cubicBezTo>
                <a:cubicBezTo>
                  <a:pt x="1485395" y="162348"/>
                  <a:pt x="1486229" y="157264"/>
                  <a:pt x="1486229" y="149013"/>
                </a:cubicBezTo>
                <a:lnTo>
                  <a:pt x="1486229" y="80757"/>
                </a:lnTo>
                <a:cubicBezTo>
                  <a:pt x="1486229" y="72402"/>
                  <a:pt x="1485270" y="67065"/>
                  <a:pt x="1483353" y="64744"/>
                </a:cubicBezTo>
                <a:cubicBezTo>
                  <a:pt x="1481436" y="62424"/>
                  <a:pt x="1477728" y="61094"/>
                  <a:pt x="1472227" y="60755"/>
                </a:cubicBezTo>
                <a:lnTo>
                  <a:pt x="1472227" y="56255"/>
                </a:lnTo>
                <a:lnTo>
                  <a:pt x="1521232" y="56255"/>
                </a:lnTo>
                <a:close/>
                <a:moveTo>
                  <a:pt x="1591613" y="56255"/>
                </a:moveTo>
                <a:lnTo>
                  <a:pt x="1591613" y="71506"/>
                </a:lnTo>
                <a:cubicBezTo>
                  <a:pt x="1597614" y="64962"/>
                  <a:pt x="1603364" y="60201"/>
                  <a:pt x="1608865" y="57224"/>
                </a:cubicBezTo>
                <a:cubicBezTo>
                  <a:pt x="1614365" y="54244"/>
                  <a:pt x="1620282" y="52755"/>
                  <a:pt x="1626616" y="52755"/>
                </a:cubicBezTo>
                <a:cubicBezTo>
                  <a:pt x="1634200" y="52755"/>
                  <a:pt x="1640492" y="54862"/>
                  <a:pt x="1645493" y="59076"/>
                </a:cubicBezTo>
                <a:cubicBezTo>
                  <a:pt x="1650493" y="63289"/>
                  <a:pt x="1653827" y="68526"/>
                  <a:pt x="1655494" y="74784"/>
                </a:cubicBezTo>
                <a:cubicBezTo>
                  <a:pt x="1656827" y="79542"/>
                  <a:pt x="1657494" y="88681"/>
                  <a:pt x="1657494" y="102201"/>
                </a:cubicBezTo>
                <a:lnTo>
                  <a:pt x="1657494" y="147763"/>
                </a:lnTo>
                <a:cubicBezTo>
                  <a:pt x="1657494" y="156764"/>
                  <a:pt x="1658307" y="162369"/>
                  <a:pt x="1659932" y="164577"/>
                </a:cubicBezTo>
                <a:cubicBezTo>
                  <a:pt x="1661557" y="166786"/>
                  <a:pt x="1664953" y="168182"/>
                  <a:pt x="1670120" y="168765"/>
                </a:cubicBezTo>
                <a:lnTo>
                  <a:pt x="1670120" y="173265"/>
                </a:lnTo>
                <a:lnTo>
                  <a:pt x="1610990" y="173265"/>
                </a:lnTo>
                <a:lnTo>
                  <a:pt x="1610990" y="168765"/>
                </a:lnTo>
                <a:cubicBezTo>
                  <a:pt x="1615407" y="168182"/>
                  <a:pt x="1618574" y="166348"/>
                  <a:pt x="1620491" y="163265"/>
                </a:cubicBezTo>
                <a:cubicBezTo>
                  <a:pt x="1621824" y="161181"/>
                  <a:pt x="1622491" y="156014"/>
                  <a:pt x="1622491" y="147763"/>
                </a:cubicBezTo>
                <a:lnTo>
                  <a:pt x="1622491" y="95759"/>
                </a:lnTo>
                <a:cubicBezTo>
                  <a:pt x="1622491" y="86174"/>
                  <a:pt x="1622116" y="80132"/>
                  <a:pt x="1621366" y="77632"/>
                </a:cubicBezTo>
                <a:cubicBezTo>
                  <a:pt x="1620616" y="75132"/>
                  <a:pt x="1619345" y="73194"/>
                  <a:pt x="1617553" y="71819"/>
                </a:cubicBezTo>
                <a:cubicBezTo>
                  <a:pt x="1615761" y="70444"/>
                  <a:pt x="1613782" y="69756"/>
                  <a:pt x="1611615" y="69756"/>
                </a:cubicBezTo>
                <a:cubicBezTo>
                  <a:pt x="1604448" y="69756"/>
                  <a:pt x="1597780" y="74923"/>
                  <a:pt x="1591613" y="85258"/>
                </a:cubicBezTo>
                <a:lnTo>
                  <a:pt x="1591613" y="147763"/>
                </a:lnTo>
                <a:cubicBezTo>
                  <a:pt x="1591613" y="156514"/>
                  <a:pt x="1592426" y="162056"/>
                  <a:pt x="1594051" y="164390"/>
                </a:cubicBezTo>
                <a:cubicBezTo>
                  <a:pt x="1595676" y="166723"/>
                  <a:pt x="1598697" y="168182"/>
                  <a:pt x="1603114" y="168765"/>
                </a:cubicBezTo>
                <a:lnTo>
                  <a:pt x="1603114" y="173265"/>
                </a:lnTo>
                <a:lnTo>
                  <a:pt x="1543984" y="173265"/>
                </a:lnTo>
                <a:lnTo>
                  <a:pt x="1543984" y="168765"/>
                </a:lnTo>
                <a:cubicBezTo>
                  <a:pt x="1548901" y="168265"/>
                  <a:pt x="1552401" y="166682"/>
                  <a:pt x="1554485" y="164015"/>
                </a:cubicBezTo>
                <a:cubicBezTo>
                  <a:pt x="1555902" y="162181"/>
                  <a:pt x="1556610" y="156764"/>
                  <a:pt x="1556610" y="147763"/>
                </a:cubicBezTo>
                <a:lnTo>
                  <a:pt x="1556610" y="81757"/>
                </a:lnTo>
                <a:cubicBezTo>
                  <a:pt x="1556610" y="72816"/>
                  <a:pt x="1555797" y="67249"/>
                  <a:pt x="1554172" y="65057"/>
                </a:cubicBezTo>
                <a:cubicBezTo>
                  <a:pt x="1552547" y="62864"/>
                  <a:pt x="1549151" y="61430"/>
                  <a:pt x="1543984" y="60755"/>
                </a:cubicBezTo>
                <a:lnTo>
                  <a:pt x="1543984" y="56255"/>
                </a:lnTo>
                <a:lnTo>
                  <a:pt x="1591613" y="56255"/>
                </a:lnTo>
                <a:close/>
                <a:moveTo>
                  <a:pt x="1755428" y="57755"/>
                </a:moveTo>
                <a:lnTo>
                  <a:pt x="1794807" y="57755"/>
                </a:lnTo>
                <a:lnTo>
                  <a:pt x="1794807" y="71506"/>
                </a:lnTo>
                <a:lnTo>
                  <a:pt x="1772430" y="71506"/>
                </a:lnTo>
                <a:cubicBezTo>
                  <a:pt x="1776513" y="75590"/>
                  <a:pt x="1779347" y="79299"/>
                  <a:pt x="1780930" y="82632"/>
                </a:cubicBezTo>
                <a:cubicBezTo>
                  <a:pt x="1782930" y="87133"/>
                  <a:pt x="1783931" y="91842"/>
                  <a:pt x="1783931" y="96759"/>
                </a:cubicBezTo>
                <a:cubicBezTo>
                  <a:pt x="1783931" y="105093"/>
                  <a:pt x="1781618" y="112323"/>
                  <a:pt x="1776992" y="118448"/>
                </a:cubicBezTo>
                <a:cubicBezTo>
                  <a:pt x="1772367" y="124574"/>
                  <a:pt x="1766075" y="129366"/>
                  <a:pt x="1758116" y="132824"/>
                </a:cubicBezTo>
                <a:cubicBezTo>
                  <a:pt x="1750157" y="136283"/>
                  <a:pt x="1743094" y="138012"/>
                  <a:pt x="1736926" y="138012"/>
                </a:cubicBezTo>
                <a:cubicBezTo>
                  <a:pt x="1736426" y="138012"/>
                  <a:pt x="1731426" y="137804"/>
                  <a:pt x="1721925" y="137387"/>
                </a:cubicBezTo>
                <a:cubicBezTo>
                  <a:pt x="1718175" y="137387"/>
                  <a:pt x="1715029" y="138610"/>
                  <a:pt x="1712487" y="141056"/>
                </a:cubicBezTo>
                <a:cubicBezTo>
                  <a:pt x="1709945" y="143501"/>
                  <a:pt x="1708674" y="146422"/>
                  <a:pt x="1708674" y="149818"/>
                </a:cubicBezTo>
                <a:cubicBezTo>
                  <a:pt x="1708674" y="152803"/>
                  <a:pt x="1709820" y="155248"/>
                  <a:pt x="1712112" y="157155"/>
                </a:cubicBezTo>
                <a:cubicBezTo>
                  <a:pt x="1714404" y="159061"/>
                  <a:pt x="1718133" y="160014"/>
                  <a:pt x="1723300" y="160014"/>
                </a:cubicBezTo>
                <a:lnTo>
                  <a:pt x="1744927" y="159764"/>
                </a:lnTo>
                <a:cubicBezTo>
                  <a:pt x="1762429" y="159764"/>
                  <a:pt x="1774471" y="161685"/>
                  <a:pt x="1781055" y="165526"/>
                </a:cubicBezTo>
                <a:cubicBezTo>
                  <a:pt x="1790473" y="170868"/>
                  <a:pt x="1795182" y="179092"/>
                  <a:pt x="1795182" y="190197"/>
                </a:cubicBezTo>
                <a:cubicBezTo>
                  <a:pt x="1795182" y="197294"/>
                  <a:pt x="1793015" y="203743"/>
                  <a:pt x="1788681" y="209546"/>
                </a:cubicBezTo>
                <a:cubicBezTo>
                  <a:pt x="1784347" y="215349"/>
                  <a:pt x="1778638" y="219628"/>
                  <a:pt x="1771554" y="222383"/>
                </a:cubicBezTo>
                <a:cubicBezTo>
                  <a:pt x="1760804" y="226475"/>
                  <a:pt x="1748427" y="228520"/>
                  <a:pt x="1734426" y="228520"/>
                </a:cubicBezTo>
                <a:cubicBezTo>
                  <a:pt x="1723925" y="228520"/>
                  <a:pt x="1714341" y="227499"/>
                  <a:pt x="1705674" y="225458"/>
                </a:cubicBezTo>
                <a:cubicBezTo>
                  <a:pt x="1697006" y="223416"/>
                  <a:pt x="1690797" y="220581"/>
                  <a:pt x="1687047" y="216953"/>
                </a:cubicBezTo>
                <a:cubicBezTo>
                  <a:pt x="1683297" y="213328"/>
                  <a:pt x="1681421" y="209513"/>
                  <a:pt x="1681421" y="205511"/>
                </a:cubicBezTo>
                <a:cubicBezTo>
                  <a:pt x="1681421" y="201677"/>
                  <a:pt x="1682859" y="198238"/>
                  <a:pt x="1685734" y="195193"/>
                </a:cubicBezTo>
                <a:cubicBezTo>
                  <a:pt x="1688610" y="192151"/>
                  <a:pt x="1693964" y="189589"/>
                  <a:pt x="1701798" y="187505"/>
                </a:cubicBezTo>
                <a:cubicBezTo>
                  <a:pt x="1690964" y="182171"/>
                  <a:pt x="1685547" y="174755"/>
                  <a:pt x="1685547" y="165257"/>
                </a:cubicBezTo>
                <a:cubicBezTo>
                  <a:pt x="1685547" y="159506"/>
                  <a:pt x="1687755" y="153924"/>
                  <a:pt x="1692172" y="148509"/>
                </a:cubicBezTo>
                <a:cubicBezTo>
                  <a:pt x="1696589" y="143092"/>
                  <a:pt x="1703590" y="138383"/>
                  <a:pt x="1713174" y="134383"/>
                </a:cubicBezTo>
                <a:cubicBezTo>
                  <a:pt x="1702007" y="130294"/>
                  <a:pt x="1693923" y="124911"/>
                  <a:pt x="1688922" y="118233"/>
                </a:cubicBezTo>
                <a:cubicBezTo>
                  <a:pt x="1683922" y="111556"/>
                  <a:pt x="1681421" y="103835"/>
                  <a:pt x="1681421" y="95071"/>
                </a:cubicBezTo>
                <a:cubicBezTo>
                  <a:pt x="1681421" y="83638"/>
                  <a:pt x="1686089" y="73727"/>
                  <a:pt x="1695423" y="65338"/>
                </a:cubicBezTo>
                <a:cubicBezTo>
                  <a:pt x="1704757" y="56949"/>
                  <a:pt x="1716758" y="52755"/>
                  <a:pt x="1731426" y="52755"/>
                </a:cubicBezTo>
                <a:cubicBezTo>
                  <a:pt x="1739177" y="52755"/>
                  <a:pt x="1747177" y="54422"/>
                  <a:pt x="1755428" y="57755"/>
                </a:cubicBezTo>
                <a:moveTo>
                  <a:pt x="1733801" y="60755"/>
                </a:moveTo>
                <a:cubicBezTo>
                  <a:pt x="1728967" y="60755"/>
                  <a:pt x="1724884" y="63189"/>
                  <a:pt x="1721550" y="68057"/>
                </a:cubicBezTo>
                <a:cubicBezTo>
                  <a:pt x="1718216" y="72922"/>
                  <a:pt x="1716550" y="83009"/>
                  <a:pt x="1716550" y="98317"/>
                </a:cubicBezTo>
                <a:cubicBezTo>
                  <a:pt x="1716550" y="110712"/>
                  <a:pt x="1718196" y="119218"/>
                  <a:pt x="1721488" y="123835"/>
                </a:cubicBezTo>
                <a:cubicBezTo>
                  <a:pt x="1724779" y="128453"/>
                  <a:pt x="1728676" y="130762"/>
                  <a:pt x="1733176" y="130762"/>
                </a:cubicBezTo>
                <a:cubicBezTo>
                  <a:pt x="1738176" y="130762"/>
                  <a:pt x="1742344" y="128474"/>
                  <a:pt x="1745677" y="123898"/>
                </a:cubicBezTo>
                <a:cubicBezTo>
                  <a:pt x="1749011" y="119322"/>
                  <a:pt x="1750678" y="110420"/>
                  <a:pt x="1750678" y="97192"/>
                </a:cubicBezTo>
                <a:cubicBezTo>
                  <a:pt x="1750678" y="82303"/>
                  <a:pt x="1748802" y="72154"/>
                  <a:pt x="1745052" y="66744"/>
                </a:cubicBezTo>
                <a:cubicBezTo>
                  <a:pt x="1742385" y="62752"/>
                  <a:pt x="1738635" y="60755"/>
                  <a:pt x="1733801" y="60755"/>
                </a:cubicBezTo>
                <a:moveTo>
                  <a:pt x="1726425" y="190517"/>
                </a:moveTo>
                <a:cubicBezTo>
                  <a:pt x="1717925" y="190517"/>
                  <a:pt x="1712299" y="191223"/>
                  <a:pt x="1709549" y="192634"/>
                </a:cubicBezTo>
                <a:cubicBezTo>
                  <a:pt x="1704799" y="195205"/>
                  <a:pt x="1702423" y="198690"/>
                  <a:pt x="1702423" y="203088"/>
                </a:cubicBezTo>
                <a:cubicBezTo>
                  <a:pt x="1702423" y="207321"/>
                  <a:pt x="1704882" y="211158"/>
                  <a:pt x="1709799" y="214601"/>
                </a:cubicBezTo>
                <a:cubicBezTo>
                  <a:pt x="1714716" y="218047"/>
                  <a:pt x="1723967" y="219770"/>
                  <a:pt x="1737551" y="219770"/>
                </a:cubicBezTo>
                <a:cubicBezTo>
                  <a:pt x="1749136" y="219770"/>
                  <a:pt x="1758241" y="218234"/>
                  <a:pt x="1764866" y="215164"/>
                </a:cubicBezTo>
                <a:cubicBezTo>
                  <a:pt x="1771492" y="212093"/>
                  <a:pt x="1774805" y="207778"/>
                  <a:pt x="1774805" y="202217"/>
                </a:cubicBezTo>
                <a:cubicBezTo>
                  <a:pt x="1774805" y="200144"/>
                  <a:pt x="1774180" y="198402"/>
                  <a:pt x="1772930" y="196990"/>
                </a:cubicBezTo>
                <a:cubicBezTo>
                  <a:pt x="1770679" y="194500"/>
                  <a:pt x="1767283" y="192798"/>
                  <a:pt x="1762741" y="191884"/>
                </a:cubicBezTo>
                <a:cubicBezTo>
                  <a:pt x="1758199" y="190973"/>
                  <a:pt x="1746094" y="190517"/>
                  <a:pt x="1726425" y="1905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5a2bf6b3d4f7b"/>
          <a:stretch xmlns:a="http://schemas.openxmlformats.org/drawingml/2006/main"/>
        </p:blipFill>
        <p:spPr>
          <a:xfrm xmlns:a="http://schemas.openxmlformats.org/drawingml/2006/main">
            <a:off x="4837139" y="1242895"/>
            <a:ext cx="682080" cy="674179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F9EDC-3C34-42F7-8E8E-E9A95B7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022" y="1209725"/>
            <a:ext cx="237966" cy="246453"/>
          </a:xfrm>
          <a:custGeom xmlns:a="http://schemas.openxmlformats.org/drawingml/2006/main">
            <a:pathLst>
              <a:path w="237966" h="246453">
                <a:moveTo>
                  <a:pt x="118983" y="0"/>
                </a:moveTo>
                <a:cubicBezTo>
                  <a:pt x="184695" y="0"/>
                  <a:pt x="237966" y="55170"/>
                  <a:pt x="237966" y="123227"/>
                </a:cubicBezTo>
                <a:cubicBezTo>
                  <a:pt x="237966" y="191283"/>
                  <a:pt x="184695" y="246453"/>
                  <a:pt x="118983" y="246453"/>
                </a:cubicBezTo>
                <a:cubicBezTo>
                  <a:pt x="53270" y="246453"/>
                  <a:pt x="0" y="191283"/>
                  <a:pt x="0" y="123227"/>
                </a:cubicBezTo>
                <a:cubicBezTo>
                  <a:pt x="0" y="55170"/>
                  <a:pt x="53270" y="0"/>
                  <a:pt x="118983" y="0"/>
                </a:cubicBezTo>
                <a:close/>
                <a:moveTo>
                  <a:pt x="118983" y="227969"/>
                </a:moveTo>
                <a:cubicBezTo>
                  <a:pt x="174750" y="227969"/>
                  <a:pt x="220118" y="180982"/>
                  <a:pt x="220118" y="123227"/>
                </a:cubicBezTo>
                <a:cubicBezTo>
                  <a:pt x="220118" y="65471"/>
                  <a:pt x="174750" y="18484"/>
                  <a:pt x="118983" y="18484"/>
                </a:cubicBezTo>
                <a:cubicBezTo>
                  <a:pt x="63216" y="18484"/>
                  <a:pt x="17847" y="65471"/>
                  <a:pt x="17847" y="123227"/>
                </a:cubicBezTo>
                <a:cubicBezTo>
                  <a:pt x="17847" y="180982"/>
                  <a:pt x="63216" y="227969"/>
                  <a:pt x="118983" y="227969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97144-D98D-40C1-8293-3F3A04F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95" y="1269637"/>
            <a:ext cx="164260" cy="124940"/>
          </a:xfrm>
          <a:custGeom xmlns:a="http://schemas.openxmlformats.org/drawingml/2006/main">
            <a:pathLst>
              <a:path w="164260" h="124940">
                <a:moveTo>
                  <a:pt x="157690" y="6805"/>
                </a:moveTo>
                <a:cubicBezTo>
                  <a:pt x="164260" y="13610"/>
                  <a:pt x="164260" y="24643"/>
                  <a:pt x="157690" y="31448"/>
                </a:cubicBezTo>
                <a:cubicBezTo>
                  <a:pt x="154213" y="35050"/>
                  <a:pt x="72536" y="119665"/>
                  <a:pt x="72381" y="119826"/>
                </a:cubicBezTo>
                <a:cubicBezTo>
                  <a:pt x="69233" y="123104"/>
                  <a:pt x="64950" y="124940"/>
                  <a:pt x="60487" y="124928"/>
                </a:cubicBezTo>
                <a:cubicBezTo>
                  <a:pt x="56018" y="124928"/>
                  <a:pt x="51732" y="123088"/>
                  <a:pt x="48575" y="119813"/>
                </a:cubicBezTo>
                <a:cubicBezTo>
                  <a:pt x="48515" y="119752"/>
                  <a:pt x="48466" y="119699"/>
                  <a:pt x="48419" y="119648"/>
                </a:cubicBezTo>
                <a:lnTo>
                  <a:pt x="5928" y="75642"/>
                </a:lnTo>
                <a:cubicBezTo>
                  <a:pt x="1668" y="71242"/>
                  <a:pt x="0" y="64820"/>
                  <a:pt x="1555" y="58800"/>
                </a:cubicBezTo>
                <a:cubicBezTo>
                  <a:pt x="3109" y="52780"/>
                  <a:pt x="7649" y="48078"/>
                  <a:pt x="13462" y="46468"/>
                </a:cubicBezTo>
                <a:cubicBezTo>
                  <a:pt x="19274" y="44858"/>
                  <a:pt x="25475" y="46586"/>
                  <a:pt x="29723" y="50998"/>
                </a:cubicBezTo>
                <a:lnTo>
                  <a:pt x="60474" y="82845"/>
                </a:lnTo>
                <a:lnTo>
                  <a:pt x="133895" y="6805"/>
                </a:lnTo>
                <a:cubicBezTo>
                  <a:pt x="140466" y="0"/>
                  <a:pt x="151119" y="0"/>
                  <a:pt x="157690" y="680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6B3B9-DEE6-48A2-B6C8-EA90C0C4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085" y="1507452"/>
            <a:ext cx="2024743" cy="844875"/>
          </a:xfrm>
          <a:custGeom xmlns:a="http://schemas.openxmlformats.org/drawingml/2006/main">
            <a:pathLst>
              <a:path w="2024743" h="844875">
                <a:moveTo>
                  <a:pt x="1883930" y="844875"/>
                </a:moveTo>
                <a:lnTo>
                  <a:pt x="894686" y="844875"/>
                </a:lnTo>
                <a:lnTo>
                  <a:pt x="410376" y="844875"/>
                </a:lnTo>
                <a:lnTo>
                  <a:pt x="228315" y="844875"/>
                </a:lnTo>
                <a:cubicBezTo>
                  <a:pt x="150556" y="844875"/>
                  <a:pt x="87503" y="781837"/>
                  <a:pt x="87503" y="704063"/>
                </a:cubicBezTo>
                <a:lnTo>
                  <a:pt x="0" y="481906"/>
                </a:lnTo>
                <a:lnTo>
                  <a:pt x="87503" y="492844"/>
                </a:lnTo>
                <a:lnTo>
                  <a:pt x="87503" y="140813"/>
                </a:lnTo>
                <a:cubicBezTo>
                  <a:pt x="87503" y="63039"/>
                  <a:pt x="150556" y="0"/>
                  <a:pt x="228315" y="0"/>
                </a:cubicBezTo>
                <a:lnTo>
                  <a:pt x="410376" y="0"/>
                </a:lnTo>
                <a:lnTo>
                  <a:pt x="894686" y="0"/>
                </a:lnTo>
                <a:lnTo>
                  <a:pt x="1883930" y="0"/>
                </a:lnTo>
                <a:cubicBezTo>
                  <a:pt x="1961704" y="0"/>
                  <a:pt x="2024743" y="63039"/>
                  <a:pt x="2024743" y="140813"/>
                </a:cubicBezTo>
                <a:lnTo>
                  <a:pt x="2024743" y="492844"/>
                </a:lnTo>
                <a:lnTo>
                  <a:pt x="2024743" y="704063"/>
                </a:lnTo>
                <a:cubicBezTo>
                  <a:pt x="2024743" y="781837"/>
                  <a:pt x="1961704" y="844875"/>
                  <a:pt x="1883930" y="844875"/>
                </a:cubicBezTo>
                <a:close/>
              </a:path>
            </a:pathLst>
          </a:custGeom>
          <a:solidFill xmlns:a="http://schemas.openxmlformats.org/drawingml/2006/main">
            <a:srgbClr val="FF0000">
              <a:alpha val="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▸">
            <a:extLst xmlns:a="http://schemas.openxmlformats.org/drawingml/2006/main">
              <a:ext uri="{FF2B5EF4-FFF2-40B4-BE49-F238E27FC236}">
                <a16:creationId xmlns:a16="http://schemas.microsoft.com/office/drawing/2014/main" id="{3272AB32-C273-4D36-B979-6415B14F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84" y="1654276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RuntimeError">
            <a:extLst xmlns:a="http://schemas.openxmlformats.org/drawingml/2006/main">
              <a:ext uri="{FF2B5EF4-FFF2-40B4-BE49-F238E27FC236}">
                <a16:creationId xmlns:a16="http://schemas.microsoft.com/office/drawing/2014/main" id="{647817DE-332D-4547-9499-55FC978C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2" y="1631657"/>
            <a:ext cx="1167978" cy="132262"/>
          </a:xfrm>
          <a:custGeom xmlns:a="http://schemas.openxmlformats.org/drawingml/2006/main">
            <a:pathLst>
              <a:path w="1167978" h="132262">
                <a:moveTo>
                  <a:pt x="86066" y="129962"/>
                </a:moveTo>
                <a:lnTo>
                  <a:pt x="65268" y="66706"/>
                </a:lnTo>
                <a:cubicBezTo>
                  <a:pt x="60412" y="66770"/>
                  <a:pt x="55429" y="66291"/>
                  <a:pt x="50317" y="65268"/>
                </a:cubicBezTo>
                <a:lnTo>
                  <a:pt x="39103" y="104659"/>
                </a:lnTo>
                <a:cubicBezTo>
                  <a:pt x="37634" y="109793"/>
                  <a:pt x="36899" y="114125"/>
                  <a:pt x="36899" y="117655"/>
                </a:cubicBezTo>
                <a:cubicBezTo>
                  <a:pt x="36899" y="120350"/>
                  <a:pt x="37826" y="122468"/>
                  <a:pt x="39679" y="124007"/>
                </a:cubicBezTo>
                <a:cubicBezTo>
                  <a:pt x="41084" y="125164"/>
                  <a:pt x="44918" y="125998"/>
                  <a:pt x="51180" y="126511"/>
                </a:cubicBezTo>
                <a:lnTo>
                  <a:pt x="50317" y="129962"/>
                </a:lnTo>
                <a:lnTo>
                  <a:pt x="0" y="129962"/>
                </a:lnTo>
                <a:lnTo>
                  <a:pt x="1054" y="126511"/>
                </a:lnTo>
                <a:cubicBezTo>
                  <a:pt x="5782" y="126320"/>
                  <a:pt x="8977" y="125838"/>
                  <a:pt x="10638" y="125068"/>
                </a:cubicBezTo>
                <a:cubicBezTo>
                  <a:pt x="13258" y="123975"/>
                  <a:pt x="15175" y="122499"/>
                  <a:pt x="16389" y="120638"/>
                </a:cubicBezTo>
                <a:cubicBezTo>
                  <a:pt x="18434" y="117623"/>
                  <a:pt x="20574" y="112297"/>
                  <a:pt x="22810" y="104659"/>
                </a:cubicBezTo>
                <a:lnTo>
                  <a:pt x="45525" y="26090"/>
                </a:lnTo>
                <a:cubicBezTo>
                  <a:pt x="47058" y="20847"/>
                  <a:pt x="47825" y="16785"/>
                  <a:pt x="47825" y="13906"/>
                </a:cubicBezTo>
                <a:cubicBezTo>
                  <a:pt x="47825" y="10965"/>
                  <a:pt x="46627" y="8471"/>
                  <a:pt x="44231" y="6424"/>
                </a:cubicBezTo>
                <a:cubicBezTo>
                  <a:pt x="41835" y="4378"/>
                  <a:pt x="38401" y="3386"/>
                  <a:pt x="33928" y="3450"/>
                </a:cubicBezTo>
                <a:lnTo>
                  <a:pt x="35078" y="0"/>
                </a:lnTo>
                <a:lnTo>
                  <a:pt x="77440" y="0"/>
                </a:lnTo>
                <a:cubicBezTo>
                  <a:pt x="91625" y="0"/>
                  <a:pt x="101848" y="2678"/>
                  <a:pt x="108110" y="8033"/>
                </a:cubicBezTo>
                <a:cubicBezTo>
                  <a:pt x="114371" y="13386"/>
                  <a:pt x="117502" y="20429"/>
                  <a:pt x="117502" y="29163"/>
                </a:cubicBezTo>
                <a:cubicBezTo>
                  <a:pt x="117502" y="37513"/>
                  <a:pt x="114291" y="45147"/>
                  <a:pt x="107870" y="52063"/>
                </a:cubicBezTo>
                <a:cubicBezTo>
                  <a:pt x="101449" y="58978"/>
                  <a:pt x="92647" y="63359"/>
                  <a:pt x="81466" y="65208"/>
                </a:cubicBezTo>
                <a:lnTo>
                  <a:pt x="94117" y="103365"/>
                </a:lnTo>
                <a:cubicBezTo>
                  <a:pt x="97184" y="112752"/>
                  <a:pt x="100251" y="118860"/>
                  <a:pt x="103318" y="121689"/>
                </a:cubicBezTo>
                <a:cubicBezTo>
                  <a:pt x="106385" y="124519"/>
                  <a:pt x="111336" y="126126"/>
                  <a:pt x="118173" y="126511"/>
                </a:cubicBezTo>
                <a:lnTo>
                  <a:pt x="117119" y="129962"/>
                </a:lnTo>
                <a:lnTo>
                  <a:pt x="86066" y="129962"/>
                </a:lnTo>
                <a:moveTo>
                  <a:pt x="51946" y="59712"/>
                </a:moveTo>
                <a:cubicBezTo>
                  <a:pt x="56036" y="60286"/>
                  <a:pt x="59678" y="60572"/>
                  <a:pt x="62872" y="60572"/>
                </a:cubicBezTo>
                <a:cubicBezTo>
                  <a:pt x="73862" y="60572"/>
                  <a:pt x="82552" y="57532"/>
                  <a:pt x="88941" y="51452"/>
                </a:cubicBezTo>
                <a:cubicBezTo>
                  <a:pt x="95331" y="45372"/>
                  <a:pt x="98525" y="37812"/>
                  <a:pt x="98525" y="28771"/>
                </a:cubicBezTo>
                <a:cubicBezTo>
                  <a:pt x="98525" y="21704"/>
                  <a:pt x="96529" y="16293"/>
                  <a:pt x="92535" y="12537"/>
                </a:cubicBezTo>
                <a:cubicBezTo>
                  <a:pt x="88542" y="8780"/>
                  <a:pt x="82552" y="6901"/>
                  <a:pt x="74565" y="6901"/>
                </a:cubicBezTo>
                <a:cubicBezTo>
                  <a:pt x="72520" y="6901"/>
                  <a:pt x="70092" y="7155"/>
                  <a:pt x="67281" y="7664"/>
                </a:cubicBezTo>
                <a:lnTo>
                  <a:pt x="51946" y="59712"/>
                </a:lnTo>
                <a:close/>
                <a:moveTo>
                  <a:pt x="216375" y="45429"/>
                </a:moveTo>
                <a:lnTo>
                  <a:pt x="199698" y="102626"/>
                </a:lnTo>
                <a:cubicBezTo>
                  <a:pt x="197206" y="111136"/>
                  <a:pt x="195960" y="116510"/>
                  <a:pt x="195960" y="118748"/>
                </a:cubicBezTo>
                <a:cubicBezTo>
                  <a:pt x="195960" y="119898"/>
                  <a:pt x="196168" y="120745"/>
                  <a:pt x="196583" y="121288"/>
                </a:cubicBezTo>
                <a:cubicBezTo>
                  <a:pt x="196999" y="121831"/>
                  <a:pt x="197558" y="122103"/>
                  <a:pt x="198261" y="122103"/>
                </a:cubicBezTo>
                <a:cubicBezTo>
                  <a:pt x="199347" y="122103"/>
                  <a:pt x="200545" y="121607"/>
                  <a:pt x="201855" y="120617"/>
                </a:cubicBezTo>
                <a:cubicBezTo>
                  <a:pt x="203165" y="119627"/>
                  <a:pt x="206471" y="115681"/>
                  <a:pt x="211774" y="108781"/>
                </a:cubicBezTo>
                <a:lnTo>
                  <a:pt x="214650" y="110985"/>
                </a:lnTo>
                <a:cubicBezTo>
                  <a:pt x="209602" y="118972"/>
                  <a:pt x="204427" y="124850"/>
                  <a:pt x="199123" y="128620"/>
                </a:cubicBezTo>
                <a:cubicBezTo>
                  <a:pt x="195609" y="131048"/>
                  <a:pt x="192223" y="132262"/>
                  <a:pt x="188964" y="132262"/>
                </a:cubicBezTo>
                <a:cubicBezTo>
                  <a:pt x="186472" y="132262"/>
                  <a:pt x="184523" y="131559"/>
                  <a:pt x="183118" y="130153"/>
                </a:cubicBezTo>
                <a:cubicBezTo>
                  <a:pt x="181712" y="128748"/>
                  <a:pt x="181009" y="126927"/>
                  <a:pt x="181009" y="124690"/>
                </a:cubicBezTo>
                <a:cubicBezTo>
                  <a:pt x="181009" y="122518"/>
                  <a:pt x="181424" y="119643"/>
                  <a:pt x="182255" y="116065"/>
                </a:cubicBezTo>
                <a:cubicBezTo>
                  <a:pt x="183277" y="111342"/>
                  <a:pt x="186185" y="101058"/>
                  <a:pt x="190977" y="85212"/>
                </a:cubicBezTo>
                <a:cubicBezTo>
                  <a:pt x="180115" y="103039"/>
                  <a:pt x="171026" y="115338"/>
                  <a:pt x="163710" y="122109"/>
                </a:cubicBezTo>
                <a:cubicBezTo>
                  <a:pt x="156394" y="128877"/>
                  <a:pt x="149605" y="132262"/>
                  <a:pt x="143343" y="132262"/>
                </a:cubicBezTo>
                <a:cubicBezTo>
                  <a:pt x="140404" y="132262"/>
                  <a:pt x="137912" y="131239"/>
                  <a:pt x="135868" y="129195"/>
                </a:cubicBezTo>
                <a:cubicBezTo>
                  <a:pt x="133823" y="127150"/>
                  <a:pt x="132801" y="124563"/>
                  <a:pt x="132801" y="121432"/>
                </a:cubicBezTo>
                <a:cubicBezTo>
                  <a:pt x="132801" y="116634"/>
                  <a:pt x="134206" y="109277"/>
                  <a:pt x="137018" y="99361"/>
                </a:cubicBezTo>
                <a:lnTo>
                  <a:pt x="145356" y="69710"/>
                </a:lnTo>
                <a:cubicBezTo>
                  <a:pt x="147401" y="62610"/>
                  <a:pt x="148423" y="58195"/>
                  <a:pt x="148423" y="56466"/>
                </a:cubicBezTo>
                <a:cubicBezTo>
                  <a:pt x="148423" y="55699"/>
                  <a:pt x="148151" y="55044"/>
                  <a:pt x="147608" y="54501"/>
                </a:cubicBezTo>
                <a:cubicBezTo>
                  <a:pt x="147065" y="53956"/>
                  <a:pt x="146474" y="53683"/>
                  <a:pt x="145835" y="53683"/>
                </a:cubicBezTo>
                <a:cubicBezTo>
                  <a:pt x="144493" y="53683"/>
                  <a:pt x="143152" y="54164"/>
                  <a:pt x="141810" y="55124"/>
                </a:cubicBezTo>
                <a:cubicBezTo>
                  <a:pt x="140468" y="56082"/>
                  <a:pt x="137433" y="59633"/>
                  <a:pt x="132705" y="65774"/>
                </a:cubicBezTo>
                <a:lnTo>
                  <a:pt x="129734" y="63663"/>
                </a:lnTo>
                <a:cubicBezTo>
                  <a:pt x="134526" y="56243"/>
                  <a:pt x="139605" y="50774"/>
                  <a:pt x="144973" y="47256"/>
                </a:cubicBezTo>
                <a:cubicBezTo>
                  <a:pt x="149062" y="44505"/>
                  <a:pt x="152832" y="43129"/>
                  <a:pt x="156282" y="43129"/>
                </a:cubicBezTo>
                <a:cubicBezTo>
                  <a:pt x="158646" y="43129"/>
                  <a:pt x="160579" y="43889"/>
                  <a:pt x="162080" y="45408"/>
                </a:cubicBezTo>
                <a:cubicBezTo>
                  <a:pt x="163582" y="46926"/>
                  <a:pt x="164333" y="48879"/>
                  <a:pt x="164333" y="51269"/>
                </a:cubicBezTo>
                <a:cubicBezTo>
                  <a:pt x="164333" y="54722"/>
                  <a:pt x="163055" y="60892"/>
                  <a:pt x="160499" y="69779"/>
                </a:cubicBezTo>
                <a:lnTo>
                  <a:pt x="151490" y="100757"/>
                </a:lnTo>
                <a:cubicBezTo>
                  <a:pt x="148998" y="109197"/>
                  <a:pt x="147752" y="114536"/>
                  <a:pt x="147752" y="116774"/>
                </a:cubicBezTo>
                <a:cubicBezTo>
                  <a:pt x="147752" y="117988"/>
                  <a:pt x="148151" y="118963"/>
                  <a:pt x="148950" y="119698"/>
                </a:cubicBezTo>
                <a:cubicBezTo>
                  <a:pt x="149749" y="120432"/>
                  <a:pt x="150819" y="120800"/>
                  <a:pt x="152161" y="120800"/>
                </a:cubicBezTo>
                <a:cubicBezTo>
                  <a:pt x="154269" y="120800"/>
                  <a:pt x="157017" y="119745"/>
                  <a:pt x="160403" y="117637"/>
                </a:cubicBezTo>
                <a:cubicBezTo>
                  <a:pt x="163790" y="115528"/>
                  <a:pt x="168310" y="110847"/>
                  <a:pt x="173965" y="103593"/>
                </a:cubicBezTo>
                <a:cubicBezTo>
                  <a:pt x="179619" y="96337"/>
                  <a:pt x="184284" y="89529"/>
                  <a:pt x="187958" y="83170"/>
                </a:cubicBezTo>
                <a:cubicBezTo>
                  <a:pt x="191632" y="76810"/>
                  <a:pt x="195545" y="66696"/>
                  <a:pt x="199698" y="52827"/>
                </a:cubicBezTo>
                <a:lnTo>
                  <a:pt x="201807" y="45429"/>
                </a:lnTo>
                <a:lnTo>
                  <a:pt x="216375" y="45429"/>
                </a:lnTo>
                <a:close/>
                <a:moveTo>
                  <a:pt x="269764" y="43129"/>
                </a:moveTo>
                <a:lnTo>
                  <a:pt x="257017" y="86869"/>
                </a:lnTo>
                <a:cubicBezTo>
                  <a:pt x="268965" y="68988"/>
                  <a:pt x="278118" y="57229"/>
                  <a:pt x="284476" y="51590"/>
                </a:cubicBezTo>
                <a:cubicBezTo>
                  <a:pt x="290833" y="45949"/>
                  <a:pt x="296951" y="43129"/>
                  <a:pt x="302829" y="43129"/>
                </a:cubicBezTo>
                <a:cubicBezTo>
                  <a:pt x="306024" y="43129"/>
                  <a:pt x="308660" y="44189"/>
                  <a:pt x="310736" y="46310"/>
                </a:cubicBezTo>
                <a:cubicBezTo>
                  <a:pt x="312813" y="48430"/>
                  <a:pt x="313851" y="51193"/>
                  <a:pt x="313851" y="54597"/>
                </a:cubicBezTo>
                <a:cubicBezTo>
                  <a:pt x="313851" y="58433"/>
                  <a:pt x="312925" y="63548"/>
                  <a:pt x="311072" y="69944"/>
                </a:cubicBezTo>
                <a:lnTo>
                  <a:pt x="299379" y="110323"/>
                </a:lnTo>
                <a:cubicBezTo>
                  <a:pt x="298037" y="114991"/>
                  <a:pt x="297366" y="117837"/>
                  <a:pt x="297366" y="118859"/>
                </a:cubicBezTo>
                <a:cubicBezTo>
                  <a:pt x="297366" y="119753"/>
                  <a:pt x="297622" y="120504"/>
                  <a:pt x="298133" y="121111"/>
                </a:cubicBezTo>
                <a:cubicBezTo>
                  <a:pt x="298644" y="121716"/>
                  <a:pt x="299187" y="122019"/>
                  <a:pt x="299762" y="122019"/>
                </a:cubicBezTo>
                <a:cubicBezTo>
                  <a:pt x="300529" y="122019"/>
                  <a:pt x="301456" y="121603"/>
                  <a:pt x="302542" y="120773"/>
                </a:cubicBezTo>
                <a:cubicBezTo>
                  <a:pt x="305928" y="118091"/>
                  <a:pt x="309634" y="114003"/>
                  <a:pt x="313660" y="108508"/>
                </a:cubicBezTo>
                <a:lnTo>
                  <a:pt x="316631" y="110329"/>
                </a:lnTo>
                <a:cubicBezTo>
                  <a:pt x="310688" y="118823"/>
                  <a:pt x="305066" y="124889"/>
                  <a:pt x="299762" y="128527"/>
                </a:cubicBezTo>
                <a:cubicBezTo>
                  <a:pt x="296057" y="131017"/>
                  <a:pt x="292734" y="132262"/>
                  <a:pt x="289795" y="132262"/>
                </a:cubicBezTo>
                <a:cubicBezTo>
                  <a:pt x="287431" y="132262"/>
                  <a:pt x="285546" y="131543"/>
                  <a:pt x="284140" y="130105"/>
                </a:cubicBezTo>
                <a:cubicBezTo>
                  <a:pt x="282735" y="128668"/>
                  <a:pt x="282032" y="126735"/>
                  <a:pt x="282032" y="124307"/>
                </a:cubicBezTo>
                <a:cubicBezTo>
                  <a:pt x="282032" y="121248"/>
                  <a:pt x="283118" y="115991"/>
                  <a:pt x="285290" y="108535"/>
                </a:cubicBezTo>
                <a:lnTo>
                  <a:pt x="296408" y="70114"/>
                </a:lnTo>
                <a:cubicBezTo>
                  <a:pt x="297814" y="65334"/>
                  <a:pt x="298517" y="61606"/>
                  <a:pt x="298517" y="58931"/>
                </a:cubicBezTo>
                <a:cubicBezTo>
                  <a:pt x="298517" y="57657"/>
                  <a:pt x="298101" y="56622"/>
                  <a:pt x="297271" y="55825"/>
                </a:cubicBezTo>
                <a:cubicBezTo>
                  <a:pt x="296440" y="55028"/>
                  <a:pt x="295418" y="54630"/>
                  <a:pt x="294204" y="54630"/>
                </a:cubicBezTo>
                <a:cubicBezTo>
                  <a:pt x="292415" y="54630"/>
                  <a:pt x="290274" y="55395"/>
                  <a:pt x="287782" y="56924"/>
                </a:cubicBezTo>
                <a:cubicBezTo>
                  <a:pt x="283054" y="59789"/>
                  <a:pt x="278134" y="64519"/>
                  <a:pt x="273023" y="71112"/>
                </a:cubicBezTo>
                <a:cubicBezTo>
                  <a:pt x="267911" y="77703"/>
                  <a:pt x="262512" y="86125"/>
                  <a:pt x="256825" y="96378"/>
                </a:cubicBezTo>
                <a:cubicBezTo>
                  <a:pt x="253822" y="101791"/>
                  <a:pt x="251330" y="107714"/>
                  <a:pt x="249350" y="114148"/>
                </a:cubicBezTo>
                <a:lnTo>
                  <a:pt x="244558" y="129962"/>
                </a:lnTo>
                <a:lnTo>
                  <a:pt x="230181" y="129962"/>
                </a:lnTo>
                <a:lnTo>
                  <a:pt x="247625" y="69773"/>
                </a:lnTo>
                <a:cubicBezTo>
                  <a:pt x="249669" y="62593"/>
                  <a:pt x="250691" y="58272"/>
                  <a:pt x="250691" y="56810"/>
                </a:cubicBezTo>
                <a:cubicBezTo>
                  <a:pt x="250691" y="55413"/>
                  <a:pt x="250132" y="54189"/>
                  <a:pt x="249014" y="53138"/>
                </a:cubicBezTo>
                <a:cubicBezTo>
                  <a:pt x="247896" y="52088"/>
                  <a:pt x="246506" y="51563"/>
                  <a:pt x="244845" y="51563"/>
                </a:cubicBezTo>
                <a:cubicBezTo>
                  <a:pt x="244078" y="51563"/>
                  <a:pt x="242737" y="51691"/>
                  <a:pt x="240820" y="51946"/>
                </a:cubicBezTo>
                <a:lnTo>
                  <a:pt x="237178" y="52521"/>
                </a:lnTo>
                <a:lnTo>
                  <a:pt x="236603" y="49071"/>
                </a:lnTo>
                <a:lnTo>
                  <a:pt x="269764" y="43129"/>
                </a:lnTo>
                <a:close/>
                <a:moveTo>
                  <a:pt x="379892" y="19552"/>
                </a:moveTo>
                <a:lnTo>
                  <a:pt x="372416" y="45429"/>
                </a:lnTo>
                <a:lnTo>
                  <a:pt x="387464" y="45429"/>
                </a:lnTo>
                <a:lnTo>
                  <a:pt x="385834" y="51563"/>
                </a:lnTo>
                <a:lnTo>
                  <a:pt x="370883" y="51563"/>
                </a:lnTo>
                <a:lnTo>
                  <a:pt x="354398" y="108119"/>
                </a:lnTo>
                <a:cubicBezTo>
                  <a:pt x="352609" y="114199"/>
                  <a:pt x="351715" y="118135"/>
                  <a:pt x="351715" y="119928"/>
                </a:cubicBezTo>
                <a:cubicBezTo>
                  <a:pt x="351715" y="121012"/>
                  <a:pt x="351970" y="121841"/>
                  <a:pt x="352481" y="122414"/>
                </a:cubicBezTo>
                <a:cubicBezTo>
                  <a:pt x="352993" y="122987"/>
                  <a:pt x="353600" y="123274"/>
                  <a:pt x="354302" y="123274"/>
                </a:cubicBezTo>
                <a:cubicBezTo>
                  <a:pt x="355900" y="123274"/>
                  <a:pt x="358008" y="122158"/>
                  <a:pt x="360628" y="119928"/>
                </a:cubicBezTo>
                <a:cubicBezTo>
                  <a:pt x="362161" y="118650"/>
                  <a:pt x="365580" y="114721"/>
                  <a:pt x="370883" y="108140"/>
                </a:cubicBezTo>
                <a:lnTo>
                  <a:pt x="374046" y="110536"/>
                </a:lnTo>
                <a:cubicBezTo>
                  <a:pt x="368167" y="119092"/>
                  <a:pt x="362609" y="125123"/>
                  <a:pt x="357369" y="128629"/>
                </a:cubicBezTo>
                <a:cubicBezTo>
                  <a:pt x="353791" y="131051"/>
                  <a:pt x="350181" y="132262"/>
                  <a:pt x="346539" y="132262"/>
                </a:cubicBezTo>
                <a:cubicBezTo>
                  <a:pt x="343728" y="132262"/>
                  <a:pt x="341428" y="131383"/>
                  <a:pt x="339639" y="129626"/>
                </a:cubicBezTo>
                <a:cubicBezTo>
                  <a:pt x="337850" y="127869"/>
                  <a:pt x="336955" y="125617"/>
                  <a:pt x="336955" y="122869"/>
                </a:cubicBezTo>
                <a:cubicBezTo>
                  <a:pt x="336955" y="119419"/>
                  <a:pt x="337977" y="114148"/>
                  <a:pt x="340022" y="107055"/>
                </a:cubicBezTo>
                <a:lnTo>
                  <a:pt x="356028" y="51563"/>
                </a:lnTo>
                <a:lnTo>
                  <a:pt x="341555" y="51563"/>
                </a:lnTo>
                <a:lnTo>
                  <a:pt x="342514" y="47765"/>
                </a:lnTo>
                <a:cubicBezTo>
                  <a:pt x="349542" y="45826"/>
                  <a:pt x="355389" y="42963"/>
                  <a:pt x="360053" y="39175"/>
                </a:cubicBezTo>
                <a:cubicBezTo>
                  <a:pt x="364717" y="35388"/>
                  <a:pt x="369925" y="28846"/>
                  <a:pt x="375675" y="19552"/>
                </a:cubicBezTo>
                <a:lnTo>
                  <a:pt x="379892" y="19552"/>
                </a:lnTo>
                <a:close/>
                <a:moveTo>
                  <a:pt x="432529" y="4984"/>
                </a:moveTo>
                <a:cubicBezTo>
                  <a:pt x="435212" y="4984"/>
                  <a:pt x="437481" y="5910"/>
                  <a:pt x="439334" y="7763"/>
                </a:cubicBezTo>
                <a:cubicBezTo>
                  <a:pt x="441186" y="9616"/>
                  <a:pt x="442113" y="11884"/>
                  <a:pt x="442113" y="14568"/>
                </a:cubicBezTo>
                <a:cubicBezTo>
                  <a:pt x="442113" y="17188"/>
                  <a:pt x="441170" y="19440"/>
                  <a:pt x="439286" y="21325"/>
                </a:cubicBezTo>
                <a:cubicBezTo>
                  <a:pt x="437401" y="23210"/>
                  <a:pt x="435148" y="24152"/>
                  <a:pt x="432529" y="24152"/>
                </a:cubicBezTo>
                <a:cubicBezTo>
                  <a:pt x="429909" y="24152"/>
                  <a:pt x="427657" y="23210"/>
                  <a:pt x="425772" y="21325"/>
                </a:cubicBezTo>
                <a:cubicBezTo>
                  <a:pt x="423887" y="19440"/>
                  <a:pt x="422945" y="17188"/>
                  <a:pt x="422945" y="14568"/>
                </a:cubicBezTo>
                <a:cubicBezTo>
                  <a:pt x="422945" y="11884"/>
                  <a:pt x="423871" y="9616"/>
                  <a:pt x="425724" y="7763"/>
                </a:cubicBezTo>
                <a:cubicBezTo>
                  <a:pt x="427577" y="5910"/>
                  <a:pt x="429845" y="4984"/>
                  <a:pt x="432529" y="4984"/>
                </a:cubicBezTo>
                <a:moveTo>
                  <a:pt x="433775" y="43129"/>
                </a:moveTo>
                <a:lnTo>
                  <a:pt x="414798" y="110347"/>
                </a:lnTo>
                <a:cubicBezTo>
                  <a:pt x="413520" y="114885"/>
                  <a:pt x="412881" y="117602"/>
                  <a:pt x="412881" y="118497"/>
                </a:cubicBezTo>
                <a:cubicBezTo>
                  <a:pt x="412881" y="119523"/>
                  <a:pt x="413185" y="120357"/>
                  <a:pt x="413792" y="121000"/>
                </a:cubicBezTo>
                <a:cubicBezTo>
                  <a:pt x="414399" y="121641"/>
                  <a:pt x="415117" y="121962"/>
                  <a:pt x="415948" y="121962"/>
                </a:cubicBezTo>
                <a:cubicBezTo>
                  <a:pt x="416907" y="121962"/>
                  <a:pt x="418057" y="121449"/>
                  <a:pt x="419398" y="120422"/>
                </a:cubicBezTo>
                <a:cubicBezTo>
                  <a:pt x="423040" y="117541"/>
                  <a:pt x="426714" y="113449"/>
                  <a:pt x="430420" y="108146"/>
                </a:cubicBezTo>
                <a:lnTo>
                  <a:pt x="433775" y="110350"/>
                </a:lnTo>
                <a:cubicBezTo>
                  <a:pt x="429430" y="117001"/>
                  <a:pt x="424318" y="122605"/>
                  <a:pt x="418440" y="127161"/>
                </a:cubicBezTo>
                <a:cubicBezTo>
                  <a:pt x="414095" y="130562"/>
                  <a:pt x="409942" y="132262"/>
                  <a:pt x="405981" y="132262"/>
                </a:cubicBezTo>
                <a:cubicBezTo>
                  <a:pt x="403361" y="132262"/>
                  <a:pt x="401220" y="131479"/>
                  <a:pt x="399559" y="129914"/>
                </a:cubicBezTo>
                <a:cubicBezTo>
                  <a:pt x="397898" y="128348"/>
                  <a:pt x="397067" y="126384"/>
                  <a:pt x="397067" y="124019"/>
                </a:cubicBezTo>
                <a:cubicBezTo>
                  <a:pt x="397067" y="121651"/>
                  <a:pt x="397866" y="117715"/>
                  <a:pt x="399463" y="112210"/>
                </a:cubicBezTo>
                <a:lnTo>
                  <a:pt x="411923" y="69198"/>
                </a:lnTo>
                <a:cubicBezTo>
                  <a:pt x="413967" y="62209"/>
                  <a:pt x="414990" y="57826"/>
                  <a:pt x="414990" y="56047"/>
                </a:cubicBezTo>
                <a:cubicBezTo>
                  <a:pt x="414990" y="54649"/>
                  <a:pt x="414494" y="53505"/>
                  <a:pt x="413504" y="52614"/>
                </a:cubicBezTo>
                <a:cubicBezTo>
                  <a:pt x="412514" y="51722"/>
                  <a:pt x="411156" y="51275"/>
                  <a:pt x="409431" y="51275"/>
                </a:cubicBezTo>
                <a:cubicBezTo>
                  <a:pt x="408025" y="51275"/>
                  <a:pt x="405118" y="51627"/>
                  <a:pt x="400709" y="52330"/>
                </a:cubicBezTo>
                <a:lnTo>
                  <a:pt x="400709" y="48496"/>
                </a:lnTo>
                <a:lnTo>
                  <a:pt x="433775" y="43129"/>
                </a:lnTo>
                <a:close/>
                <a:moveTo>
                  <a:pt x="482398" y="43129"/>
                </a:moveTo>
                <a:lnTo>
                  <a:pt x="469939" y="86395"/>
                </a:lnTo>
                <a:cubicBezTo>
                  <a:pt x="475498" y="76226"/>
                  <a:pt x="480226" y="68584"/>
                  <a:pt x="484123" y="63468"/>
                </a:cubicBezTo>
                <a:cubicBezTo>
                  <a:pt x="490193" y="55537"/>
                  <a:pt x="496104" y="49781"/>
                  <a:pt x="501854" y="46199"/>
                </a:cubicBezTo>
                <a:cubicBezTo>
                  <a:pt x="505241" y="44152"/>
                  <a:pt x="508787" y="43129"/>
                  <a:pt x="512493" y="43129"/>
                </a:cubicBezTo>
                <a:cubicBezTo>
                  <a:pt x="515687" y="43129"/>
                  <a:pt x="518339" y="44162"/>
                  <a:pt x="520447" y="46229"/>
                </a:cubicBezTo>
                <a:cubicBezTo>
                  <a:pt x="522556" y="48293"/>
                  <a:pt x="523610" y="50940"/>
                  <a:pt x="523610" y="54169"/>
                </a:cubicBezTo>
                <a:cubicBezTo>
                  <a:pt x="523610" y="57293"/>
                  <a:pt x="522875" y="61376"/>
                  <a:pt x="521406" y="66415"/>
                </a:cubicBezTo>
                <a:lnTo>
                  <a:pt x="514601" y="90720"/>
                </a:lnTo>
                <a:cubicBezTo>
                  <a:pt x="525016" y="71211"/>
                  <a:pt x="534888" y="57521"/>
                  <a:pt x="544216" y="49652"/>
                </a:cubicBezTo>
                <a:cubicBezTo>
                  <a:pt x="549392" y="45303"/>
                  <a:pt x="554503" y="43129"/>
                  <a:pt x="559551" y="43129"/>
                </a:cubicBezTo>
                <a:cubicBezTo>
                  <a:pt x="562490" y="43129"/>
                  <a:pt x="564902" y="44141"/>
                  <a:pt x="566787" y="46166"/>
                </a:cubicBezTo>
                <a:cubicBezTo>
                  <a:pt x="568672" y="48189"/>
                  <a:pt x="569614" y="51320"/>
                  <a:pt x="569614" y="55561"/>
                </a:cubicBezTo>
                <a:cubicBezTo>
                  <a:pt x="569614" y="59269"/>
                  <a:pt x="569039" y="63201"/>
                  <a:pt x="567889" y="67356"/>
                </a:cubicBezTo>
                <a:lnTo>
                  <a:pt x="557347" y="104659"/>
                </a:lnTo>
                <a:cubicBezTo>
                  <a:pt x="555046" y="112778"/>
                  <a:pt x="553896" y="117285"/>
                  <a:pt x="553896" y="118179"/>
                </a:cubicBezTo>
                <a:cubicBezTo>
                  <a:pt x="553896" y="119074"/>
                  <a:pt x="554184" y="119840"/>
                  <a:pt x="554759" y="120479"/>
                </a:cubicBezTo>
                <a:cubicBezTo>
                  <a:pt x="555142" y="120927"/>
                  <a:pt x="555653" y="121150"/>
                  <a:pt x="556292" y="121150"/>
                </a:cubicBezTo>
                <a:cubicBezTo>
                  <a:pt x="556931" y="121150"/>
                  <a:pt x="558049" y="120543"/>
                  <a:pt x="559647" y="119329"/>
                </a:cubicBezTo>
                <a:cubicBezTo>
                  <a:pt x="563289" y="116518"/>
                  <a:pt x="566707" y="112812"/>
                  <a:pt x="569902" y="108211"/>
                </a:cubicBezTo>
                <a:lnTo>
                  <a:pt x="573065" y="110224"/>
                </a:lnTo>
                <a:cubicBezTo>
                  <a:pt x="571467" y="112780"/>
                  <a:pt x="568640" y="116294"/>
                  <a:pt x="564583" y="120767"/>
                </a:cubicBezTo>
                <a:cubicBezTo>
                  <a:pt x="560525" y="125237"/>
                  <a:pt x="557059" y="128271"/>
                  <a:pt x="554184" y="129869"/>
                </a:cubicBezTo>
                <a:cubicBezTo>
                  <a:pt x="551309" y="131464"/>
                  <a:pt x="548657" y="132262"/>
                  <a:pt x="546229" y="132262"/>
                </a:cubicBezTo>
                <a:cubicBezTo>
                  <a:pt x="543993" y="132262"/>
                  <a:pt x="542124" y="131495"/>
                  <a:pt x="540622" y="129962"/>
                </a:cubicBezTo>
                <a:cubicBezTo>
                  <a:pt x="539121" y="128428"/>
                  <a:pt x="538370" y="126543"/>
                  <a:pt x="538370" y="124307"/>
                </a:cubicBezTo>
                <a:cubicBezTo>
                  <a:pt x="538370" y="121240"/>
                  <a:pt x="539680" y="115074"/>
                  <a:pt x="542299" y="105809"/>
                </a:cubicBezTo>
                <a:lnTo>
                  <a:pt x="551021" y="75044"/>
                </a:lnTo>
                <a:cubicBezTo>
                  <a:pt x="553002" y="67952"/>
                  <a:pt x="554056" y="64022"/>
                  <a:pt x="554184" y="63256"/>
                </a:cubicBezTo>
                <a:cubicBezTo>
                  <a:pt x="554375" y="62042"/>
                  <a:pt x="554471" y="60860"/>
                  <a:pt x="554471" y="59709"/>
                </a:cubicBezTo>
                <a:cubicBezTo>
                  <a:pt x="554471" y="58112"/>
                  <a:pt x="554120" y="56866"/>
                  <a:pt x="553417" y="55972"/>
                </a:cubicBezTo>
                <a:cubicBezTo>
                  <a:pt x="552650" y="55077"/>
                  <a:pt x="551788" y="54630"/>
                  <a:pt x="550829" y="54630"/>
                </a:cubicBezTo>
                <a:cubicBezTo>
                  <a:pt x="548146" y="54630"/>
                  <a:pt x="545302" y="56004"/>
                  <a:pt x="542299" y="58751"/>
                </a:cubicBezTo>
                <a:cubicBezTo>
                  <a:pt x="533482" y="66866"/>
                  <a:pt x="525240" y="78239"/>
                  <a:pt x="517572" y="92871"/>
                </a:cubicBezTo>
                <a:cubicBezTo>
                  <a:pt x="512525" y="102519"/>
                  <a:pt x="507796" y="114882"/>
                  <a:pt x="503388" y="129962"/>
                </a:cubicBezTo>
                <a:lnTo>
                  <a:pt x="488915" y="129962"/>
                </a:lnTo>
                <a:lnTo>
                  <a:pt x="505304" y="71902"/>
                </a:lnTo>
                <a:cubicBezTo>
                  <a:pt x="507093" y="65633"/>
                  <a:pt x="507988" y="61443"/>
                  <a:pt x="507988" y="59332"/>
                </a:cubicBezTo>
                <a:cubicBezTo>
                  <a:pt x="507988" y="57605"/>
                  <a:pt x="507637" y="56326"/>
                  <a:pt x="506934" y="55495"/>
                </a:cubicBezTo>
                <a:cubicBezTo>
                  <a:pt x="506231" y="54663"/>
                  <a:pt x="505368" y="54247"/>
                  <a:pt x="504346" y="54247"/>
                </a:cubicBezTo>
                <a:cubicBezTo>
                  <a:pt x="502237" y="54247"/>
                  <a:pt x="500001" y="55014"/>
                  <a:pt x="497637" y="56550"/>
                </a:cubicBezTo>
                <a:cubicBezTo>
                  <a:pt x="493803" y="59046"/>
                  <a:pt x="488868" y="64388"/>
                  <a:pt x="482829" y="72576"/>
                </a:cubicBezTo>
                <a:cubicBezTo>
                  <a:pt x="476791" y="80765"/>
                  <a:pt x="472111" y="88602"/>
                  <a:pt x="468789" y="96087"/>
                </a:cubicBezTo>
                <a:cubicBezTo>
                  <a:pt x="467191" y="99606"/>
                  <a:pt x="463390" y="110897"/>
                  <a:pt x="457383" y="129962"/>
                </a:cubicBezTo>
                <a:lnTo>
                  <a:pt x="443199" y="129962"/>
                </a:lnTo>
                <a:lnTo>
                  <a:pt x="460930" y="67856"/>
                </a:lnTo>
                <a:lnTo>
                  <a:pt x="463230" y="59805"/>
                </a:lnTo>
                <a:cubicBezTo>
                  <a:pt x="463677" y="58575"/>
                  <a:pt x="463901" y="57669"/>
                  <a:pt x="463901" y="57086"/>
                </a:cubicBezTo>
                <a:cubicBezTo>
                  <a:pt x="463901" y="55660"/>
                  <a:pt x="463262" y="54383"/>
                  <a:pt x="461984" y="53255"/>
                </a:cubicBezTo>
                <a:cubicBezTo>
                  <a:pt x="460706" y="52127"/>
                  <a:pt x="459077" y="51563"/>
                  <a:pt x="457096" y="51563"/>
                </a:cubicBezTo>
                <a:cubicBezTo>
                  <a:pt x="456265" y="51563"/>
                  <a:pt x="453965" y="51946"/>
                  <a:pt x="450195" y="52713"/>
                </a:cubicBezTo>
                <a:lnTo>
                  <a:pt x="449333" y="49263"/>
                </a:lnTo>
                <a:lnTo>
                  <a:pt x="482398" y="43129"/>
                </a:lnTo>
                <a:close/>
                <a:moveTo>
                  <a:pt x="608303" y="93925"/>
                </a:moveTo>
                <a:cubicBezTo>
                  <a:pt x="607856" y="97110"/>
                  <a:pt x="607632" y="99752"/>
                  <a:pt x="607632" y="101853"/>
                </a:cubicBezTo>
                <a:cubicBezTo>
                  <a:pt x="607632" y="107520"/>
                  <a:pt x="609645" y="112344"/>
                  <a:pt x="613670" y="116325"/>
                </a:cubicBezTo>
                <a:cubicBezTo>
                  <a:pt x="617696" y="120305"/>
                  <a:pt x="622584" y="122294"/>
                  <a:pt x="628334" y="122294"/>
                </a:cubicBezTo>
                <a:cubicBezTo>
                  <a:pt x="632934" y="122294"/>
                  <a:pt x="637359" y="121355"/>
                  <a:pt x="641608" y="119476"/>
                </a:cubicBezTo>
                <a:cubicBezTo>
                  <a:pt x="645857" y="117595"/>
                  <a:pt x="652167" y="113437"/>
                  <a:pt x="660537" y="107001"/>
                </a:cubicBezTo>
                <a:lnTo>
                  <a:pt x="662550" y="109781"/>
                </a:lnTo>
                <a:cubicBezTo>
                  <a:pt x="647407" y="124768"/>
                  <a:pt x="632966" y="132262"/>
                  <a:pt x="619229" y="132262"/>
                </a:cubicBezTo>
                <a:cubicBezTo>
                  <a:pt x="609900" y="132262"/>
                  <a:pt x="602872" y="129320"/>
                  <a:pt x="598144" y="123435"/>
                </a:cubicBezTo>
                <a:cubicBezTo>
                  <a:pt x="593416" y="117551"/>
                  <a:pt x="591052" y="111059"/>
                  <a:pt x="591052" y="103959"/>
                </a:cubicBezTo>
                <a:cubicBezTo>
                  <a:pt x="591052" y="94428"/>
                  <a:pt x="593991" y="84674"/>
                  <a:pt x="599869" y="74697"/>
                </a:cubicBezTo>
                <a:cubicBezTo>
                  <a:pt x="605747" y="64717"/>
                  <a:pt x="613127" y="56961"/>
                  <a:pt x="622008" y="51428"/>
                </a:cubicBezTo>
                <a:cubicBezTo>
                  <a:pt x="630890" y="45895"/>
                  <a:pt x="640027" y="43129"/>
                  <a:pt x="649419" y="43129"/>
                </a:cubicBezTo>
                <a:cubicBezTo>
                  <a:pt x="656192" y="43129"/>
                  <a:pt x="661208" y="44508"/>
                  <a:pt x="664466" y="47265"/>
                </a:cubicBezTo>
                <a:cubicBezTo>
                  <a:pt x="667725" y="50022"/>
                  <a:pt x="669354" y="53294"/>
                  <a:pt x="669354" y="57080"/>
                </a:cubicBezTo>
                <a:cubicBezTo>
                  <a:pt x="669354" y="62403"/>
                  <a:pt x="667246" y="67502"/>
                  <a:pt x="663029" y="72376"/>
                </a:cubicBezTo>
                <a:cubicBezTo>
                  <a:pt x="657470" y="78725"/>
                  <a:pt x="649291" y="83856"/>
                  <a:pt x="638493" y="87767"/>
                </a:cubicBezTo>
                <a:cubicBezTo>
                  <a:pt x="631337" y="90397"/>
                  <a:pt x="621274" y="92449"/>
                  <a:pt x="608303" y="93925"/>
                </a:cubicBezTo>
                <a:moveTo>
                  <a:pt x="608974" y="89133"/>
                </a:moveTo>
                <a:cubicBezTo>
                  <a:pt x="618430" y="88045"/>
                  <a:pt x="626130" y="86188"/>
                  <a:pt x="632072" y="83562"/>
                </a:cubicBezTo>
                <a:cubicBezTo>
                  <a:pt x="639931" y="80040"/>
                  <a:pt x="645825" y="75829"/>
                  <a:pt x="649755" y="70929"/>
                </a:cubicBezTo>
                <a:cubicBezTo>
                  <a:pt x="653684" y="66029"/>
                  <a:pt x="655649" y="61370"/>
                  <a:pt x="655649" y="56951"/>
                </a:cubicBezTo>
                <a:cubicBezTo>
                  <a:pt x="655649" y="54261"/>
                  <a:pt x="654802" y="52084"/>
                  <a:pt x="653109" y="50419"/>
                </a:cubicBezTo>
                <a:cubicBezTo>
                  <a:pt x="651416" y="48754"/>
                  <a:pt x="649004" y="47921"/>
                  <a:pt x="645873" y="47921"/>
                </a:cubicBezTo>
                <a:cubicBezTo>
                  <a:pt x="639356" y="47921"/>
                  <a:pt x="632439" y="51395"/>
                  <a:pt x="625123" y="58344"/>
                </a:cubicBezTo>
                <a:cubicBezTo>
                  <a:pt x="617807" y="65292"/>
                  <a:pt x="612424" y="75555"/>
                  <a:pt x="608974" y="89133"/>
                </a:cubicBezTo>
                <a:close/>
                <a:moveTo>
                  <a:pt x="785035" y="7092"/>
                </a:moveTo>
                <a:lnTo>
                  <a:pt x="770180" y="58464"/>
                </a:lnTo>
                <a:lnTo>
                  <a:pt x="782352" y="58464"/>
                </a:lnTo>
                <a:cubicBezTo>
                  <a:pt x="791041" y="58464"/>
                  <a:pt x="797335" y="57131"/>
                  <a:pt x="801233" y="54465"/>
                </a:cubicBezTo>
                <a:cubicBezTo>
                  <a:pt x="805130" y="51800"/>
                  <a:pt x="808485" y="46871"/>
                  <a:pt x="811296" y="39679"/>
                </a:cubicBezTo>
                <a:lnTo>
                  <a:pt x="814842" y="39679"/>
                </a:lnTo>
                <a:lnTo>
                  <a:pt x="801520" y="86833"/>
                </a:lnTo>
                <a:lnTo>
                  <a:pt x="797686" y="86833"/>
                </a:lnTo>
                <a:cubicBezTo>
                  <a:pt x="798837" y="82871"/>
                  <a:pt x="799412" y="79485"/>
                  <a:pt x="799412" y="76674"/>
                </a:cubicBezTo>
                <a:cubicBezTo>
                  <a:pt x="799412" y="73926"/>
                  <a:pt x="798853" y="71722"/>
                  <a:pt x="797734" y="70060"/>
                </a:cubicBezTo>
                <a:cubicBezTo>
                  <a:pt x="796616" y="68399"/>
                  <a:pt x="795083" y="67169"/>
                  <a:pt x="793134" y="66371"/>
                </a:cubicBezTo>
                <a:cubicBezTo>
                  <a:pt x="791185" y="65572"/>
                  <a:pt x="787080" y="65172"/>
                  <a:pt x="780818" y="65172"/>
                </a:cubicBezTo>
                <a:lnTo>
                  <a:pt x="768455" y="65172"/>
                </a:lnTo>
                <a:lnTo>
                  <a:pt x="755899" y="108146"/>
                </a:lnTo>
                <a:cubicBezTo>
                  <a:pt x="754685" y="112263"/>
                  <a:pt x="754078" y="115399"/>
                  <a:pt x="754078" y="117553"/>
                </a:cubicBezTo>
                <a:cubicBezTo>
                  <a:pt x="754078" y="119198"/>
                  <a:pt x="754877" y="120655"/>
                  <a:pt x="756474" y="121923"/>
                </a:cubicBezTo>
                <a:cubicBezTo>
                  <a:pt x="757561" y="122809"/>
                  <a:pt x="760276" y="123253"/>
                  <a:pt x="764621" y="123253"/>
                </a:cubicBezTo>
                <a:lnTo>
                  <a:pt x="776122" y="123253"/>
                </a:lnTo>
                <a:cubicBezTo>
                  <a:pt x="788582" y="123253"/>
                  <a:pt x="798565" y="121041"/>
                  <a:pt x="806073" y="116619"/>
                </a:cubicBezTo>
                <a:cubicBezTo>
                  <a:pt x="813580" y="112196"/>
                  <a:pt x="820305" y="104504"/>
                  <a:pt x="826247" y="93542"/>
                </a:cubicBezTo>
                <a:lnTo>
                  <a:pt x="829794" y="93542"/>
                </a:lnTo>
                <a:lnTo>
                  <a:pt x="817526" y="129962"/>
                </a:lnTo>
                <a:lnTo>
                  <a:pt x="717083" y="129962"/>
                </a:lnTo>
                <a:lnTo>
                  <a:pt x="718329" y="126511"/>
                </a:lnTo>
                <a:cubicBezTo>
                  <a:pt x="723313" y="126384"/>
                  <a:pt x="726668" y="125934"/>
                  <a:pt x="728393" y="125164"/>
                </a:cubicBezTo>
                <a:cubicBezTo>
                  <a:pt x="730949" y="124009"/>
                  <a:pt x="732802" y="122534"/>
                  <a:pt x="733952" y="120737"/>
                </a:cubicBezTo>
                <a:cubicBezTo>
                  <a:pt x="735677" y="118105"/>
                  <a:pt x="737721" y="112586"/>
                  <a:pt x="740086" y="104180"/>
                </a:cubicBezTo>
                <a:lnTo>
                  <a:pt x="762896" y="25707"/>
                </a:lnTo>
                <a:cubicBezTo>
                  <a:pt x="764685" y="19375"/>
                  <a:pt x="765579" y="14546"/>
                  <a:pt x="765579" y="11219"/>
                </a:cubicBezTo>
                <a:cubicBezTo>
                  <a:pt x="765579" y="8790"/>
                  <a:pt x="764733" y="6888"/>
                  <a:pt x="763040" y="5514"/>
                </a:cubicBezTo>
                <a:cubicBezTo>
                  <a:pt x="761346" y="4138"/>
                  <a:pt x="758040" y="3450"/>
                  <a:pt x="753120" y="3450"/>
                </a:cubicBezTo>
                <a:lnTo>
                  <a:pt x="751107" y="3450"/>
                </a:lnTo>
                <a:lnTo>
                  <a:pt x="752257" y="0"/>
                </a:lnTo>
                <a:lnTo>
                  <a:pt x="845607" y="0"/>
                </a:lnTo>
                <a:lnTo>
                  <a:pt x="837557" y="31436"/>
                </a:lnTo>
                <a:lnTo>
                  <a:pt x="834011" y="31436"/>
                </a:lnTo>
                <a:cubicBezTo>
                  <a:pt x="834458" y="28497"/>
                  <a:pt x="834681" y="26037"/>
                  <a:pt x="834681" y="24056"/>
                </a:cubicBezTo>
                <a:cubicBezTo>
                  <a:pt x="834681" y="20670"/>
                  <a:pt x="833851" y="17827"/>
                  <a:pt x="832190" y="15526"/>
                </a:cubicBezTo>
                <a:cubicBezTo>
                  <a:pt x="830017" y="12587"/>
                  <a:pt x="826854" y="10351"/>
                  <a:pt x="822701" y="8817"/>
                </a:cubicBezTo>
                <a:cubicBezTo>
                  <a:pt x="819634" y="7667"/>
                  <a:pt x="812574" y="7092"/>
                  <a:pt x="801520" y="7092"/>
                </a:cubicBezTo>
                <a:lnTo>
                  <a:pt x="785035" y="7092"/>
                </a:lnTo>
                <a:close/>
                <a:moveTo>
                  <a:pt x="851226" y="48496"/>
                </a:moveTo>
                <a:lnTo>
                  <a:pt x="884291" y="43129"/>
                </a:lnTo>
                <a:lnTo>
                  <a:pt x="870490" y="89804"/>
                </a:lnTo>
                <a:cubicBezTo>
                  <a:pt x="881672" y="70659"/>
                  <a:pt x="891831" y="57278"/>
                  <a:pt x="900968" y="49658"/>
                </a:cubicBezTo>
                <a:cubicBezTo>
                  <a:pt x="906143" y="45305"/>
                  <a:pt x="910360" y="43129"/>
                  <a:pt x="913619" y="43129"/>
                </a:cubicBezTo>
                <a:cubicBezTo>
                  <a:pt x="915728" y="43129"/>
                  <a:pt x="917389" y="43755"/>
                  <a:pt x="918603" y="45007"/>
                </a:cubicBezTo>
                <a:cubicBezTo>
                  <a:pt x="919817" y="46257"/>
                  <a:pt x="920424" y="48069"/>
                  <a:pt x="920424" y="50443"/>
                </a:cubicBezTo>
                <a:cubicBezTo>
                  <a:pt x="920424" y="54676"/>
                  <a:pt x="919338" y="58717"/>
                  <a:pt x="917165" y="62567"/>
                </a:cubicBezTo>
                <a:cubicBezTo>
                  <a:pt x="915632" y="65454"/>
                  <a:pt x="913427" y="66898"/>
                  <a:pt x="910552" y="66898"/>
                </a:cubicBezTo>
                <a:cubicBezTo>
                  <a:pt x="909082" y="66898"/>
                  <a:pt x="907821" y="66418"/>
                  <a:pt x="906766" y="65460"/>
                </a:cubicBezTo>
                <a:cubicBezTo>
                  <a:pt x="905712" y="64502"/>
                  <a:pt x="905057" y="63032"/>
                  <a:pt x="904802" y="61051"/>
                </a:cubicBezTo>
                <a:cubicBezTo>
                  <a:pt x="904674" y="59837"/>
                  <a:pt x="904386" y="59039"/>
                  <a:pt x="903939" y="58655"/>
                </a:cubicBezTo>
                <a:cubicBezTo>
                  <a:pt x="903428" y="58144"/>
                  <a:pt x="902821" y="57889"/>
                  <a:pt x="902118" y="57889"/>
                </a:cubicBezTo>
                <a:cubicBezTo>
                  <a:pt x="901032" y="57889"/>
                  <a:pt x="900009" y="58144"/>
                  <a:pt x="899051" y="58655"/>
                </a:cubicBezTo>
                <a:cubicBezTo>
                  <a:pt x="897390" y="59550"/>
                  <a:pt x="894866" y="62041"/>
                  <a:pt x="891480" y="66128"/>
                </a:cubicBezTo>
                <a:cubicBezTo>
                  <a:pt x="886176" y="72390"/>
                  <a:pt x="880426" y="80503"/>
                  <a:pt x="874228" y="90469"/>
                </a:cubicBezTo>
                <a:cubicBezTo>
                  <a:pt x="871544" y="94684"/>
                  <a:pt x="869244" y="99443"/>
                  <a:pt x="867327" y="104746"/>
                </a:cubicBezTo>
                <a:cubicBezTo>
                  <a:pt x="864644" y="112028"/>
                  <a:pt x="863110" y="116404"/>
                  <a:pt x="862727" y="117874"/>
                </a:cubicBezTo>
                <a:lnTo>
                  <a:pt x="859660" y="129962"/>
                </a:lnTo>
                <a:lnTo>
                  <a:pt x="844996" y="129962"/>
                </a:lnTo>
                <a:lnTo>
                  <a:pt x="862727" y="70348"/>
                </a:lnTo>
                <a:cubicBezTo>
                  <a:pt x="864772" y="63411"/>
                  <a:pt x="865794" y="58466"/>
                  <a:pt x="865794" y="55510"/>
                </a:cubicBezTo>
                <a:cubicBezTo>
                  <a:pt x="865794" y="54354"/>
                  <a:pt x="865315" y="53391"/>
                  <a:pt x="864356" y="52620"/>
                </a:cubicBezTo>
                <a:cubicBezTo>
                  <a:pt x="863078" y="51596"/>
                  <a:pt x="861385" y="51084"/>
                  <a:pt x="859277" y="51084"/>
                </a:cubicBezTo>
                <a:cubicBezTo>
                  <a:pt x="857935" y="51084"/>
                  <a:pt x="855475" y="51371"/>
                  <a:pt x="851897" y="51946"/>
                </a:cubicBezTo>
                <a:lnTo>
                  <a:pt x="851226" y="48496"/>
                </a:lnTo>
                <a:close/>
                <a:moveTo>
                  <a:pt x="928032" y="48496"/>
                </a:moveTo>
                <a:lnTo>
                  <a:pt x="961097" y="43129"/>
                </a:lnTo>
                <a:lnTo>
                  <a:pt x="947296" y="89804"/>
                </a:lnTo>
                <a:cubicBezTo>
                  <a:pt x="958477" y="70659"/>
                  <a:pt x="968637" y="57278"/>
                  <a:pt x="977773" y="49658"/>
                </a:cubicBezTo>
                <a:cubicBezTo>
                  <a:pt x="982949" y="45305"/>
                  <a:pt x="987166" y="43129"/>
                  <a:pt x="990425" y="43129"/>
                </a:cubicBezTo>
                <a:cubicBezTo>
                  <a:pt x="992533" y="43129"/>
                  <a:pt x="994194" y="43755"/>
                  <a:pt x="995408" y="45007"/>
                </a:cubicBezTo>
                <a:cubicBezTo>
                  <a:pt x="996622" y="46257"/>
                  <a:pt x="997229" y="48069"/>
                  <a:pt x="997229" y="50443"/>
                </a:cubicBezTo>
                <a:cubicBezTo>
                  <a:pt x="997229" y="54676"/>
                  <a:pt x="996143" y="58717"/>
                  <a:pt x="993971" y="62567"/>
                </a:cubicBezTo>
                <a:cubicBezTo>
                  <a:pt x="992437" y="65454"/>
                  <a:pt x="990233" y="66898"/>
                  <a:pt x="987358" y="66898"/>
                </a:cubicBezTo>
                <a:cubicBezTo>
                  <a:pt x="985888" y="66898"/>
                  <a:pt x="984626" y="66418"/>
                  <a:pt x="983572" y="65460"/>
                </a:cubicBezTo>
                <a:cubicBezTo>
                  <a:pt x="982518" y="64502"/>
                  <a:pt x="981863" y="63032"/>
                  <a:pt x="981607" y="61051"/>
                </a:cubicBezTo>
                <a:cubicBezTo>
                  <a:pt x="981479" y="59837"/>
                  <a:pt x="981192" y="59039"/>
                  <a:pt x="980745" y="58655"/>
                </a:cubicBezTo>
                <a:cubicBezTo>
                  <a:pt x="980233" y="58144"/>
                  <a:pt x="979626" y="57889"/>
                  <a:pt x="978924" y="57889"/>
                </a:cubicBezTo>
                <a:cubicBezTo>
                  <a:pt x="977837" y="57889"/>
                  <a:pt x="976815" y="58144"/>
                  <a:pt x="975857" y="58655"/>
                </a:cubicBezTo>
                <a:cubicBezTo>
                  <a:pt x="974195" y="59550"/>
                  <a:pt x="971672" y="62041"/>
                  <a:pt x="968285" y="66128"/>
                </a:cubicBezTo>
                <a:cubicBezTo>
                  <a:pt x="962982" y="72390"/>
                  <a:pt x="957231" y="80503"/>
                  <a:pt x="951034" y="90469"/>
                </a:cubicBezTo>
                <a:cubicBezTo>
                  <a:pt x="948350" y="94684"/>
                  <a:pt x="946050" y="99443"/>
                  <a:pt x="944133" y="104746"/>
                </a:cubicBezTo>
                <a:cubicBezTo>
                  <a:pt x="941449" y="112028"/>
                  <a:pt x="939916" y="116404"/>
                  <a:pt x="939533" y="117874"/>
                </a:cubicBezTo>
                <a:lnTo>
                  <a:pt x="936466" y="129962"/>
                </a:lnTo>
                <a:lnTo>
                  <a:pt x="921802" y="129962"/>
                </a:lnTo>
                <a:lnTo>
                  <a:pt x="939533" y="70348"/>
                </a:lnTo>
                <a:cubicBezTo>
                  <a:pt x="941577" y="63411"/>
                  <a:pt x="942599" y="58466"/>
                  <a:pt x="942599" y="55510"/>
                </a:cubicBezTo>
                <a:cubicBezTo>
                  <a:pt x="942599" y="54354"/>
                  <a:pt x="942120" y="53391"/>
                  <a:pt x="941162" y="52620"/>
                </a:cubicBezTo>
                <a:cubicBezTo>
                  <a:pt x="939884" y="51596"/>
                  <a:pt x="938191" y="51084"/>
                  <a:pt x="936082" y="51084"/>
                </a:cubicBezTo>
                <a:cubicBezTo>
                  <a:pt x="934740" y="51084"/>
                  <a:pt x="932281" y="51371"/>
                  <a:pt x="928702" y="51946"/>
                </a:cubicBezTo>
                <a:lnTo>
                  <a:pt x="928032" y="48496"/>
                </a:lnTo>
                <a:close/>
                <a:moveTo>
                  <a:pt x="1076827" y="73160"/>
                </a:moveTo>
                <a:cubicBezTo>
                  <a:pt x="1076827" y="82754"/>
                  <a:pt x="1074287" y="92253"/>
                  <a:pt x="1069207" y="101655"/>
                </a:cubicBezTo>
                <a:cubicBezTo>
                  <a:pt x="1064128" y="111058"/>
                  <a:pt x="1057051" y="118509"/>
                  <a:pt x="1047978" y="124010"/>
                </a:cubicBezTo>
                <a:cubicBezTo>
                  <a:pt x="1038905" y="129511"/>
                  <a:pt x="1030088" y="132262"/>
                  <a:pt x="1021526" y="132262"/>
                </a:cubicBezTo>
                <a:cubicBezTo>
                  <a:pt x="1012772" y="132262"/>
                  <a:pt x="1005632" y="129463"/>
                  <a:pt x="1000105" y="123867"/>
                </a:cubicBezTo>
                <a:cubicBezTo>
                  <a:pt x="994578" y="118270"/>
                  <a:pt x="991815" y="111026"/>
                  <a:pt x="991815" y="102135"/>
                </a:cubicBezTo>
                <a:cubicBezTo>
                  <a:pt x="991815" y="92732"/>
                  <a:pt x="994514" y="83298"/>
                  <a:pt x="999914" y="73831"/>
                </a:cubicBezTo>
                <a:cubicBezTo>
                  <a:pt x="1005313" y="64365"/>
                  <a:pt x="1012533" y="56881"/>
                  <a:pt x="1021574" y="51380"/>
                </a:cubicBezTo>
                <a:cubicBezTo>
                  <a:pt x="1030615" y="45879"/>
                  <a:pt x="1039352" y="43129"/>
                  <a:pt x="1047787" y="43129"/>
                </a:cubicBezTo>
                <a:cubicBezTo>
                  <a:pt x="1056221" y="43129"/>
                  <a:pt x="1063169" y="45911"/>
                  <a:pt x="1068632" y="51476"/>
                </a:cubicBezTo>
                <a:cubicBezTo>
                  <a:pt x="1074095" y="57041"/>
                  <a:pt x="1076827" y="64269"/>
                  <a:pt x="1076827" y="73160"/>
                </a:cubicBezTo>
                <a:moveTo>
                  <a:pt x="1060917" y="66388"/>
                </a:moveTo>
                <a:cubicBezTo>
                  <a:pt x="1060917" y="60424"/>
                  <a:pt x="1059463" y="55856"/>
                  <a:pt x="1056556" y="52683"/>
                </a:cubicBezTo>
                <a:cubicBezTo>
                  <a:pt x="1053649" y="49508"/>
                  <a:pt x="1049895" y="47921"/>
                  <a:pt x="1045295" y="47921"/>
                </a:cubicBezTo>
                <a:cubicBezTo>
                  <a:pt x="1035902" y="47921"/>
                  <a:pt x="1027260" y="54671"/>
                  <a:pt x="1019369" y="68171"/>
                </a:cubicBezTo>
                <a:cubicBezTo>
                  <a:pt x="1011478" y="81668"/>
                  <a:pt x="1007533" y="95086"/>
                  <a:pt x="1007533" y="108424"/>
                </a:cubicBezTo>
                <a:cubicBezTo>
                  <a:pt x="1007533" y="114516"/>
                  <a:pt x="1009066" y="119213"/>
                  <a:pt x="1012133" y="122516"/>
                </a:cubicBezTo>
                <a:cubicBezTo>
                  <a:pt x="1015200" y="125818"/>
                  <a:pt x="1019066" y="127470"/>
                  <a:pt x="1023730" y="127470"/>
                </a:cubicBezTo>
                <a:cubicBezTo>
                  <a:pt x="1032739" y="127470"/>
                  <a:pt x="1041189" y="120753"/>
                  <a:pt x="1049080" y="107319"/>
                </a:cubicBezTo>
                <a:cubicBezTo>
                  <a:pt x="1056971" y="93883"/>
                  <a:pt x="1060917" y="80240"/>
                  <a:pt x="1060917" y="66388"/>
                </a:cubicBezTo>
                <a:close/>
                <a:moveTo>
                  <a:pt x="1098780" y="48496"/>
                </a:moveTo>
                <a:lnTo>
                  <a:pt x="1131845" y="43129"/>
                </a:lnTo>
                <a:lnTo>
                  <a:pt x="1118044" y="89804"/>
                </a:lnTo>
                <a:cubicBezTo>
                  <a:pt x="1129226" y="70659"/>
                  <a:pt x="1139385" y="57278"/>
                  <a:pt x="1148522" y="49658"/>
                </a:cubicBezTo>
                <a:cubicBezTo>
                  <a:pt x="1153697" y="45305"/>
                  <a:pt x="1157914" y="43129"/>
                  <a:pt x="1161173" y="43129"/>
                </a:cubicBezTo>
                <a:cubicBezTo>
                  <a:pt x="1163282" y="43129"/>
                  <a:pt x="1164943" y="43755"/>
                  <a:pt x="1166157" y="45007"/>
                </a:cubicBezTo>
                <a:cubicBezTo>
                  <a:pt x="1167371" y="46257"/>
                  <a:pt x="1167978" y="48069"/>
                  <a:pt x="1167978" y="50443"/>
                </a:cubicBezTo>
                <a:cubicBezTo>
                  <a:pt x="1167978" y="54676"/>
                  <a:pt x="1166892" y="58717"/>
                  <a:pt x="1164719" y="62567"/>
                </a:cubicBezTo>
                <a:cubicBezTo>
                  <a:pt x="1163186" y="65454"/>
                  <a:pt x="1160981" y="66898"/>
                  <a:pt x="1158106" y="66898"/>
                </a:cubicBezTo>
                <a:cubicBezTo>
                  <a:pt x="1156637" y="66898"/>
                  <a:pt x="1155375" y="66418"/>
                  <a:pt x="1154320" y="65460"/>
                </a:cubicBezTo>
                <a:cubicBezTo>
                  <a:pt x="1153266" y="64502"/>
                  <a:pt x="1152611" y="63032"/>
                  <a:pt x="1152356" y="61051"/>
                </a:cubicBezTo>
                <a:cubicBezTo>
                  <a:pt x="1152228" y="59837"/>
                  <a:pt x="1151940" y="59039"/>
                  <a:pt x="1151493" y="58655"/>
                </a:cubicBezTo>
                <a:cubicBezTo>
                  <a:pt x="1150982" y="58144"/>
                  <a:pt x="1150375" y="57889"/>
                  <a:pt x="1149672" y="57889"/>
                </a:cubicBezTo>
                <a:cubicBezTo>
                  <a:pt x="1148586" y="57889"/>
                  <a:pt x="1147564" y="58144"/>
                  <a:pt x="1146605" y="58655"/>
                </a:cubicBezTo>
                <a:cubicBezTo>
                  <a:pt x="1144944" y="59550"/>
                  <a:pt x="1142420" y="62041"/>
                  <a:pt x="1139034" y="66128"/>
                </a:cubicBezTo>
                <a:cubicBezTo>
                  <a:pt x="1133730" y="72390"/>
                  <a:pt x="1127980" y="80503"/>
                  <a:pt x="1121782" y="90469"/>
                </a:cubicBezTo>
                <a:cubicBezTo>
                  <a:pt x="1119098" y="94684"/>
                  <a:pt x="1116798" y="99443"/>
                  <a:pt x="1114881" y="104746"/>
                </a:cubicBezTo>
                <a:cubicBezTo>
                  <a:pt x="1112198" y="112028"/>
                  <a:pt x="1110664" y="116404"/>
                  <a:pt x="1110281" y="117874"/>
                </a:cubicBezTo>
                <a:lnTo>
                  <a:pt x="1107214" y="129962"/>
                </a:lnTo>
                <a:lnTo>
                  <a:pt x="1092550" y="129962"/>
                </a:lnTo>
                <a:lnTo>
                  <a:pt x="1110281" y="70348"/>
                </a:lnTo>
                <a:cubicBezTo>
                  <a:pt x="1112326" y="63411"/>
                  <a:pt x="1113348" y="58466"/>
                  <a:pt x="1113348" y="55510"/>
                </a:cubicBezTo>
                <a:cubicBezTo>
                  <a:pt x="1113348" y="54354"/>
                  <a:pt x="1112869" y="53391"/>
                  <a:pt x="1111910" y="52620"/>
                </a:cubicBezTo>
                <a:cubicBezTo>
                  <a:pt x="1110632" y="51596"/>
                  <a:pt x="1108939" y="51084"/>
                  <a:pt x="1106831" y="51084"/>
                </a:cubicBezTo>
                <a:cubicBezTo>
                  <a:pt x="1105489" y="51084"/>
                  <a:pt x="1103029" y="51371"/>
                  <a:pt x="1099451" y="51946"/>
                </a:cubicBezTo>
                <a:lnTo>
                  <a:pt x="1098780" y="48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▸">
            <a:extLst xmlns:a="http://schemas.openxmlformats.org/drawingml/2006/main">
              <a:ext uri="{FF2B5EF4-FFF2-40B4-BE49-F238E27FC236}">
                <a16:creationId xmlns:a16="http://schemas.microsoft.com/office/drawing/2014/main" id="{62178481-5E08-401E-B1CB-0C68A40B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84" y="1893153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W">
            <a:extLst xmlns:a="http://schemas.openxmlformats.org/drawingml/2006/main">
              <a:ext uri="{FF2B5EF4-FFF2-40B4-BE49-F238E27FC236}">
                <a16:creationId xmlns:a16="http://schemas.microsoft.com/office/drawing/2014/main" id="{D0FAA825-0BB0-4BFA-9EA9-C7BE6FFB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001" y="1870535"/>
            <a:ext cx="161398" cy="132837"/>
          </a:xfrm>
          <a:custGeom xmlns:a="http://schemas.openxmlformats.org/drawingml/2006/main">
            <a:pathLst>
              <a:path w="161398" h="132837">
                <a:moveTo>
                  <a:pt x="2684" y="132837"/>
                </a:moveTo>
                <a:lnTo>
                  <a:pt x="13897" y="24613"/>
                </a:lnTo>
                <a:cubicBezTo>
                  <a:pt x="14344" y="20444"/>
                  <a:pt x="14568" y="17238"/>
                  <a:pt x="14568" y="14993"/>
                </a:cubicBezTo>
                <a:cubicBezTo>
                  <a:pt x="14568" y="11273"/>
                  <a:pt x="13514" y="8452"/>
                  <a:pt x="11405" y="6529"/>
                </a:cubicBezTo>
                <a:cubicBezTo>
                  <a:pt x="9297" y="4604"/>
                  <a:pt x="5495" y="3578"/>
                  <a:pt x="0" y="3450"/>
                </a:cubicBezTo>
                <a:lnTo>
                  <a:pt x="1054" y="0"/>
                </a:lnTo>
                <a:lnTo>
                  <a:pt x="49742" y="0"/>
                </a:lnTo>
                <a:lnTo>
                  <a:pt x="48688" y="3450"/>
                </a:lnTo>
                <a:cubicBezTo>
                  <a:pt x="42170" y="3386"/>
                  <a:pt x="37714" y="4557"/>
                  <a:pt x="35318" y="6964"/>
                </a:cubicBezTo>
                <a:cubicBezTo>
                  <a:pt x="32922" y="9368"/>
                  <a:pt x="31276" y="15251"/>
                  <a:pt x="30382" y="24613"/>
                </a:cubicBezTo>
                <a:lnTo>
                  <a:pt x="23194" y="94719"/>
                </a:lnTo>
                <a:lnTo>
                  <a:pt x="72552" y="18581"/>
                </a:lnTo>
                <a:cubicBezTo>
                  <a:pt x="72616" y="17295"/>
                  <a:pt x="72648" y="16203"/>
                  <a:pt x="72648" y="15305"/>
                </a:cubicBezTo>
                <a:cubicBezTo>
                  <a:pt x="72648" y="11707"/>
                  <a:pt x="71594" y="8944"/>
                  <a:pt x="69485" y="7017"/>
                </a:cubicBezTo>
                <a:cubicBezTo>
                  <a:pt x="67377" y="5089"/>
                  <a:pt x="62840" y="3900"/>
                  <a:pt x="55876" y="3450"/>
                </a:cubicBezTo>
                <a:lnTo>
                  <a:pt x="56643" y="0"/>
                </a:lnTo>
                <a:lnTo>
                  <a:pt x="109260" y="0"/>
                </a:lnTo>
                <a:lnTo>
                  <a:pt x="108205" y="3450"/>
                </a:lnTo>
                <a:cubicBezTo>
                  <a:pt x="102136" y="3514"/>
                  <a:pt x="98046" y="4028"/>
                  <a:pt x="95938" y="4993"/>
                </a:cubicBezTo>
                <a:cubicBezTo>
                  <a:pt x="94404" y="5702"/>
                  <a:pt x="93110" y="6844"/>
                  <a:pt x="92056" y="8419"/>
                </a:cubicBezTo>
                <a:cubicBezTo>
                  <a:pt x="91002" y="9995"/>
                  <a:pt x="90155" y="12679"/>
                  <a:pt x="89516" y="16473"/>
                </a:cubicBezTo>
                <a:cubicBezTo>
                  <a:pt x="89325" y="17559"/>
                  <a:pt x="88542" y="24966"/>
                  <a:pt x="87168" y="38693"/>
                </a:cubicBezTo>
                <a:cubicBezTo>
                  <a:pt x="85794" y="52421"/>
                  <a:pt x="83734" y="71099"/>
                  <a:pt x="80986" y="94728"/>
                </a:cubicBezTo>
                <a:lnTo>
                  <a:pt x="122103" y="32275"/>
                </a:lnTo>
                <a:cubicBezTo>
                  <a:pt x="126575" y="25420"/>
                  <a:pt x="129387" y="20616"/>
                  <a:pt x="130537" y="17863"/>
                </a:cubicBezTo>
                <a:cubicBezTo>
                  <a:pt x="131687" y="15109"/>
                  <a:pt x="132262" y="12771"/>
                  <a:pt x="132262" y="10848"/>
                </a:cubicBezTo>
                <a:cubicBezTo>
                  <a:pt x="132262" y="9055"/>
                  <a:pt x="131495" y="7470"/>
                  <a:pt x="129962" y="6092"/>
                </a:cubicBezTo>
                <a:cubicBezTo>
                  <a:pt x="128428" y="4714"/>
                  <a:pt x="125808" y="3834"/>
                  <a:pt x="122103" y="3450"/>
                </a:cubicBezTo>
                <a:lnTo>
                  <a:pt x="122869" y="0"/>
                </a:lnTo>
                <a:lnTo>
                  <a:pt x="161398" y="0"/>
                </a:lnTo>
                <a:lnTo>
                  <a:pt x="160439" y="3450"/>
                </a:lnTo>
                <a:cubicBezTo>
                  <a:pt x="157053" y="3706"/>
                  <a:pt x="154050" y="4539"/>
                  <a:pt x="151430" y="5948"/>
                </a:cubicBezTo>
                <a:cubicBezTo>
                  <a:pt x="148811" y="7358"/>
                  <a:pt x="145712" y="10048"/>
                  <a:pt x="142134" y="14020"/>
                </a:cubicBezTo>
                <a:cubicBezTo>
                  <a:pt x="140089" y="16326"/>
                  <a:pt x="135872" y="22411"/>
                  <a:pt x="129482" y="32275"/>
                </a:cubicBezTo>
                <a:lnTo>
                  <a:pt x="64214" y="132837"/>
                </a:lnTo>
                <a:lnTo>
                  <a:pt x="60668" y="132837"/>
                </a:lnTo>
                <a:lnTo>
                  <a:pt x="71211" y="32275"/>
                </a:lnTo>
                <a:lnTo>
                  <a:pt x="5942" y="132837"/>
                </a:lnTo>
                <a:lnTo>
                  <a:pt x="2684" y="132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rongAnswer">
            <a:extLst xmlns:a="http://schemas.openxmlformats.org/drawingml/2006/main">
              <a:ext uri="{FF2B5EF4-FFF2-40B4-BE49-F238E27FC236}">
                <a16:creationId xmlns:a16="http://schemas.microsoft.com/office/drawing/2014/main" id="{DA67D3A0-B66F-4902-90F8-0531F2EF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774" y="1867659"/>
            <a:ext cx="988680" cy="175199"/>
          </a:xfrm>
          <a:custGeom xmlns:a="http://schemas.openxmlformats.org/drawingml/2006/main">
            <a:pathLst>
              <a:path w="988680" h="175199">
                <a:moveTo>
                  <a:pt x="6230" y="51371"/>
                </a:moveTo>
                <a:lnTo>
                  <a:pt x="39295" y="46004"/>
                </a:lnTo>
                <a:lnTo>
                  <a:pt x="25494" y="92679"/>
                </a:lnTo>
                <a:cubicBezTo>
                  <a:pt x="36675" y="73535"/>
                  <a:pt x="46835" y="60153"/>
                  <a:pt x="55972" y="52533"/>
                </a:cubicBezTo>
                <a:cubicBezTo>
                  <a:pt x="61147" y="48181"/>
                  <a:pt x="65364" y="46004"/>
                  <a:pt x="68623" y="46004"/>
                </a:cubicBezTo>
                <a:cubicBezTo>
                  <a:pt x="70731" y="46004"/>
                  <a:pt x="72393" y="46630"/>
                  <a:pt x="73607" y="47882"/>
                </a:cubicBezTo>
                <a:cubicBezTo>
                  <a:pt x="74821" y="49132"/>
                  <a:pt x="75428" y="50944"/>
                  <a:pt x="75428" y="53318"/>
                </a:cubicBezTo>
                <a:cubicBezTo>
                  <a:pt x="75428" y="57551"/>
                  <a:pt x="74341" y="61592"/>
                  <a:pt x="72169" y="65442"/>
                </a:cubicBezTo>
                <a:cubicBezTo>
                  <a:pt x="70635" y="68329"/>
                  <a:pt x="68431" y="69773"/>
                  <a:pt x="65556" y="69773"/>
                </a:cubicBezTo>
                <a:cubicBezTo>
                  <a:pt x="64086" y="69773"/>
                  <a:pt x="62824" y="69294"/>
                  <a:pt x="61770" y="68335"/>
                </a:cubicBezTo>
                <a:cubicBezTo>
                  <a:pt x="60716" y="67377"/>
                  <a:pt x="60061" y="65907"/>
                  <a:pt x="59805" y="63927"/>
                </a:cubicBezTo>
                <a:cubicBezTo>
                  <a:pt x="59678" y="62713"/>
                  <a:pt x="59390" y="61914"/>
                  <a:pt x="58943" y="61530"/>
                </a:cubicBezTo>
                <a:cubicBezTo>
                  <a:pt x="58432" y="61019"/>
                  <a:pt x="57825" y="60764"/>
                  <a:pt x="57122" y="60764"/>
                </a:cubicBezTo>
                <a:cubicBezTo>
                  <a:pt x="56036" y="60764"/>
                  <a:pt x="55013" y="61019"/>
                  <a:pt x="54055" y="61530"/>
                </a:cubicBezTo>
                <a:cubicBezTo>
                  <a:pt x="52394" y="62425"/>
                  <a:pt x="49870" y="64916"/>
                  <a:pt x="46483" y="69003"/>
                </a:cubicBezTo>
                <a:cubicBezTo>
                  <a:pt x="41180" y="75265"/>
                  <a:pt x="35430" y="83378"/>
                  <a:pt x="29232" y="93344"/>
                </a:cubicBezTo>
                <a:cubicBezTo>
                  <a:pt x="26548" y="97559"/>
                  <a:pt x="24248" y="102318"/>
                  <a:pt x="22331" y="107621"/>
                </a:cubicBezTo>
                <a:cubicBezTo>
                  <a:pt x="19648" y="114903"/>
                  <a:pt x="18114" y="119279"/>
                  <a:pt x="17731" y="120749"/>
                </a:cubicBezTo>
                <a:lnTo>
                  <a:pt x="14664" y="132837"/>
                </a:lnTo>
                <a:lnTo>
                  <a:pt x="0" y="132837"/>
                </a:lnTo>
                <a:lnTo>
                  <a:pt x="17731" y="73223"/>
                </a:lnTo>
                <a:cubicBezTo>
                  <a:pt x="19775" y="66287"/>
                  <a:pt x="20798" y="61341"/>
                  <a:pt x="20798" y="58386"/>
                </a:cubicBezTo>
                <a:cubicBezTo>
                  <a:pt x="20798" y="57230"/>
                  <a:pt x="20318" y="56266"/>
                  <a:pt x="19360" y="55495"/>
                </a:cubicBezTo>
                <a:cubicBezTo>
                  <a:pt x="18082" y="54471"/>
                  <a:pt x="16389" y="53959"/>
                  <a:pt x="14280" y="53959"/>
                </a:cubicBezTo>
                <a:cubicBezTo>
                  <a:pt x="12939" y="53959"/>
                  <a:pt x="10479" y="54247"/>
                  <a:pt x="6901" y="54822"/>
                </a:cubicBezTo>
                <a:lnTo>
                  <a:pt x="6230" y="51371"/>
                </a:lnTo>
                <a:close/>
                <a:moveTo>
                  <a:pt x="155005" y="76036"/>
                </a:moveTo>
                <a:cubicBezTo>
                  <a:pt x="155005" y="85630"/>
                  <a:pt x="152465" y="95128"/>
                  <a:pt x="147385" y="104531"/>
                </a:cubicBezTo>
                <a:cubicBezTo>
                  <a:pt x="142306" y="113933"/>
                  <a:pt x="135229" y="121385"/>
                  <a:pt x="126156" y="126886"/>
                </a:cubicBezTo>
                <a:cubicBezTo>
                  <a:pt x="117083" y="132387"/>
                  <a:pt x="108266" y="135137"/>
                  <a:pt x="99704" y="135137"/>
                </a:cubicBezTo>
                <a:cubicBezTo>
                  <a:pt x="90951" y="135137"/>
                  <a:pt x="83810" y="132339"/>
                  <a:pt x="78283" y="126742"/>
                </a:cubicBezTo>
                <a:cubicBezTo>
                  <a:pt x="72757" y="121145"/>
                  <a:pt x="69993" y="113901"/>
                  <a:pt x="69993" y="105010"/>
                </a:cubicBezTo>
                <a:cubicBezTo>
                  <a:pt x="69993" y="95607"/>
                  <a:pt x="72693" y="86173"/>
                  <a:pt x="78092" y="76706"/>
                </a:cubicBezTo>
                <a:cubicBezTo>
                  <a:pt x="83491" y="67240"/>
                  <a:pt x="90711" y="59756"/>
                  <a:pt x="99752" y="54255"/>
                </a:cubicBezTo>
                <a:cubicBezTo>
                  <a:pt x="108793" y="48755"/>
                  <a:pt x="117531" y="46004"/>
                  <a:pt x="125965" y="46004"/>
                </a:cubicBezTo>
                <a:cubicBezTo>
                  <a:pt x="134399" y="46004"/>
                  <a:pt x="141347" y="48787"/>
                  <a:pt x="146810" y="54351"/>
                </a:cubicBezTo>
                <a:cubicBezTo>
                  <a:pt x="152273" y="59916"/>
                  <a:pt x="155005" y="67144"/>
                  <a:pt x="155005" y="76036"/>
                </a:cubicBezTo>
                <a:moveTo>
                  <a:pt x="139095" y="69264"/>
                </a:moveTo>
                <a:cubicBezTo>
                  <a:pt x="139095" y="63300"/>
                  <a:pt x="137642" y="58731"/>
                  <a:pt x="134734" y="55558"/>
                </a:cubicBezTo>
                <a:cubicBezTo>
                  <a:pt x="131827" y="52384"/>
                  <a:pt x="128073" y="50796"/>
                  <a:pt x="123473" y="50796"/>
                </a:cubicBezTo>
                <a:cubicBezTo>
                  <a:pt x="114080" y="50796"/>
                  <a:pt x="105439" y="57546"/>
                  <a:pt x="97548" y="71046"/>
                </a:cubicBezTo>
                <a:cubicBezTo>
                  <a:pt x="89657" y="84544"/>
                  <a:pt x="85711" y="97961"/>
                  <a:pt x="85711" y="111299"/>
                </a:cubicBezTo>
                <a:cubicBezTo>
                  <a:pt x="85711" y="117391"/>
                  <a:pt x="87245" y="122089"/>
                  <a:pt x="90312" y="125391"/>
                </a:cubicBezTo>
                <a:cubicBezTo>
                  <a:pt x="93379" y="128694"/>
                  <a:pt x="97244" y="130345"/>
                  <a:pt x="101908" y="130345"/>
                </a:cubicBezTo>
                <a:cubicBezTo>
                  <a:pt x="110918" y="130345"/>
                  <a:pt x="119368" y="123628"/>
                  <a:pt x="127259" y="110194"/>
                </a:cubicBezTo>
                <a:cubicBezTo>
                  <a:pt x="135150" y="96758"/>
                  <a:pt x="139095" y="83115"/>
                  <a:pt x="139095" y="69264"/>
                </a:cubicBezTo>
                <a:close/>
                <a:moveTo>
                  <a:pt x="210024" y="46004"/>
                </a:moveTo>
                <a:lnTo>
                  <a:pt x="197277" y="89744"/>
                </a:lnTo>
                <a:cubicBezTo>
                  <a:pt x="209225" y="71863"/>
                  <a:pt x="218378" y="60104"/>
                  <a:pt x="224735" y="54465"/>
                </a:cubicBezTo>
                <a:cubicBezTo>
                  <a:pt x="231093" y="48824"/>
                  <a:pt x="237211" y="46004"/>
                  <a:pt x="243089" y="46004"/>
                </a:cubicBezTo>
                <a:cubicBezTo>
                  <a:pt x="246284" y="46004"/>
                  <a:pt x="248919" y="47064"/>
                  <a:pt x="250996" y="49185"/>
                </a:cubicBezTo>
                <a:cubicBezTo>
                  <a:pt x="253073" y="51305"/>
                  <a:pt x="254111" y="54068"/>
                  <a:pt x="254111" y="57472"/>
                </a:cubicBezTo>
                <a:cubicBezTo>
                  <a:pt x="254111" y="61308"/>
                  <a:pt x="253184" y="66423"/>
                  <a:pt x="251332" y="72819"/>
                </a:cubicBezTo>
                <a:lnTo>
                  <a:pt x="239639" y="113198"/>
                </a:lnTo>
                <a:cubicBezTo>
                  <a:pt x="238297" y="117867"/>
                  <a:pt x="237626" y="120712"/>
                  <a:pt x="237626" y="121734"/>
                </a:cubicBezTo>
                <a:cubicBezTo>
                  <a:pt x="237626" y="122629"/>
                  <a:pt x="237882" y="123379"/>
                  <a:pt x="238393" y="123986"/>
                </a:cubicBezTo>
                <a:cubicBezTo>
                  <a:pt x="238904" y="124591"/>
                  <a:pt x="239447" y="124894"/>
                  <a:pt x="240022" y="124894"/>
                </a:cubicBezTo>
                <a:cubicBezTo>
                  <a:pt x="240789" y="124894"/>
                  <a:pt x="241715" y="124479"/>
                  <a:pt x="242802" y="123648"/>
                </a:cubicBezTo>
                <a:cubicBezTo>
                  <a:pt x="246188" y="120966"/>
                  <a:pt x="249894" y="116878"/>
                  <a:pt x="253919" y="111383"/>
                </a:cubicBezTo>
                <a:lnTo>
                  <a:pt x="256890" y="113204"/>
                </a:lnTo>
                <a:cubicBezTo>
                  <a:pt x="250948" y="121698"/>
                  <a:pt x="245325" y="127764"/>
                  <a:pt x="240022" y="131402"/>
                </a:cubicBezTo>
                <a:cubicBezTo>
                  <a:pt x="236316" y="133892"/>
                  <a:pt x="232994" y="135137"/>
                  <a:pt x="230055" y="135137"/>
                </a:cubicBezTo>
                <a:cubicBezTo>
                  <a:pt x="227691" y="135137"/>
                  <a:pt x="225806" y="134418"/>
                  <a:pt x="224400" y="132981"/>
                </a:cubicBezTo>
                <a:cubicBezTo>
                  <a:pt x="222994" y="131543"/>
                  <a:pt x="222291" y="129610"/>
                  <a:pt x="222291" y="127182"/>
                </a:cubicBezTo>
                <a:cubicBezTo>
                  <a:pt x="222291" y="124123"/>
                  <a:pt x="223378" y="118866"/>
                  <a:pt x="225550" y="111410"/>
                </a:cubicBezTo>
                <a:lnTo>
                  <a:pt x="236668" y="72990"/>
                </a:lnTo>
                <a:cubicBezTo>
                  <a:pt x="238073" y="68209"/>
                  <a:pt x="238776" y="64482"/>
                  <a:pt x="238776" y="61806"/>
                </a:cubicBezTo>
                <a:cubicBezTo>
                  <a:pt x="238776" y="60532"/>
                  <a:pt x="238361" y="59497"/>
                  <a:pt x="237530" y="58700"/>
                </a:cubicBezTo>
                <a:cubicBezTo>
                  <a:pt x="236700" y="57903"/>
                  <a:pt x="235677" y="57505"/>
                  <a:pt x="234463" y="57505"/>
                </a:cubicBezTo>
                <a:cubicBezTo>
                  <a:pt x="232674" y="57505"/>
                  <a:pt x="230534" y="58270"/>
                  <a:pt x="228042" y="59799"/>
                </a:cubicBezTo>
                <a:cubicBezTo>
                  <a:pt x="223314" y="62665"/>
                  <a:pt x="218394" y="67394"/>
                  <a:pt x="213282" y="73987"/>
                </a:cubicBezTo>
                <a:cubicBezTo>
                  <a:pt x="208171" y="80578"/>
                  <a:pt x="202772" y="89000"/>
                  <a:pt x="197085" y="99253"/>
                </a:cubicBezTo>
                <a:cubicBezTo>
                  <a:pt x="194082" y="104666"/>
                  <a:pt x="191590" y="110590"/>
                  <a:pt x="189609" y="117023"/>
                </a:cubicBezTo>
                <a:lnTo>
                  <a:pt x="184817" y="132837"/>
                </a:lnTo>
                <a:lnTo>
                  <a:pt x="170441" y="132837"/>
                </a:lnTo>
                <a:lnTo>
                  <a:pt x="187884" y="72648"/>
                </a:lnTo>
                <a:cubicBezTo>
                  <a:pt x="189929" y="65468"/>
                  <a:pt x="190951" y="61147"/>
                  <a:pt x="190951" y="59686"/>
                </a:cubicBezTo>
                <a:cubicBezTo>
                  <a:pt x="190951" y="58288"/>
                  <a:pt x="190392" y="57064"/>
                  <a:pt x="189274" y="56014"/>
                </a:cubicBezTo>
                <a:cubicBezTo>
                  <a:pt x="188156" y="54963"/>
                  <a:pt x="186766" y="54438"/>
                  <a:pt x="185105" y="54438"/>
                </a:cubicBezTo>
                <a:cubicBezTo>
                  <a:pt x="184338" y="54438"/>
                  <a:pt x="182996" y="54566"/>
                  <a:pt x="181079" y="54822"/>
                </a:cubicBezTo>
                <a:lnTo>
                  <a:pt x="177437" y="55397"/>
                </a:lnTo>
                <a:lnTo>
                  <a:pt x="176862" y="51946"/>
                </a:lnTo>
                <a:lnTo>
                  <a:pt x="210024" y="46004"/>
                </a:lnTo>
                <a:close/>
                <a:moveTo>
                  <a:pt x="371427" y="51946"/>
                </a:moveTo>
                <a:lnTo>
                  <a:pt x="368648" y="61914"/>
                </a:lnTo>
                <a:lnTo>
                  <a:pt x="352642" y="61914"/>
                </a:lnTo>
                <a:cubicBezTo>
                  <a:pt x="353856" y="65364"/>
                  <a:pt x="354463" y="68591"/>
                  <a:pt x="354463" y="71594"/>
                </a:cubicBezTo>
                <a:cubicBezTo>
                  <a:pt x="354463" y="80028"/>
                  <a:pt x="350885" y="87536"/>
                  <a:pt x="343729" y="94117"/>
                </a:cubicBezTo>
                <a:cubicBezTo>
                  <a:pt x="336509" y="100698"/>
                  <a:pt x="326605" y="104340"/>
                  <a:pt x="314018" y="105043"/>
                </a:cubicBezTo>
                <a:cubicBezTo>
                  <a:pt x="307245" y="107099"/>
                  <a:pt x="302165" y="109541"/>
                  <a:pt x="298779" y="112369"/>
                </a:cubicBezTo>
                <a:cubicBezTo>
                  <a:pt x="297501" y="113397"/>
                  <a:pt x="296862" y="114457"/>
                  <a:pt x="296862" y="115549"/>
                </a:cubicBezTo>
                <a:cubicBezTo>
                  <a:pt x="296862" y="116835"/>
                  <a:pt x="297437" y="118008"/>
                  <a:pt x="298587" y="119069"/>
                </a:cubicBezTo>
                <a:cubicBezTo>
                  <a:pt x="299737" y="120129"/>
                  <a:pt x="302644" y="121205"/>
                  <a:pt x="307309" y="122297"/>
                </a:cubicBezTo>
                <a:lnTo>
                  <a:pt x="325902" y="126574"/>
                </a:lnTo>
                <a:cubicBezTo>
                  <a:pt x="336189" y="128980"/>
                  <a:pt x="342994" y="131846"/>
                  <a:pt x="346316" y="135173"/>
                </a:cubicBezTo>
                <a:cubicBezTo>
                  <a:pt x="349575" y="138565"/>
                  <a:pt x="351204" y="142469"/>
                  <a:pt x="351204" y="146884"/>
                </a:cubicBezTo>
                <a:cubicBezTo>
                  <a:pt x="351204" y="152131"/>
                  <a:pt x="349271" y="156930"/>
                  <a:pt x="345406" y="161281"/>
                </a:cubicBezTo>
                <a:cubicBezTo>
                  <a:pt x="341540" y="165632"/>
                  <a:pt x="335886" y="169039"/>
                  <a:pt x="328442" y="171503"/>
                </a:cubicBezTo>
                <a:cubicBezTo>
                  <a:pt x="320998" y="173967"/>
                  <a:pt x="312772" y="175199"/>
                  <a:pt x="303763" y="175199"/>
                </a:cubicBezTo>
                <a:cubicBezTo>
                  <a:pt x="295840" y="175199"/>
                  <a:pt x="288620" y="174255"/>
                  <a:pt x="282102" y="172366"/>
                </a:cubicBezTo>
                <a:cubicBezTo>
                  <a:pt x="275585" y="170479"/>
                  <a:pt x="270921" y="167936"/>
                  <a:pt x="268109" y="164737"/>
                </a:cubicBezTo>
                <a:cubicBezTo>
                  <a:pt x="265298" y="161539"/>
                  <a:pt x="263892" y="158244"/>
                  <a:pt x="263892" y="154854"/>
                </a:cubicBezTo>
                <a:cubicBezTo>
                  <a:pt x="263892" y="152102"/>
                  <a:pt x="264803" y="149239"/>
                  <a:pt x="266624" y="146264"/>
                </a:cubicBezTo>
                <a:cubicBezTo>
                  <a:pt x="268445" y="143289"/>
                  <a:pt x="270729" y="140842"/>
                  <a:pt x="273477" y="138923"/>
                </a:cubicBezTo>
                <a:cubicBezTo>
                  <a:pt x="275202" y="137707"/>
                  <a:pt x="280090" y="134828"/>
                  <a:pt x="288140" y="130285"/>
                </a:cubicBezTo>
                <a:cubicBezTo>
                  <a:pt x="285201" y="127981"/>
                  <a:pt x="283732" y="125453"/>
                  <a:pt x="283732" y="122702"/>
                </a:cubicBezTo>
                <a:cubicBezTo>
                  <a:pt x="283732" y="120144"/>
                  <a:pt x="285025" y="117425"/>
                  <a:pt x="287613" y="114546"/>
                </a:cubicBezTo>
                <a:cubicBezTo>
                  <a:pt x="290201" y="111665"/>
                  <a:pt x="295680" y="108497"/>
                  <a:pt x="304050" y="105043"/>
                </a:cubicBezTo>
                <a:cubicBezTo>
                  <a:pt x="297022" y="103701"/>
                  <a:pt x="291447" y="100762"/>
                  <a:pt x="287326" y="96225"/>
                </a:cubicBezTo>
                <a:cubicBezTo>
                  <a:pt x="283204" y="91689"/>
                  <a:pt x="281144" y="86641"/>
                  <a:pt x="281144" y="81082"/>
                </a:cubicBezTo>
                <a:cubicBezTo>
                  <a:pt x="281144" y="72009"/>
                  <a:pt x="285121" y="63895"/>
                  <a:pt x="293076" y="56738"/>
                </a:cubicBezTo>
                <a:cubicBezTo>
                  <a:pt x="301031" y="49582"/>
                  <a:pt x="311622" y="46004"/>
                  <a:pt x="324848" y="46004"/>
                </a:cubicBezTo>
                <a:cubicBezTo>
                  <a:pt x="329640" y="46004"/>
                  <a:pt x="333569" y="46483"/>
                  <a:pt x="336636" y="47442"/>
                </a:cubicBezTo>
                <a:cubicBezTo>
                  <a:pt x="339703" y="48400"/>
                  <a:pt x="342674" y="49902"/>
                  <a:pt x="345550" y="51946"/>
                </a:cubicBezTo>
                <a:lnTo>
                  <a:pt x="371427" y="51946"/>
                </a:lnTo>
                <a:moveTo>
                  <a:pt x="338170" y="66996"/>
                </a:moveTo>
                <a:cubicBezTo>
                  <a:pt x="338170" y="61913"/>
                  <a:pt x="336748" y="57910"/>
                  <a:pt x="333905" y="54989"/>
                </a:cubicBezTo>
                <a:cubicBezTo>
                  <a:pt x="331062" y="52066"/>
                  <a:pt x="327340" y="50605"/>
                  <a:pt x="322739" y="50605"/>
                </a:cubicBezTo>
                <a:cubicBezTo>
                  <a:pt x="315519" y="50605"/>
                  <a:pt x="309561" y="54210"/>
                  <a:pt x="304865" y="61420"/>
                </a:cubicBezTo>
                <a:cubicBezTo>
                  <a:pt x="300168" y="68630"/>
                  <a:pt x="297820" y="76142"/>
                  <a:pt x="297820" y="83957"/>
                </a:cubicBezTo>
                <a:cubicBezTo>
                  <a:pt x="297820" y="88849"/>
                  <a:pt x="299322" y="92852"/>
                  <a:pt x="302325" y="95965"/>
                </a:cubicBezTo>
                <a:cubicBezTo>
                  <a:pt x="305328" y="99078"/>
                  <a:pt x="308970" y="100634"/>
                  <a:pt x="313251" y="100634"/>
                </a:cubicBezTo>
                <a:cubicBezTo>
                  <a:pt x="316637" y="100634"/>
                  <a:pt x="319912" y="99714"/>
                  <a:pt x="323075" y="97873"/>
                </a:cubicBezTo>
                <a:cubicBezTo>
                  <a:pt x="326237" y="96030"/>
                  <a:pt x="328905" y="93488"/>
                  <a:pt x="331078" y="90247"/>
                </a:cubicBezTo>
                <a:cubicBezTo>
                  <a:pt x="333250" y="87006"/>
                  <a:pt x="334975" y="82877"/>
                  <a:pt x="336253" y="77860"/>
                </a:cubicBezTo>
                <a:cubicBezTo>
                  <a:pt x="337531" y="72840"/>
                  <a:pt x="338170" y="69219"/>
                  <a:pt x="338170" y="66996"/>
                </a:cubicBezTo>
                <a:moveTo>
                  <a:pt x="292262" y="132780"/>
                </a:moveTo>
                <a:cubicBezTo>
                  <a:pt x="287086" y="135148"/>
                  <a:pt x="283173" y="138188"/>
                  <a:pt x="280521" y="141900"/>
                </a:cubicBezTo>
                <a:cubicBezTo>
                  <a:pt x="277869" y="145612"/>
                  <a:pt x="276543" y="149259"/>
                  <a:pt x="276543" y="152841"/>
                </a:cubicBezTo>
                <a:cubicBezTo>
                  <a:pt x="276543" y="157066"/>
                  <a:pt x="278460" y="160554"/>
                  <a:pt x="282294" y="163306"/>
                </a:cubicBezTo>
                <a:cubicBezTo>
                  <a:pt x="287789" y="167273"/>
                  <a:pt x="295840" y="169257"/>
                  <a:pt x="306446" y="169257"/>
                </a:cubicBezTo>
                <a:cubicBezTo>
                  <a:pt x="315583" y="169257"/>
                  <a:pt x="323394" y="167704"/>
                  <a:pt x="329879" y="164599"/>
                </a:cubicBezTo>
                <a:cubicBezTo>
                  <a:pt x="336365" y="161497"/>
                  <a:pt x="339607" y="157481"/>
                  <a:pt x="339607" y="152553"/>
                </a:cubicBezTo>
                <a:cubicBezTo>
                  <a:pt x="339607" y="150057"/>
                  <a:pt x="338409" y="147689"/>
                  <a:pt x="336013" y="145449"/>
                </a:cubicBezTo>
                <a:cubicBezTo>
                  <a:pt x="333617" y="143209"/>
                  <a:pt x="328969" y="141385"/>
                  <a:pt x="322068" y="139977"/>
                </a:cubicBezTo>
                <a:cubicBezTo>
                  <a:pt x="318299" y="139210"/>
                  <a:pt x="308363" y="136811"/>
                  <a:pt x="292262" y="132780"/>
                </a:cubicBezTo>
                <a:close/>
                <a:moveTo>
                  <a:pt x="515331" y="0"/>
                </a:moveTo>
                <a:lnTo>
                  <a:pt x="505460" y="108014"/>
                </a:lnTo>
                <a:cubicBezTo>
                  <a:pt x="504948" y="113083"/>
                  <a:pt x="504693" y="116421"/>
                  <a:pt x="504693" y="118026"/>
                </a:cubicBezTo>
                <a:cubicBezTo>
                  <a:pt x="504693" y="120594"/>
                  <a:pt x="505172" y="122552"/>
                  <a:pt x="506130" y="123900"/>
                </a:cubicBezTo>
                <a:cubicBezTo>
                  <a:pt x="507344" y="125761"/>
                  <a:pt x="508990" y="127140"/>
                  <a:pt x="511066" y="128039"/>
                </a:cubicBezTo>
                <a:cubicBezTo>
                  <a:pt x="513143" y="128937"/>
                  <a:pt x="516641" y="129387"/>
                  <a:pt x="521561" y="129387"/>
                </a:cubicBezTo>
                <a:lnTo>
                  <a:pt x="520507" y="132837"/>
                </a:lnTo>
                <a:lnTo>
                  <a:pt x="469327" y="132837"/>
                </a:lnTo>
                <a:lnTo>
                  <a:pt x="470381" y="129387"/>
                </a:lnTo>
                <a:lnTo>
                  <a:pt x="472586" y="129387"/>
                </a:lnTo>
                <a:cubicBezTo>
                  <a:pt x="476739" y="129387"/>
                  <a:pt x="480125" y="128488"/>
                  <a:pt x="482745" y="126691"/>
                </a:cubicBezTo>
                <a:cubicBezTo>
                  <a:pt x="484598" y="125473"/>
                  <a:pt x="486036" y="123452"/>
                  <a:pt x="487058" y="120629"/>
                </a:cubicBezTo>
                <a:cubicBezTo>
                  <a:pt x="487761" y="118640"/>
                  <a:pt x="488432" y="113956"/>
                  <a:pt x="489071" y="106576"/>
                </a:cubicBezTo>
                <a:lnTo>
                  <a:pt x="490604" y="90091"/>
                </a:lnTo>
                <a:lnTo>
                  <a:pt x="453417" y="90091"/>
                </a:lnTo>
                <a:lnTo>
                  <a:pt x="440191" y="108017"/>
                </a:lnTo>
                <a:cubicBezTo>
                  <a:pt x="437188" y="112060"/>
                  <a:pt x="435303" y="114964"/>
                  <a:pt x="434537" y="116729"/>
                </a:cubicBezTo>
                <a:cubicBezTo>
                  <a:pt x="433770" y="118493"/>
                  <a:pt x="433386" y="120145"/>
                  <a:pt x="433386" y="121686"/>
                </a:cubicBezTo>
                <a:cubicBezTo>
                  <a:pt x="433386" y="123739"/>
                  <a:pt x="434217" y="125504"/>
                  <a:pt x="435878" y="126982"/>
                </a:cubicBezTo>
                <a:cubicBezTo>
                  <a:pt x="437540" y="128457"/>
                  <a:pt x="440287" y="129259"/>
                  <a:pt x="444121" y="129387"/>
                </a:cubicBezTo>
                <a:lnTo>
                  <a:pt x="443066" y="132837"/>
                </a:lnTo>
                <a:lnTo>
                  <a:pt x="404634" y="132837"/>
                </a:lnTo>
                <a:lnTo>
                  <a:pt x="405688" y="129387"/>
                </a:lnTo>
                <a:cubicBezTo>
                  <a:pt x="410416" y="129193"/>
                  <a:pt x="414585" y="127600"/>
                  <a:pt x="418195" y="124609"/>
                </a:cubicBezTo>
                <a:cubicBezTo>
                  <a:pt x="421806" y="121618"/>
                  <a:pt x="427189" y="115233"/>
                  <a:pt x="434345" y="105453"/>
                </a:cubicBezTo>
                <a:lnTo>
                  <a:pt x="511977" y="0"/>
                </a:lnTo>
                <a:lnTo>
                  <a:pt x="515331" y="0"/>
                </a:lnTo>
                <a:moveTo>
                  <a:pt x="496355" y="31679"/>
                </a:moveTo>
                <a:lnTo>
                  <a:pt x="458689" y="82999"/>
                </a:lnTo>
                <a:lnTo>
                  <a:pt x="491371" y="82999"/>
                </a:lnTo>
                <a:lnTo>
                  <a:pt x="496355" y="31679"/>
                </a:lnTo>
                <a:close/>
                <a:moveTo>
                  <a:pt x="568478" y="46004"/>
                </a:moveTo>
                <a:lnTo>
                  <a:pt x="555731" y="89744"/>
                </a:lnTo>
                <a:cubicBezTo>
                  <a:pt x="567680" y="71863"/>
                  <a:pt x="576833" y="60104"/>
                  <a:pt x="583190" y="54465"/>
                </a:cubicBezTo>
                <a:cubicBezTo>
                  <a:pt x="589548" y="48824"/>
                  <a:pt x="595666" y="46004"/>
                  <a:pt x="601544" y="46004"/>
                </a:cubicBezTo>
                <a:cubicBezTo>
                  <a:pt x="604739" y="46004"/>
                  <a:pt x="607374" y="47064"/>
                  <a:pt x="609451" y="49185"/>
                </a:cubicBezTo>
                <a:cubicBezTo>
                  <a:pt x="611527" y="51305"/>
                  <a:pt x="612566" y="54068"/>
                  <a:pt x="612566" y="57472"/>
                </a:cubicBezTo>
                <a:cubicBezTo>
                  <a:pt x="612566" y="61308"/>
                  <a:pt x="611639" y="66423"/>
                  <a:pt x="609786" y="72819"/>
                </a:cubicBezTo>
                <a:lnTo>
                  <a:pt x="598094" y="113198"/>
                </a:lnTo>
                <a:cubicBezTo>
                  <a:pt x="596752" y="117867"/>
                  <a:pt x="596081" y="120712"/>
                  <a:pt x="596081" y="121734"/>
                </a:cubicBezTo>
                <a:cubicBezTo>
                  <a:pt x="596081" y="122629"/>
                  <a:pt x="596337" y="123379"/>
                  <a:pt x="596848" y="123986"/>
                </a:cubicBezTo>
                <a:cubicBezTo>
                  <a:pt x="597359" y="124591"/>
                  <a:pt x="597902" y="124894"/>
                  <a:pt x="598477" y="124894"/>
                </a:cubicBezTo>
                <a:cubicBezTo>
                  <a:pt x="599244" y="124894"/>
                  <a:pt x="600170" y="124479"/>
                  <a:pt x="601256" y="123648"/>
                </a:cubicBezTo>
                <a:cubicBezTo>
                  <a:pt x="604643" y="120966"/>
                  <a:pt x="608349" y="116878"/>
                  <a:pt x="612374" y="111383"/>
                </a:cubicBezTo>
                <a:lnTo>
                  <a:pt x="615345" y="113204"/>
                </a:lnTo>
                <a:cubicBezTo>
                  <a:pt x="609403" y="121698"/>
                  <a:pt x="603780" y="127764"/>
                  <a:pt x="598477" y="131402"/>
                </a:cubicBezTo>
                <a:cubicBezTo>
                  <a:pt x="594771" y="133892"/>
                  <a:pt x="591449" y="135137"/>
                  <a:pt x="588509" y="135137"/>
                </a:cubicBezTo>
                <a:cubicBezTo>
                  <a:pt x="586145" y="135137"/>
                  <a:pt x="584260" y="134418"/>
                  <a:pt x="582855" y="132981"/>
                </a:cubicBezTo>
                <a:cubicBezTo>
                  <a:pt x="581449" y="131543"/>
                  <a:pt x="580746" y="129610"/>
                  <a:pt x="580746" y="127182"/>
                </a:cubicBezTo>
                <a:cubicBezTo>
                  <a:pt x="580746" y="124123"/>
                  <a:pt x="581832" y="118866"/>
                  <a:pt x="584005" y="111410"/>
                </a:cubicBezTo>
                <a:lnTo>
                  <a:pt x="595122" y="72990"/>
                </a:lnTo>
                <a:cubicBezTo>
                  <a:pt x="596528" y="68209"/>
                  <a:pt x="597231" y="64482"/>
                  <a:pt x="597231" y="61806"/>
                </a:cubicBezTo>
                <a:cubicBezTo>
                  <a:pt x="597231" y="60532"/>
                  <a:pt x="596816" y="59497"/>
                  <a:pt x="595985" y="58700"/>
                </a:cubicBezTo>
                <a:cubicBezTo>
                  <a:pt x="595154" y="57903"/>
                  <a:pt x="594132" y="57505"/>
                  <a:pt x="592918" y="57505"/>
                </a:cubicBezTo>
                <a:cubicBezTo>
                  <a:pt x="591129" y="57505"/>
                  <a:pt x="588989" y="58270"/>
                  <a:pt x="586497" y="59799"/>
                </a:cubicBezTo>
                <a:cubicBezTo>
                  <a:pt x="581769" y="62665"/>
                  <a:pt x="576849" y="67394"/>
                  <a:pt x="571737" y="73987"/>
                </a:cubicBezTo>
                <a:cubicBezTo>
                  <a:pt x="566626" y="80578"/>
                  <a:pt x="561226" y="89000"/>
                  <a:pt x="555540" y="99253"/>
                </a:cubicBezTo>
                <a:cubicBezTo>
                  <a:pt x="552537" y="104666"/>
                  <a:pt x="550045" y="110590"/>
                  <a:pt x="548064" y="117023"/>
                </a:cubicBezTo>
                <a:lnTo>
                  <a:pt x="543272" y="132837"/>
                </a:lnTo>
                <a:lnTo>
                  <a:pt x="528896" y="132837"/>
                </a:lnTo>
                <a:lnTo>
                  <a:pt x="546339" y="72648"/>
                </a:lnTo>
                <a:cubicBezTo>
                  <a:pt x="548384" y="65468"/>
                  <a:pt x="549406" y="61147"/>
                  <a:pt x="549406" y="59686"/>
                </a:cubicBezTo>
                <a:cubicBezTo>
                  <a:pt x="549406" y="58288"/>
                  <a:pt x="548847" y="57064"/>
                  <a:pt x="547729" y="56014"/>
                </a:cubicBezTo>
                <a:cubicBezTo>
                  <a:pt x="546611" y="54963"/>
                  <a:pt x="545221" y="54438"/>
                  <a:pt x="543560" y="54438"/>
                </a:cubicBezTo>
                <a:cubicBezTo>
                  <a:pt x="542793" y="54438"/>
                  <a:pt x="541451" y="54566"/>
                  <a:pt x="539534" y="54822"/>
                </a:cubicBezTo>
                <a:lnTo>
                  <a:pt x="535892" y="55397"/>
                </a:lnTo>
                <a:lnTo>
                  <a:pt x="535317" y="51946"/>
                </a:lnTo>
                <a:lnTo>
                  <a:pt x="568478" y="46004"/>
                </a:lnTo>
                <a:close/>
                <a:moveTo>
                  <a:pt x="698829" y="46004"/>
                </a:moveTo>
                <a:lnTo>
                  <a:pt x="692983" y="75523"/>
                </a:lnTo>
                <a:lnTo>
                  <a:pt x="689436" y="75523"/>
                </a:lnTo>
                <a:cubicBezTo>
                  <a:pt x="689117" y="66894"/>
                  <a:pt x="687296" y="60615"/>
                  <a:pt x="683973" y="56687"/>
                </a:cubicBezTo>
                <a:cubicBezTo>
                  <a:pt x="680651" y="52760"/>
                  <a:pt x="676530" y="50796"/>
                  <a:pt x="671610" y="50796"/>
                </a:cubicBezTo>
                <a:cubicBezTo>
                  <a:pt x="667648" y="50796"/>
                  <a:pt x="664502" y="51885"/>
                  <a:pt x="662169" y="54064"/>
                </a:cubicBezTo>
                <a:cubicBezTo>
                  <a:pt x="659837" y="56240"/>
                  <a:pt x="658671" y="58865"/>
                  <a:pt x="658671" y="61938"/>
                </a:cubicBezTo>
                <a:cubicBezTo>
                  <a:pt x="658671" y="64052"/>
                  <a:pt x="659134" y="66070"/>
                  <a:pt x="660061" y="67991"/>
                </a:cubicBezTo>
                <a:cubicBezTo>
                  <a:pt x="660987" y="69912"/>
                  <a:pt x="663016" y="72601"/>
                  <a:pt x="666147" y="76060"/>
                </a:cubicBezTo>
                <a:cubicBezTo>
                  <a:pt x="674453" y="85155"/>
                  <a:pt x="679820" y="92007"/>
                  <a:pt x="682248" y="96618"/>
                </a:cubicBezTo>
                <a:cubicBezTo>
                  <a:pt x="684676" y="101228"/>
                  <a:pt x="685890" y="105583"/>
                  <a:pt x="685890" y="109682"/>
                </a:cubicBezTo>
                <a:cubicBezTo>
                  <a:pt x="685890" y="116341"/>
                  <a:pt x="683127" y="122248"/>
                  <a:pt x="677600" y="127404"/>
                </a:cubicBezTo>
                <a:cubicBezTo>
                  <a:pt x="672073" y="132559"/>
                  <a:pt x="665093" y="135137"/>
                  <a:pt x="656659" y="135137"/>
                </a:cubicBezTo>
                <a:cubicBezTo>
                  <a:pt x="652058" y="135137"/>
                  <a:pt x="646755" y="134051"/>
                  <a:pt x="640749" y="131878"/>
                </a:cubicBezTo>
                <a:cubicBezTo>
                  <a:pt x="638640" y="131112"/>
                  <a:pt x="637011" y="130728"/>
                  <a:pt x="635861" y="130728"/>
                </a:cubicBezTo>
                <a:cubicBezTo>
                  <a:pt x="632986" y="130728"/>
                  <a:pt x="630813" y="132198"/>
                  <a:pt x="629344" y="135137"/>
                </a:cubicBezTo>
                <a:lnTo>
                  <a:pt x="625797" y="135137"/>
                </a:lnTo>
                <a:lnTo>
                  <a:pt x="631644" y="103893"/>
                </a:lnTo>
                <a:lnTo>
                  <a:pt x="635190" y="103893"/>
                </a:lnTo>
                <a:cubicBezTo>
                  <a:pt x="635573" y="113674"/>
                  <a:pt x="637586" y="120593"/>
                  <a:pt x="641228" y="124648"/>
                </a:cubicBezTo>
                <a:cubicBezTo>
                  <a:pt x="644870" y="128702"/>
                  <a:pt x="649854" y="130728"/>
                  <a:pt x="656179" y="130728"/>
                </a:cubicBezTo>
                <a:cubicBezTo>
                  <a:pt x="661035" y="130728"/>
                  <a:pt x="664885" y="129370"/>
                  <a:pt x="667728" y="126652"/>
                </a:cubicBezTo>
                <a:cubicBezTo>
                  <a:pt x="670572" y="123933"/>
                  <a:pt x="671993" y="120590"/>
                  <a:pt x="671993" y="116625"/>
                </a:cubicBezTo>
                <a:cubicBezTo>
                  <a:pt x="671993" y="114065"/>
                  <a:pt x="671482" y="111698"/>
                  <a:pt x="670460" y="109523"/>
                </a:cubicBezTo>
                <a:cubicBezTo>
                  <a:pt x="668671" y="105686"/>
                  <a:pt x="664917" y="100376"/>
                  <a:pt x="659198" y="93596"/>
                </a:cubicBezTo>
                <a:cubicBezTo>
                  <a:pt x="653480" y="86815"/>
                  <a:pt x="649806" y="81729"/>
                  <a:pt x="648177" y="78339"/>
                </a:cubicBezTo>
                <a:cubicBezTo>
                  <a:pt x="646547" y="74948"/>
                  <a:pt x="645733" y="71558"/>
                  <a:pt x="645733" y="68168"/>
                </a:cubicBezTo>
                <a:cubicBezTo>
                  <a:pt x="645733" y="61964"/>
                  <a:pt x="647985" y="56719"/>
                  <a:pt x="652489" y="52434"/>
                </a:cubicBezTo>
                <a:cubicBezTo>
                  <a:pt x="656994" y="48148"/>
                  <a:pt x="662792" y="46004"/>
                  <a:pt x="669885" y="46004"/>
                </a:cubicBezTo>
                <a:cubicBezTo>
                  <a:pt x="671929" y="46004"/>
                  <a:pt x="673782" y="46167"/>
                  <a:pt x="675444" y="46492"/>
                </a:cubicBezTo>
                <a:cubicBezTo>
                  <a:pt x="676338" y="46688"/>
                  <a:pt x="678431" y="47423"/>
                  <a:pt x="681721" y="48697"/>
                </a:cubicBezTo>
                <a:cubicBezTo>
                  <a:pt x="685012" y="49969"/>
                  <a:pt x="687200" y="50605"/>
                  <a:pt x="688286" y="50605"/>
                </a:cubicBezTo>
                <a:cubicBezTo>
                  <a:pt x="691034" y="50605"/>
                  <a:pt x="693334" y="49071"/>
                  <a:pt x="695187" y="46004"/>
                </a:cubicBezTo>
                <a:lnTo>
                  <a:pt x="698829" y="46004"/>
                </a:lnTo>
                <a:close/>
                <a:moveTo>
                  <a:pt x="786657" y="46004"/>
                </a:moveTo>
                <a:lnTo>
                  <a:pt x="793270" y="117981"/>
                </a:lnTo>
                <a:cubicBezTo>
                  <a:pt x="804388" y="104929"/>
                  <a:pt x="813269" y="92677"/>
                  <a:pt x="819914" y="81226"/>
                </a:cubicBezTo>
                <a:cubicBezTo>
                  <a:pt x="823812" y="74507"/>
                  <a:pt x="825761" y="69644"/>
                  <a:pt x="825761" y="66637"/>
                </a:cubicBezTo>
                <a:cubicBezTo>
                  <a:pt x="825761" y="65229"/>
                  <a:pt x="825441" y="63982"/>
                  <a:pt x="824802" y="62896"/>
                </a:cubicBezTo>
                <a:cubicBezTo>
                  <a:pt x="824547" y="62319"/>
                  <a:pt x="823540" y="61472"/>
                  <a:pt x="821783" y="60353"/>
                </a:cubicBezTo>
                <a:cubicBezTo>
                  <a:pt x="820026" y="59233"/>
                  <a:pt x="818796" y="58081"/>
                  <a:pt x="818093" y="56897"/>
                </a:cubicBezTo>
                <a:cubicBezTo>
                  <a:pt x="817391" y="55713"/>
                  <a:pt x="817039" y="54449"/>
                  <a:pt x="817039" y="53105"/>
                </a:cubicBezTo>
                <a:cubicBezTo>
                  <a:pt x="817039" y="51123"/>
                  <a:pt x="817774" y="49443"/>
                  <a:pt x="819243" y="48068"/>
                </a:cubicBezTo>
                <a:cubicBezTo>
                  <a:pt x="820713" y="46692"/>
                  <a:pt x="822598" y="46004"/>
                  <a:pt x="824898" y="46004"/>
                </a:cubicBezTo>
                <a:cubicBezTo>
                  <a:pt x="827518" y="46004"/>
                  <a:pt x="829738" y="46979"/>
                  <a:pt x="831559" y="48930"/>
                </a:cubicBezTo>
                <a:cubicBezTo>
                  <a:pt x="833380" y="50881"/>
                  <a:pt x="834291" y="53488"/>
                  <a:pt x="834291" y="56750"/>
                </a:cubicBezTo>
                <a:cubicBezTo>
                  <a:pt x="834291" y="60077"/>
                  <a:pt x="833811" y="63179"/>
                  <a:pt x="832853" y="66056"/>
                </a:cubicBezTo>
                <a:cubicBezTo>
                  <a:pt x="830936" y="71557"/>
                  <a:pt x="827198" y="78657"/>
                  <a:pt x="821640" y="87357"/>
                </a:cubicBezTo>
                <a:cubicBezTo>
                  <a:pt x="814867" y="97782"/>
                  <a:pt x="807886" y="107456"/>
                  <a:pt x="800698" y="116379"/>
                </a:cubicBezTo>
                <a:cubicBezTo>
                  <a:pt x="793510" y="125302"/>
                  <a:pt x="788159" y="131555"/>
                  <a:pt x="784645" y="135137"/>
                </a:cubicBezTo>
                <a:lnTo>
                  <a:pt x="781098" y="135137"/>
                </a:lnTo>
                <a:lnTo>
                  <a:pt x="774869" y="68814"/>
                </a:lnTo>
                <a:lnTo>
                  <a:pt x="735286" y="135137"/>
                </a:lnTo>
                <a:lnTo>
                  <a:pt x="731069" y="135137"/>
                </a:lnTo>
                <a:cubicBezTo>
                  <a:pt x="730622" y="107854"/>
                  <a:pt x="729248" y="86322"/>
                  <a:pt x="726948" y="70540"/>
                </a:cubicBezTo>
                <a:cubicBezTo>
                  <a:pt x="725989" y="63958"/>
                  <a:pt x="724392" y="59646"/>
                  <a:pt x="722156" y="57601"/>
                </a:cubicBezTo>
                <a:cubicBezTo>
                  <a:pt x="720558" y="56131"/>
                  <a:pt x="718130" y="55397"/>
                  <a:pt x="714872" y="55397"/>
                </a:cubicBezTo>
                <a:cubicBezTo>
                  <a:pt x="713019" y="55397"/>
                  <a:pt x="710655" y="55588"/>
                  <a:pt x="707779" y="55972"/>
                </a:cubicBezTo>
                <a:lnTo>
                  <a:pt x="707779" y="52521"/>
                </a:lnTo>
                <a:lnTo>
                  <a:pt x="735286" y="46004"/>
                </a:lnTo>
                <a:cubicBezTo>
                  <a:pt x="739120" y="56643"/>
                  <a:pt x="741612" y="72984"/>
                  <a:pt x="742762" y="95027"/>
                </a:cubicBezTo>
                <a:cubicBezTo>
                  <a:pt x="743145" y="103371"/>
                  <a:pt x="743464" y="108627"/>
                  <a:pt x="743720" y="110793"/>
                </a:cubicBezTo>
                <a:lnTo>
                  <a:pt x="783111" y="46004"/>
                </a:lnTo>
                <a:lnTo>
                  <a:pt x="786657" y="46004"/>
                </a:lnTo>
                <a:close/>
                <a:moveTo>
                  <a:pt x="847288" y="96800"/>
                </a:moveTo>
                <a:cubicBezTo>
                  <a:pt x="846841" y="99985"/>
                  <a:pt x="846617" y="102628"/>
                  <a:pt x="846617" y="104728"/>
                </a:cubicBezTo>
                <a:cubicBezTo>
                  <a:pt x="846617" y="110395"/>
                  <a:pt x="848630" y="115219"/>
                  <a:pt x="852655" y="119200"/>
                </a:cubicBezTo>
                <a:cubicBezTo>
                  <a:pt x="856680" y="123180"/>
                  <a:pt x="861568" y="125170"/>
                  <a:pt x="867319" y="125170"/>
                </a:cubicBezTo>
                <a:cubicBezTo>
                  <a:pt x="871919" y="125170"/>
                  <a:pt x="876344" y="124230"/>
                  <a:pt x="880593" y="122351"/>
                </a:cubicBezTo>
                <a:cubicBezTo>
                  <a:pt x="884842" y="120470"/>
                  <a:pt x="891151" y="116312"/>
                  <a:pt x="899522" y="109877"/>
                </a:cubicBezTo>
                <a:lnTo>
                  <a:pt x="901534" y="112656"/>
                </a:lnTo>
                <a:cubicBezTo>
                  <a:pt x="886391" y="127643"/>
                  <a:pt x="871951" y="135137"/>
                  <a:pt x="858214" y="135137"/>
                </a:cubicBezTo>
                <a:cubicBezTo>
                  <a:pt x="848885" y="135137"/>
                  <a:pt x="841857" y="132195"/>
                  <a:pt x="837129" y="126311"/>
                </a:cubicBezTo>
                <a:cubicBezTo>
                  <a:pt x="832400" y="120426"/>
                  <a:pt x="830036" y="113934"/>
                  <a:pt x="830036" y="106834"/>
                </a:cubicBezTo>
                <a:cubicBezTo>
                  <a:pt x="830036" y="97303"/>
                  <a:pt x="832975" y="87550"/>
                  <a:pt x="838854" y="77572"/>
                </a:cubicBezTo>
                <a:cubicBezTo>
                  <a:pt x="844732" y="67592"/>
                  <a:pt x="852112" y="59836"/>
                  <a:pt x="860993" y="54303"/>
                </a:cubicBezTo>
                <a:cubicBezTo>
                  <a:pt x="869875" y="48771"/>
                  <a:pt x="879011" y="46004"/>
                  <a:pt x="888404" y="46004"/>
                </a:cubicBezTo>
                <a:cubicBezTo>
                  <a:pt x="895177" y="46004"/>
                  <a:pt x="900193" y="47383"/>
                  <a:pt x="903451" y="50140"/>
                </a:cubicBezTo>
                <a:cubicBezTo>
                  <a:pt x="906710" y="52898"/>
                  <a:pt x="908339" y="56169"/>
                  <a:pt x="908339" y="59955"/>
                </a:cubicBezTo>
                <a:cubicBezTo>
                  <a:pt x="908339" y="65278"/>
                  <a:pt x="906231" y="70377"/>
                  <a:pt x="902014" y="75251"/>
                </a:cubicBezTo>
                <a:cubicBezTo>
                  <a:pt x="896455" y="81600"/>
                  <a:pt x="888276" y="86731"/>
                  <a:pt x="877478" y="90642"/>
                </a:cubicBezTo>
                <a:cubicBezTo>
                  <a:pt x="870322" y="93272"/>
                  <a:pt x="860258" y="95325"/>
                  <a:pt x="847288" y="96800"/>
                </a:cubicBezTo>
                <a:moveTo>
                  <a:pt x="847959" y="92008"/>
                </a:moveTo>
                <a:cubicBezTo>
                  <a:pt x="857415" y="90920"/>
                  <a:pt x="865114" y="89063"/>
                  <a:pt x="871057" y="86437"/>
                </a:cubicBezTo>
                <a:cubicBezTo>
                  <a:pt x="878916" y="82915"/>
                  <a:pt x="884810" y="78704"/>
                  <a:pt x="888739" y="73804"/>
                </a:cubicBezTo>
                <a:cubicBezTo>
                  <a:pt x="892669" y="68904"/>
                  <a:pt x="894634" y="64245"/>
                  <a:pt x="894634" y="59826"/>
                </a:cubicBezTo>
                <a:cubicBezTo>
                  <a:pt x="894634" y="57137"/>
                  <a:pt x="893787" y="54959"/>
                  <a:pt x="892094" y="53294"/>
                </a:cubicBezTo>
                <a:cubicBezTo>
                  <a:pt x="890401" y="51629"/>
                  <a:pt x="887989" y="50796"/>
                  <a:pt x="884858" y="50796"/>
                </a:cubicBezTo>
                <a:cubicBezTo>
                  <a:pt x="878341" y="50796"/>
                  <a:pt x="871424" y="54270"/>
                  <a:pt x="864108" y="61219"/>
                </a:cubicBezTo>
                <a:cubicBezTo>
                  <a:pt x="856792" y="68168"/>
                  <a:pt x="851409" y="78431"/>
                  <a:pt x="847959" y="92008"/>
                </a:cubicBezTo>
                <a:close/>
                <a:moveTo>
                  <a:pt x="919482" y="51371"/>
                </a:moveTo>
                <a:lnTo>
                  <a:pt x="952548" y="46004"/>
                </a:lnTo>
                <a:lnTo>
                  <a:pt x="938746" y="92679"/>
                </a:lnTo>
                <a:cubicBezTo>
                  <a:pt x="949928" y="73535"/>
                  <a:pt x="960087" y="60153"/>
                  <a:pt x="969224" y="52533"/>
                </a:cubicBezTo>
                <a:cubicBezTo>
                  <a:pt x="974400" y="48181"/>
                  <a:pt x="978617" y="46004"/>
                  <a:pt x="981875" y="46004"/>
                </a:cubicBezTo>
                <a:cubicBezTo>
                  <a:pt x="983984" y="46004"/>
                  <a:pt x="985645" y="46630"/>
                  <a:pt x="986859" y="47882"/>
                </a:cubicBezTo>
                <a:cubicBezTo>
                  <a:pt x="988073" y="49132"/>
                  <a:pt x="988680" y="50944"/>
                  <a:pt x="988680" y="53318"/>
                </a:cubicBezTo>
                <a:cubicBezTo>
                  <a:pt x="988680" y="57551"/>
                  <a:pt x="987594" y="61592"/>
                  <a:pt x="985421" y="65442"/>
                </a:cubicBezTo>
                <a:cubicBezTo>
                  <a:pt x="983888" y="68329"/>
                  <a:pt x="981684" y="69773"/>
                  <a:pt x="978808" y="69773"/>
                </a:cubicBezTo>
                <a:cubicBezTo>
                  <a:pt x="977339" y="69773"/>
                  <a:pt x="976077" y="69294"/>
                  <a:pt x="975023" y="68335"/>
                </a:cubicBezTo>
                <a:cubicBezTo>
                  <a:pt x="973968" y="67377"/>
                  <a:pt x="973313" y="65907"/>
                  <a:pt x="973058" y="63927"/>
                </a:cubicBezTo>
                <a:cubicBezTo>
                  <a:pt x="972930" y="62713"/>
                  <a:pt x="972642" y="61914"/>
                  <a:pt x="972195" y="61530"/>
                </a:cubicBezTo>
                <a:cubicBezTo>
                  <a:pt x="971684" y="61019"/>
                  <a:pt x="971077" y="60764"/>
                  <a:pt x="970374" y="60764"/>
                </a:cubicBezTo>
                <a:cubicBezTo>
                  <a:pt x="969288" y="60764"/>
                  <a:pt x="968266" y="61019"/>
                  <a:pt x="967307" y="61530"/>
                </a:cubicBezTo>
                <a:cubicBezTo>
                  <a:pt x="965646" y="62425"/>
                  <a:pt x="963122" y="64916"/>
                  <a:pt x="959736" y="69003"/>
                </a:cubicBezTo>
                <a:cubicBezTo>
                  <a:pt x="954432" y="75265"/>
                  <a:pt x="948682" y="83378"/>
                  <a:pt x="942484" y="93344"/>
                </a:cubicBezTo>
                <a:cubicBezTo>
                  <a:pt x="939801" y="97559"/>
                  <a:pt x="937500" y="102318"/>
                  <a:pt x="935584" y="107621"/>
                </a:cubicBezTo>
                <a:cubicBezTo>
                  <a:pt x="932900" y="114903"/>
                  <a:pt x="931367" y="119279"/>
                  <a:pt x="930983" y="120749"/>
                </a:cubicBezTo>
                <a:lnTo>
                  <a:pt x="927916" y="132837"/>
                </a:lnTo>
                <a:lnTo>
                  <a:pt x="913252" y="132837"/>
                </a:lnTo>
                <a:lnTo>
                  <a:pt x="930983" y="73223"/>
                </a:lnTo>
                <a:cubicBezTo>
                  <a:pt x="933028" y="66287"/>
                  <a:pt x="934050" y="61341"/>
                  <a:pt x="934050" y="58386"/>
                </a:cubicBezTo>
                <a:cubicBezTo>
                  <a:pt x="934050" y="57230"/>
                  <a:pt x="933571" y="56266"/>
                  <a:pt x="932612" y="55495"/>
                </a:cubicBezTo>
                <a:cubicBezTo>
                  <a:pt x="931335" y="54471"/>
                  <a:pt x="929641" y="53959"/>
                  <a:pt x="927533" y="53959"/>
                </a:cubicBezTo>
                <a:cubicBezTo>
                  <a:pt x="926191" y="53959"/>
                  <a:pt x="923731" y="54247"/>
                  <a:pt x="920153" y="54822"/>
                </a:cubicBezTo>
                <a:lnTo>
                  <a:pt x="919482" y="51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▸">
            <a:extLst xmlns:a="http://schemas.openxmlformats.org/drawingml/2006/main">
              <a:ext uri="{FF2B5EF4-FFF2-40B4-BE49-F238E27FC236}">
                <a16:creationId xmlns:a16="http://schemas.microsoft.com/office/drawing/2014/main" id="{9E782438-A19C-4D9B-A457-6B962EFA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84" y="2132031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T">
            <a:extLst xmlns:a="http://schemas.openxmlformats.org/drawingml/2006/main">
              <a:ext uri="{FF2B5EF4-FFF2-40B4-BE49-F238E27FC236}">
                <a16:creationId xmlns:a16="http://schemas.microsoft.com/office/drawing/2014/main" id="{2644D964-B09C-4BCB-99E9-3EBB49F5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842" y="2109413"/>
            <a:ext cx="113764" cy="129962"/>
          </a:xfrm>
          <a:custGeom xmlns:a="http://schemas.openxmlformats.org/drawingml/2006/main">
            <a:pathLst>
              <a:path w="113764" h="129962">
                <a:moveTo>
                  <a:pt x="15047" y="0"/>
                </a:moveTo>
                <a:lnTo>
                  <a:pt x="113764" y="0"/>
                </a:lnTo>
                <a:lnTo>
                  <a:pt x="103126" y="34503"/>
                </a:lnTo>
                <a:lnTo>
                  <a:pt x="99484" y="34503"/>
                </a:lnTo>
                <a:cubicBezTo>
                  <a:pt x="100698" y="29473"/>
                  <a:pt x="101305" y="24985"/>
                  <a:pt x="101305" y="21037"/>
                </a:cubicBezTo>
                <a:cubicBezTo>
                  <a:pt x="101305" y="16391"/>
                  <a:pt x="99867" y="12890"/>
                  <a:pt x="96992" y="10534"/>
                </a:cubicBezTo>
                <a:cubicBezTo>
                  <a:pt x="94820" y="8751"/>
                  <a:pt x="89229" y="7859"/>
                  <a:pt x="80220" y="7859"/>
                </a:cubicBezTo>
                <a:lnTo>
                  <a:pt x="69965" y="7859"/>
                </a:lnTo>
                <a:lnTo>
                  <a:pt x="44279" y="97280"/>
                </a:lnTo>
                <a:cubicBezTo>
                  <a:pt x="41020" y="108563"/>
                  <a:pt x="39391" y="115518"/>
                  <a:pt x="39391" y="118146"/>
                </a:cubicBezTo>
                <a:cubicBezTo>
                  <a:pt x="39391" y="120582"/>
                  <a:pt x="40413" y="122586"/>
                  <a:pt x="42458" y="124157"/>
                </a:cubicBezTo>
                <a:cubicBezTo>
                  <a:pt x="44503" y="125727"/>
                  <a:pt x="48113" y="126511"/>
                  <a:pt x="53288" y="126511"/>
                </a:cubicBezTo>
                <a:lnTo>
                  <a:pt x="57697" y="126511"/>
                </a:lnTo>
                <a:lnTo>
                  <a:pt x="56547" y="129962"/>
                </a:lnTo>
                <a:lnTo>
                  <a:pt x="0" y="129962"/>
                </a:lnTo>
                <a:lnTo>
                  <a:pt x="1054" y="126511"/>
                </a:lnTo>
                <a:lnTo>
                  <a:pt x="3546" y="126511"/>
                </a:lnTo>
                <a:cubicBezTo>
                  <a:pt x="8530" y="126511"/>
                  <a:pt x="12364" y="125710"/>
                  <a:pt x="15047" y="124106"/>
                </a:cubicBezTo>
                <a:cubicBezTo>
                  <a:pt x="16900" y="123016"/>
                  <a:pt x="18577" y="121044"/>
                  <a:pt x="20079" y="118191"/>
                </a:cubicBezTo>
                <a:cubicBezTo>
                  <a:pt x="21580" y="115338"/>
                  <a:pt x="23673" y="109294"/>
                  <a:pt x="26357" y="100059"/>
                </a:cubicBezTo>
                <a:lnTo>
                  <a:pt x="53288" y="7859"/>
                </a:lnTo>
                <a:lnTo>
                  <a:pt x="45525" y="7859"/>
                </a:lnTo>
                <a:cubicBezTo>
                  <a:pt x="38049" y="7859"/>
                  <a:pt x="32027" y="8814"/>
                  <a:pt x="27459" y="10725"/>
                </a:cubicBezTo>
                <a:cubicBezTo>
                  <a:pt x="22890" y="12634"/>
                  <a:pt x="19200" y="15404"/>
                  <a:pt x="16389" y="19034"/>
                </a:cubicBezTo>
                <a:cubicBezTo>
                  <a:pt x="13578" y="22662"/>
                  <a:pt x="11277" y="27818"/>
                  <a:pt x="9488" y="34503"/>
                </a:cubicBezTo>
                <a:lnTo>
                  <a:pt x="5942" y="34503"/>
                </a:lnTo>
                <a:lnTo>
                  <a:pt x="150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imeLimitE">
            <a:extLst xmlns:a="http://schemas.openxmlformats.org/drawingml/2006/main">
              <a:ext uri="{FF2B5EF4-FFF2-40B4-BE49-F238E27FC236}">
                <a16:creationId xmlns:a16="http://schemas.microsoft.com/office/drawing/2014/main" id="{681CDD32-DE29-4253-9C91-12856368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972" y="2109413"/>
            <a:ext cx="926394" cy="132262"/>
          </a:xfrm>
          <a:custGeom xmlns:a="http://schemas.openxmlformats.org/drawingml/2006/main">
            <a:pathLst>
              <a:path w="926394" h="132262">
                <a:moveTo>
                  <a:pt x="35461" y="4984"/>
                </a:moveTo>
                <a:cubicBezTo>
                  <a:pt x="38145" y="4984"/>
                  <a:pt x="40413" y="5910"/>
                  <a:pt x="42266" y="7763"/>
                </a:cubicBezTo>
                <a:cubicBezTo>
                  <a:pt x="44119" y="9616"/>
                  <a:pt x="45046" y="11884"/>
                  <a:pt x="45046" y="14568"/>
                </a:cubicBezTo>
                <a:cubicBezTo>
                  <a:pt x="45046" y="17188"/>
                  <a:pt x="44103" y="19440"/>
                  <a:pt x="42218" y="21325"/>
                </a:cubicBezTo>
                <a:cubicBezTo>
                  <a:pt x="40333" y="23210"/>
                  <a:pt x="38081" y="24152"/>
                  <a:pt x="35461" y="24152"/>
                </a:cubicBezTo>
                <a:cubicBezTo>
                  <a:pt x="32842" y="24152"/>
                  <a:pt x="30590" y="23210"/>
                  <a:pt x="28705" y="21325"/>
                </a:cubicBezTo>
                <a:cubicBezTo>
                  <a:pt x="26820" y="19440"/>
                  <a:pt x="25877" y="17188"/>
                  <a:pt x="25877" y="14568"/>
                </a:cubicBezTo>
                <a:cubicBezTo>
                  <a:pt x="25877" y="11884"/>
                  <a:pt x="26804" y="9616"/>
                  <a:pt x="28657" y="7763"/>
                </a:cubicBezTo>
                <a:cubicBezTo>
                  <a:pt x="30510" y="5910"/>
                  <a:pt x="32778" y="4984"/>
                  <a:pt x="35461" y="4984"/>
                </a:cubicBezTo>
                <a:moveTo>
                  <a:pt x="36707" y="43129"/>
                </a:moveTo>
                <a:lnTo>
                  <a:pt x="17731" y="110347"/>
                </a:lnTo>
                <a:cubicBezTo>
                  <a:pt x="16453" y="114885"/>
                  <a:pt x="15814" y="117602"/>
                  <a:pt x="15814" y="118497"/>
                </a:cubicBezTo>
                <a:cubicBezTo>
                  <a:pt x="15814" y="119523"/>
                  <a:pt x="16117" y="120357"/>
                  <a:pt x="16724" y="121000"/>
                </a:cubicBezTo>
                <a:cubicBezTo>
                  <a:pt x="17331" y="121641"/>
                  <a:pt x="18050" y="121962"/>
                  <a:pt x="18881" y="121962"/>
                </a:cubicBezTo>
                <a:cubicBezTo>
                  <a:pt x="19839" y="121962"/>
                  <a:pt x="20989" y="121449"/>
                  <a:pt x="22331" y="120422"/>
                </a:cubicBezTo>
                <a:cubicBezTo>
                  <a:pt x="25973" y="117541"/>
                  <a:pt x="29647" y="113449"/>
                  <a:pt x="33353" y="108146"/>
                </a:cubicBezTo>
                <a:lnTo>
                  <a:pt x="36707" y="110350"/>
                </a:lnTo>
                <a:cubicBezTo>
                  <a:pt x="32363" y="117001"/>
                  <a:pt x="27251" y="122605"/>
                  <a:pt x="21373" y="127161"/>
                </a:cubicBezTo>
                <a:cubicBezTo>
                  <a:pt x="17028" y="130562"/>
                  <a:pt x="12875" y="132262"/>
                  <a:pt x="8913" y="132262"/>
                </a:cubicBezTo>
                <a:cubicBezTo>
                  <a:pt x="6294" y="132262"/>
                  <a:pt x="4153" y="131479"/>
                  <a:pt x="2492" y="129914"/>
                </a:cubicBezTo>
                <a:cubicBezTo>
                  <a:pt x="831" y="128348"/>
                  <a:pt x="0" y="126384"/>
                  <a:pt x="0" y="124019"/>
                </a:cubicBezTo>
                <a:cubicBezTo>
                  <a:pt x="0" y="121651"/>
                  <a:pt x="799" y="117715"/>
                  <a:pt x="2396" y="112210"/>
                </a:cubicBezTo>
                <a:lnTo>
                  <a:pt x="14855" y="69198"/>
                </a:lnTo>
                <a:cubicBezTo>
                  <a:pt x="16900" y="62209"/>
                  <a:pt x="17922" y="57826"/>
                  <a:pt x="17922" y="56047"/>
                </a:cubicBezTo>
                <a:cubicBezTo>
                  <a:pt x="17922" y="54649"/>
                  <a:pt x="17427" y="53505"/>
                  <a:pt x="16437" y="52614"/>
                </a:cubicBezTo>
                <a:cubicBezTo>
                  <a:pt x="15447" y="51722"/>
                  <a:pt x="14089" y="51275"/>
                  <a:pt x="12364" y="51275"/>
                </a:cubicBezTo>
                <a:cubicBezTo>
                  <a:pt x="10958" y="51275"/>
                  <a:pt x="8051" y="51627"/>
                  <a:pt x="3642" y="52330"/>
                </a:cubicBezTo>
                <a:lnTo>
                  <a:pt x="3642" y="48496"/>
                </a:lnTo>
                <a:lnTo>
                  <a:pt x="36707" y="43129"/>
                </a:lnTo>
                <a:close/>
                <a:moveTo>
                  <a:pt x="85350" y="43129"/>
                </a:moveTo>
                <a:lnTo>
                  <a:pt x="72890" y="86395"/>
                </a:lnTo>
                <a:cubicBezTo>
                  <a:pt x="78449" y="76226"/>
                  <a:pt x="83177" y="68584"/>
                  <a:pt x="87075" y="63468"/>
                </a:cubicBezTo>
                <a:cubicBezTo>
                  <a:pt x="93145" y="55537"/>
                  <a:pt x="99055" y="49781"/>
                  <a:pt x="104806" y="46199"/>
                </a:cubicBezTo>
                <a:cubicBezTo>
                  <a:pt x="108192" y="44152"/>
                  <a:pt x="111738" y="43129"/>
                  <a:pt x="115444" y="43129"/>
                </a:cubicBezTo>
                <a:cubicBezTo>
                  <a:pt x="118639" y="43129"/>
                  <a:pt x="121291" y="44162"/>
                  <a:pt x="123399" y="46229"/>
                </a:cubicBezTo>
                <a:cubicBezTo>
                  <a:pt x="125508" y="48293"/>
                  <a:pt x="126562" y="50940"/>
                  <a:pt x="126562" y="54169"/>
                </a:cubicBezTo>
                <a:cubicBezTo>
                  <a:pt x="126562" y="57293"/>
                  <a:pt x="125827" y="61376"/>
                  <a:pt x="124357" y="66415"/>
                </a:cubicBezTo>
                <a:lnTo>
                  <a:pt x="117553" y="90720"/>
                </a:lnTo>
                <a:cubicBezTo>
                  <a:pt x="127968" y="71211"/>
                  <a:pt x="137839" y="57521"/>
                  <a:pt x="147168" y="49652"/>
                </a:cubicBezTo>
                <a:cubicBezTo>
                  <a:pt x="152343" y="45303"/>
                  <a:pt x="157455" y="43129"/>
                  <a:pt x="162503" y="43129"/>
                </a:cubicBezTo>
                <a:cubicBezTo>
                  <a:pt x="165442" y="43129"/>
                  <a:pt x="167854" y="44141"/>
                  <a:pt x="169739" y="46166"/>
                </a:cubicBezTo>
                <a:cubicBezTo>
                  <a:pt x="171624" y="48189"/>
                  <a:pt x="172566" y="51320"/>
                  <a:pt x="172566" y="55561"/>
                </a:cubicBezTo>
                <a:cubicBezTo>
                  <a:pt x="172566" y="59269"/>
                  <a:pt x="171991" y="63201"/>
                  <a:pt x="170841" y="67356"/>
                </a:cubicBezTo>
                <a:lnTo>
                  <a:pt x="160298" y="104659"/>
                </a:lnTo>
                <a:cubicBezTo>
                  <a:pt x="157998" y="112778"/>
                  <a:pt x="156848" y="117285"/>
                  <a:pt x="156848" y="118179"/>
                </a:cubicBezTo>
                <a:cubicBezTo>
                  <a:pt x="156848" y="119074"/>
                  <a:pt x="157135" y="119840"/>
                  <a:pt x="157710" y="120479"/>
                </a:cubicBezTo>
                <a:cubicBezTo>
                  <a:pt x="158094" y="120927"/>
                  <a:pt x="158605" y="121150"/>
                  <a:pt x="159244" y="121150"/>
                </a:cubicBezTo>
                <a:cubicBezTo>
                  <a:pt x="159883" y="121150"/>
                  <a:pt x="161001" y="120543"/>
                  <a:pt x="162598" y="119329"/>
                </a:cubicBezTo>
                <a:cubicBezTo>
                  <a:pt x="166240" y="116518"/>
                  <a:pt x="169659" y="112812"/>
                  <a:pt x="172853" y="108211"/>
                </a:cubicBezTo>
                <a:lnTo>
                  <a:pt x="176016" y="110224"/>
                </a:lnTo>
                <a:cubicBezTo>
                  <a:pt x="174419" y="112780"/>
                  <a:pt x="171592" y="116294"/>
                  <a:pt x="167534" y="120767"/>
                </a:cubicBezTo>
                <a:cubicBezTo>
                  <a:pt x="163477" y="125237"/>
                  <a:pt x="160011" y="128271"/>
                  <a:pt x="157135" y="129869"/>
                </a:cubicBezTo>
                <a:cubicBezTo>
                  <a:pt x="154260" y="131464"/>
                  <a:pt x="151609" y="132262"/>
                  <a:pt x="149181" y="132262"/>
                </a:cubicBezTo>
                <a:cubicBezTo>
                  <a:pt x="146944" y="132262"/>
                  <a:pt x="145075" y="131495"/>
                  <a:pt x="143574" y="129962"/>
                </a:cubicBezTo>
                <a:cubicBezTo>
                  <a:pt x="142072" y="128428"/>
                  <a:pt x="141321" y="126543"/>
                  <a:pt x="141321" y="124307"/>
                </a:cubicBezTo>
                <a:cubicBezTo>
                  <a:pt x="141321" y="121240"/>
                  <a:pt x="142631" y="115074"/>
                  <a:pt x="145251" y="105809"/>
                </a:cubicBezTo>
                <a:lnTo>
                  <a:pt x="153973" y="75044"/>
                </a:lnTo>
                <a:cubicBezTo>
                  <a:pt x="155953" y="67952"/>
                  <a:pt x="157008" y="64022"/>
                  <a:pt x="157135" y="63256"/>
                </a:cubicBezTo>
                <a:cubicBezTo>
                  <a:pt x="157327" y="62042"/>
                  <a:pt x="157423" y="60860"/>
                  <a:pt x="157423" y="59709"/>
                </a:cubicBezTo>
                <a:cubicBezTo>
                  <a:pt x="157423" y="58112"/>
                  <a:pt x="157072" y="56866"/>
                  <a:pt x="156369" y="55972"/>
                </a:cubicBezTo>
                <a:cubicBezTo>
                  <a:pt x="155602" y="55077"/>
                  <a:pt x="154739" y="54630"/>
                  <a:pt x="153781" y="54630"/>
                </a:cubicBezTo>
                <a:cubicBezTo>
                  <a:pt x="151097" y="54630"/>
                  <a:pt x="148254" y="56004"/>
                  <a:pt x="145251" y="58751"/>
                </a:cubicBezTo>
                <a:cubicBezTo>
                  <a:pt x="136434" y="66866"/>
                  <a:pt x="128191" y="78239"/>
                  <a:pt x="120524" y="92871"/>
                </a:cubicBezTo>
                <a:cubicBezTo>
                  <a:pt x="115476" y="102519"/>
                  <a:pt x="110748" y="114882"/>
                  <a:pt x="106339" y="129962"/>
                </a:cubicBezTo>
                <a:lnTo>
                  <a:pt x="91867" y="129962"/>
                </a:lnTo>
                <a:lnTo>
                  <a:pt x="108256" y="71902"/>
                </a:lnTo>
                <a:cubicBezTo>
                  <a:pt x="110045" y="65633"/>
                  <a:pt x="110940" y="61443"/>
                  <a:pt x="110940" y="59332"/>
                </a:cubicBezTo>
                <a:cubicBezTo>
                  <a:pt x="110940" y="57605"/>
                  <a:pt x="110588" y="56326"/>
                  <a:pt x="109885" y="55495"/>
                </a:cubicBezTo>
                <a:cubicBezTo>
                  <a:pt x="109183" y="54663"/>
                  <a:pt x="108320" y="54247"/>
                  <a:pt x="107298" y="54247"/>
                </a:cubicBezTo>
                <a:cubicBezTo>
                  <a:pt x="105189" y="54247"/>
                  <a:pt x="102953" y="55014"/>
                  <a:pt x="100589" y="56550"/>
                </a:cubicBezTo>
                <a:cubicBezTo>
                  <a:pt x="96755" y="59046"/>
                  <a:pt x="91819" y="64388"/>
                  <a:pt x="85781" y="72576"/>
                </a:cubicBezTo>
                <a:cubicBezTo>
                  <a:pt x="79743" y="80765"/>
                  <a:pt x="75063" y="88602"/>
                  <a:pt x="71740" y="96087"/>
                </a:cubicBezTo>
                <a:cubicBezTo>
                  <a:pt x="70143" y="99606"/>
                  <a:pt x="66341" y="110897"/>
                  <a:pt x="60335" y="129962"/>
                </a:cubicBezTo>
                <a:lnTo>
                  <a:pt x="46150" y="129962"/>
                </a:lnTo>
                <a:lnTo>
                  <a:pt x="63881" y="67856"/>
                </a:lnTo>
                <a:lnTo>
                  <a:pt x="66181" y="59805"/>
                </a:lnTo>
                <a:cubicBezTo>
                  <a:pt x="66629" y="58575"/>
                  <a:pt x="66852" y="57669"/>
                  <a:pt x="66852" y="57086"/>
                </a:cubicBezTo>
                <a:cubicBezTo>
                  <a:pt x="66852" y="55660"/>
                  <a:pt x="66213" y="54383"/>
                  <a:pt x="64936" y="53255"/>
                </a:cubicBezTo>
                <a:cubicBezTo>
                  <a:pt x="63658" y="52127"/>
                  <a:pt x="62028" y="51563"/>
                  <a:pt x="60048" y="51563"/>
                </a:cubicBezTo>
                <a:cubicBezTo>
                  <a:pt x="59217" y="51563"/>
                  <a:pt x="56917" y="51946"/>
                  <a:pt x="53147" y="52713"/>
                </a:cubicBezTo>
                <a:lnTo>
                  <a:pt x="52284" y="49263"/>
                </a:lnTo>
                <a:lnTo>
                  <a:pt x="85350" y="43129"/>
                </a:lnTo>
                <a:close/>
                <a:moveTo>
                  <a:pt x="211255" y="93925"/>
                </a:moveTo>
                <a:cubicBezTo>
                  <a:pt x="210808" y="97110"/>
                  <a:pt x="210584" y="99752"/>
                  <a:pt x="210584" y="101853"/>
                </a:cubicBezTo>
                <a:cubicBezTo>
                  <a:pt x="210584" y="107520"/>
                  <a:pt x="212597" y="112344"/>
                  <a:pt x="216622" y="116325"/>
                </a:cubicBezTo>
                <a:cubicBezTo>
                  <a:pt x="220648" y="120305"/>
                  <a:pt x="225536" y="122294"/>
                  <a:pt x="231286" y="122294"/>
                </a:cubicBezTo>
                <a:cubicBezTo>
                  <a:pt x="235887" y="122294"/>
                  <a:pt x="240311" y="121355"/>
                  <a:pt x="244560" y="119476"/>
                </a:cubicBezTo>
                <a:cubicBezTo>
                  <a:pt x="248809" y="117595"/>
                  <a:pt x="255119" y="113437"/>
                  <a:pt x="263489" y="107001"/>
                </a:cubicBezTo>
                <a:lnTo>
                  <a:pt x="265502" y="109781"/>
                </a:lnTo>
                <a:cubicBezTo>
                  <a:pt x="250359" y="124768"/>
                  <a:pt x="235919" y="132262"/>
                  <a:pt x="222181" y="132262"/>
                </a:cubicBezTo>
                <a:cubicBezTo>
                  <a:pt x="212853" y="132262"/>
                  <a:pt x="205824" y="129320"/>
                  <a:pt x="201096" y="123435"/>
                </a:cubicBezTo>
                <a:cubicBezTo>
                  <a:pt x="196368" y="117551"/>
                  <a:pt x="194004" y="111059"/>
                  <a:pt x="194004" y="103959"/>
                </a:cubicBezTo>
                <a:cubicBezTo>
                  <a:pt x="194004" y="94428"/>
                  <a:pt x="196943" y="84674"/>
                  <a:pt x="202821" y="74697"/>
                </a:cubicBezTo>
                <a:cubicBezTo>
                  <a:pt x="208700" y="64717"/>
                  <a:pt x="216079" y="56961"/>
                  <a:pt x="224961" y="51428"/>
                </a:cubicBezTo>
                <a:cubicBezTo>
                  <a:pt x="233842" y="45895"/>
                  <a:pt x="242979" y="43129"/>
                  <a:pt x="252371" y="43129"/>
                </a:cubicBezTo>
                <a:cubicBezTo>
                  <a:pt x="259144" y="43129"/>
                  <a:pt x="264160" y="44508"/>
                  <a:pt x="267419" y="47265"/>
                </a:cubicBezTo>
                <a:cubicBezTo>
                  <a:pt x="270677" y="50022"/>
                  <a:pt x="272307" y="53294"/>
                  <a:pt x="272307" y="57080"/>
                </a:cubicBezTo>
                <a:cubicBezTo>
                  <a:pt x="272307" y="62403"/>
                  <a:pt x="270198" y="67502"/>
                  <a:pt x="265981" y="72376"/>
                </a:cubicBezTo>
                <a:cubicBezTo>
                  <a:pt x="260422" y="78725"/>
                  <a:pt x="252244" y="83856"/>
                  <a:pt x="241445" y="87767"/>
                </a:cubicBezTo>
                <a:cubicBezTo>
                  <a:pt x="234289" y="90397"/>
                  <a:pt x="224226" y="92449"/>
                  <a:pt x="211255" y="93925"/>
                </a:cubicBezTo>
                <a:moveTo>
                  <a:pt x="211926" y="89133"/>
                </a:moveTo>
                <a:cubicBezTo>
                  <a:pt x="221383" y="88045"/>
                  <a:pt x="229082" y="86188"/>
                  <a:pt x="235024" y="83562"/>
                </a:cubicBezTo>
                <a:cubicBezTo>
                  <a:pt x="242883" y="80040"/>
                  <a:pt x="248777" y="75829"/>
                  <a:pt x="252707" y="70929"/>
                </a:cubicBezTo>
                <a:cubicBezTo>
                  <a:pt x="256636" y="66029"/>
                  <a:pt x="258601" y="61370"/>
                  <a:pt x="258601" y="56951"/>
                </a:cubicBezTo>
                <a:cubicBezTo>
                  <a:pt x="258601" y="54261"/>
                  <a:pt x="257755" y="52084"/>
                  <a:pt x="256061" y="50419"/>
                </a:cubicBezTo>
                <a:cubicBezTo>
                  <a:pt x="254368" y="48754"/>
                  <a:pt x="251956" y="47921"/>
                  <a:pt x="248825" y="47921"/>
                </a:cubicBezTo>
                <a:cubicBezTo>
                  <a:pt x="242308" y="47921"/>
                  <a:pt x="235391" y="51395"/>
                  <a:pt x="228076" y="58344"/>
                </a:cubicBezTo>
                <a:cubicBezTo>
                  <a:pt x="220760" y="65292"/>
                  <a:pt x="215376" y="75555"/>
                  <a:pt x="211926" y="89133"/>
                </a:cubicBezTo>
                <a:close/>
                <a:moveTo>
                  <a:pt x="422880" y="129962"/>
                </a:moveTo>
                <a:lnTo>
                  <a:pt x="326559" y="129962"/>
                </a:lnTo>
                <a:lnTo>
                  <a:pt x="327901" y="126511"/>
                </a:lnTo>
                <a:cubicBezTo>
                  <a:pt x="333012" y="126384"/>
                  <a:pt x="336430" y="125966"/>
                  <a:pt x="338156" y="125259"/>
                </a:cubicBezTo>
                <a:cubicBezTo>
                  <a:pt x="340839" y="124105"/>
                  <a:pt x="342820" y="122598"/>
                  <a:pt x="344098" y="120737"/>
                </a:cubicBezTo>
                <a:cubicBezTo>
                  <a:pt x="346079" y="117784"/>
                  <a:pt x="348187" y="112456"/>
                  <a:pt x="350423" y="104755"/>
                </a:cubicBezTo>
                <a:lnTo>
                  <a:pt x="373330" y="25611"/>
                </a:lnTo>
                <a:cubicBezTo>
                  <a:pt x="375246" y="19088"/>
                  <a:pt x="376205" y="14290"/>
                  <a:pt x="376205" y="11219"/>
                </a:cubicBezTo>
                <a:cubicBezTo>
                  <a:pt x="376205" y="8790"/>
                  <a:pt x="375326" y="6904"/>
                  <a:pt x="373569" y="5562"/>
                </a:cubicBezTo>
                <a:cubicBezTo>
                  <a:pt x="371812" y="4218"/>
                  <a:pt x="368506" y="3546"/>
                  <a:pt x="363650" y="3546"/>
                </a:cubicBezTo>
                <a:cubicBezTo>
                  <a:pt x="362563" y="3546"/>
                  <a:pt x="361701" y="3514"/>
                  <a:pt x="361062" y="3450"/>
                </a:cubicBezTo>
                <a:lnTo>
                  <a:pt x="362212" y="0"/>
                </a:lnTo>
                <a:lnTo>
                  <a:pt x="415212" y="0"/>
                </a:lnTo>
                <a:lnTo>
                  <a:pt x="414446" y="3450"/>
                </a:lnTo>
                <a:cubicBezTo>
                  <a:pt x="408504" y="3450"/>
                  <a:pt x="404286" y="4027"/>
                  <a:pt x="401795" y="5181"/>
                </a:cubicBezTo>
                <a:cubicBezTo>
                  <a:pt x="399303" y="6336"/>
                  <a:pt x="397226" y="8227"/>
                  <a:pt x="395565" y="10857"/>
                </a:cubicBezTo>
                <a:cubicBezTo>
                  <a:pt x="394415" y="12588"/>
                  <a:pt x="392530" y="17975"/>
                  <a:pt x="389910" y="27018"/>
                </a:cubicBezTo>
                <a:lnTo>
                  <a:pt x="367387" y="104698"/>
                </a:lnTo>
                <a:cubicBezTo>
                  <a:pt x="365662" y="110595"/>
                  <a:pt x="364800" y="114697"/>
                  <a:pt x="364800" y="117005"/>
                </a:cubicBezTo>
                <a:cubicBezTo>
                  <a:pt x="364800" y="118542"/>
                  <a:pt x="365662" y="120016"/>
                  <a:pt x="367387" y="121426"/>
                </a:cubicBezTo>
                <a:cubicBezTo>
                  <a:pt x="368474" y="122388"/>
                  <a:pt x="370934" y="122869"/>
                  <a:pt x="374767" y="122869"/>
                </a:cubicBezTo>
                <a:lnTo>
                  <a:pt x="387322" y="122869"/>
                </a:lnTo>
                <a:cubicBezTo>
                  <a:pt x="396459" y="122869"/>
                  <a:pt x="403711" y="121716"/>
                  <a:pt x="409079" y="119410"/>
                </a:cubicBezTo>
                <a:cubicBezTo>
                  <a:pt x="413040" y="117679"/>
                  <a:pt x="416682" y="115082"/>
                  <a:pt x="420005" y="111620"/>
                </a:cubicBezTo>
                <a:cubicBezTo>
                  <a:pt x="421794" y="109697"/>
                  <a:pt x="424956" y="104922"/>
                  <a:pt x="429493" y="97294"/>
                </a:cubicBezTo>
                <a:lnTo>
                  <a:pt x="431985" y="92967"/>
                </a:lnTo>
                <a:lnTo>
                  <a:pt x="435531" y="92967"/>
                </a:lnTo>
                <a:lnTo>
                  <a:pt x="422880" y="129962"/>
                </a:lnTo>
                <a:close/>
                <a:moveTo>
                  <a:pt x="487720" y="4984"/>
                </a:moveTo>
                <a:cubicBezTo>
                  <a:pt x="490404" y="4984"/>
                  <a:pt x="492672" y="5910"/>
                  <a:pt x="494525" y="7763"/>
                </a:cubicBezTo>
                <a:cubicBezTo>
                  <a:pt x="496378" y="9616"/>
                  <a:pt x="497304" y="11884"/>
                  <a:pt x="497304" y="14568"/>
                </a:cubicBezTo>
                <a:cubicBezTo>
                  <a:pt x="497304" y="17188"/>
                  <a:pt x="496362" y="19440"/>
                  <a:pt x="494477" y="21325"/>
                </a:cubicBezTo>
                <a:cubicBezTo>
                  <a:pt x="492592" y="23210"/>
                  <a:pt x="490340" y="24152"/>
                  <a:pt x="487720" y="24152"/>
                </a:cubicBezTo>
                <a:cubicBezTo>
                  <a:pt x="485100" y="24152"/>
                  <a:pt x="482848" y="23210"/>
                  <a:pt x="480963" y="21325"/>
                </a:cubicBezTo>
                <a:cubicBezTo>
                  <a:pt x="479078" y="19440"/>
                  <a:pt x="478136" y="17188"/>
                  <a:pt x="478136" y="14568"/>
                </a:cubicBezTo>
                <a:cubicBezTo>
                  <a:pt x="478136" y="11884"/>
                  <a:pt x="479062" y="9616"/>
                  <a:pt x="480915" y="7763"/>
                </a:cubicBezTo>
                <a:cubicBezTo>
                  <a:pt x="482768" y="5910"/>
                  <a:pt x="485036" y="4984"/>
                  <a:pt x="487720" y="4984"/>
                </a:cubicBezTo>
                <a:moveTo>
                  <a:pt x="488966" y="43129"/>
                </a:moveTo>
                <a:lnTo>
                  <a:pt x="469989" y="110347"/>
                </a:lnTo>
                <a:cubicBezTo>
                  <a:pt x="468711" y="114885"/>
                  <a:pt x="468072" y="117602"/>
                  <a:pt x="468072" y="118497"/>
                </a:cubicBezTo>
                <a:cubicBezTo>
                  <a:pt x="468072" y="119523"/>
                  <a:pt x="468376" y="120357"/>
                  <a:pt x="468983" y="121000"/>
                </a:cubicBezTo>
                <a:cubicBezTo>
                  <a:pt x="469590" y="121641"/>
                  <a:pt x="470309" y="121962"/>
                  <a:pt x="471139" y="121962"/>
                </a:cubicBezTo>
                <a:cubicBezTo>
                  <a:pt x="472098" y="121962"/>
                  <a:pt x="473248" y="121449"/>
                  <a:pt x="474590" y="120422"/>
                </a:cubicBezTo>
                <a:cubicBezTo>
                  <a:pt x="478232" y="117541"/>
                  <a:pt x="481906" y="113449"/>
                  <a:pt x="485612" y="108146"/>
                </a:cubicBezTo>
                <a:lnTo>
                  <a:pt x="488966" y="110350"/>
                </a:lnTo>
                <a:cubicBezTo>
                  <a:pt x="484621" y="117001"/>
                  <a:pt x="479510" y="122605"/>
                  <a:pt x="473631" y="127161"/>
                </a:cubicBezTo>
                <a:cubicBezTo>
                  <a:pt x="469286" y="130562"/>
                  <a:pt x="465133" y="132262"/>
                  <a:pt x="461172" y="132262"/>
                </a:cubicBezTo>
                <a:cubicBezTo>
                  <a:pt x="458552" y="132262"/>
                  <a:pt x="456412" y="131479"/>
                  <a:pt x="454750" y="129914"/>
                </a:cubicBezTo>
                <a:cubicBezTo>
                  <a:pt x="453089" y="128348"/>
                  <a:pt x="452259" y="126384"/>
                  <a:pt x="452259" y="124019"/>
                </a:cubicBezTo>
                <a:cubicBezTo>
                  <a:pt x="452259" y="121651"/>
                  <a:pt x="453057" y="117715"/>
                  <a:pt x="454655" y="112210"/>
                </a:cubicBezTo>
                <a:lnTo>
                  <a:pt x="467114" y="69198"/>
                </a:lnTo>
                <a:cubicBezTo>
                  <a:pt x="469159" y="62209"/>
                  <a:pt x="470181" y="57826"/>
                  <a:pt x="470181" y="56047"/>
                </a:cubicBezTo>
                <a:cubicBezTo>
                  <a:pt x="470181" y="54649"/>
                  <a:pt x="469686" y="53505"/>
                  <a:pt x="468695" y="52614"/>
                </a:cubicBezTo>
                <a:cubicBezTo>
                  <a:pt x="467705" y="51722"/>
                  <a:pt x="466347" y="51275"/>
                  <a:pt x="464622" y="51275"/>
                </a:cubicBezTo>
                <a:cubicBezTo>
                  <a:pt x="463216" y="51275"/>
                  <a:pt x="460309" y="51627"/>
                  <a:pt x="455901" y="52330"/>
                </a:cubicBezTo>
                <a:lnTo>
                  <a:pt x="455901" y="48496"/>
                </a:lnTo>
                <a:lnTo>
                  <a:pt x="488966" y="43129"/>
                </a:lnTo>
                <a:close/>
                <a:moveTo>
                  <a:pt x="537608" y="43129"/>
                </a:moveTo>
                <a:lnTo>
                  <a:pt x="525149" y="86395"/>
                </a:lnTo>
                <a:cubicBezTo>
                  <a:pt x="530708" y="76226"/>
                  <a:pt x="535436" y="68584"/>
                  <a:pt x="539334" y="63468"/>
                </a:cubicBezTo>
                <a:cubicBezTo>
                  <a:pt x="545403" y="55537"/>
                  <a:pt x="551314" y="49781"/>
                  <a:pt x="557064" y="46199"/>
                </a:cubicBezTo>
                <a:cubicBezTo>
                  <a:pt x="560451" y="44152"/>
                  <a:pt x="563997" y="43129"/>
                  <a:pt x="567703" y="43129"/>
                </a:cubicBezTo>
                <a:cubicBezTo>
                  <a:pt x="570897" y="43129"/>
                  <a:pt x="573549" y="44162"/>
                  <a:pt x="575658" y="46229"/>
                </a:cubicBezTo>
                <a:cubicBezTo>
                  <a:pt x="577766" y="48293"/>
                  <a:pt x="578820" y="50940"/>
                  <a:pt x="578820" y="54169"/>
                </a:cubicBezTo>
                <a:cubicBezTo>
                  <a:pt x="578820" y="57293"/>
                  <a:pt x="578086" y="61376"/>
                  <a:pt x="576616" y="66415"/>
                </a:cubicBezTo>
                <a:lnTo>
                  <a:pt x="569811" y="90720"/>
                </a:lnTo>
                <a:cubicBezTo>
                  <a:pt x="580226" y="71211"/>
                  <a:pt x="590098" y="57521"/>
                  <a:pt x="599426" y="49652"/>
                </a:cubicBezTo>
                <a:cubicBezTo>
                  <a:pt x="604602" y="45303"/>
                  <a:pt x="609713" y="43129"/>
                  <a:pt x="614761" y="43129"/>
                </a:cubicBezTo>
                <a:cubicBezTo>
                  <a:pt x="617700" y="43129"/>
                  <a:pt x="620112" y="44141"/>
                  <a:pt x="621997" y="46166"/>
                </a:cubicBezTo>
                <a:cubicBezTo>
                  <a:pt x="623882" y="48189"/>
                  <a:pt x="624824" y="51320"/>
                  <a:pt x="624824" y="55561"/>
                </a:cubicBezTo>
                <a:cubicBezTo>
                  <a:pt x="624824" y="59269"/>
                  <a:pt x="624249" y="63201"/>
                  <a:pt x="623099" y="67356"/>
                </a:cubicBezTo>
                <a:lnTo>
                  <a:pt x="612557" y="104659"/>
                </a:lnTo>
                <a:cubicBezTo>
                  <a:pt x="610257" y="112778"/>
                  <a:pt x="609106" y="117285"/>
                  <a:pt x="609106" y="118179"/>
                </a:cubicBezTo>
                <a:cubicBezTo>
                  <a:pt x="609106" y="119074"/>
                  <a:pt x="609394" y="119840"/>
                  <a:pt x="609969" y="120479"/>
                </a:cubicBezTo>
                <a:cubicBezTo>
                  <a:pt x="610352" y="120927"/>
                  <a:pt x="610864" y="121150"/>
                  <a:pt x="611502" y="121150"/>
                </a:cubicBezTo>
                <a:cubicBezTo>
                  <a:pt x="612141" y="121150"/>
                  <a:pt x="613260" y="120543"/>
                  <a:pt x="614857" y="119329"/>
                </a:cubicBezTo>
                <a:cubicBezTo>
                  <a:pt x="618499" y="116518"/>
                  <a:pt x="621917" y="112812"/>
                  <a:pt x="625112" y="108211"/>
                </a:cubicBezTo>
                <a:lnTo>
                  <a:pt x="628275" y="110224"/>
                </a:lnTo>
                <a:cubicBezTo>
                  <a:pt x="626677" y="112780"/>
                  <a:pt x="623850" y="116294"/>
                  <a:pt x="619793" y="120767"/>
                </a:cubicBezTo>
                <a:cubicBezTo>
                  <a:pt x="615735" y="125237"/>
                  <a:pt x="612269" y="128271"/>
                  <a:pt x="609394" y="129869"/>
                </a:cubicBezTo>
                <a:cubicBezTo>
                  <a:pt x="606519" y="131464"/>
                  <a:pt x="603867" y="132262"/>
                  <a:pt x="601439" y="132262"/>
                </a:cubicBezTo>
                <a:cubicBezTo>
                  <a:pt x="599203" y="132262"/>
                  <a:pt x="597334" y="131495"/>
                  <a:pt x="595832" y="129962"/>
                </a:cubicBezTo>
                <a:cubicBezTo>
                  <a:pt x="594331" y="128428"/>
                  <a:pt x="593580" y="126543"/>
                  <a:pt x="593580" y="124307"/>
                </a:cubicBezTo>
                <a:cubicBezTo>
                  <a:pt x="593580" y="121240"/>
                  <a:pt x="594890" y="115074"/>
                  <a:pt x="597510" y="105809"/>
                </a:cubicBezTo>
                <a:lnTo>
                  <a:pt x="606231" y="75044"/>
                </a:lnTo>
                <a:cubicBezTo>
                  <a:pt x="608212" y="67952"/>
                  <a:pt x="609266" y="64022"/>
                  <a:pt x="609394" y="63256"/>
                </a:cubicBezTo>
                <a:cubicBezTo>
                  <a:pt x="609586" y="62042"/>
                  <a:pt x="609681" y="60860"/>
                  <a:pt x="609681" y="59709"/>
                </a:cubicBezTo>
                <a:cubicBezTo>
                  <a:pt x="609681" y="58112"/>
                  <a:pt x="609330" y="56866"/>
                  <a:pt x="608627" y="55972"/>
                </a:cubicBezTo>
                <a:cubicBezTo>
                  <a:pt x="607860" y="55077"/>
                  <a:pt x="606998" y="54630"/>
                  <a:pt x="606039" y="54630"/>
                </a:cubicBezTo>
                <a:cubicBezTo>
                  <a:pt x="603356" y="54630"/>
                  <a:pt x="600513" y="56004"/>
                  <a:pt x="597510" y="58751"/>
                </a:cubicBezTo>
                <a:cubicBezTo>
                  <a:pt x="588692" y="66866"/>
                  <a:pt x="580450" y="78239"/>
                  <a:pt x="572782" y="92871"/>
                </a:cubicBezTo>
                <a:cubicBezTo>
                  <a:pt x="567735" y="102519"/>
                  <a:pt x="563006" y="114882"/>
                  <a:pt x="558598" y="129962"/>
                </a:cubicBezTo>
                <a:lnTo>
                  <a:pt x="544126" y="129962"/>
                </a:lnTo>
                <a:lnTo>
                  <a:pt x="560515" y="71902"/>
                </a:lnTo>
                <a:cubicBezTo>
                  <a:pt x="562304" y="65633"/>
                  <a:pt x="563198" y="61443"/>
                  <a:pt x="563198" y="59332"/>
                </a:cubicBezTo>
                <a:cubicBezTo>
                  <a:pt x="563198" y="57605"/>
                  <a:pt x="562847" y="56326"/>
                  <a:pt x="562144" y="55495"/>
                </a:cubicBezTo>
                <a:cubicBezTo>
                  <a:pt x="561441" y="54663"/>
                  <a:pt x="560578" y="54247"/>
                  <a:pt x="559556" y="54247"/>
                </a:cubicBezTo>
                <a:cubicBezTo>
                  <a:pt x="557448" y="54247"/>
                  <a:pt x="555211" y="55014"/>
                  <a:pt x="552847" y="56550"/>
                </a:cubicBezTo>
                <a:cubicBezTo>
                  <a:pt x="549014" y="59046"/>
                  <a:pt x="544078" y="64388"/>
                  <a:pt x="538040" y="72576"/>
                </a:cubicBezTo>
                <a:cubicBezTo>
                  <a:pt x="532002" y="80765"/>
                  <a:pt x="527321" y="88602"/>
                  <a:pt x="523999" y="96087"/>
                </a:cubicBezTo>
                <a:cubicBezTo>
                  <a:pt x="522401" y="99606"/>
                  <a:pt x="518600" y="110897"/>
                  <a:pt x="512594" y="129962"/>
                </a:cubicBezTo>
                <a:lnTo>
                  <a:pt x="498409" y="129962"/>
                </a:lnTo>
                <a:lnTo>
                  <a:pt x="516140" y="67856"/>
                </a:lnTo>
                <a:lnTo>
                  <a:pt x="518440" y="59805"/>
                </a:lnTo>
                <a:cubicBezTo>
                  <a:pt x="518887" y="58575"/>
                  <a:pt x="519111" y="57669"/>
                  <a:pt x="519111" y="57086"/>
                </a:cubicBezTo>
                <a:cubicBezTo>
                  <a:pt x="519111" y="55660"/>
                  <a:pt x="518472" y="54383"/>
                  <a:pt x="517194" y="53255"/>
                </a:cubicBezTo>
                <a:cubicBezTo>
                  <a:pt x="515916" y="52127"/>
                  <a:pt x="514287" y="51563"/>
                  <a:pt x="512306" y="51563"/>
                </a:cubicBezTo>
                <a:cubicBezTo>
                  <a:pt x="511475" y="51563"/>
                  <a:pt x="509175" y="51946"/>
                  <a:pt x="505405" y="52713"/>
                </a:cubicBezTo>
                <a:lnTo>
                  <a:pt x="504543" y="49263"/>
                </a:lnTo>
                <a:lnTo>
                  <a:pt x="537608" y="43129"/>
                </a:lnTo>
                <a:close/>
                <a:moveTo>
                  <a:pt x="684044" y="4984"/>
                </a:moveTo>
                <a:cubicBezTo>
                  <a:pt x="686727" y="4984"/>
                  <a:pt x="688996" y="5910"/>
                  <a:pt x="690848" y="7763"/>
                </a:cubicBezTo>
                <a:cubicBezTo>
                  <a:pt x="692701" y="9616"/>
                  <a:pt x="693628" y="11884"/>
                  <a:pt x="693628" y="14568"/>
                </a:cubicBezTo>
                <a:cubicBezTo>
                  <a:pt x="693628" y="17188"/>
                  <a:pt x="692685" y="19440"/>
                  <a:pt x="690801" y="21325"/>
                </a:cubicBezTo>
                <a:cubicBezTo>
                  <a:pt x="688916" y="23210"/>
                  <a:pt x="686663" y="24152"/>
                  <a:pt x="684044" y="24152"/>
                </a:cubicBezTo>
                <a:cubicBezTo>
                  <a:pt x="681424" y="24152"/>
                  <a:pt x="679172" y="23210"/>
                  <a:pt x="677287" y="21325"/>
                </a:cubicBezTo>
                <a:cubicBezTo>
                  <a:pt x="675402" y="19440"/>
                  <a:pt x="674460" y="17188"/>
                  <a:pt x="674460" y="14568"/>
                </a:cubicBezTo>
                <a:cubicBezTo>
                  <a:pt x="674460" y="11884"/>
                  <a:pt x="675386" y="9616"/>
                  <a:pt x="677239" y="7763"/>
                </a:cubicBezTo>
                <a:cubicBezTo>
                  <a:pt x="679092" y="5910"/>
                  <a:pt x="681360" y="4984"/>
                  <a:pt x="684044" y="4984"/>
                </a:cubicBezTo>
                <a:moveTo>
                  <a:pt x="685290" y="43129"/>
                </a:moveTo>
                <a:lnTo>
                  <a:pt x="666313" y="110347"/>
                </a:lnTo>
                <a:cubicBezTo>
                  <a:pt x="665035" y="114885"/>
                  <a:pt x="664396" y="117602"/>
                  <a:pt x="664396" y="118497"/>
                </a:cubicBezTo>
                <a:cubicBezTo>
                  <a:pt x="664396" y="119523"/>
                  <a:pt x="664700" y="120357"/>
                  <a:pt x="665307" y="121000"/>
                </a:cubicBezTo>
                <a:cubicBezTo>
                  <a:pt x="665914" y="121641"/>
                  <a:pt x="666632" y="121962"/>
                  <a:pt x="667463" y="121962"/>
                </a:cubicBezTo>
                <a:cubicBezTo>
                  <a:pt x="668421" y="121962"/>
                  <a:pt x="669572" y="121449"/>
                  <a:pt x="670913" y="120422"/>
                </a:cubicBezTo>
                <a:cubicBezTo>
                  <a:pt x="674555" y="117541"/>
                  <a:pt x="678229" y="113449"/>
                  <a:pt x="681935" y="108146"/>
                </a:cubicBezTo>
                <a:lnTo>
                  <a:pt x="685290" y="110350"/>
                </a:lnTo>
                <a:cubicBezTo>
                  <a:pt x="680945" y="117001"/>
                  <a:pt x="675833" y="122605"/>
                  <a:pt x="669955" y="127161"/>
                </a:cubicBezTo>
                <a:cubicBezTo>
                  <a:pt x="665610" y="130562"/>
                  <a:pt x="661457" y="132262"/>
                  <a:pt x="657496" y="132262"/>
                </a:cubicBezTo>
                <a:cubicBezTo>
                  <a:pt x="654876" y="132262"/>
                  <a:pt x="652735" y="131479"/>
                  <a:pt x="651074" y="129914"/>
                </a:cubicBezTo>
                <a:cubicBezTo>
                  <a:pt x="649413" y="128348"/>
                  <a:pt x="648582" y="126384"/>
                  <a:pt x="648582" y="124019"/>
                </a:cubicBezTo>
                <a:cubicBezTo>
                  <a:pt x="648582" y="121651"/>
                  <a:pt x="649381" y="117715"/>
                  <a:pt x="650978" y="112210"/>
                </a:cubicBezTo>
                <a:lnTo>
                  <a:pt x="663438" y="69198"/>
                </a:lnTo>
                <a:cubicBezTo>
                  <a:pt x="665482" y="62209"/>
                  <a:pt x="666505" y="57826"/>
                  <a:pt x="666505" y="56047"/>
                </a:cubicBezTo>
                <a:cubicBezTo>
                  <a:pt x="666505" y="54649"/>
                  <a:pt x="666009" y="53505"/>
                  <a:pt x="665019" y="52614"/>
                </a:cubicBezTo>
                <a:cubicBezTo>
                  <a:pt x="664029" y="51722"/>
                  <a:pt x="662671" y="51275"/>
                  <a:pt x="660946" y="51275"/>
                </a:cubicBezTo>
                <a:cubicBezTo>
                  <a:pt x="659540" y="51275"/>
                  <a:pt x="656633" y="51627"/>
                  <a:pt x="652224" y="52330"/>
                </a:cubicBezTo>
                <a:lnTo>
                  <a:pt x="652224" y="48496"/>
                </a:lnTo>
                <a:lnTo>
                  <a:pt x="685290" y="43129"/>
                </a:lnTo>
                <a:close/>
                <a:moveTo>
                  <a:pt x="742366" y="19552"/>
                </a:moveTo>
                <a:lnTo>
                  <a:pt x="734891" y="45429"/>
                </a:lnTo>
                <a:lnTo>
                  <a:pt x="749938" y="45429"/>
                </a:lnTo>
                <a:lnTo>
                  <a:pt x="748309" y="51563"/>
                </a:lnTo>
                <a:lnTo>
                  <a:pt x="733357" y="51563"/>
                </a:lnTo>
                <a:lnTo>
                  <a:pt x="716872" y="108119"/>
                </a:lnTo>
                <a:cubicBezTo>
                  <a:pt x="715083" y="114199"/>
                  <a:pt x="714189" y="118135"/>
                  <a:pt x="714189" y="119928"/>
                </a:cubicBezTo>
                <a:cubicBezTo>
                  <a:pt x="714189" y="121012"/>
                  <a:pt x="714444" y="121841"/>
                  <a:pt x="714956" y="122414"/>
                </a:cubicBezTo>
                <a:cubicBezTo>
                  <a:pt x="715467" y="122987"/>
                  <a:pt x="716074" y="123274"/>
                  <a:pt x="716777" y="123274"/>
                </a:cubicBezTo>
                <a:cubicBezTo>
                  <a:pt x="718374" y="123274"/>
                  <a:pt x="720483" y="122158"/>
                  <a:pt x="723102" y="119928"/>
                </a:cubicBezTo>
                <a:cubicBezTo>
                  <a:pt x="724636" y="118650"/>
                  <a:pt x="728054" y="114721"/>
                  <a:pt x="733357" y="108140"/>
                </a:cubicBezTo>
                <a:lnTo>
                  <a:pt x="736520" y="110536"/>
                </a:lnTo>
                <a:cubicBezTo>
                  <a:pt x="730642" y="119092"/>
                  <a:pt x="725083" y="125123"/>
                  <a:pt x="719844" y="128629"/>
                </a:cubicBezTo>
                <a:cubicBezTo>
                  <a:pt x="716265" y="131051"/>
                  <a:pt x="712655" y="132262"/>
                  <a:pt x="709013" y="132262"/>
                </a:cubicBezTo>
                <a:cubicBezTo>
                  <a:pt x="706202" y="132262"/>
                  <a:pt x="703902" y="131383"/>
                  <a:pt x="702113" y="129626"/>
                </a:cubicBezTo>
                <a:cubicBezTo>
                  <a:pt x="700324" y="127869"/>
                  <a:pt x="699429" y="125617"/>
                  <a:pt x="699429" y="122869"/>
                </a:cubicBezTo>
                <a:cubicBezTo>
                  <a:pt x="699429" y="119419"/>
                  <a:pt x="700452" y="114148"/>
                  <a:pt x="702496" y="107055"/>
                </a:cubicBezTo>
                <a:lnTo>
                  <a:pt x="718502" y="51563"/>
                </a:lnTo>
                <a:lnTo>
                  <a:pt x="704030" y="51563"/>
                </a:lnTo>
                <a:lnTo>
                  <a:pt x="704988" y="47765"/>
                </a:lnTo>
                <a:cubicBezTo>
                  <a:pt x="712016" y="45826"/>
                  <a:pt x="717863" y="42963"/>
                  <a:pt x="722527" y="39175"/>
                </a:cubicBezTo>
                <a:cubicBezTo>
                  <a:pt x="727191" y="35388"/>
                  <a:pt x="732399" y="28846"/>
                  <a:pt x="738149" y="19552"/>
                </a:cubicBezTo>
                <a:lnTo>
                  <a:pt x="742366" y="19552"/>
                </a:lnTo>
                <a:close/>
                <a:moveTo>
                  <a:pt x="865822" y="7092"/>
                </a:moveTo>
                <a:lnTo>
                  <a:pt x="850966" y="58464"/>
                </a:lnTo>
                <a:lnTo>
                  <a:pt x="863138" y="58464"/>
                </a:lnTo>
                <a:cubicBezTo>
                  <a:pt x="871828" y="58464"/>
                  <a:pt x="878121" y="57131"/>
                  <a:pt x="882019" y="54465"/>
                </a:cubicBezTo>
                <a:cubicBezTo>
                  <a:pt x="885916" y="51800"/>
                  <a:pt x="889271" y="46871"/>
                  <a:pt x="892082" y="39679"/>
                </a:cubicBezTo>
                <a:lnTo>
                  <a:pt x="895628" y="39679"/>
                </a:lnTo>
                <a:lnTo>
                  <a:pt x="882306" y="86833"/>
                </a:lnTo>
                <a:lnTo>
                  <a:pt x="878473" y="86833"/>
                </a:lnTo>
                <a:cubicBezTo>
                  <a:pt x="879623" y="82871"/>
                  <a:pt x="880198" y="79485"/>
                  <a:pt x="880198" y="76674"/>
                </a:cubicBezTo>
                <a:cubicBezTo>
                  <a:pt x="880198" y="73926"/>
                  <a:pt x="879639" y="71722"/>
                  <a:pt x="878521" y="70060"/>
                </a:cubicBezTo>
                <a:cubicBezTo>
                  <a:pt x="877402" y="68399"/>
                  <a:pt x="875869" y="67169"/>
                  <a:pt x="873920" y="66371"/>
                </a:cubicBezTo>
                <a:cubicBezTo>
                  <a:pt x="871971" y="65572"/>
                  <a:pt x="867866" y="65172"/>
                  <a:pt x="861605" y="65172"/>
                </a:cubicBezTo>
                <a:lnTo>
                  <a:pt x="849241" y="65172"/>
                </a:lnTo>
                <a:lnTo>
                  <a:pt x="836686" y="108146"/>
                </a:lnTo>
                <a:cubicBezTo>
                  <a:pt x="835472" y="112263"/>
                  <a:pt x="834865" y="115399"/>
                  <a:pt x="834865" y="117553"/>
                </a:cubicBezTo>
                <a:cubicBezTo>
                  <a:pt x="834865" y="119198"/>
                  <a:pt x="835663" y="120655"/>
                  <a:pt x="837261" y="121923"/>
                </a:cubicBezTo>
                <a:cubicBezTo>
                  <a:pt x="838347" y="122809"/>
                  <a:pt x="841062" y="123253"/>
                  <a:pt x="845407" y="123253"/>
                </a:cubicBezTo>
                <a:lnTo>
                  <a:pt x="856908" y="123253"/>
                </a:lnTo>
                <a:cubicBezTo>
                  <a:pt x="869368" y="123253"/>
                  <a:pt x="879351" y="121041"/>
                  <a:pt x="886859" y="116619"/>
                </a:cubicBezTo>
                <a:cubicBezTo>
                  <a:pt x="894366" y="112196"/>
                  <a:pt x="901091" y="104504"/>
                  <a:pt x="907034" y="93542"/>
                </a:cubicBezTo>
                <a:lnTo>
                  <a:pt x="910580" y="93542"/>
                </a:lnTo>
                <a:lnTo>
                  <a:pt x="898312" y="129962"/>
                </a:lnTo>
                <a:lnTo>
                  <a:pt x="797870" y="129962"/>
                </a:lnTo>
                <a:lnTo>
                  <a:pt x="799116" y="126511"/>
                </a:lnTo>
                <a:cubicBezTo>
                  <a:pt x="804099" y="126384"/>
                  <a:pt x="807454" y="125934"/>
                  <a:pt x="809179" y="125164"/>
                </a:cubicBezTo>
                <a:cubicBezTo>
                  <a:pt x="811735" y="124009"/>
                  <a:pt x="813588" y="122534"/>
                  <a:pt x="814738" y="120737"/>
                </a:cubicBezTo>
                <a:cubicBezTo>
                  <a:pt x="816463" y="118105"/>
                  <a:pt x="818508" y="112586"/>
                  <a:pt x="820872" y="104180"/>
                </a:cubicBezTo>
                <a:lnTo>
                  <a:pt x="843682" y="25707"/>
                </a:lnTo>
                <a:cubicBezTo>
                  <a:pt x="845471" y="19375"/>
                  <a:pt x="846366" y="14546"/>
                  <a:pt x="846366" y="11219"/>
                </a:cubicBezTo>
                <a:cubicBezTo>
                  <a:pt x="846366" y="8790"/>
                  <a:pt x="845519" y="6888"/>
                  <a:pt x="843826" y="5514"/>
                </a:cubicBezTo>
                <a:cubicBezTo>
                  <a:pt x="842133" y="4138"/>
                  <a:pt x="838826" y="3450"/>
                  <a:pt x="833906" y="3450"/>
                </a:cubicBezTo>
                <a:lnTo>
                  <a:pt x="831894" y="3450"/>
                </a:lnTo>
                <a:lnTo>
                  <a:pt x="833044" y="0"/>
                </a:lnTo>
                <a:lnTo>
                  <a:pt x="926394" y="0"/>
                </a:lnTo>
                <a:lnTo>
                  <a:pt x="918343" y="31436"/>
                </a:lnTo>
                <a:lnTo>
                  <a:pt x="914797" y="31436"/>
                </a:lnTo>
                <a:cubicBezTo>
                  <a:pt x="915244" y="28497"/>
                  <a:pt x="915468" y="26037"/>
                  <a:pt x="915468" y="24056"/>
                </a:cubicBezTo>
                <a:cubicBezTo>
                  <a:pt x="915468" y="20670"/>
                  <a:pt x="914637" y="17827"/>
                  <a:pt x="912976" y="15526"/>
                </a:cubicBezTo>
                <a:cubicBezTo>
                  <a:pt x="910803" y="12587"/>
                  <a:pt x="907641" y="10351"/>
                  <a:pt x="903487" y="8817"/>
                </a:cubicBezTo>
                <a:cubicBezTo>
                  <a:pt x="900420" y="7667"/>
                  <a:pt x="893360" y="7092"/>
                  <a:pt x="882306" y="7092"/>
                </a:cubicBezTo>
                <a:lnTo>
                  <a:pt x="865822" y="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xceeded">
            <a:extLst xmlns:a="http://schemas.openxmlformats.org/drawingml/2006/main">
              <a:ext uri="{FF2B5EF4-FFF2-40B4-BE49-F238E27FC236}">
                <a16:creationId xmlns:a16="http://schemas.microsoft.com/office/drawing/2014/main" id="{AB24B5BF-84D7-4298-8D1D-4A7C62C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886" y="2103087"/>
            <a:ext cx="642433" cy="138587"/>
          </a:xfrm>
          <a:custGeom xmlns:a="http://schemas.openxmlformats.org/drawingml/2006/main">
            <a:pathLst>
              <a:path w="642433" h="138587">
                <a:moveTo>
                  <a:pt x="40924" y="49454"/>
                </a:moveTo>
                <a:cubicBezTo>
                  <a:pt x="44055" y="52811"/>
                  <a:pt x="46419" y="56167"/>
                  <a:pt x="48017" y="59524"/>
                </a:cubicBezTo>
                <a:cubicBezTo>
                  <a:pt x="49167" y="61834"/>
                  <a:pt x="51052" y="67897"/>
                  <a:pt x="53671" y="77713"/>
                </a:cubicBezTo>
                <a:lnTo>
                  <a:pt x="62106" y="64981"/>
                </a:lnTo>
                <a:cubicBezTo>
                  <a:pt x="64342" y="61896"/>
                  <a:pt x="67057" y="58955"/>
                  <a:pt x="70252" y="56157"/>
                </a:cubicBezTo>
                <a:cubicBezTo>
                  <a:pt x="73447" y="53360"/>
                  <a:pt x="76258" y="51447"/>
                  <a:pt x="78686" y="50419"/>
                </a:cubicBezTo>
                <a:cubicBezTo>
                  <a:pt x="80220" y="49776"/>
                  <a:pt x="81913" y="49454"/>
                  <a:pt x="83766" y="49454"/>
                </a:cubicBezTo>
                <a:cubicBezTo>
                  <a:pt x="86513" y="49454"/>
                  <a:pt x="88702" y="50199"/>
                  <a:pt x="90331" y="51689"/>
                </a:cubicBezTo>
                <a:cubicBezTo>
                  <a:pt x="91960" y="53176"/>
                  <a:pt x="92775" y="54987"/>
                  <a:pt x="92775" y="57122"/>
                </a:cubicBezTo>
                <a:cubicBezTo>
                  <a:pt x="92775" y="59582"/>
                  <a:pt x="92296" y="61265"/>
                  <a:pt x="91337" y="62171"/>
                </a:cubicBezTo>
                <a:cubicBezTo>
                  <a:pt x="89548" y="63789"/>
                  <a:pt x="87504" y="64597"/>
                  <a:pt x="85203" y="64597"/>
                </a:cubicBezTo>
                <a:cubicBezTo>
                  <a:pt x="83862" y="64597"/>
                  <a:pt x="82424" y="64298"/>
                  <a:pt x="80891" y="63699"/>
                </a:cubicBezTo>
                <a:cubicBezTo>
                  <a:pt x="77888" y="62637"/>
                  <a:pt x="75875" y="62106"/>
                  <a:pt x="74853" y="62106"/>
                </a:cubicBezTo>
                <a:cubicBezTo>
                  <a:pt x="73319" y="62106"/>
                  <a:pt x="71498" y="63001"/>
                  <a:pt x="69390" y="64792"/>
                </a:cubicBezTo>
                <a:cubicBezTo>
                  <a:pt x="65428" y="68119"/>
                  <a:pt x="60700" y="74547"/>
                  <a:pt x="55205" y="84077"/>
                </a:cubicBezTo>
                <a:lnTo>
                  <a:pt x="63064" y="117044"/>
                </a:lnTo>
                <a:cubicBezTo>
                  <a:pt x="64278" y="122088"/>
                  <a:pt x="65300" y="125105"/>
                  <a:pt x="66131" y="126095"/>
                </a:cubicBezTo>
                <a:cubicBezTo>
                  <a:pt x="66962" y="127083"/>
                  <a:pt x="67792" y="127578"/>
                  <a:pt x="68623" y="127578"/>
                </a:cubicBezTo>
                <a:cubicBezTo>
                  <a:pt x="69965" y="127578"/>
                  <a:pt x="71530" y="126843"/>
                  <a:pt x="73319" y="125373"/>
                </a:cubicBezTo>
                <a:cubicBezTo>
                  <a:pt x="76833" y="122438"/>
                  <a:pt x="79836" y="118607"/>
                  <a:pt x="82328" y="113881"/>
                </a:cubicBezTo>
                <a:lnTo>
                  <a:pt x="85683" y="115606"/>
                </a:lnTo>
                <a:cubicBezTo>
                  <a:pt x="81657" y="123140"/>
                  <a:pt x="76546" y="129396"/>
                  <a:pt x="70348" y="134373"/>
                </a:cubicBezTo>
                <a:cubicBezTo>
                  <a:pt x="66834" y="137183"/>
                  <a:pt x="63863" y="138587"/>
                  <a:pt x="61435" y="138587"/>
                </a:cubicBezTo>
                <a:cubicBezTo>
                  <a:pt x="57857" y="138587"/>
                  <a:pt x="55013" y="136575"/>
                  <a:pt x="52905" y="132549"/>
                </a:cubicBezTo>
                <a:cubicBezTo>
                  <a:pt x="51563" y="130045"/>
                  <a:pt x="48784" y="119259"/>
                  <a:pt x="44566" y="100191"/>
                </a:cubicBezTo>
                <a:cubicBezTo>
                  <a:pt x="34599" y="117576"/>
                  <a:pt x="26612" y="128771"/>
                  <a:pt x="20606" y="133774"/>
                </a:cubicBezTo>
                <a:cubicBezTo>
                  <a:pt x="16708" y="136983"/>
                  <a:pt x="12939" y="138587"/>
                  <a:pt x="9297" y="138587"/>
                </a:cubicBezTo>
                <a:cubicBezTo>
                  <a:pt x="6741" y="138587"/>
                  <a:pt x="4409" y="137655"/>
                  <a:pt x="2300" y="135790"/>
                </a:cubicBezTo>
                <a:cubicBezTo>
                  <a:pt x="767" y="134376"/>
                  <a:pt x="0" y="132480"/>
                  <a:pt x="0" y="130102"/>
                </a:cubicBezTo>
                <a:cubicBezTo>
                  <a:pt x="0" y="127982"/>
                  <a:pt x="703" y="126215"/>
                  <a:pt x="2109" y="124801"/>
                </a:cubicBezTo>
                <a:cubicBezTo>
                  <a:pt x="3514" y="123385"/>
                  <a:pt x="5239" y="122678"/>
                  <a:pt x="7284" y="122678"/>
                </a:cubicBezTo>
                <a:cubicBezTo>
                  <a:pt x="9329" y="122678"/>
                  <a:pt x="11501" y="123719"/>
                  <a:pt x="13801" y="125801"/>
                </a:cubicBezTo>
                <a:cubicBezTo>
                  <a:pt x="15462" y="127297"/>
                  <a:pt x="16740" y="128045"/>
                  <a:pt x="17635" y="128045"/>
                </a:cubicBezTo>
                <a:cubicBezTo>
                  <a:pt x="18402" y="128045"/>
                  <a:pt x="19392" y="127536"/>
                  <a:pt x="20606" y="126517"/>
                </a:cubicBezTo>
                <a:cubicBezTo>
                  <a:pt x="23609" y="124101"/>
                  <a:pt x="27698" y="118886"/>
                  <a:pt x="32874" y="110871"/>
                </a:cubicBezTo>
                <a:cubicBezTo>
                  <a:pt x="38049" y="102854"/>
                  <a:pt x="41436" y="97065"/>
                  <a:pt x="43033" y="93503"/>
                </a:cubicBezTo>
                <a:cubicBezTo>
                  <a:pt x="39072" y="77910"/>
                  <a:pt x="36931" y="69665"/>
                  <a:pt x="36612" y="68767"/>
                </a:cubicBezTo>
                <a:cubicBezTo>
                  <a:pt x="35142" y="64595"/>
                  <a:pt x="33225" y="61644"/>
                  <a:pt x="30861" y="59913"/>
                </a:cubicBezTo>
                <a:cubicBezTo>
                  <a:pt x="28497" y="58180"/>
                  <a:pt x="25015" y="57313"/>
                  <a:pt x="20414" y="57313"/>
                </a:cubicBezTo>
                <a:cubicBezTo>
                  <a:pt x="18945" y="57313"/>
                  <a:pt x="17252" y="57377"/>
                  <a:pt x="15335" y="57505"/>
                </a:cubicBezTo>
                <a:lnTo>
                  <a:pt x="15335" y="54055"/>
                </a:lnTo>
                <a:lnTo>
                  <a:pt x="40924" y="49454"/>
                </a:lnTo>
                <a:close/>
                <a:moveTo>
                  <a:pt x="168095" y="115394"/>
                </a:moveTo>
                <a:cubicBezTo>
                  <a:pt x="161450" y="123380"/>
                  <a:pt x="154741" y="129243"/>
                  <a:pt x="147969" y="132981"/>
                </a:cubicBezTo>
                <a:cubicBezTo>
                  <a:pt x="141196" y="136718"/>
                  <a:pt x="134040" y="138587"/>
                  <a:pt x="126500" y="138587"/>
                </a:cubicBezTo>
                <a:cubicBezTo>
                  <a:pt x="117427" y="138587"/>
                  <a:pt x="110351" y="136029"/>
                  <a:pt x="105271" y="130911"/>
                </a:cubicBezTo>
                <a:cubicBezTo>
                  <a:pt x="100191" y="125793"/>
                  <a:pt x="97652" y="118918"/>
                  <a:pt x="97652" y="110284"/>
                </a:cubicBezTo>
                <a:cubicBezTo>
                  <a:pt x="97652" y="100498"/>
                  <a:pt x="100383" y="90872"/>
                  <a:pt x="105846" y="81406"/>
                </a:cubicBezTo>
                <a:cubicBezTo>
                  <a:pt x="111309" y="71937"/>
                  <a:pt x="118657" y="64245"/>
                  <a:pt x="127890" y="58329"/>
                </a:cubicBezTo>
                <a:cubicBezTo>
                  <a:pt x="137122" y="52413"/>
                  <a:pt x="146180" y="49454"/>
                  <a:pt x="155061" y="49454"/>
                </a:cubicBezTo>
                <a:cubicBezTo>
                  <a:pt x="162025" y="49454"/>
                  <a:pt x="167233" y="50903"/>
                  <a:pt x="170683" y="53800"/>
                </a:cubicBezTo>
                <a:cubicBezTo>
                  <a:pt x="174133" y="56697"/>
                  <a:pt x="175859" y="60248"/>
                  <a:pt x="175859" y="64451"/>
                </a:cubicBezTo>
                <a:cubicBezTo>
                  <a:pt x="175859" y="68398"/>
                  <a:pt x="174645" y="71774"/>
                  <a:pt x="172217" y="74577"/>
                </a:cubicBezTo>
                <a:cubicBezTo>
                  <a:pt x="170428" y="76741"/>
                  <a:pt x="168223" y="77824"/>
                  <a:pt x="165603" y="77824"/>
                </a:cubicBezTo>
                <a:cubicBezTo>
                  <a:pt x="163623" y="77824"/>
                  <a:pt x="161977" y="77190"/>
                  <a:pt x="160668" y="75922"/>
                </a:cubicBezTo>
                <a:cubicBezTo>
                  <a:pt x="159358" y="74654"/>
                  <a:pt x="158703" y="73069"/>
                  <a:pt x="158703" y="71169"/>
                </a:cubicBezTo>
                <a:cubicBezTo>
                  <a:pt x="158703" y="69965"/>
                  <a:pt x="158942" y="68855"/>
                  <a:pt x="159422" y="67841"/>
                </a:cubicBezTo>
                <a:cubicBezTo>
                  <a:pt x="159901" y="66827"/>
                  <a:pt x="160891" y="65607"/>
                  <a:pt x="162393" y="64181"/>
                </a:cubicBezTo>
                <a:cubicBezTo>
                  <a:pt x="163894" y="62753"/>
                  <a:pt x="164805" y="61723"/>
                  <a:pt x="165124" y="61090"/>
                </a:cubicBezTo>
                <a:cubicBezTo>
                  <a:pt x="165444" y="60455"/>
                  <a:pt x="165603" y="59789"/>
                  <a:pt x="165603" y="59093"/>
                </a:cubicBezTo>
                <a:cubicBezTo>
                  <a:pt x="165603" y="57761"/>
                  <a:pt x="164996" y="56652"/>
                  <a:pt x="163782" y="55765"/>
                </a:cubicBezTo>
                <a:cubicBezTo>
                  <a:pt x="161930" y="54497"/>
                  <a:pt x="159310" y="53863"/>
                  <a:pt x="155923" y="53863"/>
                </a:cubicBezTo>
                <a:cubicBezTo>
                  <a:pt x="149662" y="53863"/>
                  <a:pt x="143464" y="56068"/>
                  <a:pt x="137330" y="60476"/>
                </a:cubicBezTo>
                <a:cubicBezTo>
                  <a:pt x="131196" y="64885"/>
                  <a:pt x="125957" y="71147"/>
                  <a:pt x="121612" y="79261"/>
                </a:cubicBezTo>
                <a:cubicBezTo>
                  <a:pt x="116373" y="89101"/>
                  <a:pt x="113753" y="98941"/>
                  <a:pt x="113753" y="108781"/>
                </a:cubicBezTo>
                <a:cubicBezTo>
                  <a:pt x="113753" y="115298"/>
                  <a:pt x="115606" y="120457"/>
                  <a:pt x="119312" y="124259"/>
                </a:cubicBezTo>
                <a:cubicBezTo>
                  <a:pt x="123018" y="128061"/>
                  <a:pt x="128065" y="129962"/>
                  <a:pt x="134455" y="129962"/>
                </a:cubicBezTo>
                <a:cubicBezTo>
                  <a:pt x="139375" y="129962"/>
                  <a:pt x="144247" y="128732"/>
                  <a:pt x="149071" y="126272"/>
                </a:cubicBezTo>
                <a:cubicBezTo>
                  <a:pt x="153895" y="123812"/>
                  <a:pt x="159310" y="119355"/>
                  <a:pt x="165316" y="112902"/>
                </a:cubicBezTo>
                <a:lnTo>
                  <a:pt x="168095" y="115394"/>
                </a:lnTo>
                <a:close/>
                <a:moveTo>
                  <a:pt x="201053" y="100251"/>
                </a:moveTo>
                <a:cubicBezTo>
                  <a:pt x="200606" y="103435"/>
                  <a:pt x="200382" y="106078"/>
                  <a:pt x="200382" y="108179"/>
                </a:cubicBezTo>
                <a:cubicBezTo>
                  <a:pt x="200382" y="113845"/>
                  <a:pt x="202395" y="118669"/>
                  <a:pt x="206421" y="122651"/>
                </a:cubicBezTo>
                <a:cubicBezTo>
                  <a:pt x="210446" y="126630"/>
                  <a:pt x="215334" y="128620"/>
                  <a:pt x="221084" y="128620"/>
                </a:cubicBezTo>
                <a:cubicBezTo>
                  <a:pt x="225685" y="128620"/>
                  <a:pt x="230109" y="127680"/>
                  <a:pt x="234358" y="125801"/>
                </a:cubicBezTo>
                <a:cubicBezTo>
                  <a:pt x="238607" y="123921"/>
                  <a:pt x="244917" y="119762"/>
                  <a:pt x="253287" y="113327"/>
                </a:cubicBezTo>
                <a:lnTo>
                  <a:pt x="255300" y="116106"/>
                </a:lnTo>
                <a:cubicBezTo>
                  <a:pt x="240157" y="131094"/>
                  <a:pt x="225717" y="138587"/>
                  <a:pt x="211979" y="138587"/>
                </a:cubicBezTo>
                <a:cubicBezTo>
                  <a:pt x="202651" y="138587"/>
                  <a:pt x="195622" y="135645"/>
                  <a:pt x="190894" y="129761"/>
                </a:cubicBezTo>
                <a:cubicBezTo>
                  <a:pt x="186166" y="123877"/>
                  <a:pt x="183802" y="117384"/>
                  <a:pt x="183802" y="110284"/>
                </a:cubicBezTo>
                <a:cubicBezTo>
                  <a:pt x="183802" y="100754"/>
                  <a:pt x="186741" y="91000"/>
                  <a:pt x="192619" y="81022"/>
                </a:cubicBezTo>
                <a:cubicBezTo>
                  <a:pt x="198498" y="71043"/>
                  <a:pt x="205877" y="63287"/>
                  <a:pt x="214759" y="57754"/>
                </a:cubicBezTo>
                <a:cubicBezTo>
                  <a:pt x="223640" y="52221"/>
                  <a:pt x="232777" y="49454"/>
                  <a:pt x="242170" y="49454"/>
                </a:cubicBezTo>
                <a:cubicBezTo>
                  <a:pt x="248942" y="49454"/>
                  <a:pt x="253958" y="50833"/>
                  <a:pt x="257217" y="53591"/>
                </a:cubicBezTo>
                <a:cubicBezTo>
                  <a:pt x="260475" y="56348"/>
                  <a:pt x="262105" y="59620"/>
                  <a:pt x="262105" y="63405"/>
                </a:cubicBezTo>
                <a:cubicBezTo>
                  <a:pt x="262105" y="68729"/>
                  <a:pt x="259996" y="73827"/>
                  <a:pt x="255779" y="78701"/>
                </a:cubicBezTo>
                <a:cubicBezTo>
                  <a:pt x="250220" y="85051"/>
                  <a:pt x="242042" y="90181"/>
                  <a:pt x="231244" y="94093"/>
                </a:cubicBezTo>
                <a:cubicBezTo>
                  <a:pt x="224087" y="96722"/>
                  <a:pt x="214024" y="98775"/>
                  <a:pt x="201053" y="100251"/>
                </a:cubicBezTo>
                <a:moveTo>
                  <a:pt x="201724" y="95459"/>
                </a:moveTo>
                <a:cubicBezTo>
                  <a:pt x="211181" y="94370"/>
                  <a:pt x="218880" y="92513"/>
                  <a:pt x="224822" y="89888"/>
                </a:cubicBezTo>
                <a:cubicBezTo>
                  <a:pt x="232681" y="86366"/>
                  <a:pt x="238575" y="82154"/>
                  <a:pt x="242505" y="77255"/>
                </a:cubicBezTo>
                <a:cubicBezTo>
                  <a:pt x="246435" y="72355"/>
                  <a:pt x="248399" y="67695"/>
                  <a:pt x="248399" y="63277"/>
                </a:cubicBezTo>
                <a:cubicBezTo>
                  <a:pt x="248399" y="60587"/>
                  <a:pt x="247553" y="58410"/>
                  <a:pt x="245859" y="56744"/>
                </a:cubicBezTo>
                <a:cubicBezTo>
                  <a:pt x="244166" y="55079"/>
                  <a:pt x="241754" y="54247"/>
                  <a:pt x="238623" y="54247"/>
                </a:cubicBezTo>
                <a:cubicBezTo>
                  <a:pt x="232106" y="54247"/>
                  <a:pt x="225190" y="57721"/>
                  <a:pt x="217874" y="64669"/>
                </a:cubicBezTo>
                <a:cubicBezTo>
                  <a:pt x="210558" y="71618"/>
                  <a:pt x="205175" y="81881"/>
                  <a:pt x="201724" y="95459"/>
                </a:cubicBezTo>
                <a:close/>
                <a:moveTo>
                  <a:pt x="286437" y="100251"/>
                </a:moveTo>
                <a:cubicBezTo>
                  <a:pt x="285989" y="103435"/>
                  <a:pt x="285766" y="106078"/>
                  <a:pt x="285766" y="108179"/>
                </a:cubicBezTo>
                <a:cubicBezTo>
                  <a:pt x="285766" y="113845"/>
                  <a:pt x="287778" y="118669"/>
                  <a:pt x="291804" y="122651"/>
                </a:cubicBezTo>
                <a:cubicBezTo>
                  <a:pt x="295829" y="126630"/>
                  <a:pt x="300717" y="128620"/>
                  <a:pt x="306468" y="128620"/>
                </a:cubicBezTo>
                <a:cubicBezTo>
                  <a:pt x="311068" y="128620"/>
                  <a:pt x="315493" y="127680"/>
                  <a:pt x="319742" y="125801"/>
                </a:cubicBezTo>
                <a:cubicBezTo>
                  <a:pt x="323991" y="123921"/>
                  <a:pt x="330300" y="119762"/>
                  <a:pt x="338670" y="113327"/>
                </a:cubicBezTo>
                <a:lnTo>
                  <a:pt x="340683" y="116106"/>
                </a:lnTo>
                <a:cubicBezTo>
                  <a:pt x="325540" y="131094"/>
                  <a:pt x="311100" y="138587"/>
                  <a:pt x="297363" y="138587"/>
                </a:cubicBezTo>
                <a:cubicBezTo>
                  <a:pt x="288034" y="138587"/>
                  <a:pt x="281006" y="135645"/>
                  <a:pt x="276277" y="129761"/>
                </a:cubicBezTo>
                <a:cubicBezTo>
                  <a:pt x="271549" y="123877"/>
                  <a:pt x="269185" y="117384"/>
                  <a:pt x="269185" y="110284"/>
                </a:cubicBezTo>
                <a:cubicBezTo>
                  <a:pt x="269185" y="100754"/>
                  <a:pt x="272124" y="91000"/>
                  <a:pt x="278003" y="81022"/>
                </a:cubicBezTo>
                <a:cubicBezTo>
                  <a:pt x="283881" y="71043"/>
                  <a:pt x="291261" y="63287"/>
                  <a:pt x="300142" y="57754"/>
                </a:cubicBezTo>
                <a:cubicBezTo>
                  <a:pt x="309023" y="52221"/>
                  <a:pt x="318160" y="49454"/>
                  <a:pt x="327553" y="49454"/>
                </a:cubicBezTo>
                <a:cubicBezTo>
                  <a:pt x="334326" y="49454"/>
                  <a:pt x="339341" y="50833"/>
                  <a:pt x="342600" y="53591"/>
                </a:cubicBezTo>
                <a:cubicBezTo>
                  <a:pt x="345859" y="56348"/>
                  <a:pt x="347488" y="59620"/>
                  <a:pt x="347488" y="63405"/>
                </a:cubicBezTo>
                <a:cubicBezTo>
                  <a:pt x="347488" y="68729"/>
                  <a:pt x="345379" y="73827"/>
                  <a:pt x="341162" y="78701"/>
                </a:cubicBezTo>
                <a:cubicBezTo>
                  <a:pt x="335604" y="85051"/>
                  <a:pt x="327425" y="90181"/>
                  <a:pt x="316627" y="94093"/>
                </a:cubicBezTo>
                <a:cubicBezTo>
                  <a:pt x="309471" y="96722"/>
                  <a:pt x="299407" y="98775"/>
                  <a:pt x="286437" y="100251"/>
                </a:cubicBezTo>
                <a:moveTo>
                  <a:pt x="287108" y="95459"/>
                </a:moveTo>
                <a:cubicBezTo>
                  <a:pt x="296564" y="94370"/>
                  <a:pt x="304263" y="92513"/>
                  <a:pt x="310205" y="89888"/>
                </a:cubicBezTo>
                <a:cubicBezTo>
                  <a:pt x="318064" y="86366"/>
                  <a:pt x="323959" y="82154"/>
                  <a:pt x="327888" y="77255"/>
                </a:cubicBezTo>
                <a:cubicBezTo>
                  <a:pt x="331818" y="72355"/>
                  <a:pt x="333783" y="67695"/>
                  <a:pt x="333783" y="63277"/>
                </a:cubicBezTo>
                <a:cubicBezTo>
                  <a:pt x="333783" y="60587"/>
                  <a:pt x="332936" y="58410"/>
                  <a:pt x="331243" y="56744"/>
                </a:cubicBezTo>
                <a:cubicBezTo>
                  <a:pt x="329549" y="55079"/>
                  <a:pt x="327137" y="54247"/>
                  <a:pt x="324007" y="54247"/>
                </a:cubicBezTo>
                <a:cubicBezTo>
                  <a:pt x="317489" y="54247"/>
                  <a:pt x="310573" y="57721"/>
                  <a:pt x="303257" y="64669"/>
                </a:cubicBezTo>
                <a:cubicBezTo>
                  <a:pt x="295941" y="71618"/>
                  <a:pt x="290558" y="81881"/>
                  <a:pt x="287108" y="95459"/>
                </a:cubicBezTo>
                <a:close/>
                <a:moveTo>
                  <a:pt x="454628" y="0"/>
                </a:moveTo>
                <a:lnTo>
                  <a:pt x="421659" y="113093"/>
                </a:lnTo>
                <a:cubicBezTo>
                  <a:pt x="419869" y="119227"/>
                  <a:pt x="418975" y="123253"/>
                  <a:pt x="418975" y="125170"/>
                </a:cubicBezTo>
                <a:cubicBezTo>
                  <a:pt x="418975" y="125808"/>
                  <a:pt x="419246" y="126415"/>
                  <a:pt x="419790" y="126991"/>
                </a:cubicBezTo>
                <a:cubicBezTo>
                  <a:pt x="420333" y="127566"/>
                  <a:pt x="420892" y="127853"/>
                  <a:pt x="421467" y="127853"/>
                </a:cubicBezTo>
                <a:cubicBezTo>
                  <a:pt x="422297" y="127853"/>
                  <a:pt x="423288" y="127438"/>
                  <a:pt x="424438" y="126607"/>
                </a:cubicBezTo>
                <a:cubicBezTo>
                  <a:pt x="426610" y="125074"/>
                  <a:pt x="430252" y="121240"/>
                  <a:pt x="435364" y="115106"/>
                </a:cubicBezTo>
                <a:lnTo>
                  <a:pt x="438623" y="117119"/>
                </a:lnTo>
                <a:cubicBezTo>
                  <a:pt x="434022" y="123508"/>
                  <a:pt x="429374" y="128684"/>
                  <a:pt x="424678" y="132645"/>
                </a:cubicBezTo>
                <a:cubicBezTo>
                  <a:pt x="419981" y="136607"/>
                  <a:pt x="415589" y="138587"/>
                  <a:pt x="411499" y="138587"/>
                </a:cubicBezTo>
                <a:cubicBezTo>
                  <a:pt x="409327" y="138587"/>
                  <a:pt x="407538" y="137821"/>
                  <a:pt x="406132" y="136287"/>
                </a:cubicBezTo>
                <a:cubicBezTo>
                  <a:pt x="404726" y="134754"/>
                  <a:pt x="404024" y="132581"/>
                  <a:pt x="404024" y="129770"/>
                </a:cubicBezTo>
                <a:cubicBezTo>
                  <a:pt x="404024" y="126128"/>
                  <a:pt x="404982" y="121240"/>
                  <a:pt x="406899" y="115106"/>
                </a:cubicBezTo>
                <a:lnTo>
                  <a:pt x="410637" y="103659"/>
                </a:lnTo>
                <a:cubicBezTo>
                  <a:pt x="401372" y="117794"/>
                  <a:pt x="392938" y="127575"/>
                  <a:pt x="385334" y="133002"/>
                </a:cubicBezTo>
                <a:cubicBezTo>
                  <a:pt x="380095" y="136725"/>
                  <a:pt x="375079" y="138587"/>
                  <a:pt x="370287" y="138587"/>
                </a:cubicBezTo>
                <a:cubicBezTo>
                  <a:pt x="365431" y="138587"/>
                  <a:pt x="361198" y="136429"/>
                  <a:pt x="357588" y="132112"/>
                </a:cubicBezTo>
                <a:cubicBezTo>
                  <a:pt x="353978" y="127793"/>
                  <a:pt x="352173" y="121924"/>
                  <a:pt x="352173" y="114504"/>
                </a:cubicBezTo>
                <a:cubicBezTo>
                  <a:pt x="352173" y="104974"/>
                  <a:pt x="355208" y="94805"/>
                  <a:pt x="361278" y="83996"/>
                </a:cubicBezTo>
                <a:cubicBezTo>
                  <a:pt x="367348" y="73186"/>
                  <a:pt x="375367" y="64391"/>
                  <a:pt x="385334" y="57610"/>
                </a:cubicBezTo>
                <a:cubicBezTo>
                  <a:pt x="393193" y="52173"/>
                  <a:pt x="400414" y="49454"/>
                  <a:pt x="406995" y="49454"/>
                </a:cubicBezTo>
                <a:cubicBezTo>
                  <a:pt x="410445" y="49454"/>
                  <a:pt x="413416" y="50150"/>
                  <a:pt x="415908" y="51542"/>
                </a:cubicBezTo>
                <a:cubicBezTo>
                  <a:pt x="418400" y="52932"/>
                  <a:pt x="420860" y="55238"/>
                  <a:pt x="423288" y="58461"/>
                </a:cubicBezTo>
                <a:lnTo>
                  <a:pt x="432680" y="25320"/>
                </a:lnTo>
                <a:cubicBezTo>
                  <a:pt x="433383" y="22908"/>
                  <a:pt x="433958" y="20985"/>
                  <a:pt x="434405" y="19552"/>
                </a:cubicBezTo>
                <a:cubicBezTo>
                  <a:pt x="435172" y="16972"/>
                  <a:pt x="435556" y="14845"/>
                  <a:pt x="435556" y="13169"/>
                </a:cubicBezTo>
                <a:cubicBezTo>
                  <a:pt x="435556" y="11816"/>
                  <a:pt x="435076" y="10687"/>
                  <a:pt x="434118" y="9785"/>
                </a:cubicBezTo>
                <a:cubicBezTo>
                  <a:pt x="432776" y="8693"/>
                  <a:pt x="431051" y="8147"/>
                  <a:pt x="428942" y="8147"/>
                </a:cubicBezTo>
                <a:cubicBezTo>
                  <a:pt x="427473" y="8147"/>
                  <a:pt x="425045" y="8370"/>
                  <a:pt x="421659" y="8817"/>
                </a:cubicBezTo>
                <a:lnTo>
                  <a:pt x="421659" y="5367"/>
                </a:lnTo>
                <a:lnTo>
                  <a:pt x="454628" y="0"/>
                </a:lnTo>
                <a:moveTo>
                  <a:pt x="419071" y="67928"/>
                </a:moveTo>
                <a:cubicBezTo>
                  <a:pt x="419071" y="63817"/>
                  <a:pt x="417889" y="60509"/>
                  <a:pt x="415525" y="58005"/>
                </a:cubicBezTo>
                <a:cubicBezTo>
                  <a:pt x="413161" y="55499"/>
                  <a:pt x="410157" y="54247"/>
                  <a:pt x="406515" y="54247"/>
                </a:cubicBezTo>
                <a:cubicBezTo>
                  <a:pt x="398465" y="54247"/>
                  <a:pt x="390079" y="60926"/>
                  <a:pt x="381357" y="74286"/>
                </a:cubicBezTo>
                <a:cubicBezTo>
                  <a:pt x="372635" y="87646"/>
                  <a:pt x="368275" y="100428"/>
                  <a:pt x="368275" y="112632"/>
                </a:cubicBezTo>
                <a:cubicBezTo>
                  <a:pt x="368275" y="117450"/>
                  <a:pt x="369329" y="121128"/>
                  <a:pt x="371437" y="123666"/>
                </a:cubicBezTo>
                <a:cubicBezTo>
                  <a:pt x="373546" y="126202"/>
                  <a:pt x="376070" y="127470"/>
                  <a:pt x="379009" y="127470"/>
                </a:cubicBezTo>
                <a:cubicBezTo>
                  <a:pt x="385654" y="127470"/>
                  <a:pt x="393992" y="120244"/>
                  <a:pt x="404024" y="105791"/>
                </a:cubicBezTo>
                <a:cubicBezTo>
                  <a:pt x="414055" y="91339"/>
                  <a:pt x="419071" y="78718"/>
                  <a:pt x="419071" y="67928"/>
                </a:cubicBezTo>
                <a:close/>
                <a:moveTo>
                  <a:pt x="474242" y="100251"/>
                </a:moveTo>
                <a:cubicBezTo>
                  <a:pt x="473795" y="103435"/>
                  <a:pt x="473571" y="106078"/>
                  <a:pt x="473571" y="108179"/>
                </a:cubicBezTo>
                <a:cubicBezTo>
                  <a:pt x="473571" y="113845"/>
                  <a:pt x="475584" y="118669"/>
                  <a:pt x="479609" y="122651"/>
                </a:cubicBezTo>
                <a:cubicBezTo>
                  <a:pt x="483634" y="126630"/>
                  <a:pt x="488522" y="128620"/>
                  <a:pt x="494273" y="128620"/>
                </a:cubicBezTo>
                <a:cubicBezTo>
                  <a:pt x="498873" y="128620"/>
                  <a:pt x="503298" y="127680"/>
                  <a:pt x="507547" y="125801"/>
                </a:cubicBezTo>
                <a:cubicBezTo>
                  <a:pt x="511796" y="123921"/>
                  <a:pt x="518105" y="119762"/>
                  <a:pt x="526476" y="113327"/>
                </a:cubicBezTo>
                <a:lnTo>
                  <a:pt x="528488" y="116106"/>
                </a:lnTo>
                <a:cubicBezTo>
                  <a:pt x="513345" y="131094"/>
                  <a:pt x="498905" y="138587"/>
                  <a:pt x="485168" y="138587"/>
                </a:cubicBezTo>
                <a:cubicBezTo>
                  <a:pt x="475839" y="138587"/>
                  <a:pt x="468811" y="135645"/>
                  <a:pt x="464083" y="129761"/>
                </a:cubicBezTo>
                <a:cubicBezTo>
                  <a:pt x="459354" y="123877"/>
                  <a:pt x="456990" y="117384"/>
                  <a:pt x="456990" y="110284"/>
                </a:cubicBezTo>
                <a:cubicBezTo>
                  <a:pt x="456990" y="100754"/>
                  <a:pt x="459929" y="91000"/>
                  <a:pt x="465808" y="81022"/>
                </a:cubicBezTo>
                <a:cubicBezTo>
                  <a:pt x="471686" y="71043"/>
                  <a:pt x="479066" y="63287"/>
                  <a:pt x="487947" y="57754"/>
                </a:cubicBezTo>
                <a:cubicBezTo>
                  <a:pt x="496829" y="52221"/>
                  <a:pt x="505965" y="49454"/>
                  <a:pt x="515358" y="49454"/>
                </a:cubicBezTo>
                <a:cubicBezTo>
                  <a:pt x="522131" y="49454"/>
                  <a:pt x="527147" y="50833"/>
                  <a:pt x="530405" y="53591"/>
                </a:cubicBezTo>
                <a:cubicBezTo>
                  <a:pt x="533664" y="56348"/>
                  <a:pt x="535293" y="59620"/>
                  <a:pt x="535293" y="63405"/>
                </a:cubicBezTo>
                <a:cubicBezTo>
                  <a:pt x="535293" y="68729"/>
                  <a:pt x="533185" y="73827"/>
                  <a:pt x="528968" y="78701"/>
                </a:cubicBezTo>
                <a:cubicBezTo>
                  <a:pt x="523409" y="85051"/>
                  <a:pt x="515230" y="90181"/>
                  <a:pt x="504432" y="94093"/>
                </a:cubicBezTo>
                <a:cubicBezTo>
                  <a:pt x="497276" y="96722"/>
                  <a:pt x="487212" y="98775"/>
                  <a:pt x="474242" y="100251"/>
                </a:cubicBezTo>
                <a:moveTo>
                  <a:pt x="474913" y="95459"/>
                </a:moveTo>
                <a:cubicBezTo>
                  <a:pt x="484369" y="94370"/>
                  <a:pt x="492068" y="92513"/>
                  <a:pt x="498011" y="89888"/>
                </a:cubicBezTo>
                <a:cubicBezTo>
                  <a:pt x="505870" y="86366"/>
                  <a:pt x="511764" y="82154"/>
                  <a:pt x="515693" y="77255"/>
                </a:cubicBezTo>
                <a:cubicBezTo>
                  <a:pt x="519623" y="72355"/>
                  <a:pt x="521588" y="67695"/>
                  <a:pt x="521588" y="63277"/>
                </a:cubicBezTo>
                <a:cubicBezTo>
                  <a:pt x="521588" y="60587"/>
                  <a:pt x="520741" y="58410"/>
                  <a:pt x="519048" y="56744"/>
                </a:cubicBezTo>
                <a:cubicBezTo>
                  <a:pt x="517355" y="55079"/>
                  <a:pt x="514943" y="54247"/>
                  <a:pt x="511812" y="54247"/>
                </a:cubicBezTo>
                <a:cubicBezTo>
                  <a:pt x="505295" y="54247"/>
                  <a:pt x="498378" y="57721"/>
                  <a:pt x="491062" y="64669"/>
                </a:cubicBezTo>
                <a:cubicBezTo>
                  <a:pt x="483746" y="71618"/>
                  <a:pt x="478363" y="81881"/>
                  <a:pt x="474913" y="95459"/>
                </a:cubicBezTo>
                <a:close/>
                <a:moveTo>
                  <a:pt x="642433" y="0"/>
                </a:moveTo>
                <a:lnTo>
                  <a:pt x="609463" y="113093"/>
                </a:lnTo>
                <a:cubicBezTo>
                  <a:pt x="607674" y="119227"/>
                  <a:pt x="606780" y="123253"/>
                  <a:pt x="606780" y="125170"/>
                </a:cubicBezTo>
                <a:cubicBezTo>
                  <a:pt x="606780" y="125808"/>
                  <a:pt x="607051" y="126415"/>
                  <a:pt x="607594" y="126991"/>
                </a:cubicBezTo>
                <a:cubicBezTo>
                  <a:pt x="608137" y="127566"/>
                  <a:pt x="608696" y="127853"/>
                  <a:pt x="609271" y="127853"/>
                </a:cubicBezTo>
                <a:cubicBezTo>
                  <a:pt x="610102" y="127853"/>
                  <a:pt x="611092" y="127438"/>
                  <a:pt x="612243" y="126607"/>
                </a:cubicBezTo>
                <a:cubicBezTo>
                  <a:pt x="614415" y="125074"/>
                  <a:pt x="618057" y="121240"/>
                  <a:pt x="623169" y="115106"/>
                </a:cubicBezTo>
                <a:lnTo>
                  <a:pt x="626427" y="117119"/>
                </a:lnTo>
                <a:cubicBezTo>
                  <a:pt x="621827" y="123508"/>
                  <a:pt x="617178" y="128684"/>
                  <a:pt x="612482" y="132645"/>
                </a:cubicBezTo>
                <a:cubicBezTo>
                  <a:pt x="607786" y="136607"/>
                  <a:pt x="603393" y="138587"/>
                  <a:pt x="599304" y="138587"/>
                </a:cubicBezTo>
                <a:cubicBezTo>
                  <a:pt x="597131" y="138587"/>
                  <a:pt x="595342" y="137821"/>
                  <a:pt x="593937" y="136287"/>
                </a:cubicBezTo>
                <a:cubicBezTo>
                  <a:pt x="592531" y="134754"/>
                  <a:pt x="591828" y="132581"/>
                  <a:pt x="591828" y="129770"/>
                </a:cubicBezTo>
                <a:cubicBezTo>
                  <a:pt x="591828" y="126128"/>
                  <a:pt x="592787" y="121240"/>
                  <a:pt x="594703" y="115106"/>
                </a:cubicBezTo>
                <a:lnTo>
                  <a:pt x="598441" y="103659"/>
                </a:lnTo>
                <a:cubicBezTo>
                  <a:pt x="589177" y="117794"/>
                  <a:pt x="580743" y="127575"/>
                  <a:pt x="573139" y="133002"/>
                </a:cubicBezTo>
                <a:cubicBezTo>
                  <a:pt x="567900" y="136725"/>
                  <a:pt x="562884" y="138587"/>
                  <a:pt x="558092" y="138587"/>
                </a:cubicBezTo>
                <a:cubicBezTo>
                  <a:pt x="553236" y="138587"/>
                  <a:pt x="549003" y="136429"/>
                  <a:pt x="545393" y="132112"/>
                </a:cubicBezTo>
                <a:cubicBezTo>
                  <a:pt x="541783" y="127793"/>
                  <a:pt x="539978" y="121924"/>
                  <a:pt x="539978" y="114504"/>
                </a:cubicBezTo>
                <a:cubicBezTo>
                  <a:pt x="539978" y="104974"/>
                  <a:pt x="543013" y="94805"/>
                  <a:pt x="549083" y="83996"/>
                </a:cubicBezTo>
                <a:cubicBezTo>
                  <a:pt x="555153" y="73186"/>
                  <a:pt x="563171" y="64391"/>
                  <a:pt x="573139" y="57610"/>
                </a:cubicBezTo>
                <a:cubicBezTo>
                  <a:pt x="580998" y="52173"/>
                  <a:pt x="588218" y="49454"/>
                  <a:pt x="594799" y="49454"/>
                </a:cubicBezTo>
                <a:cubicBezTo>
                  <a:pt x="598250" y="49454"/>
                  <a:pt x="601221" y="50150"/>
                  <a:pt x="603713" y="51542"/>
                </a:cubicBezTo>
                <a:cubicBezTo>
                  <a:pt x="606204" y="52932"/>
                  <a:pt x="608664" y="55238"/>
                  <a:pt x="611092" y="58461"/>
                </a:cubicBezTo>
                <a:lnTo>
                  <a:pt x="620485" y="25320"/>
                </a:lnTo>
                <a:cubicBezTo>
                  <a:pt x="621188" y="22908"/>
                  <a:pt x="621763" y="20985"/>
                  <a:pt x="622210" y="19552"/>
                </a:cubicBezTo>
                <a:cubicBezTo>
                  <a:pt x="622977" y="16972"/>
                  <a:pt x="623360" y="14845"/>
                  <a:pt x="623360" y="13169"/>
                </a:cubicBezTo>
                <a:cubicBezTo>
                  <a:pt x="623360" y="11816"/>
                  <a:pt x="622881" y="10687"/>
                  <a:pt x="621923" y="9785"/>
                </a:cubicBezTo>
                <a:cubicBezTo>
                  <a:pt x="620581" y="8693"/>
                  <a:pt x="618856" y="8147"/>
                  <a:pt x="616747" y="8147"/>
                </a:cubicBezTo>
                <a:cubicBezTo>
                  <a:pt x="615278" y="8147"/>
                  <a:pt x="612850" y="8370"/>
                  <a:pt x="609463" y="8817"/>
                </a:cubicBezTo>
                <a:lnTo>
                  <a:pt x="609463" y="5367"/>
                </a:lnTo>
                <a:lnTo>
                  <a:pt x="642433" y="0"/>
                </a:lnTo>
                <a:moveTo>
                  <a:pt x="606875" y="67928"/>
                </a:moveTo>
                <a:cubicBezTo>
                  <a:pt x="606875" y="63817"/>
                  <a:pt x="605693" y="60509"/>
                  <a:pt x="603329" y="58005"/>
                </a:cubicBezTo>
                <a:cubicBezTo>
                  <a:pt x="600965" y="55499"/>
                  <a:pt x="597962" y="54247"/>
                  <a:pt x="594320" y="54247"/>
                </a:cubicBezTo>
                <a:cubicBezTo>
                  <a:pt x="586269" y="54247"/>
                  <a:pt x="577883" y="60926"/>
                  <a:pt x="569162" y="74286"/>
                </a:cubicBezTo>
                <a:cubicBezTo>
                  <a:pt x="560440" y="87646"/>
                  <a:pt x="556079" y="100428"/>
                  <a:pt x="556079" y="112632"/>
                </a:cubicBezTo>
                <a:cubicBezTo>
                  <a:pt x="556079" y="117450"/>
                  <a:pt x="557133" y="121128"/>
                  <a:pt x="559242" y="123666"/>
                </a:cubicBezTo>
                <a:cubicBezTo>
                  <a:pt x="561350" y="126202"/>
                  <a:pt x="563874" y="127470"/>
                  <a:pt x="566813" y="127470"/>
                </a:cubicBezTo>
                <a:cubicBezTo>
                  <a:pt x="573459" y="127470"/>
                  <a:pt x="581797" y="120244"/>
                  <a:pt x="591828" y="105791"/>
                </a:cubicBezTo>
                <a:cubicBezTo>
                  <a:pt x="601860" y="91339"/>
                  <a:pt x="606875" y="78718"/>
                  <a:pt x="606875" y="679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32DCD-7788-4B13-A528-9162CA7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026" y="1816239"/>
            <a:ext cx="237969" cy="236705"/>
          </a:xfrm>
          <a:custGeom xmlns:a="http://schemas.openxmlformats.org/drawingml/2006/main">
            <a:pathLst>
              <a:path w="237969" h="236705">
                <a:moveTo>
                  <a:pt x="120385" y="236705"/>
                </a:moveTo>
                <a:cubicBezTo>
                  <a:pt x="53489" y="236705"/>
                  <a:pt x="0" y="183996"/>
                  <a:pt x="0" y="116948"/>
                </a:cubicBezTo>
                <a:cubicBezTo>
                  <a:pt x="0" y="53167"/>
                  <a:pt x="53489" y="0"/>
                  <a:pt x="120385" y="0"/>
                </a:cubicBezTo>
                <a:cubicBezTo>
                  <a:pt x="184947" y="0"/>
                  <a:pt x="237969" y="53167"/>
                  <a:pt x="237969" y="116948"/>
                </a:cubicBezTo>
                <a:cubicBezTo>
                  <a:pt x="237969" y="183996"/>
                  <a:pt x="184947" y="236705"/>
                  <a:pt x="120385" y="236705"/>
                </a:cubicBezTo>
                <a:moveTo>
                  <a:pt x="120385" y="22448"/>
                </a:moveTo>
                <a:cubicBezTo>
                  <a:pt x="67363" y="22448"/>
                  <a:pt x="22613" y="64240"/>
                  <a:pt x="22613" y="116948"/>
                </a:cubicBezTo>
                <a:cubicBezTo>
                  <a:pt x="22613" y="169812"/>
                  <a:pt x="67363" y="214249"/>
                  <a:pt x="120385" y="214249"/>
                </a:cubicBezTo>
                <a:cubicBezTo>
                  <a:pt x="173874" y="214249"/>
                  <a:pt x="215356" y="169812"/>
                  <a:pt x="215356" y="116948"/>
                </a:cubicBezTo>
                <a:cubicBezTo>
                  <a:pt x="215356" y="64240"/>
                  <a:pt x="173874" y="22448"/>
                  <a:pt x="120385" y="22448"/>
                </a:cubicBezTo>
                <a:moveTo>
                  <a:pt x="159525" y="169812"/>
                </a:moveTo>
                <a:cubicBezTo>
                  <a:pt x="156879" y="169812"/>
                  <a:pt x="154070" y="169812"/>
                  <a:pt x="154070" y="167003"/>
                </a:cubicBezTo>
                <a:lnTo>
                  <a:pt x="120385" y="133941"/>
                </a:lnTo>
                <a:lnTo>
                  <a:pt x="86700" y="167003"/>
                </a:lnTo>
                <a:cubicBezTo>
                  <a:pt x="84054" y="169812"/>
                  <a:pt x="81245" y="169812"/>
                  <a:pt x="78436" y="169812"/>
                </a:cubicBezTo>
                <a:cubicBezTo>
                  <a:pt x="72825" y="169812"/>
                  <a:pt x="67363" y="164194"/>
                  <a:pt x="67363" y="158739"/>
                </a:cubicBezTo>
                <a:cubicBezTo>
                  <a:pt x="67363" y="155930"/>
                  <a:pt x="67363" y="153277"/>
                  <a:pt x="70172" y="150476"/>
                </a:cubicBezTo>
                <a:lnTo>
                  <a:pt x="103702" y="116948"/>
                </a:lnTo>
                <a:lnTo>
                  <a:pt x="70172" y="83575"/>
                </a:lnTo>
                <a:cubicBezTo>
                  <a:pt x="67363" y="83575"/>
                  <a:pt x="67363" y="80774"/>
                  <a:pt x="67363" y="77965"/>
                </a:cubicBezTo>
                <a:cubicBezTo>
                  <a:pt x="67363" y="69702"/>
                  <a:pt x="72825" y="67049"/>
                  <a:pt x="78436" y="67049"/>
                </a:cubicBezTo>
                <a:cubicBezTo>
                  <a:pt x="81245" y="67049"/>
                  <a:pt x="84054" y="67049"/>
                  <a:pt x="86700" y="69702"/>
                </a:cubicBezTo>
                <a:lnTo>
                  <a:pt x="120385" y="103222"/>
                </a:lnTo>
                <a:lnTo>
                  <a:pt x="154070" y="69702"/>
                </a:lnTo>
                <a:cubicBezTo>
                  <a:pt x="154070" y="67049"/>
                  <a:pt x="156879" y="67049"/>
                  <a:pt x="159525" y="67049"/>
                </a:cubicBezTo>
                <a:cubicBezTo>
                  <a:pt x="167944" y="67049"/>
                  <a:pt x="170598" y="69702"/>
                  <a:pt x="170598" y="77965"/>
                </a:cubicBezTo>
                <a:cubicBezTo>
                  <a:pt x="170598" y="80774"/>
                  <a:pt x="170598" y="83575"/>
                  <a:pt x="167944" y="83575"/>
                </a:cubicBezTo>
                <a:lnTo>
                  <a:pt x="134578" y="116948"/>
                </a:lnTo>
                <a:lnTo>
                  <a:pt x="167944" y="150476"/>
                </a:lnTo>
                <a:cubicBezTo>
                  <a:pt x="170598" y="153277"/>
                  <a:pt x="170598" y="155930"/>
                  <a:pt x="170598" y="158739"/>
                </a:cubicBezTo>
                <a:cubicBezTo>
                  <a:pt x="170598" y="164194"/>
                  <a:pt x="167944" y="169812"/>
                  <a:pt x="159525" y="169812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BB47B-0250-465A-921F-D2E4C601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248" y="1191690"/>
            <a:ext cx="1706819" cy="281625"/>
          </a:xfrm>
          <a:custGeom xmlns:a="http://schemas.openxmlformats.org/drawingml/2006/main">
            <a:pathLst>
              <a:path w="1706819" h="281625">
                <a:moveTo>
                  <a:pt x="1706819" y="0"/>
                </a:moveTo>
                <a:lnTo>
                  <a:pt x="1706819" y="281625"/>
                </a:lnTo>
                <a:lnTo>
                  <a:pt x="172702" y="281625"/>
                </a:lnTo>
                <a:lnTo>
                  <a:pt x="0" y="140813"/>
                </a:lnTo>
                <a:lnTo>
                  <a:pt x="172702" y="0"/>
                </a:lnTo>
                <a:lnTo>
                  <a:pt x="1706819" y="0"/>
                </a:lnTo>
                <a:close/>
              </a:path>
            </a:pathLst>
          </a:custGeom>
          <a:solidFill xmlns:a="http://schemas.openxmlformats.org/drawingml/2006/main">
            <a:srgbClr val="00B05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4c659ba2f46cc"/>
          <a:stretch xmlns:a="http://schemas.openxmlformats.org/drawingml/2006/main"/>
        </p:blipFill>
        <p:spPr>
          <a:xfrm xmlns:a="http://schemas.openxmlformats.org/drawingml/2006/main">
            <a:off x="9257477" y="1781626"/>
            <a:ext cx="3516046" cy="1900952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ABE2E-C9A1-4A2E-94BC-8C8C208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147" y="1823219"/>
            <a:ext cx="3370968" cy="1758024"/>
          </a:xfrm>
          <a:custGeom xmlns:a="http://schemas.openxmlformats.org/drawingml/2006/main">
            <a:pathLst>
              <a:path w="3370968" h="1758024">
                <a:moveTo>
                  <a:pt x="0" y="293004"/>
                </a:moveTo>
                <a:cubicBezTo>
                  <a:pt x="0" y="131183"/>
                  <a:pt x="131183" y="0"/>
                  <a:pt x="293004" y="0"/>
                </a:cubicBezTo>
                <a:lnTo>
                  <a:pt x="3077964" y="0"/>
                </a:lnTo>
                <a:cubicBezTo>
                  <a:pt x="3239784" y="0"/>
                  <a:pt x="3370968" y="131183"/>
                  <a:pt x="3370968" y="293004"/>
                </a:cubicBezTo>
                <a:lnTo>
                  <a:pt x="3370968" y="1465005"/>
                </a:lnTo>
                <a:cubicBezTo>
                  <a:pt x="3370968" y="1626826"/>
                  <a:pt x="3239784" y="1758024"/>
                  <a:pt x="3077964" y="1758024"/>
                </a:cubicBezTo>
                <a:lnTo>
                  <a:pt x="293004" y="1758024"/>
                </a:lnTo>
                <a:cubicBezTo>
                  <a:pt x="131183" y="1758024"/>
                  <a:pt x="0" y="1626826"/>
                  <a:pt x="0" y="1465005"/>
                </a:cubicBezTo>
                <a:lnTo>
                  <a:pt x="0" y="2930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7B4F5-11FF-40D9-B5A8-28CA9A94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148" y="1823219"/>
            <a:ext cx="3370968" cy="1758024"/>
          </a:xfrm>
          <a:custGeom xmlns:a="http://schemas.openxmlformats.org/drawingml/2006/main">
            <a:pathLst>
              <a:path w="3370968" h="1758024" fill="none">
                <a:moveTo>
                  <a:pt x="0" y="293004"/>
                </a:moveTo>
                <a:cubicBezTo>
                  <a:pt x="0" y="131183"/>
                  <a:pt x="131183" y="0"/>
                  <a:pt x="293004" y="0"/>
                </a:cubicBezTo>
                <a:lnTo>
                  <a:pt x="3077964" y="0"/>
                </a:lnTo>
                <a:cubicBezTo>
                  <a:pt x="3239784" y="0"/>
                  <a:pt x="3370968" y="131183"/>
                  <a:pt x="3370968" y="293004"/>
                </a:cubicBezTo>
                <a:lnTo>
                  <a:pt x="3370968" y="1465005"/>
                </a:lnTo>
                <a:cubicBezTo>
                  <a:pt x="3370968" y="1626826"/>
                  <a:pt x="3239784" y="1758024"/>
                  <a:pt x="3077964" y="1758024"/>
                </a:cubicBezTo>
                <a:lnTo>
                  <a:pt x="293004" y="1758024"/>
                </a:lnTo>
                <a:cubicBezTo>
                  <a:pt x="131183" y="1758024"/>
                  <a:pt x="0" y="1626826"/>
                  <a:pt x="0" y="1465005"/>
                </a:cubicBezTo>
                <a:lnTo>
                  <a:pt x="0" y="2930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103" name="Text 6.Repairbuggycode">
            <a:extLst xmlns:a="http://schemas.openxmlformats.org/drawingml/2006/main">
              <a:ext uri="{FF2B5EF4-FFF2-40B4-BE49-F238E27FC236}">
                <a16:creationId xmlns:a16="http://schemas.microsoft.com/office/drawing/2014/main" id="{68EB6400-F7A1-44E8-BF53-E8E1944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900" y="1986611"/>
            <a:ext cx="2282775" cy="228520"/>
          </a:xfrm>
          <a:custGeom xmlns:a="http://schemas.openxmlformats.org/drawingml/2006/main">
            <a:pathLst>
              <a:path w="2282775" h="228520">
                <a:moveTo>
                  <a:pt x="110760" y="250"/>
                </a:moveTo>
                <a:lnTo>
                  <a:pt x="110760" y="3750"/>
                </a:lnTo>
                <a:cubicBezTo>
                  <a:pt x="95675" y="7574"/>
                  <a:pt x="83570" y="12498"/>
                  <a:pt x="74444" y="18525"/>
                </a:cubicBezTo>
                <a:cubicBezTo>
                  <a:pt x="65318" y="24552"/>
                  <a:pt x="58109" y="31867"/>
                  <a:pt x="52817" y="40472"/>
                </a:cubicBezTo>
                <a:cubicBezTo>
                  <a:pt x="47525" y="49075"/>
                  <a:pt x="43421" y="59734"/>
                  <a:pt x="40504" y="72452"/>
                </a:cubicBezTo>
                <a:cubicBezTo>
                  <a:pt x="44171" y="69928"/>
                  <a:pt x="47213" y="68287"/>
                  <a:pt x="49629" y="67529"/>
                </a:cubicBezTo>
                <a:cubicBezTo>
                  <a:pt x="55047" y="65847"/>
                  <a:pt x="60505" y="65006"/>
                  <a:pt x="66006" y="65006"/>
                </a:cubicBezTo>
                <a:cubicBezTo>
                  <a:pt x="78674" y="65006"/>
                  <a:pt x="89237" y="69621"/>
                  <a:pt x="97696" y="78851"/>
                </a:cubicBezTo>
                <a:cubicBezTo>
                  <a:pt x="106155" y="88081"/>
                  <a:pt x="110385" y="100673"/>
                  <a:pt x="110385" y="116628"/>
                </a:cubicBezTo>
                <a:cubicBezTo>
                  <a:pt x="110385" y="127819"/>
                  <a:pt x="108093" y="138092"/>
                  <a:pt x="103509" y="147447"/>
                </a:cubicBezTo>
                <a:cubicBezTo>
                  <a:pt x="98925" y="156802"/>
                  <a:pt x="92425" y="164028"/>
                  <a:pt x="84008" y="169124"/>
                </a:cubicBezTo>
                <a:cubicBezTo>
                  <a:pt x="75590" y="174219"/>
                  <a:pt x="66589" y="176766"/>
                  <a:pt x="57005" y="176766"/>
                </a:cubicBezTo>
                <a:cubicBezTo>
                  <a:pt x="46587" y="176766"/>
                  <a:pt x="36962" y="173911"/>
                  <a:pt x="28128" y="168203"/>
                </a:cubicBezTo>
                <a:cubicBezTo>
                  <a:pt x="19293" y="162494"/>
                  <a:pt x="12397" y="154139"/>
                  <a:pt x="7438" y="143138"/>
                </a:cubicBezTo>
                <a:cubicBezTo>
                  <a:pt x="2479" y="132137"/>
                  <a:pt x="0" y="120177"/>
                  <a:pt x="0" y="107260"/>
                </a:cubicBezTo>
                <a:cubicBezTo>
                  <a:pt x="0" y="88258"/>
                  <a:pt x="4563" y="70569"/>
                  <a:pt x="13689" y="54192"/>
                </a:cubicBezTo>
                <a:cubicBezTo>
                  <a:pt x="22815" y="37816"/>
                  <a:pt x="35774" y="24773"/>
                  <a:pt x="52567" y="15064"/>
                </a:cubicBezTo>
                <a:cubicBezTo>
                  <a:pt x="69360" y="5355"/>
                  <a:pt x="88758" y="417"/>
                  <a:pt x="110760" y="250"/>
                </a:cubicBezTo>
                <a:moveTo>
                  <a:pt x="38878" y="82644"/>
                </a:moveTo>
                <a:cubicBezTo>
                  <a:pt x="38212" y="94176"/>
                  <a:pt x="37878" y="102617"/>
                  <a:pt x="37878" y="107967"/>
                </a:cubicBezTo>
                <a:cubicBezTo>
                  <a:pt x="37878" y="119499"/>
                  <a:pt x="38983" y="130656"/>
                  <a:pt x="41191" y="141438"/>
                </a:cubicBezTo>
                <a:cubicBezTo>
                  <a:pt x="43400" y="152218"/>
                  <a:pt x="46421" y="159781"/>
                  <a:pt x="50254" y="164128"/>
                </a:cubicBezTo>
                <a:cubicBezTo>
                  <a:pt x="53005" y="167219"/>
                  <a:pt x="56255" y="168765"/>
                  <a:pt x="60005" y="168765"/>
                </a:cubicBezTo>
                <a:cubicBezTo>
                  <a:pt x="63839" y="168765"/>
                  <a:pt x="67256" y="166529"/>
                  <a:pt x="70256" y="162057"/>
                </a:cubicBezTo>
                <a:cubicBezTo>
                  <a:pt x="73257" y="157586"/>
                  <a:pt x="74757" y="148498"/>
                  <a:pt x="74757" y="134793"/>
                </a:cubicBezTo>
                <a:cubicBezTo>
                  <a:pt x="74757" y="111726"/>
                  <a:pt x="71965" y="95805"/>
                  <a:pt x="66381" y="87031"/>
                </a:cubicBezTo>
                <a:cubicBezTo>
                  <a:pt x="62797" y="81348"/>
                  <a:pt x="57964" y="78507"/>
                  <a:pt x="51880" y="78507"/>
                </a:cubicBezTo>
                <a:cubicBezTo>
                  <a:pt x="48546" y="78507"/>
                  <a:pt x="44212" y="79886"/>
                  <a:pt x="38878" y="82644"/>
                </a:cubicBezTo>
                <a:close/>
                <a:moveTo>
                  <a:pt x="150513" y="134762"/>
                </a:moveTo>
                <a:cubicBezTo>
                  <a:pt x="156347" y="134762"/>
                  <a:pt x="161285" y="136810"/>
                  <a:pt x="165327" y="140907"/>
                </a:cubicBezTo>
                <a:cubicBezTo>
                  <a:pt x="169369" y="145001"/>
                  <a:pt x="171390" y="149933"/>
                  <a:pt x="171390" y="155701"/>
                </a:cubicBezTo>
                <a:cubicBezTo>
                  <a:pt x="171390" y="161470"/>
                  <a:pt x="169348" y="166382"/>
                  <a:pt x="165264" y="170437"/>
                </a:cubicBezTo>
                <a:cubicBezTo>
                  <a:pt x="161181" y="174490"/>
                  <a:pt x="156264" y="176516"/>
                  <a:pt x="150513" y="176516"/>
                </a:cubicBezTo>
                <a:cubicBezTo>
                  <a:pt x="144763" y="176516"/>
                  <a:pt x="139866" y="174490"/>
                  <a:pt x="135824" y="170437"/>
                </a:cubicBezTo>
                <a:cubicBezTo>
                  <a:pt x="131782" y="166382"/>
                  <a:pt x="129761" y="161470"/>
                  <a:pt x="129761" y="155701"/>
                </a:cubicBezTo>
                <a:cubicBezTo>
                  <a:pt x="129761" y="149933"/>
                  <a:pt x="131782" y="145001"/>
                  <a:pt x="135824" y="140907"/>
                </a:cubicBezTo>
                <a:cubicBezTo>
                  <a:pt x="139866" y="136810"/>
                  <a:pt x="144763" y="134762"/>
                  <a:pt x="150513" y="134762"/>
                </a:cubicBezTo>
                <a:close/>
                <a:moveTo>
                  <a:pt x="314451" y="96009"/>
                </a:moveTo>
                <a:lnTo>
                  <a:pt x="314451" y="143763"/>
                </a:lnTo>
                <a:cubicBezTo>
                  <a:pt x="314451" y="152883"/>
                  <a:pt x="315013" y="158626"/>
                  <a:pt x="316138" y="160991"/>
                </a:cubicBezTo>
                <a:cubicBezTo>
                  <a:pt x="317263" y="163353"/>
                  <a:pt x="319243" y="165240"/>
                  <a:pt x="322076" y="166652"/>
                </a:cubicBezTo>
                <a:cubicBezTo>
                  <a:pt x="324910" y="168061"/>
                  <a:pt x="330202" y="168765"/>
                  <a:pt x="337953" y="168765"/>
                </a:cubicBezTo>
                <a:lnTo>
                  <a:pt x="337953" y="173265"/>
                </a:lnTo>
                <a:lnTo>
                  <a:pt x="251195" y="173265"/>
                </a:lnTo>
                <a:lnTo>
                  <a:pt x="251195" y="168765"/>
                </a:lnTo>
                <a:cubicBezTo>
                  <a:pt x="259029" y="168765"/>
                  <a:pt x="264342" y="168040"/>
                  <a:pt x="267134" y="166589"/>
                </a:cubicBezTo>
                <a:cubicBezTo>
                  <a:pt x="269926" y="165138"/>
                  <a:pt x="271884" y="163252"/>
                  <a:pt x="273009" y="160928"/>
                </a:cubicBezTo>
                <a:cubicBezTo>
                  <a:pt x="274135" y="158605"/>
                  <a:pt x="274697" y="152883"/>
                  <a:pt x="274697" y="143763"/>
                </a:cubicBezTo>
                <a:lnTo>
                  <a:pt x="274697" y="33253"/>
                </a:lnTo>
                <a:cubicBezTo>
                  <a:pt x="274697" y="24132"/>
                  <a:pt x="274135" y="18391"/>
                  <a:pt x="273009" y="16029"/>
                </a:cubicBezTo>
                <a:cubicBezTo>
                  <a:pt x="271884" y="13664"/>
                  <a:pt x="269905" y="11777"/>
                  <a:pt x="267071" y="10368"/>
                </a:cubicBezTo>
                <a:cubicBezTo>
                  <a:pt x="264238" y="8957"/>
                  <a:pt x="258946" y="8251"/>
                  <a:pt x="251195" y="8251"/>
                </a:cubicBezTo>
                <a:lnTo>
                  <a:pt x="251195" y="3750"/>
                </a:lnTo>
                <a:lnTo>
                  <a:pt x="329952" y="3750"/>
                </a:lnTo>
                <a:cubicBezTo>
                  <a:pt x="350454" y="3750"/>
                  <a:pt x="365455" y="5166"/>
                  <a:pt x="374956" y="7997"/>
                </a:cubicBezTo>
                <a:cubicBezTo>
                  <a:pt x="384457" y="10828"/>
                  <a:pt x="392208" y="16052"/>
                  <a:pt x="398208" y="23670"/>
                </a:cubicBezTo>
                <a:cubicBezTo>
                  <a:pt x="404209" y="31288"/>
                  <a:pt x="407209" y="40217"/>
                  <a:pt x="407209" y="50458"/>
                </a:cubicBezTo>
                <a:cubicBezTo>
                  <a:pt x="407209" y="62948"/>
                  <a:pt x="402709" y="73273"/>
                  <a:pt x="393708" y="81433"/>
                </a:cubicBezTo>
                <a:cubicBezTo>
                  <a:pt x="387957" y="86595"/>
                  <a:pt x="379915" y="90466"/>
                  <a:pt x="369581" y="93047"/>
                </a:cubicBezTo>
                <a:lnTo>
                  <a:pt x="410334" y="150568"/>
                </a:lnTo>
                <a:cubicBezTo>
                  <a:pt x="415668" y="157913"/>
                  <a:pt x="419460" y="162492"/>
                  <a:pt x="421710" y="164308"/>
                </a:cubicBezTo>
                <a:cubicBezTo>
                  <a:pt x="425127" y="166865"/>
                  <a:pt x="429086" y="168268"/>
                  <a:pt x="433586" y="168515"/>
                </a:cubicBezTo>
                <a:lnTo>
                  <a:pt x="433586" y="173265"/>
                </a:lnTo>
                <a:lnTo>
                  <a:pt x="380207" y="173265"/>
                </a:lnTo>
                <a:lnTo>
                  <a:pt x="325577" y="96009"/>
                </a:lnTo>
                <a:lnTo>
                  <a:pt x="314451" y="96009"/>
                </a:lnTo>
                <a:moveTo>
                  <a:pt x="314451" y="13251"/>
                </a:moveTo>
                <a:lnTo>
                  <a:pt x="314451" y="87008"/>
                </a:lnTo>
                <a:lnTo>
                  <a:pt x="321576" y="87008"/>
                </a:lnTo>
                <a:cubicBezTo>
                  <a:pt x="333161" y="87008"/>
                  <a:pt x="341828" y="85953"/>
                  <a:pt x="347579" y="83843"/>
                </a:cubicBezTo>
                <a:cubicBezTo>
                  <a:pt x="353329" y="81731"/>
                  <a:pt x="357850" y="77924"/>
                  <a:pt x="361142" y="72421"/>
                </a:cubicBezTo>
                <a:cubicBezTo>
                  <a:pt x="364434" y="66915"/>
                  <a:pt x="366080" y="59733"/>
                  <a:pt x="366080" y="50876"/>
                </a:cubicBezTo>
                <a:cubicBezTo>
                  <a:pt x="366080" y="38044"/>
                  <a:pt x="363059" y="28565"/>
                  <a:pt x="357017" y="22440"/>
                </a:cubicBezTo>
                <a:cubicBezTo>
                  <a:pt x="350975" y="16314"/>
                  <a:pt x="341245" y="13251"/>
                  <a:pt x="327827" y="13251"/>
                </a:cubicBezTo>
                <a:lnTo>
                  <a:pt x="314451" y="13251"/>
                </a:lnTo>
                <a:close/>
                <a:moveTo>
                  <a:pt x="541821" y="110510"/>
                </a:moveTo>
                <a:lnTo>
                  <a:pt x="477690" y="110510"/>
                </a:lnTo>
                <a:cubicBezTo>
                  <a:pt x="478440" y="126053"/>
                  <a:pt x="482565" y="138337"/>
                  <a:pt x="490066" y="147361"/>
                </a:cubicBezTo>
                <a:cubicBezTo>
                  <a:pt x="495817" y="154296"/>
                  <a:pt x="502734" y="157764"/>
                  <a:pt x="510818" y="157764"/>
                </a:cubicBezTo>
                <a:cubicBezTo>
                  <a:pt x="515818" y="157764"/>
                  <a:pt x="520360" y="156368"/>
                  <a:pt x="524444" y="153576"/>
                </a:cubicBezTo>
                <a:cubicBezTo>
                  <a:pt x="528528" y="150784"/>
                  <a:pt x="532903" y="145763"/>
                  <a:pt x="537570" y="138512"/>
                </a:cubicBezTo>
                <a:lnTo>
                  <a:pt x="541821" y="141263"/>
                </a:lnTo>
                <a:cubicBezTo>
                  <a:pt x="535487" y="154180"/>
                  <a:pt x="528486" y="163327"/>
                  <a:pt x="520819" y="168703"/>
                </a:cubicBezTo>
                <a:cubicBezTo>
                  <a:pt x="513151" y="174078"/>
                  <a:pt x="504276" y="176766"/>
                  <a:pt x="494191" y="176766"/>
                </a:cubicBezTo>
                <a:cubicBezTo>
                  <a:pt x="476857" y="176766"/>
                  <a:pt x="463730" y="170092"/>
                  <a:pt x="454813" y="156744"/>
                </a:cubicBezTo>
                <a:cubicBezTo>
                  <a:pt x="447646" y="145983"/>
                  <a:pt x="444062" y="132636"/>
                  <a:pt x="444062" y="116702"/>
                </a:cubicBezTo>
                <a:cubicBezTo>
                  <a:pt x="444062" y="97179"/>
                  <a:pt x="449333" y="81641"/>
                  <a:pt x="459876" y="70088"/>
                </a:cubicBezTo>
                <a:cubicBezTo>
                  <a:pt x="470418" y="58533"/>
                  <a:pt x="482774" y="52755"/>
                  <a:pt x="496942" y="52755"/>
                </a:cubicBezTo>
                <a:cubicBezTo>
                  <a:pt x="508776" y="52755"/>
                  <a:pt x="519048" y="57609"/>
                  <a:pt x="527757" y="67319"/>
                </a:cubicBezTo>
                <a:cubicBezTo>
                  <a:pt x="536466" y="77028"/>
                  <a:pt x="541154" y="91425"/>
                  <a:pt x="541821" y="110510"/>
                </a:cubicBezTo>
                <a:moveTo>
                  <a:pt x="511068" y="102259"/>
                </a:moveTo>
                <a:cubicBezTo>
                  <a:pt x="511068" y="88841"/>
                  <a:pt x="510339" y="79632"/>
                  <a:pt x="508880" y="74632"/>
                </a:cubicBezTo>
                <a:cubicBezTo>
                  <a:pt x="507422" y="69631"/>
                  <a:pt x="505151" y="65839"/>
                  <a:pt x="502067" y="63256"/>
                </a:cubicBezTo>
                <a:cubicBezTo>
                  <a:pt x="500317" y="61756"/>
                  <a:pt x="497983" y="61005"/>
                  <a:pt x="495066" y="61005"/>
                </a:cubicBezTo>
                <a:cubicBezTo>
                  <a:pt x="490733" y="61005"/>
                  <a:pt x="487191" y="63131"/>
                  <a:pt x="484441" y="67381"/>
                </a:cubicBezTo>
                <a:cubicBezTo>
                  <a:pt x="479523" y="74798"/>
                  <a:pt x="477065" y="84966"/>
                  <a:pt x="477065" y="97884"/>
                </a:cubicBezTo>
                <a:lnTo>
                  <a:pt x="477065" y="102259"/>
                </a:lnTo>
                <a:lnTo>
                  <a:pt x="511068" y="102259"/>
                </a:lnTo>
                <a:close/>
                <a:moveTo>
                  <a:pt x="599026" y="161389"/>
                </a:moveTo>
                <a:lnTo>
                  <a:pt x="599026" y="204768"/>
                </a:lnTo>
                <a:cubicBezTo>
                  <a:pt x="599026" y="210850"/>
                  <a:pt x="599505" y="214988"/>
                  <a:pt x="600464" y="217183"/>
                </a:cubicBezTo>
                <a:cubicBezTo>
                  <a:pt x="601422" y="219382"/>
                  <a:pt x="602901" y="220987"/>
                  <a:pt x="604902" y="222000"/>
                </a:cubicBezTo>
                <a:cubicBezTo>
                  <a:pt x="606902" y="223013"/>
                  <a:pt x="610819" y="223520"/>
                  <a:pt x="616653" y="223520"/>
                </a:cubicBezTo>
                <a:lnTo>
                  <a:pt x="616653" y="228020"/>
                </a:lnTo>
                <a:lnTo>
                  <a:pt x="550022" y="228020"/>
                </a:lnTo>
                <a:lnTo>
                  <a:pt x="550022" y="223520"/>
                </a:lnTo>
                <a:cubicBezTo>
                  <a:pt x="555189" y="223351"/>
                  <a:pt x="559022" y="221873"/>
                  <a:pt x="561523" y="219086"/>
                </a:cubicBezTo>
                <a:cubicBezTo>
                  <a:pt x="563189" y="217146"/>
                  <a:pt x="564023" y="212123"/>
                  <a:pt x="564023" y="204018"/>
                </a:cubicBezTo>
                <a:lnTo>
                  <a:pt x="564023" y="80757"/>
                </a:lnTo>
                <a:cubicBezTo>
                  <a:pt x="564023" y="72402"/>
                  <a:pt x="563064" y="67065"/>
                  <a:pt x="561148" y="64744"/>
                </a:cubicBezTo>
                <a:cubicBezTo>
                  <a:pt x="559231" y="62424"/>
                  <a:pt x="555522" y="61094"/>
                  <a:pt x="550022" y="60755"/>
                </a:cubicBezTo>
                <a:lnTo>
                  <a:pt x="550022" y="56255"/>
                </a:lnTo>
                <a:lnTo>
                  <a:pt x="599026" y="56255"/>
                </a:lnTo>
                <a:lnTo>
                  <a:pt x="599026" y="71631"/>
                </a:lnTo>
                <a:cubicBezTo>
                  <a:pt x="603110" y="65631"/>
                  <a:pt x="607277" y="61297"/>
                  <a:pt x="611527" y="58630"/>
                </a:cubicBezTo>
                <a:cubicBezTo>
                  <a:pt x="617611" y="54713"/>
                  <a:pt x="624237" y="52755"/>
                  <a:pt x="631404" y="52755"/>
                </a:cubicBezTo>
                <a:cubicBezTo>
                  <a:pt x="639988" y="52755"/>
                  <a:pt x="647801" y="55466"/>
                  <a:pt x="654843" y="60888"/>
                </a:cubicBezTo>
                <a:cubicBezTo>
                  <a:pt x="661886" y="66311"/>
                  <a:pt x="667240" y="73798"/>
                  <a:pt x="670907" y="83351"/>
                </a:cubicBezTo>
                <a:cubicBezTo>
                  <a:pt x="674574" y="92904"/>
                  <a:pt x="676408" y="103186"/>
                  <a:pt x="676408" y="114198"/>
                </a:cubicBezTo>
                <a:cubicBezTo>
                  <a:pt x="676408" y="126042"/>
                  <a:pt x="674512" y="136866"/>
                  <a:pt x="670720" y="146669"/>
                </a:cubicBezTo>
                <a:cubicBezTo>
                  <a:pt x="666928" y="156472"/>
                  <a:pt x="661427" y="163939"/>
                  <a:pt x="654218" y="169070"/>
                </a:cubicBezTo>
                <a:cubicBezTo>
                  <a:pt x="647009" y="174200"/>
                  <a:pt x="638988" y="176766"/>
                  <a:pt x="630154" y="176766"/>
                </a:cubicBezTo>
                <a:cubicBezTo>
                  <a:pt x="623737" y="176766"/>
                  <a:pt x="617736" y="175349"/>
                  <a:pt x="612152" y="172515"/>
                </a:cubicBezTo>
                <a:cubicBezTo>
                  <a:pt x="607985" y="170349"/>
                  <a:pt x="603610" y="166640"/>
                  <a:pt x="599026" y="161389"/>
                </a:cubicBezTo>
                <a:moveTo>
                  <a:pt x="599026" y="148744"/>
                </a:moveTo>
                <a:cubicBezTo>
                  <a:pt x="606193" y="158924"/>
                  <a:pt x="613861" y="164015"/>
                  <a:pt x="622028" y="164015"/>
                </a:cubicBezTo>
                <a:cubicBezTo>
                  <a:pt x="626528" y="164015"/>
                  <a:pt x="630237" y="161637"/>
                  <a:pt x="633154" y="156881"/>
                </a:cubicBezTo>
                <a:cubicBezTo>
                  <a:pt x="637488" y="149870"/>
                  <a:pt x="639655" y="136517"/>
                  <a:pt x="639655" y="116823"/>
                </a:cubicBezTo>
                <a:cubicBezTo>
                  <a:pt x="639655" y="96628"/>
                  <a:pt x="637279" y="82817"/>
                  <a:pt x="632529" y="75390"/>
                </a:cubicBezTo>
                <a:cubicBezTo>
                  <a:pt x="629362" y="70467"/>
                  <a:pt x="625112" y="68006"/>
                  <a:pt x="619778" y="68006"/>
                </a:cubicBezTo>
                <a:cubicBezTo>
                  <a:pt x="611360" y="68006"/>
                  <a:pt x="604443" y="74098"/>
                  <a:pt x="599026" y="86281"/>
                </a:cubicBezTo>
                <a:lnTo>
                  <a:pt x="599026" y="148744"/>
                </a:lnTo>
                <a:close/>
                <a:moveTo>
                  <a:pt x="763340" y="156014"/>
                </a:moveTo>
                <a:cubicBezTo>
                  <a:pt x="749089" y="168682"/>
                  <a:pt x="736296" y="175016"/>
                  <a:pt x="724962" y="175016"/>
                </a:cubicBezTo>
                <a:cubicBezTo>
                  <a:pt x="718294" y="175016"/>
                  <a:pt x="712752" y="172821"/>
                  <a:pt x="708335" y="168433"/>
                </a:cubicBezTo>
                <a:cubicBezTo>
                  <a:pt x="703918" y="164042"/>
                  <a:pt x="701710" y="158544"/>
                  <a:pt x="701710" y="151939"/>
                </a:cubicBezTo>
                <a:cubicBezTo>
                  <a:pt x="701710" y="142991"/>
                  <a:pt x="705543" y="134942"/>
                  <a:pt x="713211" y="127793"/>
                </a:cubicBezTo>
                <a:cubicBezTo>
                  <a:pt x="720878" y="120644"/>
                  <a:pt x="737588" y="111132"/>
                  <a:pt x="763340" y="99259"/>
                </a:cubicBezTo>
                <a:lnTo>
                  <a:pt x="763340" y="87508"/>
                </a:lnTo>
                <a:cubicBezTo>
                  <a:pt x="763340" y="78674"/>
                  <a:pt x="762861" y="73111"/>
                  <a:pt x="761903" y="70819"/>
                </a:cubicBezTo>
                <a:cubicBezTo>
                  <a:pt x="760944" y="68527"/>
                  <a:pt x="759131" y="66527"/>
                  <a:pt x="756465" y="64818"/>
                </a:cubicBezTo>
                <a:cubicBezTo>
                  <a:pt x="753798" y="63110"/>
                  <a:pt x="750797" y="62256"/>
                  <a:pt x="747464" y="62256"/>
                </a:cubicBezTo>
                <a:cubicBezTo>
                  <a:pt x="742047" y="62256"/>
                  <a:pt x="737588" y="63464"/>
                  <a:pt x="734088" y="65881"/>
                </a:cubicBezTo>
                <a:cubicBezTo>
                  <a:pt x="731921" y="67381"/>
                  <a:pt x="730837" y="69131"/>
                  <a:pt x="730837" y="71131"/>
                </a:cubicBezTo>
                <a:cubicBezTo>
                  <a:pt x="730837" y="72882"/>
                  <a:pt x="732004" y="75048"/>
                  <a:pt x="734338" y="77632"/>
                </a:cubicBezTo>
                <a:cubicBezTo>
                  <a:pt x="737504" y="81216"/>
                  <a:pt x="739088" y="84674"/>
                  <a:pt x="739088" y="88008"/>
                </a:cubicBezTo>
                <a:cubicBezTo>
                  <a:pt x="739088" y="92092"/>
                  <a:pt x="737567" y="95571"/>
                  <a:pt x="734525" y="98446"/>
                </a:cubicBezTo>
                <a:cubicBezTo>
                  <a:pt x="731483" y="101322"/>
                  <a:pt x="727504" y="102759"/>
                  <a:pt x="722586" y="102759"/>
                </a:cubicBezTo>
                <a:cubicBezTo>
                  <a:pt x="717336" y="102759"/>
                  <a:pt x="712940" y="101176"/>
                  <a:pt x="709398" y="98009"/>
                </a:cubicBezTo>
                <a:cubicBezTo>
                  <a:pt x="705856" y="94842"/>
                  <a:pt x="704085" y="91133"/>
                  <a:pt x="704085" y="86883"/>
                </a:cubicBezTo>
                <a:cubicBezTo>
                  <a:pt x="704085" y="80882"/>
                  <a:pt x="706460" y="75153"/>
                  <a:pt x="711210" y="69694"/>
                </a:cubicBezTo>
                <a:cubicBezTo>
                  <a:pt x="715961" y="64235"/>
                  <a:pt x="722586" y="60047"/>
                  <a:pt x="731087" y="57130"/>
                </a:cubicBezTo>
                <a:cubicBezTo>
                  <a:pt x="739588" y="54213"/>
                  <a:pt x="748422" y="52755"/>
                  <a:pt x="757590" y="52755"/>
                </a:cubicBezTo>
                <a:cubicBezTo>
                  <a:pt x="768674" y="52755"/>
                  <a:pt x="777446" y="55116"/>
                  <a:pt x="783904" y="59837"/>
                </a:cubicBezTo>
                <a:cubicBezTo>
                  <a:pt x="790363" y="64557"/>
                  <a:pt x="794551" y="69673"/>
                  <a:pt x="796468" y="75186"/>
                </a:cubicBezTo>
                <a:cubicBezTo>
                  <a:pt x="797635" y="78695"/>
                  <a:pt x="798218" y="86755"/>
                  <a:pt x="798218" y="99368"/>
                </a:cubicBezTo>
                <a:lnTo>
                  <a:pt x="798218" y="144853"/>
                </a:lnTo>
                <a:cubicBezTo>
                  <a:pt x="798218" y="150200"/>
                  <a:pt x="798427" y="153563"/>
                  <a:pt x="798843" y="154944"/>
                </a:cubicBezTo>
                <a:cubicBezTo>
                  <a:pt x="799260" y="156321"/>
                  <a:pt x="799885" y="157345"/>
                  <a:pt x="800718" y="158014"/>
                </a:cubicBezTo>
                <a:cubicBezTo>
                  <a:pt x="801552" y="158681"/>
                  <a:pt x="802510" y="159014"/>
                  <a:pt x="803594" y="159014"/>
                </a:cubicBezTo>
                <a:cubicBezTo>
                  <a:pt x="805761" y="159014"/>
                  <a:pt x="807969" y="157472"/>
                  <a:pt x="810219" y="154389"/>
                </a:cubicBezTo>
                <a:lnTo>
                  <a:pt x="813970" y="157389"/>
                </a:lnTo>
                <a:cubicBezTo>
                  <a:pt x="809803" y="163556"/>
                  <a:pt x="805490" y="168036"/>
                  <a:pt x="801031" y="170828"/>
                </a:cubicBezTo>
                <a:cubicBezTo>
                  <a:pt x="796572" y="173620"/>
                  <a:pt x="791509" y="175016"/>
                  <a:pt x="785842" y="175016"/>
                </a:cubicBezTo>
                <a:cubicBezTo>
                  <a:pt x="779175" y="175016"/>
                  <a:pt x="773966" y="173443"/>
                  <a:pt x="770216" y="170296"/>
                </a:cubicBezTo>
                <a:cubicBezTo>
                  <a:pt x="766465" y="167150"/>
                  <a:pt x="764174" y="162389"/>
                  <a:pt x="763340" y="156014"/>
                </a:cubicBezTo>
                <a:moveTo>
                  <a:pt x="763340" y="146763"/>
                </a:moveTo>
                <a:lnTo>
                  <a:pt x="763340" y="107658"/>
                </a:lnTo>
                <a:cubicBezTo>
                  <a:pt x="753256" y="113604"/>
                  <a:pt x="745755" y="119969"/>
                  <a:pt x="740838" y="126753"/>
                </a:cubicBezTo>
                <a:cubicBezTo>
                  <a:pt x="737588" y="131275"/>
                  <a:pt x="735963" y="135839"/>
                  <a:pt x="735963" y="140446"/>
                </a:cubicBezTo>
                <a:cubicBezTo>
                  <a:pt x="735963" y="144298"/>
                  <a:pt x="737338" y="147690"/>
                  <a:pt x="740088" y="150623"/>
                </a:cubicBezTo>
                <a:cubicBezTo>
                  <a:pt x="742172" y="152883"/>
                  <a:pt x="745089" y="154014"/>
                  <a:pt x="748839" y="154014"/>
                </a:cubicBezTo>
                <a:cubicBezTo>
                  <a:pt x="753006" y="154014"/>
                  <a:pt x="757840" y="151597"/>
                  <a:pt x="763340" y="146763"/>
                </a:cubicBezTo>
                <a:close/>
                <a:moveTo>
                  <a:pt x="846448" y="0"/>
                </a:moveTo>
                <a:cubicBezTo>
                  <a:pt x="851865" y="0"/>
                  <a:pt x="856449" y="1903"/>
                  <a:pt x="860199" y="5708"/>
                </a:cubicBezTo>
                <a:cubicBezTo>
                  <a:pt x="863949" y="9510"/>
                  <a:pt x="865824" y="14087"/>
                  <a:pt x="865824" y="19439"/>
                </a:cubicBezTo>
                <a:cubicBezTo>
                  <a:pt x="865824" y="24791"/>
                  <a:pt x="863928" y="29349"/>
                  <a:pt x="860136" y="33112"/>
                </a:cubicBezTo>
                <a:cubicBezTo>
                  <a:pt x="856344" y="36873"/>
                  <a:pt x="851781" y="38753"/>
                  <a:pt x="846448" y="38753"/>
                </a:cubicBezTo>
                <a:cubicBezTo>
                  <a:pt x="841114" y="38753"/>
                  <a:pt x="836572" y="36873"/>
                  <a:pt x="832821" y="33112"/>
                </a:cubicBezTo>
                <a:cubicBezTo>
                  <a:pt x="829071" y="29349"/>
                  <a:pt x="827196" y="24791"/>
                  <a:pt x="827196" y="19439"/>
                </a:cubicBezTo>
                <a:cubicBezTo>
                  <a:pt x="827196" y="14087"/>
                  <a:pt x="829071" y="9510"/>
                  <a:pt x="832821" y="5708"/>
                </a:cubicBezTo>
                <a:cubicBezTo>
                  <a:pt x="836572" y="1903"/>
                  <a:pt x="841114" y="0"/>
                  <a:pt x="846448" y="0"/>
                </a:cubicBezTo>
                <a:moveTo>
                  <a:pt x="863949" y="56255"/>
                </a:moveTo>
                <a:lnTo>
                  <a:pt x="863949" y="149013"/>
                </a:lnTo>
                <a:cubicBezTo>
                  <a:pt x="863949" y="157264"/>
                  <a:pt x="864908" y="162535"/>
                  <a:pt x="866824" y="164827"/>
                </a:cubicBezTo>
                <a:cubicBezTo>
                  <a:pt x="868741" y="167119"/>
                  <a:pt x="872492" y="168432"/>
                  <a:pt x="878076" y="168765"/>
                </a:cubicBezTo>
                <a:lnTo>
                  <a:pt x="878076" y="173265"/>
                </a:lnTo>
                <a:lnTo>
                  <a:pt x="814945" y="173265"/>
                </a:lnTo>
                <a:lnTo>
                  <a:pt x="814945" y="168765"/>
                </a:lnTo>
                <a:cubicBezTo>
                  <a:pt x="820112" y="168598"/>
                  <a:pt x="823946" y="167098"/>
                  <a:pt x="826446" y="164265"/>
                </a:cubicBezTo>
                <a:cubicBezTo>
                  <a:pt x="828113" y="162348"/>
                  <a:pt x="828946" y="157264"/>
                  <a:pt x="828946" y="149013"/>
                </a:cubicBezTo>
                <a:lnTo>
                  <a:pt x="828946" y="80757"/>
                </a:lnTo>
                <a:cubicBezTo>
                  <a:pt x="828946" y="72402"/>
                  <a:pt x="827988" y="67065"/>
                  <a:pt x="826071" y="64744"/>
                </a:cubicBezTo>
                <a:cubicBezTo>
                  <a:pt x="824154" y="62424"/>
                  <a:pt x="820445" y="61094"/>
                  <a:pt x="814945" y="60755"/>
                </a:cubicBezTo>
                <a:lnTo>
                  <a:pt x="814945" y="56255"/>
                </a:lnTo>
                <a:lnTo>
                  <a:pt x="863949" y="56255"/>
                </a:lnTo>
                <a:close/>
                <a:moveTo>
                  <a:pt x="935106" y="56255"/>
                </a:moveTo>
                <a:lnTo>
                  <a:pt x="935106" y="82757"/>
                </a:lnTo>
                <a:cubicBezTo>
                  <a:pt x="942857" y="70673"/>
                  <a:pt x="949649" y="62651"/>
                  <a:pt x="955483" y="58693"/>
                </a:cubicBezTo>
                <a:cubicBezTo>
                  <a:pt x="961317" y="54734"/>
                  <a:pt x="966942" y="52755"/>
                  <a:pt x="972359" y="52755"/>
                </a:cubicBezTo>
                <a:cubicBezTo>
                  <a:pt x="977026" y="52755"/>
                  <a:pt x="980756" y="54198"/>
                  <a:pt x="983548" y="57083"/>
                </a:cubicBezTo>
                <a:cubicBezTo>
                  <a:pt x="986340" y="59969"/>
                  <a:pt x="987736" y="64046"/>
                  <a:pt x="987736" y="69315"/>
                </a:cubicBezTo>
                <a:cubicBezTo>
                  <a:pt x="987736" y="74919"/>
                  <a:pt x="986381" y="79270"/>
                  <a:pt x="983673" y="82367"/>
                </a:cubicBezTo>
                <a:cubicBezTo>
                  <a:pt x="980964" y="85461"/>
                  <a:pt x="977693" y="87008"/>
                  <a:pt x="973859" y="87008"/>
                </a:cubicBezTo>
                <a:cubicBezTo>
                  <a:pt x="969442" y="87008"/>
                  <a:pt x="965609" y="85591"/>
                  <a:pt x="962358" y="82757"/>
                </a:cubicBezTo>
                <a:cubicBezTo>
                  <a:pt x="959108" y="79924"/>
                  <a:pt x="957191" y="78340"/>
                  <a:pt x="956608" y="78007"/>
                </a:cubicBezTo>
                <a:cubicBezTo>
                  <a:pt x="955774" y="77507"/>
                  <a:pt x="954816" y="77257"/>
                  <a:pt x="953733" y="77257"/>
                </a:cubicBezTo>
                <a:cubicBezTo>
                  <a:pt x="951316" y="77257"/>
                  <a:pt x="949024" y="78174"/>
                  <a:pt x="946857" y="80007"/>
                </a:cubicBezTo>
                <a:cubicBezTo>
                  <a:pt x="943440" y="82841"/>
                  <a:pt x="940856" y="86883"/>
                  <a:pt x="939106" y="92133"/>
                </a:cubicBezTo>
                <a:cubicBezTo>
                  <a:pt x="936439" y="100217"/>
                  <a:pt x="935106" y="109135"/>
                  <a:pt x="935106" y="118886"/>
                </a:cubicBezTo>
                <a:lnTo>
                  <a:pt x="935106" y="145763"/>
                </a:lnTo>
                <a:lnTo>
                  <a:pt x="935231" y="152764"/>
                </a:lnTo>
                <a:cubicBezTo>
                  <a:pt x="935231" y="157514"/>
                  <a:pt x="935523" y="160556"/>
                  <a:pt x="936106" y="161889"/>
                </a:cubicBezTo>
                <a:cubicBezTo>
                  <a:pt x="937106" y="164140"/>
                  <a:pt x="938585" y="165786"/>
                  <a:pt x="940544" y="166827"/>
                </a:cubicBezTo>
                <a:cubicBezTo>
                  <a:pt x="942502" y="167869"/>
                  <a:pt x="945815" y="168515"/>
                  <a:pt x="950482" y="168765"/>
                </a:cubicBezTo>
                <a:lnTo>
                  <a:pt x="950482" y="173265"/>
                </a:lnTo>
                <a:lnTo>
                  <a:pt x="887352" y="173265"/>
                </a:lnTo>
                <a:lnTo>
                  <a:pt x="887352" y="168765"/>
                </a:lnTo>
                <a:cubicBezTo>
                  <a:pt x="892435" y="168348"/>
                  <a:pt x="895873" y="166952"/>
                  <a:pt x="897665" y="164577"/>
                </a:cubicBezTo>
                <a:cubicBezTo>
                  <a:pt x="899457" y="162202"/>
                  <a:pt x="900353" y="155931"/>
                  <a:pt x="900353" y="145763"/>
                </a:cubicBezTo>
                <a:lnTo>
                  <a:pt x="900353" y="81007"/>
                </a:lnTo>
                <a:cubicBezTo>
                  <a:pt x="900353" y="74298"/>
                  <a:pt x="900019" y="70022"/>
                  <a:pt x="899353" y="68178"/>
                </a:cubicBezTo>
                <a:cubicBezTo>
                  <a:pt x="898519" y="65829"/>
                  <a:pt x="897311" y="64110"/>
                  <a:pt x="895727" y="63021"/>
                </a:cubicBezTo>
                <a:cubicBezTo>
                  <a:pt x="894144" y="61930"/>
                  <a:pt x="891352" y="61175"/>
                  <a:pt x="887352" y="60755"/>
                </a:cubicBezTo>
                <a:lnTo>
                  <a:pt x="887352" y="56255"/>
                </a:lnTo>
                <a:lnTo>
                  <a:pt x="935106" y="56255"/>
                </a:lnTo>
                <a:close/>
                <a:moveTo>
                  <a:pt x="1111071" y="3750"/>
                </a:moveTo>
                <a:lnTo>
                  <a:pt x="1111071" y="68006"/>
                </a:lnTo>
                <a:cubicBezTo>
                  <a:pt x="1120905" y="57838"/>
                  <a:pt x="1131656" y="52755"/>
                  <a:pt x="1143324" y="52755"/>
                </a:cubicBezTo>
                <a:cubicBezTo>
                  <a:pt x="1151325" y="52755"/>
                  <a:pt x="1158867" y="55112"/>
                  <a:pt x="1165951" y="59826"/>
                </a:cubicBezTo>
                <a:cubicBezTo>
                  <a:pt x="1173035" y="64540"/>
                  <a:pt x="1178577" y="71234"/>
                  <a:pt x="1182578" y="79909"/>
                </a:cubicBezTo>
                <a:cubicBezTo>
                  <a:pt x="1186578" y="88585"/>
                  <a:pt x="1188578" y="98596"/>
                  <a:pt x="1188578" y="109943"/>
                </a:cubicBezTo>
                <a:cubicBezTo>
                  <a:pt x="1188578" y="122708"/>
                  <a:pt x="1186036" y="134304"/>
                  <a:pt x="1180952" y="144732"/>
                </a:cubicBezTo>
                <a:cubicBezTo>
                  <a:pt x="1175869" y="155160"/>
                  <a:pt x="1169076" y="163106"/>
                  <a:pt x="1160576" y="168570"/>
                </a:cubicBezTo>
                <a:cubicBezTo>
                  <a:pt x="1152075" y="174034"/>
                  <a:pt x="1142366" y="176766"/>
                  <a:pt x="1131448" y="176766"/>
                </a:cubicBezTo>
                <a:cubicBezTo>
                  <a:pt x="1125114" y="176766"/>
                  <a:pt x="1119489" y="175766"/>
                  <a:pt x="1114571" y="173766"/>
                </a:cubicBezTo>
                <a:cubicBezTo>
                  <a:pt x="1109654" y="171765"/>
                  <a:pt x="1104821" y="168515"/>
                  <a:pt x="1100070" y="164015"/>
                </a:cubicBezTo>
                <a:lnTo>
                  <a:pt x="1080693" y="176766"/>
                </a:lnTo>
                <a:lnTo>
                  <a:pt x="1076443" y="176766"/>
                </a:lnTo>
                <a:lnTo>
                  <a:pt x="1076443" y="28002"/>
                </a:lnTo>
                <a:cubicBezTo>
                  <a:pt x="1076443" y="21208"/>
                  <a:pt x="1076151" y="17015"/>
                  <a:pt x="1075568" y="15423"/>
                </a:cubicBezTo>
                <a:cubicBezTo>
                  <a:pt x="1074735" y="13074"/>
                  <a:pt x="1073422" y="11333"/>
                  <a:pt x="1071630" y="10200"/>
                </a:cubicBezTo>
                <a:cubicBezTo>
                  <a:pt x="1069838" y="9067"/>
                  <a:pt x="1066817" y="8417"/>
                  <a:pt x="1062567" y="8251"/>
                </a:cubicBezTo>
                <a:lnTo>
                  <a:pt x="1062567" y="3750"/>
                </a:lnTo>
                <a:lnTo>
                  <a:pt x="1111071" y="3750"/>
                </a:lnTo>
                <a:moveTo>
                  <a:pt x="1111071" y="79148"/>
                </a:moveTo>
                <a:lnTo>
                  <a:pt x="1111071" y="131215"/>
                </a:lnTo>
                <a:cubicBezTo>
                  <a:pt x="1111071" y="141812"/>
                  <a:pt x="1111321" y="148572"/>
                  <a:pt x="1111821" y="151494"/>
                </a:cubicBezTo>
                <a:cubicBezTo>
                  <a:pt x="1112655" y="156416"/>
                  <a:pt x="1114655" y="160401"/>
                  <a:pt x="1117822" y="163448"/>
                </a:cubicBezTo>
                <a:cubicBezTo>
                  <a:pt x="1120989" y="166493"/>
                  <a:pt x="1125031" y="168015"/>
                  <a:pt x="1129948" y="168015"/>
                </a:cubicBezTo>
                <a:cubicBezTo>
                  <a:pt x="1134198" y="168015"/>
                  <a:pt x="1137844" y="166805"/>
                  <a:pt x="1140886" y="164386"/>
                </a:cubicBezTo>
                <a:cubicBezTo>
                  <a:pt x="1143928" y="161966"/>
                  <a:pt x="1146470" y="157169"/>
                  <a:pt x="1148512" y="149994"/>
                </a:cubicBezTo>
                <a:cubicBezTo>
                  <a:pt x="1150554" y="142816"/>
                  <a:pt x="1151575" y="129881"/>
                  <a:pt x="1151575" y="111190"/>
                </a:cubicBezTo>
                <a:cubicBezTo>
                  <a:pt x="1151575" y="93248"/>
                  <a:pt x="1149325" y="80940"/>
                  <a:pt x="1144824" y="74264"/>
                </a:cubicBezTo>
                <a:cubicBezTo>
                  <a:pt x="1141574" y="69425"/>
                  <a:pt x="1137198" y="67006"/>
                  <a:pt x="1131698" y="67006"/>
                </a:cubicBezTo>
                <a:cubicBezTo>
                  <a:pt x="1124531" y="67006"/>
                  <a:pt x="1117655" y="71053"/>
                  <a:pt x="1111071" y="79148"/>
                </a:cubicBezTo>
                <a:close/>
                <a:moveTo>
                  <a:pt x="1323764" y="56255"/>
                </a:moveTo>
                <a:lnTo>
                  <a:pt x="1323764" y="147763"/>
                </a:lnTo>
                <a:cubicBezTo>
                  <a:pt x="1323764" y="156735"/>
                  <a:pt x="1324598" y="162332"/>
                  <a:pt x="1326265" y="164554"/>
                </a:cubicBezTo>
                <a:cubicBezTo>
                  <a:pt x="1327931" y="166775"/>
                  <a:pt x="1331307" y="168179"/>
                  <a:pt x="1336390" y="168765"/>
                </a:cubicBezTo>
                <a:lnTo>
                  <a:pt x="1336390" y="173265"/>
                </a:lnTo>
                <a:lnTo>
                  <a:pt x="1288761" y="173265"/>
                </a:lnTo>
                <a:lnTo>
                  <a:pt x="1288761" y="157639"/>
                </a:lnTo>
                <a:cubicBezTo>
                  <a:pt x="1283177" y="164306"/>
                  <a:pt x="1277594" y="169161"/>
                  <a:pt x="1272010" y="172203"/>
                </a:cubicBezTo>
                <a:cubicBezTo>
                  <a:pt x="1266426" y="175245"/>
                  <a:pt x="1260175" y="176766"/>
                  <a:pt x="1253258" y="176766"/>
                </a:cubicBezTo>
                <a:cubicBezTo>
                  <a:pt x="1246674" y="176766"/>
                  <a:pt x="1240819" y="174745"/>
                  <a:pt x="1235694" y="170703"/>
                </a:cubicBezTo>
                <a:cubicBezTo>
                  <a:pt x="1230568" y="166661"/>
                  <a:pt x="1227131" y="161931"/>
                  <a:pt x="1225381" y="156514"/>
                </a:cubicBezTo>
                <a:cubicBezTo>
                  <a:pt x="1223630" y="151097"/>
                  <a:pt x="1222755" y="141638"/>
                  <a:pt x="1222755" y="128136"/>
                </a:cubicBezTo>
                <a:lnTo>
                  <a:pt x="1222755" y="81757"/>
                </a:lnTo>
                <a:cubicBezTo>
                  <a:pt x="1222755" y="72816"/>
                  <a:pt x="1221943" y="67249"/>
                  <a:pt x="1220318" y="65057"/>
                </a:cubicBezTo>
                <a:cubicBezTo>
                  <a:pt x="1218692" y="62864"/>
                  <a:pt x="1215296" y="61430"/>
                  <a:pt x="1210129" y="60755"/>
                </a:cubicBezTo>
                <a:lnTo>
                  <a:pt x="1210129" y="56255"/>
                </a:lnTo>
                <a:lnTo>
                  <a:pt x="1257758" y="56255"/>
                </a:lnTo>
                <a:lnTo>
                  <a:pt x="1257758" y="136235"/>
                </a:lnTo>
                <a:cubicBezTo>
                  <a:pt x="1257758" y="144579"/>
                  <a:pt x="1258154" y="149961"/>
                  <a:pt x="1258946" y="152381"/>
                </a:cubicBezTo>
                <a:cubicBezTo>
                  <a:pt x="1259738" y="154800"/>
                  <a:pt x="1260988" y="156636"/>
                  <a:pt x="1262696" y="157889"/>
                </a:cubicBezTo>
                <a:cubicBezTo>
                  <a:pt x="1264405" y="159139"/>
                  <a:pt x="1266384" y="159764"/>
                  <a:pt x="1268634" y="159764"/>
                </a:cubicBezTo>
                <a:cubicBezTo>
                  <a:pt x="1271635" y="159764"/>
                  <a:pt x="1274343" y="158973"/>
                  <a:pt x="1276760" y="157389"/>
                </a:cubicBezTo>
                <a:cubicBezTo>
                  <a:pt x="1280094" y="155222"/>
                  <a:pt x="1284094" y="150847"/>
                  <a:pt x="1288761" y="144263"/>
                </a:cubicBezTo>
                <a:lnTo>
                  <a:pt x="1288761" y="81757"/>
                </a:lnTo>
                <a:cubicBezTo>
                  <a:pt x="1288761" y="72816"/>
                  <a:pt x="1287949" y="67249"/>
                  <a:pt x="1286323" y="65057"/>
                </a:cubicBezTo>
                <a:cubicBezTo>
                  <a:pt x="1284698" y="62864"/>
                  <a:pt x="1281302" y="61430"/>
                  <a:pt x="1276135" y="60755"/>
                </a:cubicBezTo>
                <a:lnTo>
                  <a:pt x="1276135" y="56255"/>
                </a:lnTo>
                <a:lnTo>
                  <a:pt x="1323764" y="56255"/>
                </a:lnTo>
                <a:close/>
                <a:moveTo>
                  <a:pt x="1422449" y="57755"/>
                </a:moveTo>
                <a:lnTo>
                  <a:pt x="1461828" y="57755"/>
                </a:lnTo>
                <a:lnTo>
                  <a:pt x="1461828" y="71506"/>
                </a:lnTo>
                <a:lnTo>
                  <a:pt x="1439451" y="71506"/>
                </a:lnTo>
                <a:cubicBezTo>
                  <a:pt x="1443534" y="75590"/>
                  <a:pt x="1446368" y="79299"/>
                  <a:pt x="1447951" y="82632"/>
                </a:cubicBezTo>
                <a:cubicBezTo>
                  <a:pt x="1449951" y="87133"/>
                  <a:pt x="1450952" y="91842"/>
                  <a:pt x="1450952" y="96759"/>
                </a:cubicBezTo>
                <a:cubicBezTo>
                  <a:pt x="1450952" y="105093"/>
                  <a:pt x="1448639" y="112323"/>
                  <a:pt x="1444013" y="118448"/>
                </a:cubicBezTo>
                <a:cubicBezTo>
                  <a:pt x="1439388" y="124574"/>
                  <a:pt x="1433096" y="129366"/>
                  <a:pt x="1425137" y="132824"/>
                </a:cubicBezTo>
                <a:cubicBezTo>
                  <a:pt x="1417178" y="136283"/>
                  <a:pt x="1410115" y="138012"/>
                  <a:pt x="1403947" y="138012"/>
                </a:cubicBezTo>
                <a:cubicBezTo>
                  <a:pt x="1403447" y="138012"/>
                  <a:pt x="1398447" y="137804"/>
                  <a:pt x="1388946" y="137387"/>
                </a:cubicBezTo>
                <a:cubicBezTo>
                  <a:pt x="1385196" y="137387"/>
                  <a:pt x="1382050" y="138610"/>
                  <a:pt x="1379508" y="141056"/>
                </a:cubicBezTo>
                <a:cubicBezTo>
                  <a:pt x="1376966" y="143501"/>
                  <a:pt x="1375695" y="146422"/>
                  <a:pt x="1375695" y="149818"/>
                </a:cubicBezTo>
                <a:cubicBezTo>
                  <a:pt x="1375695" y="152803"/>
                  <a:pt x="1376841" y="155248"/>
                  <a:pt x="1379133" y="157155"/>
                </a:cubicBezTo>
                <a:cubicBezTo>
                  <a:pt x="1381424" y="159061"/>
                  <a:pt x="1385154" y="160014"/>
                  <a:pt x="1390321" y="160014"/>
                </a:cubicBezTo>
                <a:lnTo>
                  <a:pt x="1411948" y="159764"/>
                </a:lnTo>
                <a:cubicBezTo>
                  <a:pt x="1429450" y="159764"/>
                  <a:pt x="1441492" y="161685"/>
                  <a:pt x="1448076" y="165526"/>
                </a:cubicBezTo>
                <a:cubicBezTo>
                  <a:pt x="1457494" y="170868"/>
                  <a:pt x="1462203" y="179092"/>
                  <a:pt x="1462203" y="190197"/>
                </a:cubicBezTo>
                <a:cubicBezTo>
                  <a:pt x="1462203" y="197294"/>
                  <a:pt x="1460036" y="203743"/>
                  <a:pt x="1455702" y="209546"/>
                </a:cubicBezTo>
                <a:cubicBezTo>
                  <a:pt x="1451368" y="215349"/>
                  <a:pt x="1445659" y="219628"/>
                  <a:pt x="1438575" y="222383"/>
                </a:cubicBezTo>
                <a:cubicBezTo>
                  <a:pt x="1427824" y="226475"/>
                  <a:pt x="1415448" y="228520"/>
                  <a:pt x="1401447" y="228520"/>
                </a:cubicBezTo>
                <a:cubicBezTo>
                  <a:pt x="1390946" y="228520"/>
                  <a:pt x="1381362" y="227499"/>
                  <a:pt x="1372695" y="225458"/>
                </a:cubicBezTo>
                <a:cubicBezTo>
                  <a:pt x="1364027" y="223416"/>
                  <a:pt x="1357818" y="220581"/>
                  <a:pt x="1354068" y="216953"/>
                </a:cubicBezTo>
                <a:cubicBezTo>
                  <a:pt x="1350318" y="213328"/>
                  <a:pt x="1348442" y="209513"/>
                  <a:pt x="1348442" y="205511"/>
                </a:cubicBezTo>
                <a:cubicBezTo>
                  <a:pt x="1348442" y="201677"/>
                  <a:pt x="1349880" y="198238"/>
                  <a:pt x="1352755" y="195193"/>
                </a:cubicBezTo>
                <a:cubicBezTo>
                  <a:pt x="1355631" y="192151"/>
                  <a:pt x="1360985" y="189589"/>
                  <a:pt x="1368819" y="187505"/>
                </a:cubicBezTo>
                <a:cubicBezTo>
                  <a:pt x="1357985" y="182171"/>
                  <a:pt x="1352568" y="174755"/>
                  <a:pt x="1352568" y="165257"/>
                </a:cubicBezTo>
                <a:cubicBezTo>
                  <a:pt x="1352568" y="159506"/>
                  <a:pt x="1354776" y="153924"/>
                  <a:pt x="1359193" y="148509"/>
                </a:cubicBezTo>
                <a:cubicBezTo>
                  <a:pt x="1363610" y="143092"/>
                  <a:pt x="1370611" y="138383"/>
                  <a:pt x="1380195" y="134383"/>
                </a:cubicBezTo>
                <a:cubicBezTo>
                  <a:pt x="1369028" y="130294"/>
                  <a:pt x="1360944" y="124911"/>
                  <a:pt x="1355943" y="118233"/>
                </a:cubicBezTo>
                <a:cubicBezTo>
                  <a:pt x="1350943" y="111556"/>
                  <a:pt x="1348442" y="103835"/>
                  <a:pt x="1348442" y="95071"/>
                </a:cubicBezTo>
                <a:cubicBezTo>
                  <a:pt x="1348442" y="83638"/>
                  <a:pt x="1353109" y="73727"/>
                  <a:pt x="1362444" y="65338"/>
                </a:cubicBezTo>
                <a:cubicBezTo>
                  <a:pt x="1371778" y="56949"/>
                  <a:pt x="1383779" y="52755"/>
                  <a:pt x="1398447" y="52755"/>
                </a:cubicBezTo>
                <a:cubicBezTo>
                  <a:pt x="1406198" y="52755"/>
                  <a:pt x="1414198" y="54422"/>
                  <a:pt x="1422449" y="57755"/>
                </a:cubicBezTo>
                <a:moveTo>
                  <a:pt x="1400822" y="60755"/>
                </a:moveTo>
                <a:cubicBezTo>
                  <a:pt x="1395988" y="60755"/>
                  <a:pt x="1391905" y="63189"/>
                  <a:pt x="1388571" y="68057"/>
                </a:cubicBezTo>
                <a:cubicBezTo>
                  <a:pt x="1385237" y="72922"/>
                  <a:pt x="1383571" y="83009"/>
                  <a:pt x="1383571" y="98317"/>
                </a:cubicBezTo>
                <a:cubicBezTo>
                  <a:pt x="1383571" y="110712"/>
                  <a:pt x="1385217" y="119218"/>
                  <a:pt x="1388508" y="123835"/>
                </a:cubicBezTo>
                <a:cubicBezTo>
                  <a:pt x="1391800" y="128453"/>
                  <a:pt x="1395697" y="130762"/>
                  <a:pt x="1400197" y="130762"/>
                </a:cubicBezTo>
                <a:cubicBezTo>
                  <a:pt x="1405197" y="130762"/>
                  <a:pt x="1409364" y="128474"/>
                  <a:pt x="1412698" y="123898"/>
                </a:cubicBezTo>
                <a:cubicBezTo>
                  <a:pt x="1416032" y="119322"/>
                  <a:pt x="1417699" y="110420"/>
                  <a:pt x="1417699" y="97192"/>
                </a:cubicBezTo>
                <a:cubicBezTo>
                  <a:pt x="1417699" y="82303"/>
                  <a:pt x="1415823" y="72154"/>
                  <a:pt x="1412073" y="66744"/>
                </a:cubicBezTo>
                <a:cubicBezTo>
                  <a:pt x="1409406" y="62752"/>
                  <a:pt x="1405656" y="60755"/>
                  <a:pt x="1400822" y="60755"/>
                </a:cubicBezTo>
                <a:moveTo>
                  <a:pt x="1393446" y="190517"/>
                </a:moveTo>
                <a:cubicBezTo>
                  <a:pt x="1384946" y="190517"/>
                  <a:pt x="1379320" y="191223"/>
                  <a:pt x="1376570" y="192634"/>
                </a:cubicBezTo>
                <a:cubicBezTo>
                  <a:pt x="1371819" y="195205"/>
                  <a:pt x="1369444" y="198690"/>
                  <a:pt x="1369444" y="203088"/>
                </a:cubicBezTo>
                <a:cubicBezTo>
                  <a:pt x="1369444" y="207321"/>
                  <a:pt x="1371903" y="211158"/>
                  <a:pt x="1376820" y="214601"/>
                </a:cubicBezTo>
                <a:cubicBezTo>
                  <a:pt x="1381737" y="218047"/>
                  <a:pt x="1390988" y="219770"/>
                  <a:pt x="1404572" y="219770"/>
                </a:cubicBezTo>
                <a:cubicBezTo>
                  <a:pt x="1416157" y="219770"/>
                  <a:pt x="1425262" y="218234"/>
                  <a:pt x="1431887" y="215164"/>
                </a:cubicBezTo>
                <a:cubicBezTo>
                  <a:pt x="1438513" y="212093"/>
                  <a:pt x="1441826" y="207778"/>
                  <a:pt x="1441826" y="202217"/>
                </a:cubicBezTo>
                <a:cubicBezTo>
                  <a:pt x="1441826" y="200144"/>
                  <a:pt x="1441201" y="198402"/>
                  <a:pt x="1439951" y="196990"/>
                </a:cubicBezTo>
                <a:cubicBezTo>
                  <a:pt x="1437700" y="194500"/>
                  <a:pt x="1434304" y="192798"/>
                  <a:pt x="1429762" y="191884"/>
                </a:cubicBezTo>
                <a:cubicBezTo>
                  <a:pt x="1425220" y="190973"/>
                  <a:pt x="1413115" y="190517"/>
                  <a:pt x="1393446" y="190517"/>
                </a:cubicBezTo>
                <a:close/>
                <a:moveTo>
                  <a:pt x="1550460" y="57755"/>
                </a:moveTo>
                <a:lnTo>
                  <a:pt x="1589839" y="57755"/>
                </a:lnTo>
                <a:lnTo>
                  <a:pt x="1589839" y="71506"/>
                </a:lnTo>
                <a:lnTo>
                  <a:pt x="1567462" y="71506"/>
                </a:lnTo>
                <a:cubicBezTo>
                  <a:pt x="1571545" y="75590"/>
                  <a:pt x="1574379" y="79299"/>
                  <a:pt x="1575962" y="82632"/>
                </a:cubicBezTo>
                <a:cubicBezTo>
                  <a:pt x="1577963" y="87133"/>
                  <a:pt x="1578963" y="91842"/>
                  <a:pt x="1578963" y="96759"/>
                </a:cubicBezTo>
                <a:cubicBezTo>
                  <a:pt x="1578963" y="105093"/>
                  <a:pt x="1576650" y="112323"/>
                  <a:pt x="1572025" y="118448"/>
                </a:cubicBezTo>
                <a:cubicBezTo>
                  <a:pt x="1567399" y="124574"/>
                  <a:pt x="1561107" y="129366"/>
                  <a:pt x="1553148" y="132824"/>
                </a:cubicBezTo>
                <a:cubicBezTo>
                  <a:pt x="1545189" y="136283"/>
                  <a:pt x="1538126" y="138012"/>
                  <a:pt x="1531958" y="138012"/>
                </a:cubicBezTo>
                <a:cubicBezTo>
                  <a:pt x="1531458" y="138012"/>
                  <a:pt x="1526458" y="137804"/>
                  <a:pt x="1516957" y="137387"/>
                </a:cubicBezTo>
                <a:cubicBezTo>
                  <a:pt x="1513207" y="137387"/>
                  <a:pt x="1510061" y="138610"/>
                  <a:pt x="1507519" y="141056"/>
                </a:cubicBezTo>
                <a:cubicBezTo>
                  <a:pt x="1504977" y="143501"/>
                  <a:pt x="1503706" y="146422"/>
                  <a:pt x="1503706" y="149818"/>
                </a:cubicBezTo>
                <a:cubicBezTo>
                  <a:pt x="1503706" y="152803"/>
                  <a:pt x="1504852" y="155248"/>
                  <a:pt x="1507144" y="157155"/>
                </a:cubicBezTo>
                <a:cubicBezTo>
                  <a:pt x="1509436" y="159061"/>
                  <a:pt x="1513165" y="160014"/>
                  <a:pt x="1518332" y="160014"/>
                </a:cubicBezTo>
                <a:lnTo>
                  <a:pt x="1539959" y="159764"/>
                </a:lnTo>
                <a:cubicBezTo>
                  <a:pt x="1557461" y="159764"/>
                  <a:pt x="1569504" y="161685"/>
                  <a:pt x="1576087" y="165526"/>
                </a:cubicBezTo>
                <a:cubicBezTo>
                  <a:pt x="1585505" y="170868"/>
                  <a:pt x="1590214" y="179092"/>
                  <a:pt x="1590214" y="190197"/>
                </a:cubicBezTo>
                <a:cubicBezTo>
                  <a:pt x="1590214" y="197294"/>
                  <a:pt x="1588047" y="203743"/>
                  <a:pt x="1583713" y="209546"/>
                </a:cubicBezTo>
                <a:cubicBezTo>
                  <a:pt x="1579379" y="215349"/>
                  <a:pt x="1573671" y="219628"/>
                  <a:pt x="1566587" y="222383"/>
                </a:cubicBezTo>
                <a:cubicBezTo>
                  <a:pt x="1555836" y="226475"/>
                  <a:pt x="1543460" y="228520"/>
                  <a:pt x="1529458" y="228520"/>
                </a:cubicBezTo>
                <a:cubicBezTo>
                  <a:pt x="1518957" y="228520"/>
                  <a:pt x="1509373" y="227499"/>
                  <a:pt x="1500706" y="225458"/>
                </a:cubicBezTo>
                <a:cubicBezTo>
                  <a:pt x="1492038" y="223416"/>
                  <a:pt x="1485829" y="220581"/>
                  <a:pt x="1482079" y="216953"/>
                </a:cubicBezTo>
                <a:cubicBezTo>
                  <a:pt x="1478329" y="213328"/>
                  <a:pt x="1476454" y="209513"/>
                  <a:pt x="1476454" y="205511"/>
                </a:cubicBezTo>
                <a:cubicBezTo>
                  <a:pt x="1476454" y="201677"/>
                  <a:pt x="1477891" y="198238"/>
                  <a:pt x="1480766" y="195193"/>
                </a:cubicBezTo>
                <a:cubicBezTo>
                  <a:pt x="1483642" y="192151"/>
                  <a:pt x="1488996" y="189589"/>
                  <a:pt x="1496830" y="187505"/>
                </a:cubicBezTo>
                <a:cubicBezTo>
                  <a:pt x="1485996" y="182171"/>
                  <a:pt x="1480579" y="174755"/>
                  <a:pt x="1480579" y="165257"/>
                </a:cubicBezTo>
                <a:cubicBezTo>
                  <a:pt x="1480579" y="159506"/>
                  <a:pt x="1482787" y="153924"/>
                  <a:pt x="1487204" y="148509"/>
                </a:cubicBezTo>
                <a:cubicBezTo>
                  <a:pt x="1491622" y="143092"/>
                  <a:pt x="1498622" y="138383"/>
                  <a:pt x="1508206" y="134383"/>
                </a:cubicBezTo>
                <a:cubicBezTo>
                  <a:pt x="1497039" y="130294"/>
                  <a:pt x="1488955" y="124911"/>
                  <a:pt x="1483954" y="118233"/>
                </a:cubicBezTo>
                <a:cubicBezTo>
                  <a:pt x="1478954" y="111556"/>
                  <a:pt x="1476454" y="103835"/>
                  <a:pt x="1476454" y="95071"/>
                </a:cubicBezTo>
                <a:cubicBezTo>
                  <a:pt x="1476454" y="83638"/>
                  <a:pt x="1481121" y="73727"/>
                  <a:pt x="1490455" y="65338"/>
                </a:cubicBezTo>
                <a:cubicBezTo>
                  <a:pt x="1499789" y="56949"/>
                  <a:pt x="1511790" y="52755"/>
                  <a:pt x="1526458" y="52755"/>
                </a:cubicBezTo>
                <a:cubicBezTo>
                  <a:pt x="1534209" y="52755"/>
                  <a:pt x="1542209" y="54422"/>
                  <a:pt x="1550460" y="57755"/>
                </a:cubicBezTo>
                <a:moveTo>
                  <a:pt x="1528833" y="60755"/>
                </a:moveTo>
                <a:cubicBezTo>
                  <a:pt x="1523999" y="60755"/>
                  <a:pt x="1519916" y="63189"/>
                  <a:pt x="1516582" y="68057"/>
                </a:cubicBezTo>
                <a:cubicBezTo>
                  <a:pt x="1513248" y="72922"/>
                  <a:pt x="1511582" y="83009"/>
                  <a:pt x="1511582" y="98317"/>
                </a:cubicBezTo>
                <a:cubicBezTo>
                  <a:pt x="1511582" y="110712"/>
                  <a:pt x="1513228" y="119218"/>
                  <a:pt x="1516520" y="123835"/>
                </a:cubicBezTo>
                <a:cubicBezTo>
                  <a:pt x="1519812" y="128453"/>
                  <a:pt x="1523708" y="130762"/>
                  <a:pt x="1528208" y="130762"/>
                </a:cubicBezTo>
                <a:cubicBezTo>
                  <a:pt x="1533209" y="130762"/>
                  <a:pt x="1537376" y="128474"/>
                  <a:pt x="1540709" y="123898"/>
                </a:cubicBezTo>
                <a:cubicBezTo>
                  <a:pt x="1544043" y="119322"/>
                  <a:pt x="1545710" y="110420"/>
                  <a:pt x="1545710" y="97192"/>
                </a:cubicBezTo>
                <a:cubicBezTo>
                  <a:pt x="1545710" y="82303"/>
                  <a:pt x="1543835" y="72154"/>
                  <a:pt x="1540084" y="66744"/>
                </a:cubicBezTo>
                <a:cubicBezTo>
                  <a:pt x="1537417" y="62752"/>
                  <a:pt x="1533667" y="60755"/>
                  <a:pt x="1528833" y="60755"/>
                </a:cubicBezTo>
                <a:moveTo>
                  <a:pt x="1521458" y="190517"/>
                </a:moveTo>
                <a:cubicBezTo>
                  <a:pt x="1512957" y="190517"/>
                  <a:pt x="1507331" y="191223"/>
                  <a:pt x="1504581" y="192634"/>
                </a:cubicBezTo>
                <a:cubicBezTo>
                  <a:pt x="1499831" y="195205"/>
                  <a:pt x="1497455" y="198690"/>
                  <a:pt x="1497455" y="203088"/>
                </a:cubicBezTo>
                <a:cubicBezTo>
                  <a:pt x="1497455" y="207321"/>
                  <a:pt x="1499914" y="211158"/>
                  <a:pt x="1504831" y="214601"/>
                </a:cubicBezTo>
                <a:cubicBezTo>
                  <a:pt x="1509748" y="218047"/>
                  <a:pt x="1518999" y="219770"/>
                  <a:pt x="1532584" y="219770"/>
                </a:cubicBezTo>
                <a:cubicBezTo>
                  <a:pt x="1544168" y="219770"/>
                  <a:pt x="1553273" y="218234"/>
                  <a:pt x="1559898" y="215164"/>
                </a:cubicBezTo>
                <a:cubicBezTo>
                  <a:pt x="1566524" y="212093"/>
                  <a:pt x="1569837" y="207778"/>
                  <a:pt x="1569837" y="202217"/>
                </a:cubicBezTo>
                <a:cubicBezTo>
                  <a:pt x="1569837" y="200144"/>
                  <a:pt x="1569212" y="198402"/>
                  <a:pt x="1567962" y="196990"/>
                </a:cubicBezTo>
                <a:cubicBezTo>
                  <a:pt x="1565712" y="194500"/>
                  <a:pt x="1562315" y="192798"/>
                  <a:pt x="1557773" y="191884"/>
                </a:cubicBezTo>
                <a:cubicBezTo>
                  <a:pt x="1553231" y="190973"/>
                  <a:pt x="1541126" y="190517"/>
                  <a:pt x="1521458" y="190517"/>
                </a:cubicBezTo>
                <a:close/>
                <a:moveTo>
                  <a:pt x="1657094" y="178129"/>
                </a:moveTo>
                <a:lnTo>
                  <a:pt x="1619341" y="91293"/>
                </a:lnTo>
                <a:cubicBezTo>
                  <a:pt x="1613674" y="78141"/>
                  <a:pt x="1609486" y="70057"/>
                  <a:pt x="1606777" y="67041"/>
                </a:cubicBezTo>
                <a:cubicBezTo>
                  <a:pt x="1604069" y="64023"/>
                  <a:pt x="1600798" y="61927"/>
                  <a:pt x="1596964" y="60755"/>
                </a:cubicBezTo>
                <a:lnTo>
                  <a:pt x="1596964" y="56255"/>
                </a:lnTo>
                <a:lnTo>
                  <a:pt x="1659095" y="56255"/>
                </a:lnTo>
                <a:lnTo>
                  <a:pt x="1659095" y="60755"/>
                </a:lnTo>
                <a:cubicBezTo>
                  <a:pt x="1655011" y="60922"/>
                  <a:pt x="1652136" y="61718"/>
                  <a:pt x="1650469" y="63142"/>
                </a:cubicBezTo>
                <a:cubicBezTo>
                  <a:pt x="1648802" y="64564"/>
                  <a:pt x="1647969" y="66281"/>
                  <a:pt x="1647969" y="68291"/>
                </a:cubicBezTo>
                <a:cubicBezTo>
                  <a:pt x="1647969" y="71471"/>
                  <a:pt x="1650052" y="77750"/>
                  <a:pt x="1654219" y="87129"/>
                </a:cubicBezTo>
                <a:lnTo>
                  <a:pt x="1674221" y="133098"/>
                </a:lnTo>
                <a:lnTo>
                  <a:pt x="1687847" y="97575"/>
                </a:lnTo>
                <a:cubicBezTo>
                  <a:pt x="1692764" y="84926"/>
                  <a:pt x="1695223" y="76129"/>
                  <a:pt x="1695223" y="71186"/>
                </a:cubicBezTo>
                <a:cubicBezTo>
                  <a:pt x="1695223" y="68087"/>
                  <a:pt x="1694202" y="65615"/>
                  <a:pt x="1692160" y="63771"/>
                </a:cubicBezTo>
                <a:cubicBezTo>
                  <a:pt x="1690118" y="61927"/>
                  <a:pt x="1686514" y="60922"/>
                  <a:pt x="1681347" y="60755"/>
                </a:cubicBezTo>
                <a:lnTo>
                  <a:pt x="1681347" y="56255"/>
                </a:lnTo>
                <a:lnTo>
                  <a:pt x="1720475" y="56255"/>
                </a:lnTo>
                <a:lnTo>
                  <a:pt x="1720475" y="60755"/>
                </a:lnTo>
                <a:cubicBezTo>
                  <a:pt x="1716641" y="61175"/>
                  <a:pt x="1713516" y="62662"/>
                  <a:pt x="1711099" y="65217"/>
                </a:cubicBezTo>
                <a:cubicBezTo>
                  <a:pt x="1708682" y="67772"/>
                  <a:pt x="1704640" y="76464"/>
                  <a:pt x="1698973" y="91293"/>
                </a:cubicBezTo>
                <a:lnTo>
                  <a:pt x="1665595" y="178016"/>
                </a:lnTo>
                <a:cubicBezTo>
                  <a:pt x="1657178" y="199684"/>
                  <a:pt x="1650927" y="213019"/>
                  <a:pt x="1646843" y="218019"/>
                </a:cubicBezTo>
                <a:cubicBezTo>
                  <a:pt x="1641093" y="225020"/>
                  <a:pt x="1633884" y="228520"/>
                  <a:pt x="1625217" y="228520"/>
                </a:cubicBezTo>
                <a:cubicBezTo>
                  <a:pt x="1618299" y="228520"/>
                  <a:pt x="1612695" y="226541"/>
                  <a:pt x="1608403" y="222582"/>
                </a:cubicBezTo>
                <a:cubicBezTo>
                  <a:pt x="1604110" y="218624"/>
                  <a:pt x="1601964" y="213852"/>
                  <a:pt x="1601964" y="208269"/>
                </a:cubicBezTo>
                <a:cubicBezTo>
                  <a:pt x="1601964" y="203435"/>
                  <a:pt x="1603444" y="199434"/>
                  <a:pt x="1606402" y="196268"/>
                </a:cubicBezTo>
                <a:cubicBezTo>
                  <a:pt x="1609361" y="193101"/>
                  <a:pt x="1613007" y="191517"/>
                  <a:pt x="1617341" y="191517"/>
                </a:cubicBezTo>
                <a:cubicBezTo>
                  <a:pt x="1621508" y="191517"/>
                  <a:pt x="1624862" y="192843"/>
                  <a:pt x="1627404" y="195494"/>
                </a:cubicBezTo>
                <a:cubicBezTo>
                  <a:pt x="1629946" y="198148"/>
                  <a:pt x="1631259" y="202252"/>
                  <a:pt x="1631342" y="207808"/>
                </a:cubicBezTo>
                <a:cubicBezTo>
                  <a:pt x="1631425" y="210959"/>
                  <a:pt x="1631800" y="212990"/>
                  <a:pt x="1632467" y="213902"/>
                </a:cubicBezTo>
                <a:cubicBezTo>
                  <a:pt x="1633134" y="214813"/>
                  <a:pt x="1634092" y="215269"/>
                  <a:pt x="1635342" y="215269"/>
                </a:cubicBezTo>
                <a:cubicBezTo>
                  <a:pt x="1637343" y="215269"/>
                  <a:pt x="1639468" y="214066"/>
                  <a:pt x="1641718" y="211660"/>
                </a:cubicBezTo>
                <a:cubicBezTo>
                  <a:pt x="1645052" y="208175"/>
                  <a:pt x="1648969" y="200211"/>
                  <a:pt x="1653469" y="187767"/>
                </a:cubicBezTo>
                <a:lnTo>
                  <a:pt x="1657094" y="178129"/>
                </a:lnTo>
                <a:close/>
                <a:moveTo>
                  <a:pt x="1895115" y="143040"/>
                </a:moveTo>
                <a:lnTo>
                  <a:pt x="1898991" y="146036"/>
                </a:lnTo>
                <a:cubicBezTo>
                  <a:pt x="1893490" y="156405"/>
                  <a:pt x="1886636" y="164119"/>
                  <a:pt x="1878426" y="169179"/>
                </a:cubicBezTo>
                <a:cubicBezTo>
                  <a:pt x="1870217" y="174237"/>
                  <a:pt x="1861487" y="176766"/>
                  <a:pt x="1852237" y="176766"/>
                </a:cubicBezTo>
                <a:cubicBezTo>
                  <a:pt x="1836652" y="176766"/>
                  <a:pt x="1824192" y="170885"/>
                  <a:pt x="1814858" y="159124"/>
                </a:cubicBezTo>
                <a:cubicBezTo>
                  <a:pt x="1805524" y="147360"/>
                  <a:pt x="1800857" y="133219"/>
                  <a:pt x="1800857" y="116702"/>
                </a:cubicBezTo>
                <a:cubicBezTo>
                  <a:pt x="1800857" y="100766"/>
                  <a:pt x="1805107" y="86750"/>
                  <a:pt x="1813608" y="74655"/>
                </a:cubicBezTo>
                <a:cubicBezTo>
                  <a:pt x="1823859" y="60055"/>
                  <a:pt x="1837985" y="52755"/>
                  <a:pt x="1855987" y="52755"/>
                </a:cubicBezTo>
                <a:cubicBezTo>
                  <a:pt x="1868071" y="52755"/>
                  <a:pt x="1877676" y="55806"/>
                  <a:pt x="1884802" y="61908"/>
                </a:cubicBezTo>
                <a:cubicBezTo>
                  <a:pt x="1891928" y="68007"/>
                  <a:pt x="1895491" y="74818"/>
                  <a:pt x="1895491" y="82339"/>
                </a:cubicBezTo>
                <a:cubicBezTo>
                  <a:pt x="1895491" y="87103"/>
                  <a:pt x="1894053" y="90905"/>
                  <a:pt x="1891178" y="93747"/>
                </a:cubicBezTo>
                <a:cubicBezTo>
                  <a:pt x="1888302" y="96588"/>
                  <a:pt x="1884531" y="98009"/>
                  <a:pt x="1879864" y="98009"/>
                </a:cubicBezTo>
                <a:cubicBezTo>
                  <a:pt x="1874947" y="98009"/>
                  <a:pt x="1870884" y="96378"/>
                  <a:pt x="1867676" y="93118"/>
                </a:cubicBezTo>
                <a:cubicBezTo>
                  <a:pt x="1864467" y="89854"/>
                  <a:pt x="1862488" y="84041"/>
                  <a:pt x="1861738" y="75679"/>
                </a:cubicBezTo>
                <a:cubicBezTo>
                  <a:pt x="1861237" y="70410"/>
                  <a:pt x="1860029" y="66730"/>
                  <a:pt x="1858112" y="64639"/>
                </a:cubicBezTo>
                <a:cubicBezTo>
                  <a:pt x="1856195" y="62550"/>
                  <a:pt x="1853945" y="61505"/>
                  <a:pt x="1851362" y="61505"/>
                </a:cubicBezTo>
                <a:cubicBezTo>
                  <a:pt x="1847361" y="61505"/>
                  <a:pt x="1843944" y="63631"/>
                  <a:pt x="1841111" y="67881"/>
                </a:cubicBezTo>
                <a:cubicBezTo>
                  <a:pt x="1836777" y="74298"/>
                  <a:pt x="1834610" y="84133"/>
                  <a:pt x="1834610" y="97384"/>
                </a:cubicBezTo>
                <a:cubicBezTo>
                  <a:pt x="1834610" y="108385"/>
                  <a:pt x="1836360" y="118906"/>
                  <a:pt x="1839861" y="128949"/>
                </a:cubicBezTo>
                <a:cubicBezTo>
                  <a:pt x="1843361" y="138992"/>
                  <a:pt x="1848153" y="146471"/>
                  <a:pt x="1854237" y="151389"/>
                </a:cubicBezTo>
                <a:cubicBezTo>
                  <a:pt x="1858821" y="154972"/>
                  <a:pt x="1864238" y="156764"/>
                  <a:pt x="1870488" y="156764"/>
                </a:cubicBezTo>
                <a:cubicBezTo>
                  <a:pt x="1874572" y="156764"/>
                  <a:pt x="1878447" y="155808"/>
                  <a:pt x="1882114" y="153897"/>
                </a:cubicBezTo>
                <a:cubicBezTo>
                  <a:pt x="1885781" y="151982"/>
                  <a:pt x="1890115" y="148364"/>
                  <a:pt x="1895115" y="143040"/>
                </a:cubicBezTo>
                <a:close/>
                <a:moveTo>
                  <a:pt x="1965821" y="52755"/>
                </a:moveTo>
                <a:cubicBezTo>
                  <a:pt x="1975989" y="52755"/>
                  <a:pt x="1985448" y="55383"/>
                  <a:pt x="1994199" y="60638"/>
                </a:cubicBezTo>
                <a:cubicBezTo>
                  <a:pt x="2002950" y="65894"/>
                  <a:pt x="2009596" y="73361"/>
                  <a:pt x="2014138" y="83039"/>
                </a:cubicBezTo>
                <a:cubicBezTo>
                  <a:pt x="2018680" y="92717"/>
                  <a:pt x="2020951" y="103311"/>
                  <a:pt x="2020951" y="114823"/>
                </a:cubicBezTo>
                <a:cubicBezTo>
                  <a:pt x="2020951" y="131423"/>
                  <a:pt x="2016743" y="145314"/>
                  <a:pt x="2008325" y="156494"/>
                </a:cubicBezTo>
                <a:cubicBezTo>
                  <a:pt x="1998158" y="170009"/>
                  <a:pt x="1984115" y="176766"/>
                  <a:pt x="1966197" y="176766"/>
                </a:cubicBezTo>
                <a:cubicBezTo>
                  <a:pt x="1948612" y="176766"/>
                  <a:pt x="1935069" y="170592"/>
                  <a:pt x="1925568" y="158245"/>
                </a:cubicBezTo>
                <a:cubicBezTo>
                  <a:pt x="1916067" y="145897"/>
                  <a:pt x="1911317" y="131590"/>
                  <a:pt x="1911317" y="115323"/>
                </a:cubicBezTo>
                <a:cubicBezTo>
                  <a:pt x="1911317" y="98556"/>
                  <a:pt x="1916171" y="83936"/>
                  <a:pt x="1925880" y="71463"/>
                </a:cubicBezTo>
                <a:cubicBezTo>
                  <a:pt x="1935590" y="58991"/>
                  <a:pt x="1948903" y="52755"/>
                  <a:pt x="1965821" y="52755"/>
                </a:cubicBezTo>
                <a:moveTo>
                  <a:pt x="1966322" y="61505"/>
                </a:moveTo>
                <a:cubicBezTo>
                  <a:pt x="1962071" y="61505"/>
                  <a:pt x="1958425" y="63112"/>
                  <a:pt x="1955383" y="66326"/>
                </a:cubicBezTo>
                <a:cubicBezTo>
                  <a:pt x="1952341" y="69537"/>
                  <a:pt x="1950341" y="75878"/>
                  <a:pt x="1949383" y="85347"/>
                </a:cubicBezTo>
                <a:cubicBezTo>
                  <a:pt x="1948424" y="94817"/>
                  <a:pt x="1947945" y="107980"/>
                  <a:pt x="1947945" y="124835"/>
                </a:cubicBezTo>
                <a:cubicBezTo>
                  <a:pt x="1947945" y="133763"/>
                  <a:pt x="1948528" y="142108"/>
                  <a:pt x="1949695" y="149869"/>
                </a:cubicBezTo>
                <a:cubicBezTo>
                  <a:pt x="1950612" y="155791"/>
                  <a:pt x="1952570" y="160297"/>
                  <a:pt x="1955571" y="163386"/>
                </a:cubicBezTo>
                <a:cubicBezTo>
                  <a:pt x="1958571" y="166472"/>
                  <a:pt x="1961988" y="168015"/>
                  <a:pt x="1965821" y="168015"/>
                </a:cubicBezTo>
                <a:cubicBezTo>
                  <a:pt x="1969572" y="168015"/>
                  <a:pt x="1972697" y="166972"/>
                  <a:pt x="1975197" y="164886"/>
                </a:cubicBezTo>
                <a:cubicBezTo>
                  <a:pt x="1978448" y="162050"/>
                  <a:pt x="1980614" y="158086"/>
                  <a:pt x="1981698" y="152994"/>
                </a:cubicBezTo>
                <a:cubicBezTo>
                  <a:pt x="1983365" y="145069"/>
                  <a:pt x="1984198" y="129049"/>
                  <a:pt x="1984198" y="104935"/>
                </a:cubicBezTo>
                <a:cubicBezTo>
                  <a:pt x="1984198" y="90752"/>
                  <a:pt x="1983406" y="81011"/>
                  <a:pt x="1981823" y="75714"/>
                </a:cubicBezTo>
                <a:cubicBezTo>
                  <a:pt x="1980239" y="70414"/>
                  <a:pt x="1977906" y="66554"/>
                  <a:pt x="1974822" y="64135"/>
                </a:cubicBezTo>
                <a:cubicBezTo>
                  <a:pt x="1972655" y="62382"/>
                  <a:pt x="1969822" y="61505"/>
                  <a:pt x="1966322" y="61505"/>
                </a:cubicBezTo>
                <a:close/>
                <a:moveTo>
                  <a:pt x="2152338" y="3750"/>
                </a:moveTo>
                <a:lnTo>
                  <a:pt x="2152338" y="138262"/>
                </a:lnTo>
                <a:cubicBezTo>
                  <a:pt x="2152338" y="147255"/>
                  <a:pt x="2152588" y="152576"/>
                  <a:pt x="2153088" y="154225"/>
                </a:cubicBezTo>
                <a:cubicBezTo>
                  <a:pt x="2153755" y="156949"/>
                  <a:pt x="2155026" y="158971"/>
                  <a:pt x="2156901" y="160292"/>
                </a:cubicBezTo>
                <a:cubicBezTo>
                  <a:pt x="2158776" y="161609"/>
                  <a:pt x="2162048" y="162434"/>
                  <a:pt x="2166715" y="162765"/>
                </a:cubicBezTo>
                <a:lnTo>
                  <a:pt x="2166715" y="167265"/>
                </a:lnTo>
                <a:lnTo>
                  <a:pt x="2117335" y="176766"/>
                </a:lnTo>
                <a:lnTo>
                  <a:pt x="2117335" y="158264"/>
                </a:lnTo>
                <a:cubicBezTo>
                  <a:pt x="2111418" y="165431"/>
                  <a:pt x="2106147" y="170307"/>
                  <a:pt x="2101521" y="172890"/>
                </a:cubicBezTo>
                <a:cubicBezTo>
                  <a:pt x="2096896" y="175474"/>
                  <a:pt x="2091666" y="176766"/>
                  <a:pt x="2085832" y="176766"/>
                </a:cubicBezTo>
                <a:cubicBezTo>
                  <a:pt x="2070914" y="176766"/>
                  <a:pt x="2059122" y="170092"/>
                  <a:pt x="2050454" y="156744"/>
                </a:cubicBezTo>
                <a:cubicBezTo>
                  <a:pt x="2043454" y="145900"/>
                  <a:pt x="2039953" y="132594"/>
                  <a:pt x="2039953" y="116827"/>
                </a:cubicBezTo>
                <a:cubicBezTo>
                  <a:pt x="2039953" y="104229"/>
                  <a:pt x="2042120" y="92946"/>
                  <a:pt x="2046454" y="82976"/>
                </a:cubicBezTo>
                <a:cubicBezTo>
                  <a:pt x="2050788" y="73007"/>
                  <a:pt x="2056726" y="65477"/>
                  <a:pt x="2064268" y="60388"/>
                </a:cubicBezTo>
                <a:cubicBezTo>
                  <a:pt x="2071810" y="55299"/>
                  <a:pt x="2079915" y="52755"/>
                  <a:pt x="2088583" y="52755"/>
                </a:cubicBezTo>
                <a:cubicBezTo>
                  <a:pt x="2094167" y="52755"/>
                  <a:pt x="2099125" y="53847"/>
                  <a:pt x="2103459" y="56032"/>
                </a:cubicBezTo>
                <a:cubicBezTo>
                  <a:pt x="2107793" y="58217"/>
                  <a:pt x="2112418" y="62042"/>
                  <a:pt x="2117335" y="67506"/>
                </a:cubicBezTo>
                <a:lnTo>
                  <a:pt x="2117335" y="32253"/>
                </a:lnTo>
                <a:cubicBezTo>
                  <a:pt x="2117335" y="23335"/>
                  <a:pt x="2116960" y="17960"/>
                  <a:pt x="2116210" y="16126"/>
                </a:cubicBezTo>
                <a:cubicBezTo>
                  <a:pt x="2115210" y="13710"/>
                  <a:pt x="2113710" y="11918"/>
                  <a:pt x="2111710" y="10751"/>
                </a:cubicBezTo>
                <a:cubicBezTo>
                  <a:pt x="2109710" y="9584"/>
                  <a:pt x="2105959" y="9001"/>
                  <a:pt x="2100459" y="9001"/>
                </a:cubicBezTo>
                <a:lnTo>
                  <a:pt x="2100459" y="3750"/>
                </a:lnTo>
                <a:lnTo>
                  <a:pt x="2152338" y="3750"/>
                </a:lnTo>
                <a:moveTo>
                  <a:pt x="2117335" y="82757"/>
                </a:moveTo>
                <a:cubicBezTo>
                  <a:pt x="2111168" y="71090"/>
                  <a:pt x="2103626" y="65256"/>
                  <a:pt x="2094708" y="65256"/>
                </a:cubicBezTo>
                <a:cubicBezTo>
                  <a:pt x="2091625" y="65256"/>
                  <a:pt x="2089083" y="66089"/>
                  <a:pt x="2087083" y="67756"/>
                </a:cubicBezTo>
                <a:cubicBezTo>
                  <a:pt x="2083999" y="70340"/>
                  <a:pt x="2081478" y="74882"/>
                  <a:pt x="2079519" y="81382"/>
                </a:cubicBezTo>
                <a:cubicBezTo>
                  <a:pt x="2077561" y="87883"/>
                  <a:pt x="2076582" y="97842"/>
                  <a:pt x="2076582" y="111260"/>
                </a:cubicBezTo>
                <a:cubicBezTo>
                  <a:pt x="2076582" y="126011"/>
                  <a:pt x="2077665" y="136929"/>
                  <a:pt x="2079832" y="144013"/>
                </a:cubicBezTo>
                <a:cubicBezTo>
                  <a:pt x="2081999" y="151097"/>
                  <a:pt x="2084957" y="156222"/>
                  <a:pt x="2088708" y="159389"/>
                </a:cubicBezTo>
                <a:cubicBezTo>
                  <a:pt x="2090625" y="160973"/>
                  <a:pt x="2093250" y="161764"/>
                  <a:pt x="2096583" y="161764"/>
                </a:cubicBezTo>
                <a:cubicBezTo>
                  <a:pt x="2103917" y="161764"/>
                  <a:pt x="2110835" y="155996"/>
                  <a:pt x="2117335" y="144458"/>
                </a:cubicBezTo>
                <a:lnTo>
                  <a:pt x="2117335" y="82757"/>
                </a:lnTo>
                <a:close/>
                <a:moveTo>
                  <a:pt x="2282775" y="110510"/>
                </a:moveTo>
                <a:lnTo>
                  <a:pt x="2218644" y="110510"/>
                </a:lnTo>
                <a:cubicBezTo>
                  <a:pt x="2219394" y="126053"/>
                  <a:pt x="2223519" y="138337"/>
                  <a:pt x="2231020" y="147361"/>
                </a:cubicBezTo>
                <a:cubicBezTo>
                  <a:pt x="2236770" y="154296"/>
                  <a:pt x="2243688" y="157764"/>
                  <a:pt x="2251772" y="157764"/>
                </a:cubicBezTo>
                <a:cubicBezTo>
                  <a:pt x="2256772" y="157764"/>
                  <a:pt x="2261314" y="156368"/>
                  <a:pt x="2265398" y="153576"/>
                </a:cubicBezTo>
                <a:cubicBezTo>
                  <a:pt x="2269482" y="150784"/>
                  <a:pt x="2273857" y="145763"/>
                  <a:pt x="2278524" y="138512"/>
                </a:cubicBezTo>
                <a:lnTo>
                  <a:pt x="2282775" y="141263"/>
                </a:lnTo>
                <a:cubicBezTo>
                  <a:pt x="2276441" y="154180"/>
                  <a:pt x="2269440" y="163327"/>
                  <a:pt x="2261773" y="168703"/>
                </a:cubicBezTo>
                <a:cubicBezTo>
                  <a:pt x="2254105" y="174078"/>
                  <a:pt x="2245230" y="176766"/>
                  <a:pt x="2235145" y="176766"/>
                </a:cubicBezTo>
                <a:cubicBezTo>
                  <a:pt x="2217810" y="176766"/>
                  <a:pt x="2204684" y="170092"/>
                  <a:pt x="2195767" y="156744"/>
                </a:cubicBezTo>
                <a:cubicBezTo>
                  <a:pt x="2188599" y="145983"/>
                  <a:pt x="2185016" y="132636"/>
                  <a:pt x="2185016" y="116702"/>
                </a:cubicBezTo>
                <a:cubicBezTo>
                  <a:pt x="2185016" y="97179"/>
                  <a:pt x="2190287" y="81641"/>
                  <a:pt x="2200830" y="70088"/>
                </a:cubicBezTo>
                <a:cubicBezTo>
                  <a:pt x="2211372" y="58533"/>
                  <a:pt x="2223728" y="52755"/>
                  <a:pt x="2237896" y="52755"/>
                </a:cubicBezTo>
                <a:cubicBezTo>
                  <a:pt x="2249730" y="52755"/>
                  <a:pt x="2260002" y="57609"/>
                  <a:pt x="2268711" y="67319"/>
                </a:cubicBezTo>
                <a:cubicBezTo>
                  <a:pt x="2277420" y="77028"/>
                  <a:pt x="2282108" y="91425"/>
                  <a:pt x="2282775" y="110510"/>
                </a:cubicBezTo>
                <a:moveTo>
                  <a:pt x="2252022" y="102259"/>
                </a:moveTo>
                <a:cubicBezTo>
                  <a:pt x="2252022" y="88841"/>
                  <a:pt x="2251293" y="79632"/>
                  <a:pt x="2249834" y="74632"/>
                </a:cubicBezTo>
                <a:cubicBezTo>
                  <a:pt x="2248376" y="69631"/>
                  <a:pt x="2246105" y="65839"/>
                  <a:pt x="2243021" y="63256"/>
                </a:cubicBezTo>
                <a:cubicBezTo>
                  <a:pt x="2241271" y="61756"/>
                  <a:pt x="2238937" y="61005"/>
                  <a:pt x="2236020" y="61005"/>
                </a:cubicBezTo>
                <a:cubicBezTo>
                  <a:pt x="2231687" y="61005"/>
                  <a:pt x="2228145" y="63131"/>
                  <a:pt x="2225394" y="67381"/>
                </a:cubicBezTo>
                <a:cubicBezTo>
                  <a:pt x="2220477" y="74798"/>
                  <a:pt x="2218019" y="84966"/>
                  <a:pt x="2218019" y="97884"/>
                </a:cubicBezTo>
                <a:lnTo>
                  <a:pt x="2218019" y="102259"/>
                </a:lnTo>
                <a:lnTo>
                  <a:pt x="2252022" y="102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9a898e74a4187"/>
          <a:stretch xmlns:a="http://schemas.openxmlformats.org/drawingml/2006/main"/>
        </p:blipFill>
        <p:spPr>
          <a:xfrm xmlns:a="http://schemas.openxmlformats.org/drawingml/2006/main">
            <a:off x="11262990" y="2302179"/>
            <a:ext cx="1356920" cy="1192661"/>
          </a:xfrm>
          <a:prstGeom xmlns:a="http://schemas.openxmlformats.org/drawingml/2006/main" prst="rect">
            <a:avLst/>
          </a:prstGeom>
        </p:spPr>
      </p:pic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09517-DDD1-4F08-A02B-FA6A3B13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659" y="2343793"/>
            <a:ext cx="1211842" cy="1049694"/>
          </a:xfrm>
          <a:custGeom xmlns:a="http://schemas.openxmlformats.org/drawingml/2006/main">
            <a:pathLst>
              <a:path w="1211842" h="1049694">
                <a:moveTo>
                  <a:pt x="0" y="0"/>
                </a:moveTo>
                <a:lnTo>
                  <a:pt x="1211842" y="0"/>
                </a:lnTo>
                <a:lnTo>
                  <a:pt x="1211842" y="1049694"/>
                </a:lnTo>
                <a:lnTo>
                  <a:pt x="0" y="1049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A59A4-FBC5-43A8-9414-F7AABCD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659" y="2343793"/>
            <a:ext cx="1211842" cy="1049694"/>
          </a:xfrm>
          <a:custGeom xmlns:a="http://schemas.openxmlformats.org/drawingml/2006/main">
            <a:pathLst>
              <a:path w="1211842" h="1049694" fill="none">
                <a:moveTo>
                  <a:pt x="0" y="0"/>
                </a:moveTo>
                <a:lnTo>
                  <a:pt x="1211842" y="0"/>
                </a:lnTo>
                <a:lnTo>
                  <a:pt x="1211842" y="1049694"/>
                </a:lnTo>
                <a:lnTo>
                  <a:pt x="0" y="10496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D0D0D"/>
            </a:solidFill>
            <a:miter/>
          </a:ln>
        </p:spPr>
      </p:sp>
      <p:sp>
        <p:nvSpPr>
          <p:cNvPr id="107" name="Text Repaired">
            <a:extLst xmlns:a="http://schemas.openxmlformats.org/drawingml/2006/main">
              <a:ext uri="{FF2B5EF4-FFF2-40B4-BE49-F238E27FC236}">
                <a16:creationId xmlns:a16="http://schemas.microsoft.com/office/drawing/2014/main" id="{A07F26FE-1011-48E9-9719-370D135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817" y="3009005"/>
            <a:ext cx="760674" cy="193767"/>
          </a:xfrm>
          <a:custGeom xmlns:a="http://schemas.openxmlformats.org/drawingml/2006/main">
            <a:pathLst>
              <a:path w="760674" h="193767">
                <a:moveTo>
                  <a:pt x="469969" y="48"/>
                </a:moveTo>
                <a:lnTo>
                  <a:pt x="469612" y="86"/>
                </a:lnTo>
                <a:lnTo>
                  <a:pt x="469261" y="134"/>
                </a:lnTo>
                <a:lnTo>
                  <a:pt x="468915" y="193"/>
                </a:lnTo>
                <a:lnTo>
                  <a:pt x="468573" y="263"/>
                </a:lnTo>
                <a:lnTo>
                  <a:pt x="468236" y="343"/>
                </a:lnTo>
                <a:lnTo>
                  <a:pt x="467905" y="434"/>
                </a:lnTo>
                <a:lnTo>
                  <a:pt x="467578" y="536"/>
                </a:lnTo>
                <a:lnTo>
                  <a:pt x="467256" y="649"/>
                </a:lnTo>
                <a:lnTo>
                  <a:pt x="466938" y="772"/>
                </a:lnTo>
                <a:lnTo>
                  <a:pt x="466626" y="906"/>
                </a:lnTo>
                <a:lnTo>
                  <a:pt x="466319" y="1051"/>
                </a:lnTo>
                <a:lnTo>
                  <a:pt x="466016" y="1207"/>
                </a:lnTo>
                <a:lnTo>
                  <a:pt x="465719" y="1373"/>
                </a:lnTo>
                <a:lnTo>
                  <a:pt x="465426" y="1550"/>
                </a:lnTo>
                <a:lnTo>
                  <a:pt x="465138" y="1738"/>
                </a:lnTo>
                <a:lnTo>
                  <a:pt x="464855" y="1936"/>
                </a:lnTo>
                <a:lnTo>
                  <a:pt x="464577" y="2145"/>
                </a:lnTo>
                <a:lnTo>
                  <a:pt x="464304" y="2365"/>
                </a:lnTo>
                <a:lnTo>
                  <a:pt x="464036" y="2596"/>
                </a:lnTo>
                <a:lnTo>
                  <a:pt x="463772" y="2837"/>
                </a:lnTo>
                <a:lnTo>
                  <a:pt x="463514" y="3089"/>
                </a:lnTo>
                <a:lnTo>
                  <a:pt x="463263" y="3349"/>
                </a:lnTo>
                <a:lnTo>
                  <a:pt x="463023" y="3613"/>
                </a:lnTo>
                <a:lnTo>
                  <a:pt x="462793" y="3882"/>
                </a:lnTo>
                <a:lnTo>
                  <a:pt x="462575" y="4155"/>
                </a:lnTo>
                <a:lnTo>
                  <a:pt x="462367" y="4432"/>
                </a:lnTo>
                <a:lnTo>
                  <a:pt x="462169" y="4715"/>
                </a:lnTo>
                <a:lnTo>
                  <a:pt x="461982" y="5001"/>
                </a:lnTo>
                <a:lnTo>
                  <a:pt x="461806" y="5293"/>
                </a:lnTo>
                <a:lnTo>
                  <a:pt x="461641" y="5589"/>
                </a:lnTo>
                <a:lnTo>
                  <a:pt x="461486" y="5889"/>
                </a:lnTo>
                <a:lnTo>
                  <a:pt x="461342" y="6194"/>
                </a:lnTo>
                <a:lnTo>
                  <a:pt x="461209" y="6504"/>
                </a:lnTo>
                <a:lnTo>
                  <a:pt x="461086" y="6818"/>
                </a:lnTo>
                <a:lnTo>
                  <a:pt x="460974" y="7136"/>
                </a:lnTo>
                <a:lnTo>
                  <a:pt x="460873" y="7460"/>
                </a:lnTo>
                <a:lnTo>
                  <a:pt x="460782" y="7788"/>
                </a:lnTo>
                <a:lnTo>
                  <a:pt x="460702" y="8120"/>
                </a:lnTo>
                <a:lnTo>
                  <a:pt x="460633" y="8457"/>
                </a:lnTo>
                <a:lnTo>
                  <a:pt x="460574" y="8798"/>
                </a:lnTo>
                <a:lnTo>
                  <a:pt x="460526" y="9144"/>
                </a:lnTo>
                <a:lnTo>
                  <a:pt x="460488" y="9495"/>
                </a:lnTo>
                <a:lnTo>
                  <a:pt x="460462" y="9850"/>
                </a:lnTo>
                <a:lnTo>
                  <a:pt x="460446" y="10210"/>
                </a:lnTo>
                <a:lnTo>
                  <a:pt x="460440" y="10574"/>
                </a:lnTo>
                <a:lnTo>
                  <a:pt x="460446" y="10938"/>
                </a:lnTo>
                <a:lnTo>
                  <a:pt x="460462" y="11298"/>
                </a:lnTo>
                <a:lnTo>
                  <a:pt x="460489" y="11654"/>
                </a:lnTo>
                <a:lnTo>
                  <a:pt x="460527" y="12005"/>
                </a:lnTo>
                <a:lnTo>
                  <a:pt x="460576" y="12352"/>
                </a:lnTo>
                <a:lnTo>
                  <a:pt x="460636" y="12694"/>
                </a:lnTo>
                <a:lnTo>
                  <a:pt x="460706" y="13033"/>
                </a:lnTo>
                <a:lnTo>
                  <a:pt x="460788" y="13366"/>
                </a:lnTo>
                <a:lnTo>
                  <a:pt x="460880" y="13696"/>
                </a:lnTo>
                <a:lnTo>
                  <a:pt x="460983" y="14021"/>
                </a:lnTo>
                <a:lnTo>
                  <a:pt x="461097" y="14342"/>
                </a:lnTo>
                <a:lnTo>
                  <a:pt x="461222" y="14658"/>
                </a:lnTo>
                <a:lnTo>
                  <a:pt x="461357" y="14970"/>
                </a:lnTo>
                <a:lnTo>
                  <a:pt x="461504" y="15277"/>
                </a:lnTo>
                <a:lnTo>
                  <a:pt x="461661" y="15581"/>
                </a:lnTo>
                <a:lnTo>
                  <a:pt x="461829" y="15880"/>
                </a:lnTo>
                <a:lnTo>
                  <a:pt x="462009" y="16174"/>
                </a:lnTo>
                <a:lnTo>
                  <a:pt x="462198" y="16464"/>
                </a:lnTo>
                <a:lnTo>
                  <a:pt x="462399" y="16750"/>
                </a:lnTo>
                <a:lnTo>
                  <a:pt x="462611" y="17032"/>
                </a:lnTo>
                <a:lnTo>
                  <a:pt x="462833" y="17309"/>
                </a:lnTo>
                <a:lnTo>
                  <a:pt x="463067" y="17581"/>
                </a:lnTo>
                <a:lnTo>
                  <a:pt x="463311" y="17850"/>
                </a:lnTo>
                <a:lnTo>
                  <a:pt x="463566" y="18114"/>
                </a:lnTo>
                <a:lnTo>
                  <a:pt x="463828" y="18370"/>
                </a:lnTo>
                <a:lnTo>
                  <a:pt x="464095" y="18615"/>
                </a:lnTo>
                <a:lnTo>
                  <a:pt x="464367" y="18849"/>
                </a:lnTo>
                <a:lnTo>
                  <a:pt x="464642" y="19073"/>
                </a:lnTo>
                <a:lnTo>
                  <a:pt x="464922" y="19285"/>
                </a:lnTo>
                <a:lnTo>
                  <a:pt x="465207" y="19487"/>
                </a:lnTo>
                <a:lnTo>
                  <a:pt x="465495" y="19677"/>
                </a:lnTo>
                <a:lnTo>
                  <a:pt x="465788" y="19857"/>
                </a:lnTo>
                <a:lnTo>
                  <a:pt x="466086" y="20026"/>
                </a:lnTo>
                <a:lnTo>
                  <a:pt x="466387" y="20184"/>
                </a:lnTo>
                <a:lnTo>
                  <a:pt x="466693" y="20331"/>
                </a:lnTo>
                <a:lnTo>
                  <a:pt x="467004" y="20467"/>
                </a:lnTo>
                <a:lnTo>
                  <a:pt x="467318" y="20593"/>
                </a:lnTo>
                <a:lnTo>
                  <a:pt x="467637" y="20707"/>
                </a:lnTo>
                <a:lnTo>
                  <a:pt x="467961" y="20811"/>
                </a:lnTo>
                <a:lnTo>
                  <a:pt x="468288" y="20903"/>
                </a:lnTo>
                <a:lnTo>
                  <a:pt x="468620" y="20985"/>
                </a:lnTo>
                <a:lnTo>
                  <a:pt x="468957" y="21056"/>
                </a:lnTo>
                <a:lnTo>
                  <a:pt x="469298" y="21116"/>
                </a:lnTo>
                <a:lnTo>
                  <a:pt x="469643" y="21165"/>
                </a:lnTo>
                <a:lnTo>
                  <a:pt x="469992" y="21203"/>
                </a:lnTo>
                <a:lnTo>
                  <a:pt x="470346" y="21230"/>
                </a:lnTo>
                <a:lnTo>
                  <a:pt x="470704" y="21246"/>
                </a:lnTo>
                <a:lnTo>
                  <a:pt x="471066" y="21252"/>
                </a:lnTo>
                <a:lnTo>
                  <a:pt x="471429" y="21246"/>
                </a:lnTo>
                <a:lnTo>
                  <a:pt x="471787" y="21230"/>
                </a:lnTo>
                <a:lnTo>
                  <a:pt x="472140" y="21203"/>
                </a:lnTo>
                <a:lnTo>
                  <a:pt x="472489" y="21165"/>
                </a:lnTo>
                <a:lnTo>
                  <a:pt x="472833" y="21116"/>
                </a:lnTo>
                <a:lnTo>
                  <a:pt x="473173" y="21056"/>
                </a:lnTo>
                <a:lnTo>
                  <a:pt x="473508" y="20985"/>
                </a:lnTo>
                <a:lnTo>
                  <a:pt x="473839" y="20903"/>
                </a:lnTo>
                <a:lnTo>
                  <a:pt x="474165" y="20811"/>
                </a:lnTo>
                <a:lnTo>
                  <a:pt x="474487" y="20707"/>
                </a:lnTo>
                <a:lnTo>
                  <a:pt x="474804" y="20593"/>
                </a:lnTo>
                <a:lnTo>
                  <a:pt x="475116" y="20467"/>
                </a:lnTo>
                <a:lnTo>
                  <a:pt x="475424" y="20331"/>
                </a:lnTo>
                <a:lnTo>
                  <a:pt x="475728" y="20184"/>
                </a:lnTo>
                <a:lnTo>
                  <a:pt x="476027" y="20026"/>
                </a:lnTo>
                <a:lnTo>
                  <a:pt x="476322" y="19857"/>
                </a:lnTo>
                <a:lnTo>
                  <a:pt x="476612" y="19677"/>
                </a:lnTo>
                <a:lnTo>
                  <a:pt x="476897" y="19487"/>
                </a:lnTo>
                <a:lnTo>
                  <a:pt x="477178" y="19285"/>
                </a:lnTo>
                <a:lnTo>
                  <a:pt x="477454" y="19073"/>
                </a:lnTo>
                <a:lnTo>
                  <a:pt x="477726" y="18849"/>
                </a:lnTo>
                <a:lnTo>
                  <a:pt x="477994" y="18615"/>
                </a:lnTo>
                <a:lnTo>
                  <a:pt x="478257" y="18370"/>
                </a:lnTo>
                <a:lnTo>
                  <a:pt x="478515" y="18114"/>
                </a:lnTo>
                <a:lnTo>
                  <a:pt x="478766" y="17850"/>
                </a:lnTo>
                <a:lnTo>
                  <a:pt x="479006" y="17581"/>
                </a:lnTo>
                <a:lnTo>
                  <a:pt x="479235" y="17309"/>
                </a:lnTo>
                <a:lnTo>
                  <a:pt x="479454" y="17032"/>
                </a:lnTo>
                <a:lnTo>
                  <a:pt x="479662" y="16750"/>
                </a:lnTo>
                <a:lnTo>
                  <a:pt x="479860" y="16464"/>
                </a:lnTo>
                <a:lnTo>
                  <a:pt x="480046" y="16174"/>
                </a:lnTo>
                <a:lnTo>
                  <a:pt x="480222" y="15880"/>
                </a:lnTo>
                <a:lnTo>
                  <a:pt x="480388" y="15581"/>
                </a:lnTo>
                <a:lnTo>
                  <a:pt x="480542" y="15277"/>
                </a:lnTo>
                <a:lnTo>
                  <a:pt x="480687" y="14970"/>
                </a:lnTo>
                <a:lnTo>
                  <a:pt x="480820" y="14658"/>
                </a:lnTo>
                <a:lnTo>
                  <a:pt x="480943" y="14342"/>
                </a:lnTo>
                <a:lnTo>
                  <a:pt x="481055" y="14021"/>
                </a:lnTo>
                <a:lnTo>
                  <a:pt x="481156" y="13696"/>
                </a:lnTo>
                <a:lnTo>
                  <a:pt x="481247" y="13366"/>
                </a:lnTo>
                <a:lnTo>
                  <a:pt x="481327" y="13033"/>
                </a:lnTo>
                <a:lnTo>
                  <a:pt x="481396" y="12694"/>
                </a:lnTo>
                <a:lnTo>
                  <a:pt x="481455" y="12352"/>
                </a:lnTo>
                <a:lnTo>
                  <a:pt x="481503" y="12005"/>
                </a:lnTo>
                <a:lnTo>
                  <a:pt x="481540" y="11654"/>
                </a:lnTo>
                <a:lnTo>
                  <a:pt x="481567" y="11298"/>
                </a:lnTo>
                <a:lnTo>
                  <a:pt x="481583" y="10938"/>
                </a:lnTo>
                <a:lnTo>
                  <a:pt x="481588" y="10574"/>
                </a:lnTo>
                <a:lnTo>
                  <a:pt x="481583" y="10210"/>
                </a:lnTo>
                <a:lnTo>
                  <a:pt x="481567" y="9850"/>
                </a:lnTo>
                <a:lnTo>
                  <a:pt x="481540" y="9495"/>
                </a:lnTo>
                <a:lnTo>
                  <a:pt x="481503" y="9144"/>
                </a:lnTo>
                <a:lnTo>
                  <a:pt x="481455" y="8798"/>
                </a:lnTo>
                <a:lnTo>
                  <a:pt x="481396" y="8457"/>
                </a:lnTo>
                <a:lnTo>
                  <a:pt x="481327" y="8120"/>
                </a:lnTo>
                <a:lnTo>
                  <a:pt x="481247" y="7788"/>
                </a:lnTo>
                <a:lnTo>
                  <a:pt x="481156" y="7460"/>
                </a:lnTo>
                <a:lnTo>
                  <a:pt x="481055" y="7136"/>
                </a:lnTo>
                <a:lnTo>
                  <a:pt x="480943" y="6818"/>
                </a:lnTo>
                <a:lnTo>
                  <a:pt x="480820" y="6504"/>
                </a:lnTo>
                <a:lnTo>
                  <a:pt x="480687" y="6194"/>
                </a:lnTo>
                <a:lnTo>
                  <a:pt x="480542" y="5889"/>
                </a:lnTo>
                <a:lnTo>
                  <a:pt x="480388" y="5589"/>
                </a:lnTo>
                <a:lnTo>
                  <a:pt x="480222" y="5293"/>
                </a:lnTo>
                <a:lnTo>
                  <a:pt x="480046" y="5001"/>
                </a:lnTo>
                <a:lnTo>
                  <a:pt x="479860" y="4715"/>
                </a:lnTo>
                <a:lnTo>
                  <a:pt x="479662" y="4432"/>
                </a:lnTo>
                <a:lnTo>
                  <a:pt x="479454" y="4155"/>
                </a:lnTo>
                <a:lnTo>
                  <a:pt x="479235" y="3882"/>
                </a:lnTo>
                <a:lnTo>
                  <a:pt x="479006" y="3613"/>
                </a:lnTo>
                <a:lnTo>
                  <a:pt x="478766" y="3349"/>
                </a:lnTo>
                <a:lnTo>
                  <a:pt x="478515" y="3089"/>
                </a:lnTo>
                <a:lnTo>
                  <a:pt x="478257" y="2837"/>
                </a:lnTo>
                <a:lnTo>
                  <a:pt x="477994" y="2596"/>
                </a:lnTo>
                <a:lnTo>
                  <a:pt x="477726" y="2365"/>
                </a:lnTo>
                <a:lnTo>
                  <a:pt x="477454" y="2145"/>
                </a:lnTo>
                <a:lnTo>
                  <a:pt x="477178" y="1936"/>
                </a:lnTo>
                <a:lnTo>
                  <a:pt x="476897" y="1738"/>
                </a:lnTo>
                <a:lnTo>
                  <a:pt x="476612" y="1550"/>
                </a:lnTo>
                <a:lnTo>
                  <a:pt x="476322" y="1373"/>
                </a:lnTo>
                <a:lnTo>
                  <a:pt x="476027" y="1207"/>
                </a:lnTo>
                <a:lnTo>
                  <a:pt x="475728" y="1051"/>
                </a:lnTo>
                <a:lnTo>
                  <a:pt x="475424" y="906"/>
                </a:lnTo>
                <a:lnTo>
                  <a:pt x="475116" y="772"/>
                </a:lnTo>
                <a:lnTo>
                  <a:pt x="474804" y="649"/>
                </a:lnTo>
                <a:lnTo>
                  <a:pt x="474487" y="536"/>
                </a:lnTo>
                <a:lnTo>
                  <a:pt x="474165" y="434"/>
                </a:lnTo>
                <a:lnTo>
                  <a:pt x="473839" y="343"/>
                </a:lnTo>
                <a:lnTo>
                  <a:pt x="473508" y="263"/>
                </a:lnTo>
                <a:lnTo>
                  <a:pt x="473173" y="193"/>
                </a:lnTo>
                <a:lnTo>
                  <a:pt x="472833" y="134"/>
                </a:lnTo>
                <a:lnTo>
                  <a:pt x="472489" y="86"/>
                </a:lnTo>
                <a:lnTo>
                  <a:pt x="472140" y="48"/>
                </a:lnTo>
                <a:lnTo>
                  <a:pt x="471787" y="21"/>
                </a:lnTo>
                <a:lnTo>
                  <a:pt x="471429" y="5"/>
                </a:lnTo>
                <a:lnTo>
                  <a:pt x="471066" y="0"/>
                </a:lnTo>
                <a:lnTo>
                  <a:pt x="470696" y="5"/>
                </a:lnTo>
                <a:lnTo>
                  <a:pt x="470330" y="21"/>
                </a:lnTo>
                <a:lnTo>
                  <a:pt x="469969" y="48"/>
                </a:lnTo>
                <a:close/>
                <a:moveTo>
                  <a:pt x="760674" y="139283"/>
                </a:moveTo>
                <a:lnTo>
                  <a:pt x="759528" y="135637"/>
                </a:lnTo>
                <a:lnTo>
                  <a:pt x="759141" y="135782"/>
                </a:lnTo>
                <a:lnTo>
                  <a:pt x="758760" y="135920"/>
                </a:lnTo>
                <a:lnTo>
                  <a:pt x="758386" y="136052"/>
                </a:lnTo>
                <a:lnTo>
                  <a:pt x="758018" y="136178"/>
                </a:lnTo>
                <a:lnTo>
                  <a:pt x="757656" y="136298"/>
                </a:lnTo>
                <a:lnTo>
                  <a:pt x="757301" y="136412"/>
                </a:lnTo>
                <a:lnTo>
                  <a:pt x="756953" y="136520"/>
                </a:lnTo>
                <a:lnTo>
                  <a:pt x="756611" y="136621"/>
                </a:lnTo>
                <a:lnTo>
                  <a:pt x="756276" y="136716"/>
                </a:lnTo>
                <a:lnTo>
                  <a:pt x="755947" y="136805"/>
                </a:lnTo>
                <a:lnTo>
                  <a:pt x="755625" y="136888"/>
                </a:lnTo>
                <a:lnTo>
                  <a:pt x="755309" y="136965"/>
                </a:lnTo>
                <a:lnTo>
                  <a:pt x="755000" y="137036"/>
                </a:lnTo>
                <a:lnTo>
                  <a:pt x="754697" y="137101"/>
                </a:lnTo>
                <a:lnTo>
                  <a:pt x="754401" y="137159"/>
                </a:lnTo>
                <a:lnTo>
                  <a:pt x="754111" y="137211"/>
                </a:lnTo>
                <a:lnTo>
                  <a:pt x="753828" y="137257"/>
                </a:lnTo>
                <a:lnTo>
                  <a:pt x="753551" y="137297"/>
                </a:lnTo>
                <a:lnTo>
                  <a:pt x="753281" y="137331"/>
                </a:lnTo>
                <a:lnTo>
                  <a:pt x="753017" y="137359"/>
                </a:lnTo>
                <a:lnTo>
                  <a:pt x="752760" y="137380"/>
                </a:lnTo>
                <a:lnTo>
                  <a:pt x="752509" y="137396"/>
                </a:lnTo>
                <a:lnTo>
                  <a:pt x="752265" y="137405"/>
                </a:lnTo>
                <a:lnTo>
                  <a:pt x="752028" y="137408"/>
                </a:lnTo>
                <a:lnTo>
                  <a:pt x="751838" y="137406"/>
                </a:lnTo>
                <a:lnTo>
                  <a:pt x="751650" y="137398"/>
                </a:lnTo>
                <a:lnTo>
                  <a:pt x="751464" y="137385"/>
                </a:lnTo>
                <a:lnTo>
                  <a:pt x="751280" y="137368"/>
                </a:lnTo>
                <a:lnTo>
                  <a:pt x="751098" y="137345"/>
                </a:lnTo>
                <a:lnTo>
                  <a:pt x="750917" y="137317"/>
                </a:lnTo>
                <a:lnTo>
                  <a:pt x="750739" y="137284"/>
                </a:lnTo>
                <a:lnTo>
                  <a:pt x="750563" y="137246"/>
                </a:lnTo>
                <a:lnTo>
                  <a:pt x="750389" y="137203"/>
                </a:lnTo>
                <a:lnTo>
                  <a:pt x="750217" y="137155"/>
                </a:lnTo>
                <a:lnTo>
                  <a:pt x="750047" y="137102"/>
                </a:lnTo>
                <a:lnTo>
                  <a:pt x="749879" y="137043"/>
                </a:lnTo>
                <a:lnTo>
                  <a:pt x="749713" y="136980"/>
                </a:lnTo>
                <a:lnTo>
                  <a:pt x="749549" y="136912"/>
                </a:lnTo>
                <a:lnTo>
                  <a:pt x="749387" y="136838"/>
                </a:lnTo>
                <a:lnTo>
                  <a:pt x="749226" y="136760"/>
                </a:lnTo>
                <a:lnTo>
                  <a:pt x="749068" y="136676"/>
                </a:lnTo>
                <a:lnTo>
                  <a:pt x="748912" y="136588"/>
                </a:lnTo>
                <a:lnTo>
                  <a:pt x="748758" y="136494"/>
                </a:lnTo>
                <a:lnTo>
                  <a:pt x="748606" y="136395"/>
                </a:lnTo>
                <a:lnTo>
                  <a:pt x="748455" y="136291"/>
                </a:lnTo>
                <a:lnTo>
                  <a:pt x="748307" y="136183"/>
                </a:lnTo>
                <a:lnTo>
                  <a:pt x="748161" y="136069"/>
                </a:lnTo>
                <a:lnTo>
                  <a:pt x="748017" y="135950"/>
                </a:lnTo>
                <a:lnTo>
                  <a:pt x="747875" y="135824"/>
                </a:lnTo>
                <a:lnTo>
                  <a:pt x="747737" y="135691"/>
                </a:lnTo>
                <a:lnTo>
                  <a:pt x="747602" y="135550"/>
                </a:lnTo>
                <a:lnTo>
                  <a:pt x="747470" y="135401"/>
                </a:lnTo>
                <a:lnTo>
                  <a:pt x="747341" y="135245"/>
                </a:lnTo>
                <a:lnTo>
                  <a:pt x="747216" y="135080"/>
                </a:lnTo>
                <a:lnTo>
                  <a:pt x="747094" y="134908"/>
                </a:lnTo>
                <a:lnTo>
                  <a:pt x="746975" y="134728"/>
                </a:lnTo>
                <a:lnTo>
                  <a:pt x="746859" y="134541"/>
                </a:lnTo>
                <a:lnTo>
                  <a:pt x="746747" y="134345"/>
                </a:lnTo>
                <a:lnTo>
                  <a:pt x="746638" y="134142"/>
                </a:lnTo>
                <a:lnTo>
                  <a:pt x="746532" y="133931"/>
                </a:lnTo>
                <a:lnTo>
                  <a:pt x="746430" y="133712"/>
                </a:lnTo>
                <a:lnTo>
                  <a:pt x="746330" y="133486"/>
                </a:lnTo>
                <a:lnTo>
                  <a:pt x="746234" y="133252"/>
                </a:lnTo>
                <a:lnTo>
                  <a:pt x="746142" y="133010"/>
                </a:lnTo>
                <a:lnTo>
                  <a:pt x="746052" y="132760"/>
                </a:lnTo>
                <a:lnTo>
                  <a:pt x="745966" y="132502"/>
                </a:lnTo>
                <a:lnTo>
                  <a:pt x="745883" y="132237"/>
                </a:lnTo>
                <a:lnTo>
                  <a:pt x="745803" y="131963"/>
                </a:lnTo>
                <a:lnTo>
                  <a:pt x="745727" y="131682"/>
                </a:lnTo>
                <a:lnTo>
                  <a:pt x="745653" y="131394"/>
                </a:lnTo>
                <a:lnTo>
                  <a:pt x="745583" y="131097"/>
                </a:lnTo>
                <a:lnTo>
                  <a:pt x="745517" y="130793"/>
                </a:lnTo>
                <a:lnTo>
                  <a:pt x="745453" y="130462"/>
                </a:lnTo>
                <a:lnTo>
                  <a:pt x="745392" y="130086"/>
                </a:lnTo>
                <a:lnTo>
                  <a:pt x="745333" y="129664"/>
                </a:lnTo>
                <a:lnTo>
                  <a:pt x="745278" y="129197"/>
                </a:lnTo>
                <a:lnTo>
                  <a:pt x="745225" y="128685"/>
                </a:lnTo>
                <a:lnTo>
                  <a:pt x="745175" y="128127"/>
                </a:lnTo>
                <a:lnTo>
                  <a:pt x="745127" y="127523"/>
                </a:lnTo>
                <a:lnTo>
                  <a:pt x="745083" y="126875"/>
                </a:lnTo>
                <a:lnTo>
                  <a:pt x="745040" y="126181"/>
                </a:lnTo>
                <a:lnTo>
                  <a:pt x="745001" y="125441"/>
                </a:lnTo>
                <a:lnTo>
                  <a:pt x="744965" y="124656"/>
                </a:lnTo>
                <a:lnTo>
                  <a:pt x="744931" y="123826"/>
                </a:lnTo>
                <a:lnTo>
                  <a:pt x="744899" y="122951"/>
                </a:lnTo>
                <a:lnTo>
                  <a:pt x="744871" y="122029"/>
                </a:lnTo>
                <a:lnTo>
                  <a:pt x="744845" y="121063"/>
                </a:lnTo>
                <a:lnTo>
                  <a:pt x="744822" y="120051"/>
                </a:lnTo>
                <a:lnTo>
                  <a:pt x="744802" y="118994"/>
                </a:lnTo>
                <a:lnTo>
                  <a:pt x="744784" y="117891"/>
                </a:lnTo>
                <a:lnTo>
                  <a:pt x="744769" y="116743"/>
                </a:lnTo>
                <a:lnTo>
                  <a:pt x="744757" y="115550"/>
                </a:lnTo>
                <a:lnTo>
                  <a:pt x="744747" y="114311"/>
                </a:lnTo>
                <a:lnTo>
                  <a:pt x="744741" y="113027"/>
                </a:lnTo>
                <a:lnTo>
                  <a:pt x="744737" y="111697"/>
                </a:lnTo>
                <a:lnTo>
                  <a:pt x="744735" y="110322"/>
                </a:lnTo>
                <a:lnTo>
                  <a:pt x="744735" y="0"/>
                </a:lnTo>
                <a:lnTo>
                  <a:pt x="740047" y="0"/>
                </a:lnTo>
                <a:lnTo>
                  <a:pt x="711607" y="11717"/>
                </a:lnTo>
                <a:lnTo>
                  <a:pt x="712962" y="15379"/>
                </a:lnTo>
                <a:lnTo>
                  <a:pt x="713332" y="15242"/>
                </a:lnTo>
                <a:lnTo>
                  <a:pt x="713696" y="15112"/>
                </a:lnTo>
                <a:lnTo>
                  <a:pt x="714054" y="14987"/>
                </a:lnTo>
                <a:lnTo>
                  <a:pt x="714406" y="14868"/>
                </a:lnTo>
                <a:lnTo>
                  <a:pt x="714751" y="14754"/>
                </a:lnTo>
                <a:lnTo>
                  <a:pt x="715091" y="14647"/>
                </a:lnTo>
                <a:lnTo>
                  <a:pt x="715424" y="14545"/>
                </a:lnTo>
                <a:lnTo>
                  <a:pt x="715751" y="14449"/>
                </a:lnTo>
                <a:lnTo>
                  <a:pt x="716072" y="14359"/>
                </a:lnTo>
                <a:lnTo>
                  <a:pt x="716387" y="14275"/>
                </a:lnTo>
                <a:lnTo>
                  <a:pt x="716696" y="14197"/>
                </a:lnTo>
                <a:lnTo>
                  <a:pt x="716998" y="14124"/>
                </a:lnTo>
                <a:lnTo>
                  <a:pt x="717295" y="14057"/>
                </a:lnTo>
                <a:lnTo>
                  <a:pt x="717585" y="13996"/>
                </a:lnTo>
                <a:lnTo>
                  <a:pt x="717869" y="13941"/>
                </a:lnTo>
                <a:lnTo>
                  <a:pt x="718147" y="13892"/>
                </a:lnTo>
                <a:lnTo>
                  <a:pt x="718419" y="13848"/>
                </a:lnTo>
                <a:lnTo>
                  <a:pt x="718685" y="13810"/>
                </a:lnTo>
                <a:lnTo>
                  <a:pt x="718944" y="13778"/>
                </a:lnTo>
                <a:lnTo>
                  <a:pt x="719198" y="13752"/>
                </a:lnTo>
                <a:lnTo>
                  <a:pt x="719445" y="13732"/>
                </a:lnTo>
                <a:lnTo>
                  <a:pt x="719686" y="13717"/>
                </a:lnTo>
                <a:lnTo>
                  <a:pt x="719921" y="13709"/>
                </a:lnTo>
                <a:lnTo>
                  <a:pt x="720150" y="13706"/>
                </a:lnTo>
                <a:lnTo>
                  <a:pt x="720357" y="13708"/>
                </a:lnTo>
                <a:lnTo>
                  <a:pt x="720561" y="13715"/>
                </a:lnTo>
                <a:lnTo>
                  <a:pt x="720762" y="13727"/>
                </a:lnTo>
                <a:lnTo>
                  <a:pt x="720960" y="13743"/>
                </a:lnTo>
                <a:lnTo>
                  <a:pt x="721155" y="13765"/>
                </a:lnTo>
                <a:lnTo>
                  <a:pt x="721348" y="13791"/>
                </a:lnTo>
                <a:lnTo>
                  <a:pt x="721537" y="13821"/>
                </a:lnTo>
                <a:lnTo>
                  <a:pt x="721724" y="13857"/>
                </a:lnTo>
                <a:lnTo>
                  <a:pt x="721908" y="13897"/>
                </a:lnTo>
                <a:lnTo>
                  <a:pt x="722089" y="13942"/>
                </a:lnTo>
                <a:lnTo>
                  <a:pt x="722267" y="13992"/>
                </a:lnTo>
                <a:lnTo>
                  <a:pt x="722442" y="14046"/>
                </a:lnTo>
                <a:lnTo>
                  <a:pt x="722614" y="14105"/>
                </a:lnTo>
                <a:lnTo>
                  <a:pt x="722783" y="14169"/>
                </a:lnTo>
                <a:lnTo>
                  <a:pt x="722949" y="14237"/>
                </a:lnTo>
                <a:lnTo>
                  <a:pt x="723113" y="14310"/>
                </a:lnTo>
                <a:lnTo>
                  <a:pt x="723274" y="14388"/>
                </a:lnTo>
                <a:lnTo>
                  <a:pt x="723431" y="14471"/>
                </a:lnTo>
                <a:lnTo>
                  <a:pt x="723586" y="14559"/>
                </a:lnTo>
                <a:lnTo>
                  <a:pt x="723738" y="14651"/>
                </a:lnTo>
                <a:lnTo>
                  <a:pt x="723887" y="14748"/>
                </a:lnTo>
                <a:lnTo>
                  <a:pt x="724033" y="14849"/>
                </a:lnTo>
                <a:lnTo>
                  <a:pt x="724176" y="14955"/>
                </a:lnTo>
                <a:lnTo>
                  <a:pt x="724317" y="15066"/>
                </a:lnTo>
                <a:lnTo>
                  <a:pt x="724454" y="15184"/>
                </a:lnTo>
                <a:lnTo>
                  <a:pt x="724588" y="15309"/>
                </a:lnTo>
                <a:lnTo>
                  <a:pt x="724720" y="15443"/>
                </a:lnTo>
                <a:lnTo>
                  <a:pt x="724848" y="15586"/>
                </a:lnTo>
                <a:lnTo>
                  <a:pt x="724973" y="15737"/>
                </a:lnTo>
                <a:lnTo>
                  <a:pt x="725095" y="15896"/>
                </a:lnTo>
                <a:lnTo>
                  <a:pt x="725214" y="16063"/>
                </a:lnTo>
                <a:lnTo>
                  <a:pt x="725330" y="16239"/>
                </a:lnTo>
                <a:lnTo>
                  <a:pt x="725442" y="16423"/>
                </a:lnTo>
                <a:lnTo>
                  <a:pt x="725552" y="16616"/>
                </a:lnTo>
                <a:lnTo>
                  <a:pt x="725659" y="16817"/>
                </a:lnTo>
                <a:lnTo>
                  <a:pt x="725762" y="17026"/>
                </a:lnTo>
                <a:lnTo>
                  <a:pt x="725863" y="17244"/>
                </a:lnTo>
                <a:lnTo>
                  <a:pt x="725960" y="17470"/>
                </a:lnTo>
                <a:lnTo>
                  <a:pt x="726054" y="17704"/>
                </a:lnTo>
                <a:lnTo>
                  <a:pt x="726146" y="17947"/>
                </a:lnTo>
                <a:lnTo>
                  <a:pt x="726234" y="18198"/>
                </a:lnTo>
                <a:lnTo>
                  <a:pt x="726319" y="18458"/>
                </a:lnTo>
                <a:lnTo>
                  <a:pt x="726401" y="18726"/>
                </a:lnTo>
                <a:lnTo>
                  <a:pt x="726480" y="19002"/>
                </a:lnTo>
                <a:lnTo>
                  <a:pt x="726556" y="19287"/>
                </a:lnTo>
                <a:lnTo>
                  <a:pt x="726629" y="19580"/>
                </a:lnTo>
                <a:lnTo>
                  <a:pt x="726698" y="19881"/>
                </a:lnTo>
                <a:lnTo>
                  <a:pt x="726765" y="20191"/>
                </a:lnTo>
                <a:lnTo>
                  <a:pt x="726829" y="20526"/>
                </a:lnTo>
                <a:lnTo>
                  <a:pt x="726890" y="20906"/>
                </a:lnTo>
                <a:lnTo>
                  <a:pt x="726948" y="21330"/>
                </a:lnTo>
                <a:lnTo>
                  <a:pt x="727004" y="21798"/>
                </a:lnTo>
                <a:lnTo>
                  <a:pt x="727057" y="22309"/>
                </a:lnTo>
                <a:lnTo>
                  <a:pt x="727107" y="22865"/>
                </a:lnTo>
                <a:lnTo>
                  <a:pt x="727154" y="23465"/>
                </a:lnTo>
                <a:lnTo>
                  <a:pt x="727199" y="24108"/>
                </a:lnTo>
                <a:lnTo>
                  <a:pt x="727241" y="24796"/>
                </a:lnTo>
                <a:lnTo>
                  <a:pt x="727280" y="25527"/>
                </a:lnTo>
                <a:lnTo>
                  <a:pt x="727317" y="26302"/>
                </a:lnTo>
                <a:lnTo>
                  <a:pt x="727351" y="27122"/>
                </a:lnTo>
                <a:lnTo>
                  <a:pt x="727382" y="27985"/>
                </a:lnTo>
                <a:lnTo>
                  <a:pt x="727411" y="28892"/>
                </a:lnTo>
                <a:lnTo>
                  <a:pt x="727436" y="29843"/>
                </a:lnTo>
                <a:lnTo>
                  <a:pt x="727459" y="30838"/>
                </a:lnTo>
                <a:lnTo>
                  <a:pt x="727480" y="31877"/>
                </a:lnTo>
                <a:lnTo>
                  <a:pt x="727497" y="32960"/>
                </a:lnTo>
                <a:lnTo>
                  <a:pt x="727512" y="34087"/>
                </a:lnTo>
                <a:lnTo>
                  <a:pt x="727525" y="35258"/>
                </a:lnTo>
                <a:lnTo>
                  <a:pt x="727534" y="36473"/>
                </a:lnTo>
                <a:lnTo>
                  <a:pt x="727541" y="37732"/>
                </a:lnTo>
                <a:lnTo>
                  <a:pt x="727545" y="39035"/>
                </a:lnTo>
                <a:lnTo>
                  <a:pt x="727546" y="40381"/>
                </a:lnTo>
                <a:lnTo>
                  <a:pt x="727546" y="58026"/>
                </a:lnTo>
                <a:lnTo>
                  <a:pt x="726853" y="57371"/>
                </a:lnTo>
                <a:lnTo>
                  <a:pt x="726144" y="56745"/>
                </a:lnTo>
                <a:lnTo>
                  <a:pt x="725420" y="56146"/>
                </a:lnTo>
                <a:lnTo>
                  <a:pt x="724681" y="55575"/>
                </a:lnTo>
                <a:lnTo>
                  <a:pt x="723927" y="55032"/>
                </a:lnTo>
                <a:lnTo>
                  <a:pt x="723158" y="54517"/>
                </a:lnTo>
                <a:lnTo>
                  <a:pt x="722373" y="54029"/>
                </a:lnTo>
                <a:lnTo>
                  <a:pt x="721573" y="53570"/>
                </a:lnTo>
                <a:lnTo>
                  <a:pt x="720759" y="53138"/>
                </a:lnTo>
                <a:lnTo>
                  <a:pt x="719928" y="52734"/>
                </a:lnTo>
                <a:lnTo>
                  <a:pt x="719083" y="52358"/>
                </a:lnTo>
                <a:lnTo>
                  <a:pt x="718222" y="52010"/>
                </a:lnTo>
                <a:lnTo>
                  <a:pt x="717347" y="51690"/>
                </a:lnTo>
                <a:lnTo>
                  <a:pt x="716456" y="51397"/>
                </a:lnTo>
                <a:lnTo>
                  <a:pt x="715550" y="51132"/>
                </a:lnTo>
                <a:lnTo>
                  <a:pt x="714628" y="50896"/>
                </a:lnTo>
                <a:lnTo>
                  <a:pt x="713692" y="50687"/>
                </a:lnTo>
                <a:lnTo>
                  <a:pt x="712740" y="50506"/>
                </a:lnTo>
                <a:lnTo>
                  <a:pt x="711773" y="50353"/>
                </a:lnTo>
                <a:lnTo>
                  <a:pt x="710791" y="50227"/>
                </a:lnTo>
                <a:lnTo>
                  <a:pt x="709794" y="50130"/>
                </a:lnTo>
                <a:lnTo>
                  <a:pt x="708782" y="50060"/>
                </a:lnTo>
                <a:lnTo>
                  <a:pt x="707754" y="50018"/>
                </a:lnTo>
                <a:lnTo>
                  <a:pt x="706711" y="50004"/>
                </a:lnTo>
                <a:lnTo>
                  <a:pt x="705031" y="50034"/>
                </a:lnTo>
                <a:lnTo>
                  <a:pt x="703377" y="50123"/>
                </a:lnTo>
                <a:lnTo>
                  <a:pt x="701748" y="50270"/>
                </a:lnTo>
                <a:lnTo>
                  <a:pt x="700145" y="50477"/>
                </a:lnTo>
                <a:lnTo>
                  <a:pt x="698568" y="50742"/>
                </a:lnTo>
                <a:lnTo>
                  <a:pt x="697016" y="51067"/>
                </a:lnTo>
                <a:lnTo>
                  <a:pt x="695490" y="51450"/>
                </a:lnTo>
                <a:lnTo>
                  <a:pt x="693990" y="51893"/>
                </a:lnTo>
                <a:lnTo>
                  <a:pt x="692515" y="52395"/>
                </a:lnTo>
                <a:lnTo>
                  <a:pt x="691067" y="52955"/>
                </a:lnTo>
                <a:lnTo>
                  <a:pt x="689643" y="53575"/>
                </a:lnTo>
                <a:lnTo>
                  <a:pt x="688246" y="54254"/>
                </a:lnTo>
                <a:lnTo>
                  <a:pt x="686874" y="54991"/>
                </a:lnTo>
                <a:lnTo>
                  <a:pt x="685528" y="55788"/>
                </a:lnTo>
                <a:lnTo>
                  <a:pt x="684207" y="56644"/>
                </a:lnTo>
                <a:lnTo>
                  <a:pt x="682913" y="57559"/>
                </a:lnTo>
                <a:lnTo>
                  <a:pt x="681644" y="58532"/>
                </a:lnTo>
                <a:lnTo>
                  <a:pt x="680400" y="59565"/>
                </a:lnTo>
                <a:lnTo>
                  <a:pt x="679182" y="60657"/>
                </a:lnTo>
                <a:lnTo>
                  <a:pt x="677990" y="61808"/>
                </a:lnTo>
                <a:lnTo>
                  <a:pt x="676824" y="63018"/>
                </a:lnTo>
                <a:lnTo>
                  <a:pt x="675683" y="64287"/>
                </a:lnTo>
                <a:lnTo>
                  <a:pt x="674568" y="65615"/>
                </a:lnTo>
                <a:lnTo>
                  <a:pt x="673479" y="67001"/>
                </a:lnTo>
                <a:lnTo>
                  <a:pt x="672425" y="68424"/>
                </a:lnTo>
                <a:lnTo>
                  <a:pt x="671416" y="69858"/>
                </a:lnTo>
                <a:lnTo>
                  <a:pt x="670451" y="71305"/>
                </a:lnTo>
                <a:lnTo>
                  <a:pt x="669532" y="72764"/>
                </a:lnTo>
                <a:lnTo>
                  <a:pt x="668657" y="74235"/>
                </a:lnTo>
                <a:lnTo>
                  <a:pt x="667827" y="75718"/>
                </a:lnTo>
                <a:lnTo>
                  <a:pt x="667042" y="77213"/>
                </a:lnTo>
                <a:lnTo>
                  <a:pt x="666302" y="78720"/>
                </a:lnTo>
                <a:lnTo>
                  <a:pt x="665607" y="80239"/>
                </a:lnTo>
                <a:lnTo>
                  <a:pt x="664957" y="81770"/>
                </a:lnTo>
                <a:lnTo>
                  <a:pt x="664351" y="83314"/>
                </a:lnTo>
                <a:lnTo>
                  <a:pt x="663791" y="84869"/>
                </a:lnTo>
                <a:lnTo>
                  <a:pt x="663275" y="86437"/>
                </a:lnTo>
                <a:lnTo>
                  <a:pt x="662804" y="88017"/>
                </a:lnTo>
                <a:lnTo>
                  <a:pt x="662378" y="89608"/>
                </a:lnTo>
                <a:lnTo>
                  <a:pt x="661996" y="91212"/>
                </a:lnTo>
                <a:lnTo>
                  <a:pt x="661660" y="92828"/>
                </a:lnTo>
                <a:lnTo>
                  <a:pt x="661368" y="94456"/>
                </a:lnTo>
                <a:lnTo>
                  <a:pt x="661122" y="96096"/>
                </a:lnTo>
                <a:lnTo>
                  <a:pt x="660920" y="97749"/>
                </a:lnTo>
                <a:lnTo>
                  <a:pt x="660763" y="99413"/>
                </a:lnTo>
                <a:lnTo>
                  <a:pt x="660651" y="101090"/>
                </a:lnTo>
                <a:lnTo>
                  <a:pt x="660584" y="102778"/>
                </a:lnTo>
                <a:lnTo>
                  <a:pt x="660561" y="104479"/>
                </a:lnTo>
                <a:lnTo>
                  <a:pt x="660581" y="106173"/>
                </a:lnTo>
                <a:lnTo>
                  <a:pt x="660642" y="107841"/>
                </a:lnTo>
                <a:lnTo>
                  <a:pt x="660743" y="109483"/>
                </a:lnTo>
                <a:lnTo>
                  <a:pt x="660885" y="111100"/>
                </a:lnTo>
                <a:lnTo>
                  <a:pt x="661067" y="112691"/>
                </a:lnTo>
                <a:lnTo>
                  <a:pt x="661290" y="114256"/>
                </a:lnTo>
                <a:lnTo>
                  <a:pt x="661554" y="115795"/>
                </a:lnTo>
                <a:lnTo>
                  <a:pt x="661857" y="117308"/>
                </a:lnTo>
                <a:lnTo>
                  <a:pt x="662202" y="118796"/>
                </a:lnTo>
                <a:lnTo>
                  <a:pt x="662587" y="120258"/>
                </a:lnTo>
                <a:lnTo>
                  <a:pt x="663012" y="121693"/>
                </a:lnTo>
                <a:lnTo>
                  <a:pt x="663478" y="123103"/>
                </a:lnTo>
                <a:lnTo>
                  <a:pt x="663984" y="124488"/>
                </a:lnTo>
                <a:lnTo>
                  <a:pt x="664531" y="125846"/>
                </a:lnTo>
                <a:lnTo>
                  <a:pt x="665119" y="127179"/>
                </a:lnTo>
                <a:lnTo>
                  <a:pt x="665747" y="128486"/>
                </a:lnTo>
                <a:lnTo>
                  <a:pt x="666415" y="129766"/>
                </a:lnTo>
                <a:lnTo>
                  <a:pt x="667124" y="131022"/>
                </a:lnTo>
                <a:lnTo>
                  <a:pt x="667874" y="132251"/>
                </a:lnTo>
                <a:lnTo>
                  <a:pt x="668664" y="133454"/>
                </a:lnTo>
                <a:lnTo>
                  <a:pt x="669494" y="134632"/>
                </a:lnTo>
                <a:lnTo>
                  <a:pt x="670365" y="135784"/>
                </a:lnTo>
                <a:lnTo>
                  <a:pt x="671277" y="136910"/>
                </a:lnTo>
                <a:lnTo>
                  <a:pt x="672229" y="138010"/>
                </a:lnTo>
                <a:lnTo>
                  <a:pt x="673208" y="139075"/>
                </a:lnTo>
                <a:lnTo>
                  <a:pt x="674201" y="140094"/>
                </a:lnTo>
                <a:lnTo>
                  <a:pt x="675208" y="141068"/>
                </a:lnTo>
                <a:lnTo>
                  <a:pt x="676228" y="141996"/>
                </a:lnTo>
                <a:lnTo>
                  <a:pt x="677262" y="142880"/>
                </a:lnTo>
                <a:lnTo>
                  <a:pt x="678310" y="143717"/>
                </a:lnTo>
                <a:lnTo>
                  <a:pt x="679372" y="144510"/>
                </a:lnTo>
                <a:lnTo>
                  <a:pt x="680447" y="145257"/>
                </a:lnTo>
                <a:lnTo>
                  <a:pt x="681536" y="145960"/>
                </a:lnTo>
                <a:lnTo>
                  <a:pt x="682639" y="146616"/>
                </a:lnTo>
                <a:lnTo>
                  <a:pt x="683756" y="147228"/>
                </a:lnTo>
                <a:lnTo>
                  <a:pt x="684886" y="147794"/>
                </a:lnTo>
                <a:lnTo>
                  <a:pt x="686030" y="148315"/>
                </a:lnTo>
                <a:lnTo>
                  <a:pt x="687188" y="148790"/>
                </a:lnTo>
                <a:lnTo>
                  <a:pt x="688360" y="149221"/>
                </a:lnTo>
                <a:lnTo>
                  <a:pt x="689545" y="149606"/>
                </a:lnTo>
                <a:lnTo>
                  <a:pt x="690744" y="149945"/>
                </a:lnTo>
                <a:lnTo>
                  <a:pt x="691957" y="150240"/>
                </a:lnTo>
                <a:lnTo>
                  <a:pt x="693184" y="150489"/>
                </a:lnTo>
                <a:lnTo>
                  <a:pt x="694424" y="150693"/>
                </a:lnTo>
                <a:lnTo>
                  <a:pt x="695678" y="150851"/>
                </a:lnTo>
                <a:lnTo>
                  <a:pt x="696946" y="150965"/>
                </a:lnTo>
                <a:lnTo>
                  <a:pt x="698228" y="151033"/>
                </a:lnTo>
                <a:lnTo>
                  <a:pt x="699523" y="151055"/>
                </a:lnTo>
                <a:lnTo>
                  <a:pt x="700164" y="151050"/>
                </a:lnTo>
                <a:lnTo>
                  <a:pt x="700800" y="151033"/>
                </a:lnTo>
                <a:lnTo>
                  <a:pt x="701434" y="151006"/>
                </a:lnTo>
                <a:lnTo>
                  <a:pt x="702064" y="150967"/>
                </a:lnTo>
                <a:lnTo>
                  <a:pt x="702690" y="150917"/>
                </a:lnTo>
                <a:lnTo>
                  <a:pt x="703312" y="150857"/>
                </a:lnTo>
                <a:lnTo>
                  <a:pt x="703931" y="150785"/>
                </a:lnTo>
                <a:lnTo>
                  <a:pt x="704546" y="150702"/>
                </a:lnTo>
                <a:lnTo>
                  <a:pt x="705158" y="150608"/>
                </a:lnTo>
                <a:lnTo>
                  <a:pt x="705766" y="150504"/>
                </a:lnTo>
                <a:lnTo>
                  <a:pt x="706371" y="150388"/>
                </a:lnTo>
                <a:lnTo>
                  <a:pt x="706971" y="150261"/>
                </a:lnTo>
                <a:lnTo>
                  <a:pt x="707569" y="150123"/>
                </a:lnTo>
                <a:lnTo>
                  <a:pt x="708162" y="149974"/>
                </a:lnTo>
                <a:lnTo>
                  <a:pt x="708752" y="149814"/>
                </a:lnTo>
                <a:lnTo>
                  <a:pt x="709339" y="149643"/>
                </a:lnTo>
                <a:lnTo>
                  <a:pt x="709921" y="149461"/>
                </a:lnTo>
                <a:lnTo>
                  <a:pt x="710500" y="149268"/>
                </a:lnTo>
                <a:lnTo>
                  <a:pt x="711076" y="149064"/>
                </a:lnTo>
                <a:lnTo>
                  <a:pt x="711648" y="148849"/>
                </a:lnTo>
                <a:lnTo>
                  <a:pt x="712216" y="148622"/>
                </a:lnTo>
                <a:lnTo>
                  <a:pt x="712781" y="148385"/>
                </a:lnTo>
                <a:lnTo>
                  <a:pt x="713342" y="148137"/>
                </a:lnTo>
                <a:lnTo>
                  <a:pt x="713899" y="147878"/>
                </a:lnTo>
                <a:lnTo>
                  <a:pt x="714455" y="147606"/>
                </a:lnTo>
                <a:lnTo>
                  <a:pt x="715013" y="147320"/>
                </a:lnTo>
                <a:lnTo>
                  <a:pt x="715571" y="147019"/>
                </a:lnTo>
                <a:lnTo>
                  <a:pt x="716130" y="146704"/>
                </a:lnTo>
                <a:lnTo>
                  <a:pt x="716691" y="146375"/>
                </a:lnTo>
                <a:lnTo>
                  <a:pt x="717252" y="146032"/>
                </a:lnTo>
                <a:lnTo>
                  <a:pt x="717815" y="145674"/>
                </a:lnTo>
                <a:lnTo>
                  <a:pt x="718379" y="145302"/>
                </a:lnTo>
                <a:lnTo>
                  <a:pt x="718944" y="144916"/>
                </a:lnTo>
                <a:lnTo>
                  <a:pt x="719509" y="144516"/>
                </a:lnTo>
                <a:lnTo>
                  <a:pt x="720076" y="144101"/>
                </a:lnTo>
                <a:lnTo>
                  <a:pt x="720645" y="143672"/>
                </a:lnTo>
                <a:lnTo>
                  <a:pt x="721214" y="143228"/>
                </a:lnTo>
                <a:lnTo>
                  <a:pt x="721784" y="142771"/>
                </a:lnTo>
                <a:lnTo>
                  <a:pt x="722355" y="142299"/>
                </a:lnTo>
                <a:lnTo>
                  <a:pt x="722928" y="141812"/>
                </a:lnTo>
                <a:lnTo>
                  <a:pt x="723501" y="141312"/>
                </a:lnTo>
                <a:lnTo>
                  <a:pt x="724076" y="140797"/>
                </a:lnTo>
                <a:lnTo>
                  <a:pt x="724652" y="140268"/>
                </a:lnTo>
                <a:lnTo>
                  <a:pt x="725228" y="139725"/>
                </a:lnTo>
                <a:lnTo>
                  <a:pt x="725806" y="139167"/>
                </a:lnTo>
                <a:lnTo>
                  <a:pt x="726385" y="138595"/>
                </a:lnTo>
                <a:lnTo>
                  <a:pt x="726965" y="138009"/>
                </a:lnTo>
                <a:lnTo>
                  <a:pt x="727546" y="137408"/>
                </a:lnTo>
                <a:lnTo>
                  <a:pt x="727546" y="151055"/>
                </a:lnTo>
                <a:lnTo>
                  <a:pt x="732338" y="151055"/>
                </a:lnTo>
                <a:lnTo>
                  <a:pt x="760674" y="139283"/>
                </a:lnTo>
                <a:close/>
                <a:moveTo>
                  <a:pt x="725323" y="132355"/>
                </a:moveTo>
                <a:lnTo>
                  <a:pt x="724577" y="133028"/>
                </a:lnTo>
                <a:lnTo>
                  <a:pt x="723830" y="133669"/>
                </a:lnTo>
                <a:lnTo>
                  <a:pt x="723080" y="134276"/>
                </a:lnTo>
                <a:lnTo>
                  <a:pt x="722328" y="134851"/>
                </a:lnTo>
                <a:lnTo>
                  <a:pt x="721573" y="135393"/>
                </a:lnTo>
                <a:lnTo>
                  <a:pt x="720817" y="135902"/>
                </a:lnTo>
                <a:lnTo>
                  <a:pt x="720059" y="136378"/>
                </a:lnTo>
                <a:lnTo>
                  <a:pt x="719298" y="136821"/>
                </a:lnTo>
                <a:lnTo>
                  <a:pt x="718535" y="137231"/>
                </a:lnTo>
                <a:lnTo>
                  <a:pt x="717770" y="137609"/>
                </a:lnTo>
                <a:lnTo>
                  <a:pt x="717003" y="137954"/>
                </a:lnTo>
                <a:lnTo>
                  <a:pt x="716233" y="138266"/>
                </a:lnTo>
                <a:lnTo>
                  <a:pt x="715462" y="138545"/>
                </a:lnTo>
                <a:lnTo>
                  <a:pt x="714688" y="138791"/>
                </a:lnTo>
                <a:lnTo>
                  <a:pt x="713912" y="139005"/>
                </a:lnTo>
                <a:lnTo>
                  <a:pt x="713134" y="139185"/>
                </a:lnTo>
                <a:lnTo>
                  <a:pt x="712354" y="139333"/>
                </a:lnTo>
                <a:lnTo>
                  <a:pt x="711571" y="139448"/>
                </a:lnTo>
                <a:lnTo>
                  <a:pt x="710787" y="139530"/>
                </a:lnTo>
                <a:lnTo>
                  <a:pt x="710000" y="139579"/>
                </a:lnTo>
                <a:lnTo>
                  <a:pt x="709211" y="139596"/>
                </a:lnTo>
                <a:lnTo>
                  <a:pt x="708277" y="139576"/>
                </a:lnTo>
                <a:lnTo>
                  <a:pt x="707351" y="139518"/>
                </a:lnTo>
                <a:lnTo>
                  <a:pt x="706431" y="139421"/>
                </a:lnTo>
                <a:lnTo>
                  <a:pt x="705519" y="139286"/>
                </a:lnTo>
                <a:lnTo>
                  <a:pt x="704614" y="139111"/>
                </a:lnTo>
                <a:lnTo>
                  <a:pt x="703716" y="138898"/>
                </a:lnTo>
                <a:lnTo>
                  <a:pt x="702825" y="138646"/>
                </a:lnTo>
                <a:lnTo>
                  <a:pt x="701942" y="138355"/>
                </a:lnTo>
                <a:lnTo>
                  <a:pt x="701066" y="138025"/>
                </a:lnTo>
                <a:lnTo>
                  <a:pt x="700197" y="137657"/>
                </a:lnTo>
                <a:lnTo>
                  <a:pt x="699336" y="137249"/>
                </a:lnTo>
                <a:lnTo>
                  <a:pt x="698481" y="136803"/>
                </a:lnTo>
                <a:lnTo>
                  <a:pt x="697634" y="136319"/>
                </a:lnTo>
                <a:lnTo>
                  <a:pt x="696794" y="135795"/>
                </a:lnTo>
                <a:lnTo>
                  <a:pt x="695961" y="135233"/>
                </a:lnTo>
                <a:lnTo>
                  <a:pt x="695136" y="134632"/>
                </a:lnTo>
                <a:lnTo>
                  <a:pt x="694318" y="133992"/>
                </a:lnTo>
                <a:lnTo>
                  <a:pt x="693507" y="133313"/>
                </a:lnTo>
                <a:lnTo>
                  <a:pt x="692703" y="132595"/>
                </a:lnTo>
                <a:lnTo>
                  <a:pt x="691906" y="131839"/>
                </a:lnTo>
                <a:lnTo>
                  <a:pt x="691117" y="131044"/>
                </a:lnTo>
                <a:lnTo>
                  <a:pt x="690335" y="130210"/>
                </a:lnTo>
                <a:lnTo>
                  <a:pt x="689560" y="129338"/>
                </a:lnTo>
                <a:lnTo>
                  <a:pt x="688793" y="128426"/>
                </a:lnTo>
                <a:lnTo>
                  <a:pt x="688045" y="127478"/>
                </a:lnTo>
                <a:lnTo>
                  <a:pt x="687329" y="126496"/>
                </a:lnTo>
                <a:lnTo>
                  <a:pt x="686644" y="125480"/>
                </a:lnTo>
                <a:lnTo>
                  <a:pt x="685992" y="124429"/>
                </a:lnTo>
                <a:lnTo>
                  <a:pt x="685371" y="123345"/>
                </a:lnTo>
                <a:lnTo>
                  <a:pt x="684782" y="122226"/>
                </a:lnTo>
                <a:lnTo>
                  <a:pt x="684225" y="121073"/>
                </a:lnTo>
                <a:lnTo>
                  <a:pt x="683700" y="119887"/>
                </a:lnTo>
                <a:lnTo>
                  <a:pt x="683206" y="118666"/>
                </a:lnTo>
                <a:lnTo>
                  <a:pt x="682745" y="117411"/>
                </a:lnTo>
                <a:lnTo>
                  <a:pt x="682315" y="116122"/>
                </a:lnTo>
                <a:lnTo>
                  <a:pt x="681917" y="114799"/>
                </a:lnTo>
                <a:lnTo>
                  <a:pt x="681551" y="113441"/>
                </a:lnTo>
                <a:lnTo>
                  <a:pt x="681217" y="112050"/>
                </a:lnTo>
                <a:lnTo>
                  <a:pt x="680914" y="110625"/>
                </a:lnTo>
                <a:lnTo>
                  <a:pt x="680644" y="109165"/>
                </a:lnTo>
                <a:lnTo>
                  <a:pt x="680405" y="107672"/>
                </a:lnTo>
                <a:lnTo>
                  <a:pt x="680198" y="106144"/>
                </a:lnTo>
                <a:lnTo>
                  <a:pt x="680023" y="104582"/>
                </a:lnTo>
                <a:lnTo>
                  <a:pt x="679880" y="102986"/>
                </a:lnTo>
                <a:lnTo>
                  <a:pt x="679769" y="101356"/>
                </a:lnTo>
                <a:lnTo>
                  <a:pt x="679689" y="99692"/>
                </a:lnTo>
                <a:lnTo>
                  <a:pt x="679641" y="97994"/>
                </a:lnTo>
                <a:lnTo>
                  <a:pt x="679625" y="96262"/>
                </a:lnTo>
                <a:lnTo>
                  <a:pt x="679642" y="94547"/>
                </a:lnTo>
                <a:lnTo>
                  <a:pt x="679691" y="92867"/>
                </a:lnTo>
                <a:lnTo>
                  <a:pt x="679773" y="91222"/>
                </a:lnTo>
                <a:lnTo>
                  <a:pt x="679889" y="89611"/>
                </a:lnTo>
                <a:lnTo>
                  <a:pt x="680037" y="88035"/>
                </a:lnTo>
                <a:lnTo>
                  <a:pt x="680218" y="86494"/>
                </a:lnTo>
                <a:lnTo>
                  <a:pt x="680432" y="84987"/>
                </a:lnTo>
                <a:lnTo>
                  <a:pt x="680679" y="83515"/>
                </a:lnTo>
                <a:lnTo>
                  <a:pt x="680958" y="82078"/>
                </a:lnTo>
                <a:lnTo>
                  <a:pt x="681271" y="80675"/>
                </a:lnTo>
                <a:lnTo>
                  <a:pt x="681617" y="79307"/>
                </a:lnTo>
                <a:lnTo>
                  <a:pt x="681995" y="77973"/>
                </a:lnTo>
                <a:lnTo>
                  <a:pt x="682407" y="76674"/>
                </a:lnTo>
                <a:lnTo>
                  <a:pt x="682851" y="75410"/>
                </a:lnTo>
                <a:lnTo>
                  <a:pt x="683328" y="74181"/>
                </a:lnTo>
                <a:lnTo>
                  <a:pt x="683839" y="72986"/>
                </a:lnTo>
                <a:lnTo>
                  <a:pt x="684382" y="71825"/>
                </a:lnTo>
                <a:lnTo>
                  <a:pt x="684958" y="70700"/>
                </a:lnTo>
                <a:lnTo>
                  <a:pt x="685567" y="69609"/>
                </a:lnTo>
                <a:lnTo>
                  <a:pt x="686209" y="68553"/>
                </a:lnTo>
                <a:lnTo>
                  <a:pt x="686883" y="67531"/>
                </a:lnTo>
                <a:lnTo>
                  <a:pt x="687591" y="66544"/>
                </a:lnTo>
                <a:lnTo>
                  <a:pt x="688332" y="65591"/>
                </a:lnTo>
                <a:lnTo>
                  <a:pt x="689105" y="64674"/>
                </a:lnTo>
                <a:lnTo>
                  <a:pt x="689708" y="64004"/>
                </a:lnTo>
                <a:lnTo>
                  <a:pt x="690317" y="63362"/>
                </a:lnTo>
                <a:lnTo>
                  <a:pt x="690933" y="62749"/>
                </a:lnTo>
                <a:lnTo>
                  <a:pt x="691556" y="62165"/>
                </a:lnTo>
                <a:lnTo>
                  <a:pt x="692186" y="61609"/>
                </a:lnTo>
                <a:lnTo>
                  <a:pt x="692823" y="61082"/>
                </a:lnTo>
                <a:lnTo>
                  <a:pt x="693467" y="60583"/>
                </a:lnTo>
                <a:lnTo>
                  <a:pt x="694117" y="60112"/>
                </a:lnTo>
                <a:lnTo>
                  <a:pt x="694775" y="59671"/>
                </a:lnTo>
                <a:lnTo>
                  <a:pt x="695439" y="59257"/>
                </a:lnTo>
                <a:lnTo>
                  <a:pt x="696110" y="58872"/>
                </a:lnTo>
                <a:lnTo>
                  <a:pt x="696788" y="58516"/>
                </a:lnTo>
                <a:lnTo>
                  <a:pt x="697473" y="58188"/>
                </a:lnTo>
                <a:lnTo>
                  <a:pt x="698165" y="57889"/>
                </a:lnTo>
                <a:lnTo>
                  <a:pt x="698864" y="57618"/>
                </a:lnTo>
                <a:lnTo>
                  <a:pt x="699569" y="57376"/>
                </a:lnTo>
                <a:lnTo>
                  <a:pt x="700282" y="57162"/>
                </a:lnTo>
                <a:lnTo>
                  <a:pt x="701001" y="56977"/>
                </a:lnTo>
                <a:lnTo>
                  <a:pt x="701727" y="56820"/>
                </a:lnTo>
                <a:lnTo>
                  <a:pt x="702460" y="56691"/>
                </a:lnTo>
                <a:lnTo>
                  <a:pt x="703200" y="56592"/>
                </a:lnTo>
                <a:lnTo>
                  <a:pt x="703947" y="56520"/>
                </a:lnTo>
                <a:lnTo>
                  <a:pt x="704700" y="56478"/>
                </a:lnTo>
                <a:lnTo>
                  <a:pt x="705461" y="56463"/>
                </a:lnTo>
                <a:lnTo>
                  <a:pt x="705869" y="56469"/>
                </a:lnTo>
                <a:lnTo>
                  <a:pt x="706279" y="56484"/>
                </a:lnTo>
                <a:lnTo>
                  <a:pt x="706689" y="56510"/>
                </a:lnTo>
                <a:lnTo>
                  <a:pt x="707100" y="56546"/>
                </a:lnTo>
                <a:lnTo>
                  <a:pt x="707512" y="56592"/>
                </a:lnTo>
                <a:lnTo>
                  <a:pt x="707925" y="56649"/>
                </a:lnTo>
                <a:lnTo>
                  <a:pt x="708339" y="56715"/>
                </a:lnTo>
                <a:lnTo>
                  <a:pt x="708754" y="56793"/>
                </a:lnTo>
                <a:lnTo>
                  <a:pt x="709170" y="56880"/>
                </a:lnTo>
                <a:lnTo>
                  <a:pt x="709586" y="56978"/>
                </a:lnTo>
                <a:lnTo>
                  <a:pt x="710004" y="57086"/>
                </a:lnTo>
                <a:lnTo>
                  <a:pt x="710422" y="57204"/>
                </a:lnTo>
                <a:lnTo>
                  <a:pt x="710842" y="57333"/>
                </a:lnTo>
                <a:lnTo>
                  <a:pt x="711262" y="57471"/>
                </a:lnTo>
                <a:lnTo>
                  <a:pt x="711683" y="57621"/>
                </a:lnTo>
                <a:lnTo>
                  <a:pt x="712105" y="57780"/>
                </a:lnTo>
                <a:lnTo>
                  <a:pt x="712528" y="57950"/>
                </a:lnTo>
                <a:lnTo>
                  <a:pt x="712952" y="58130"/>
                </a:lnTo>
                <a:lnTo>
                  <a:pt x="713377" y="58320"/>
                </a:lnTo>
                <a:lnTo>
                  <a:pt x="713802" y="58521"/>
                </a:lnTo>
                <a:lnTo>
                  <a:pt x="714229" y="58732"/>
                </a:lnTo>
                <a:lnTo>
                  <a:pt x="714656" y="58953"/>
                </a:lnTo>
                <a:lnTo>
                  <a:pt x="715085" y="59184"/>
                </a:lnTo>
                <a:lnTo>
                  <a:pt x="715514" y="59426"/>
                </a:lnTo>
                <a:lnTo>
                  <a:pt x="715940" y="59677"/>
                </a:lnTo>
                <a:lnTo>
                  <a:pt x="716359" y="59939"/>
                </a:lnTo>
                <a:lnTo>
                  <a:pt x="716771" y="60210"/>
                </a:lnTo>
                <a:lnTo>
                  <a:pt x="717176" y="60492"/>
                </a:lnTo>
                <a:lnTo>
                  <a:pt x="717574" y="60783"/>
                </a:lnTo>
                <a:lnTo>
                  <a:pt x="717965" y="61084"/>
                </a:lnTo>
                <a:lnTo>
                  <a:pt x="718349" y="61396"/>
                </a:lnTo>
                <a:lnTo>
                  <a:pt x="718726" y="61717"/>
                </a:lnTo>
                <a:lnTo>
                  <a:pt x="719096" y="62048"/>
                </a:lnTo>
                <a:lnTo>
                  <a:pt x="719458" y="62389"/>
                </a:lnTo>
                <a:lnTo>
                  <a:pt x="719814" y="62740"/>
                </a:lnTo>
                <a:lnTo>
                  <a:pt x="720163" y="63101"/>
                </a:lnTo>
                <a:lnTo>
                  <a:pt x="720504" y="63471"/>
                </a:lnTo>
                <a:lnTo>
                  <a:pt x="720839" y="63852"/>
                </a:lnTo>
                <a:lnTo>
                  <a:pt x="721166" y="64243"/>
                </a:lnTo>
                <a:lnTo>
                  <a:pt x="721487" y="64643"/>
                </a:lnTo>
                <a:lnTo>
                  <a:pt x="721800" y="65054"/>
                </a:lnTo>
                <a:lnTo>
                  <a:pt x="722106" y="65474"/>
                </a:lnTo>
                <a:lnTo>
                  <a:pt x="722406" y="65905"/>
                </a:lnTo>
                <a:lnTo>
                  <a:pt x="722698" y="66345"/>
                </a:lnTo>
                <a:lnTo>
                  <a:pt x="722983" y="66795"/>
                </a:lnTo>
                <a:lnTo>
                  <a:pt x="723261" y="67256"/>
                </a:lnTo>
                <a:lnTo>
                  <a:pt x="723532" y="67726"/>
                </a:lnTo>
                <a:lnTo>
                  <a:pt x="723796" y="68206"/>
                </a:lnTo>
                <a:lnTo>
                  <a:pt x="724052" y="68693"/>
                </a:lnTo>
                <a:lnTo>
                  <a:pt x="724299" y="69184"/>
                </a:lnTo>
                <a:lnTo>
                  <a:pt x="724538" y="69680"/>
                </a:lnTo>
                <a:lnTo>
                  <a:pt x="724768" y="70180"/>
                </a:lnTo>
                <a:lnTo>
                  <a:pt x="724990" y="70684"/>
                </a:lnTo>
                <a:lnTo>
                  <a:pt x="725202" y="71193"/>
                </a:lnTo>
                <a:lnTo>
                  <a:pt x="725406" y="71706"/>
                </a:lnTo>
                <a:lnTo>
                  <a:pt x="725602" y="72223"/>
                </a:lnTo>
                <a:lnTo>
                  <a:pt x="725788" y="72745"/>
                </a:lnTo>
                <a:lnTo>
                  <a:pt x="725966" y="73271"/>
                </a:lnTo>
                <a:lnTo>
                  <a:pt x="726136" y="73801"/>
                </a:lnTo>
                <a:lnTo>
                  <a:pt x="726296" y="74336"/>
                </a:lnTo>
                <a:lnTo>
                  <a:pt x="726448" y="74875"/>
                </a:lnTo>
                <a:lnTo>
                  <a:pt x="726591" y="75419"/>
                </a:lnTo>
                <a:lnTo>
                  <a:pt x="726726" y="75966"/>
                </a:lnTo>
                <a:lnTo>
                  <a:pt x="726852" y="76518"/>
                </a:lnTo>
                <a:lnTo>
                  <a:pt x="726969" y="77075"/>
                </a:lnTo>
                <a:lnTo>
                  <a:pt x="727077" y="77636"/>
                </a:lnTo>
                <a:lnTo>
                  <a:pt x="727177" y="78201"/>
                </a:lnTo>
                <a:lnTo>
                  <a:pt x="727268" y="78770"/>
                </a:lnTo>
                <a:lnTo>
                  <a:pt x="727351" y="79344"/>
                </a:lnTo>
                <a:lnTo>
                  <a:pt x="727425" y="79922"/>
                </a:lnTo>
                <a:lnTo>
                  <a:pt x="727490" y="80504"/>
                </a:lnTo>
                <a:lnTo>
                  <a:pt x="727546" y="81091"/>
                </a:lnTo>
                <a:lnTo>
                  <a:pt x="727546" y="130139"/>
                </a:lnTo>
                <a:lnTo>
                  <a:pt x="726807" y="130910"/>
                </a:lnTo>
                <a:lnTo>
                  <a:pt x="726066" y="131649"/>
                </a:lnTo>
                <a:lnTo>
                  <a:pt x="725323" y="132355"/>
                </a:lnTo>
                <a:close/>
                <a:moveTo>
                  <a:pt x="138637" y="144052"/>
                </a:moveTo>
                <a:lnTo>
                  <a:pt x="137711" y="143918"/>
                </a:lnTo>
                <a:lnTo>
                  <a:pt x="136800" y="143773"/>
                </a:lnTo>
                <a:lnTo>
                  <a:pt x="135905" y="143616"/>
                </a:lnTo>
                <a:lnTo>
                  <a:pt x="135025" y="143448"/>
                </a:lnTo>
                <a:lnTo>
                  <a:pt x="134160" y="143268"/>
                </a:lnTo>
                <a:lnTo>
                  <a:pt x="133311" y="143077"/>
                </a:lnTo>
                <a:lnTo>
                  <a:pt x="132476" y="142874"/>
                </a:lnTo>
                <a:lnTo>
                  <a:pt x="131657" y="142659"/>
                </a:lnTo>
                <a:lnTo>
                  <a:pt x="130853" y="142432"/>
                </a:lnTo>
                <a:lnTo>
                  <a:pt x="130064" y="142195"/>
                </a:lnTo>
                <a:lnTo>
                  <a:pt x="129290" y="141945"/>
                </a:lnTo>
                <a:lnTo>
                  <a:pt x="128531" y="141684"/>
                </a:lnTo>
                <a:lnTo>
                  <a:pt x="127788" y="141411"/>
                </a:lnTo>
                <a:lnTo>
                  <a:pt x="127060" y="141127"/>
                </a:lnTo>
                <a:lnTo>
                  <a:pt x="126347" y="140831"/>
                </a:lnTo>
                <a:lnTo>
                  <a:pt x="125649" y="140523"/>
                </a:lnTo>
                <a:lnTo>
                  <a:pt x="124967" y="140204"/>
                </a:lnTo>
                <a:lnTo>
                  <a:pt x="124299" y="139873"/>
                </a:lnTo>
                <a:lnTo>
                  <a:pt x="123647" y="139531"/>
                </a:lnTo>
                <a:lnTo>
                  <a:pt x="123010" y="139176"/>
                </a:lnTo>
                <a:lnTo>
                  <a:pt x="122388" y="138811"/>
                </a:lnTo>
                <a:lnTo>
                  <a:pt x="121782" y="138434"/>
                </a:lnTo>
                <a:lnTo>
                  <a:pt x="121178" y="138034"/>
                </a:lnTo>
                <a:lnTo>
                  <a:pt x="120564" y="137602"/>
                </a:lnTo>
                <a:lnTo>
                  <a:pt x="119941" y="137137"/>
                </a:lnTo>
                <a:lnTo>
                  <a:pt x="119308" y="136639"/>
                </a:lnTo>
                <a:lnTo>
                  <a:pt x="118665" y="136109"/>
                </a:lnTo>
                <a:lnTo>
                  <a:pt x="118012" y="135546"/>
                </a:lnTo>
                <a:lnTo>
                  <a:pt x="117349" y="134950"/>
                </a:lnTo>
                <a:lnTo>
                  <a:pt x="116677" y="134322"/>
                </a:lnTo>
                <a:lnTo>
                  <a:pt x="115995" y="133661"/>
                </a:lnTo>
                <a:lnTo>
                  <a:pt x="115303" y="132967"/>
                </a:lnTo>
                <a:lnTo>
                  <a:pt x="114602" y="132241"/>
                </a:lnTo>
                <a:lnTo>
                  <a:pt x="113890" y="131482"/>
                </a:lnTo>
                <a:lnTo>
                  <a:pt x="113169" y="130691"/>
                </a:lnTo>
                <a:lnTo>
                  <a:pt x="112438" y="129867"/>
                </a:lnTo>
                <a:lnTo>
                  <a:pt x="111698" y="129010"/>
                </a:lnTo>
                <a:lnTo>
                  <a:pt x="110947" y="128120"/>
                </a:lnTo>
                <a:lnTo>
                  <a:pt x="110187" y="127198"/>
                </a:lnTo>
                <a:lnTo>
                  <a:pt x="109417" y="126243"/>
                </a:lnTo>
                <a:lnTo>
                  <a:pt x="108638" y="125256"/>
                </a:lnTo>
                <a:lnTo>
                  <a:pt x="107848" y="124236"/>
                </a:lnTo>
                <a:lnTo>
                  <a:pt x="107049" y="123183"/>
                </a:lnTo>
                <a:lnTo>
                  <a:pt x="106240" y="122097"/>
                </a:lnTo>
                <a:lnTo>
                  <a:pt x="105421" y="120979"/>
                </a:lnTo>
                <a:lnTo>
                  <a:pt x="104593" y="119828"/>
                </a:lnTo>
                <a:lnTo>
                  <a:pt x="75423" y="79174"/>
                </a:lnTo>
                <a:lnTo>
                  <a:pt x="76892" y="78835"/>
                </a:lnTo>
                <a:lnTo>
                  <a:pt x="78328" y="78477"/>
                </a:lnTo>
                <a:lnTo>
                  <a:pt x="79731" y="78099"/>
                </a:lnTo>
                <a:lnTo>
                  <a:pt x="81102" y="77702"/>
                </a:lnTo>
                <a:lnTo>
                  <a:pt x="82441" y="77285"/>
                </a:lnTo>
                <a:lnTo>
                  <a:pt x="83748" y="76849"/>
                </a:lnTo>
                <a:lnTo>
                  <a:pt x="85022" y="76393"/>
                </a:lnTo>
                <a:lnTo>
                  <a:pt x="86263" y="75918"/>
                </a:lnTo>
                <a:lnTo>
                  <a:pt x="87473" y="75424"/>
                </a:lnTo>
                <a:lnTo>
                  <a:pt x="88650" y="74910"/>
                </a:lnTo>
                <a:lnTo>
                  <a:pt x="89794" y="74376"/>
                </a:lnTo>
                <a:lnTo>
                  <a:pt x="90907" y="73823"/>
                </a:lnTo>
                <a:lnTo>
                  <a:pt x="91986" y="73251"/>
                </a:lnTo>
                <a:lnTo>
                  <a:pt x="93034" y="72659"/>
                </a:lnTo>
                <a:lnTo>
                  <a:pt x="94049" y="72048"/>
                </a:lnTo>
                <a:lnTo>
                  <a:pt x="95032" y="71417"/>
                </a:lnTo>
                <a:lnTo>
                  <a:pt x="95982" y="70767"/>
                </a:lnTo>
                <a:lnTo>
                  <a:pt x="96900" y="70097"/>
                </a:lnTo>
                <a:lnTo>
                  <a:pt x="97786" y="69408"/>
                </a:lnTo>
                <a:lnTo>
                  <a:pt x="98639" y="68699"/>
                </a:lnTo>
                <a:lnTo>
                  <a:pt x="99460" y="67971"/>
                </a:lnTo>
                <a:lnTo>
                  <a:pt x="100248" y="67223"/>
                </a:lnTo>
                <a:lnTo>
                  <a:pt x="101004" y="66456"/>
                </a:lnTo>
                <a:lnTo>
                  <a:pt x="101728" y="65670"/>
                </a:lnTo>
                <a:lnTo>
                  <a:pt x="102421" y="64867"/>
                </a:lnTo>
                <a:lnTo>
                  <a:pt x="103084" y="64053"/>
                </a:lnTo>
                <a:lnTo>
                  <a:pt x="103718" y="63227"/>
                </a:lnTo>
                <a:lnTo>
                  <a:pt x="104322" y="62389"/>
                </a:lnTo>
                <a:lnTo>
                  <a:pt x="104897" y="61539"/>
                </a:lnTo>
                <a:lnTo>
                  <a:pt x="105442" y="60677"/>
                </a:lnTo>
                <a:lnTo>
                  <a:pt x="105958" y="59803"/>
                </a:lnTo>
                <a:lnTo>
                  <a:pt x="106445" y="58917"/>
                </a:lnTo>
                <a:lnTo>
                  <a:pt x="106902" y="58020"/>
                </a:lnTo>
                <a:lnTo>
                  <a:pt x="107329" y="57110"/>
                </a:lnTo>
                <a:lnTo>
                  <a:pt x="107727" y="56189"/>
                </a:lnTo>
                <a:lnTo>
                  <a:pt x="108096" y="55256"/>
                </a:lnTo>
                <a:lnTo>
                  <a:pt x="108435" y="54310"/>
                </a:lnTo>
                <a:lnTo>
                  <a:pt x="108744" y="53353"/>
                </a:lnTo>
                <a:lnTo>
                  <a:pt x="109024" y="52384"/>
                </a:lnTo>
                <a:lnTo>
                  <a:pt x="109275" y="51404"/>
                </a:lnTo>
                <a:lnTo>
                  <a:pt x="109496" y="50411"/>
                </a:lnTo>
                <a:lnTo>
                  <a:pt x="109688" y="49406"/>
                </a:lnTo>
                <a:lnTo>
                  <a:pt x="109850" y="48390"/>
                </a:lnTo>
                <a:lnTo>
                  <a:pt x="109982" y="47361"/>
                </a:lnTo>
                <a:lnTo>
                  <a:pt x="110086" y="46321"/>
                </a:lnTo>
                <a:lnTo>
                  <a:pt x="110159" y="45269"/>
                </a:lnTo>
                <a:lnTo>
                  <a:pt x="110203" y="44205"/>
                </a:lnTo>
                <a:lnTo>
                  <a:pt x="110218" y="43129"/>
                </a:lnTo>
                <a:lnTo>
                  <a:pt x="110205" y="42122"/>
                </a:lnTo>
                <a:lnTo>
                  <a:pt x="110166" y="41127"/>
                </a:lnTo>
                <a:lnTo>
                  <a:pt x="110102" y="40143"/>
                </a:lnTo>
                <a:lnTo>
                  <a:pt x="110011" y="39172"/>
                </a:lnTo>
                <a:lnTo>
                  <a:pt x="109895" y="38212"/>
                </a:lnTo>
                <a:lnTo>
                  <a:pt x="109753" y="37263"/>
                </a:lnTo>
                <a:lnTo>
                  <a:pt x="109585" y="36327"/>
                </a:lnTo>
                <a:lnTo>
                  <a:pt x="109391" y="35402"/>
                </a:lnTo>
                <a:lnTo>
                  <a:pt x="109171" y="34489"/>
                </a:lnTo>
                <a:lnTo>
                  <a:pt x="108925" y="33588"/>
                </a:lnTo>
                <a:lnTo>
                  <a:pt x="108653" y="32698"/>
                </a:lnTo>
                <a:lnTo>
                  <a:pt x="108356" y="31820"/>
                </a:lnTo>
                <a:lnTo>
                  <a:pt x="108033" y="30954"/>
                </a:lnTo>
                <a:lnTo>
                  <a:pt x="107684" y="30099"/>
                </a:lnTo>
                <a:lnTo>
                  <a:pt x="107309" y="29257"/>
                </a:lnTo>
                <a:lnTo>
                  <a:pt x="106908" y="28426"/>
                </a:lnTo>
                <a:lnTo>
                  <a:pt x="106481" y="27606"/>
                </a:lnTo>
                <a:lnTo>
                  <a:pt x="106028" y="26799"/>
                </a:lnTo>
                <a:lnTo>
                  <a:pt x="105550" y="26003"/>
                </a:lnTo>
                <a:lnTo>
                  <a:pt x="105046" y="25219"/>
                </a:lnTo>
                <a:lnTo>
                  <a:pt x="104515" y="24446"/>
                </a:lnTo>
                <a:lnTo>
                  <a:pt x="103959" y="23685"/>
                </a:lnTo>
                <a:lnTo>
                  <a:pt x="103377" y="22937"/>
                </a:lnTo>
                <a:lnTo>
                  <a:pt x="102770" y="22199"/>
                </a:lnTo>
                <a:lnTo>
                  <a:pt x="102143" y="21477"/>
                </a:lnTo>
                <a:lnTo>
                  <a:pt x="101506" y="20774"/>
                </a:lnTo>
                <a:lnTo>
                  <a:pt x="100857" y="20090"/>
                </a:lnTo>
                <a:lnTo>
                  <a:pt x="100197" y="19426"/>
                </a:lnTo>
                <a:lnTo>
                  <a:pt x="99526" y="18780"/>
                </a:lnTo>
                <a:lnTo>
                  <a:pt x="98843" y="18153"/>
                </a:lnTo>
                <a:lnTo>
                  <a:pt x="98150" y="17546"/>
                </a:lnTo>
                <a:lnTo>
                  <a:pt x="97445" y="16958"/>
                </a:lnTo>
                <a:lnTo>
                  <a:pt x="96729" y="16389"/>
                </a:lnTo>
                <a:lnTo>
                  <a:pt x="96002" y="15839"/>
                </a:lnTo>
                <a:lnTo>
                  <a:pt x="95263" y="15308"/>
                </a:lnTo>
                <a:lnTo>
                  <a:pt x="94514" y="14796"/>
                </a:lnTo>
                <a:lnTo>
                  <a:pt x="93753" y="14304"/>
                </a:lnTo>
                <a:lnTo>
                  <a:pt x="92981" y="13830"/>
                </a:lnTo>
                <a:lnTo>
                  <a:pt x="92197" y="13376"/>
                </a:lnTo>
                <a:lnTo>
                  <a:pt x="91403" y="12941"/>
                </a:lnTo>
                <a:lnTo>
                  <a:pt x="90597" y="12525"/>
                </a:lnTo>
                <a:lnTo>
                  <a:pt x="89780" y="12128"/>
                </a:lnTo>
                <a:lnTo>
                  <a:pt x="88952" y="11750"/>
                </a:lnTo>
                <a:lnTo>
                  <a:pt x="88113" y="11391"/>
                </a:lnTo>
                <a:lnTo>
                  <a:pt x="87262" y="11051"/>
                </a:lnTo>
                <a:lnTo>
                  <a:pt x="86400" y="10731"/>
                </a:lnTo>
                <a:lnTo>
                  <a:pt x="85527" y="10430"/>
                </a:lnTo>
                <a:lnTo>
                  <a:pt x="84643" y="10147"/>
                </a:lnTo>
                <a:lnTo>
                  <a:pt x="83733" y="9880"/>
                </a:lnTo>
                <a:lnTo>
                  <a:pt x="82781" y="9625"/>
                </a:lnTo>
                <a:lnTo>
                  <a:pt x="81789" y="9381"/>
                </a:lnTo>
                <a:lnTo>
                  <a:pt x="80755" y="9148"/>
                </a:lnTo>
                <a:lnTo>
                  <a:pt x="79681" y="8926"/>
                </a:lnTo>
                <a:lnTo>
                  <a:pt x="78565" y="8716"/>
                </a:lnTo>
                <a:lnTo>
                  <a:pt x="77408" y="8517"/>
                </a:lnTo>
                <a:lnTo>
                  <a:pt x="76211" y="8330"/>
                </a:lnTo>
                <a:lnTo>
                  <a:pt x="74972" y="8154"/>
                </a:lnTo>
                <a:lnTo>
                  <a:pt x="73692" y="7989"/>
                </a:lnTo>
                <a:lnTo>
                  <a:pt x="72371" y="7836"/>
                </a:lnTo>
                <a:lnTo>
                  <a:pt x="71009" y="7694"/>
                </a:lnTo>
                <a:lnTo>
                  <a:pt x="69606" y="7563"/>
                </a:lnTo>
                <a:lnTo>
                  <a:pt x="68162" y="7444"/>
                </a:lnTo>
                <a:lnTo>
                  <a:pt x="66677" y="7336"/>
                </a:lnTo>
                <a:lnTo>
                  <a:pt x="65150" y="7239"/>
                </a:lnTo>
                <a:lnTo>
                  <a:pt x="63583" y="7154"/>
                </a:lnTo>
                <a:lnTo>
                  <a:pt x="61975" y="7080"/>
                </a:lnTo>
                <a:lnTo>
                  <a:pt x="60326" y="7018"/>
                </a:lnTo>
                <a:lnTo>
                  <a:pt x="58635" y="6966"/>
                </a:lnTo>
                <a:lnTo>
                  <a:pt x="56904" y="6927"/>
                </a:lnTo>
                <a:lnTo>
                  <a:pt x="55131" y="6898"/>
                </a:lnTo>
                <a:lnTo>
                  <a:pt x="53318" y="6881"/>
                </a:lnTo>
                <a:lnTo>
                  <a:pt x="51463" y="6876"/>
                </a:lnTo>
                <a:lnTo>
                  <a:pt x="0" y="6876"/>
                </a:lnTo>
                <a:lnTo>
                  <a:pt x="0" y="10730"/>
                </a:lnTo>
                <a:lnTo>
                  <a:pt x="5313" y="10730"/>
                </a:lnTo>
                <a:lnTo>
                  <a:pt x="5975" y="10738"/>
                </a:lnTo>
                <a:lnTo>
                  <a:pt x="6622" y="10762"/>
                </a:lnTo>
                <a:lnTo>
                  <a:pt x="7257" y="10802"/>
                </a:lnTo>
                <a:lnTo>
                  <a:pt x="7877" y="10857"/>
                </a:lnTo>
                <a:lnTo>
                  <a:pt x="8483" y="10929"/>
                </a:lnTo>
                <a:lnTo>
                  <a:pt x="9076" y="11017"/>
                </a:lnTo>
                <a:lnTo>
                  <a:pt x="9655" y="11120"/>
                </a:lnTo>
                <a:lnTo>
                  <a:pt x="10221" y="11239"/>
                </a:lnTo>
                <a:lnTo>
                  <a:pt x="10772" y="11375"/>
                </a:lnTo>
                <a:lnTo>
                  <a:pt x="11310" y="11526"/>
                </a:lnTo>
                <a:lnTo>
                  <a:pt x="11834" y="11693"/>
                </a:lnTo>
                <a:lnTo>
                  <a:pt x="12345" y="11876"/>
                </a:lnTo>
                <a:lnTo>
                  <a:pt x="12841" y="12075"/>
                </a:lnTo>
                <a:lnTo>
                  <a:pt x="13324" y="12290"/>
                </a:lnTo>
                <a:lnTo>
                  <a:pt x="13794" y="12521"/>
                </a:lnTo>
                <a:lnTo>
                  <a:pt x="14249" y="12767"/>
                </a:lnTo>
                <a:lnTo>
                  <a:pt x="14691" y="13030"/>
                </a:lnTo>
                <a:lnTo>
                  <a:pt x="15119" y="13308"/>
                </a:lnTo>
                <a:lnTo>
                  <a:pt x="15533" y="13603"/>
                </a:lnTo>
                <a:lnTo>
                  <a:pt x="15933" y="13913"/>
                </a:lnTo>
                <a:lnTo>
                  <a:pt x="16320" y="14240"/>
                </a:lnTo>
                <a:lnTo>
                  <a:pt x="16693" y="14582"/>
                </a:lnTo>
                <a:lnTo>
                  <a:pt x="17052" y="14940"/>
                </a:lnTo>
                <a:lnTo>
                  <a:pt x="17397" y="15314"/>
                </a:lnTo>
                <a:lnTo>
                  <a:pt x="17635" y="15601"/>
                </a:lnTo>
                <a:lnTo>
                  <a:pt x="17863" y="15922"/>
                </a:lnTo>
                <a:lnTo>
                  <a:pt x="18081" y="16279"/>
                </a:lnTo>
                <a:lnTo>
                  <a:pt x="18289" y="16671"/>
                </a:lnTo>
                <a:lnTo>
                  <a:pt x="18486" y="17098"/>
                </a:lnTo>
                <a:lnTo>
                  <a:pt x="18674" y="17560"/>
                </a:lnTo>
                <a:lnTo>
                  <a:pt x="18851" y="18057"/>
                </a:lnTo>
                <a:lnTo>
                  <a:pt x="19018" y="18590"/>
                </a:lnTo>
                <a:lnTo>
                  <a:pt x="19175" y="19157"/>
                </a:lnTo>
                <a:lnTo>
                  <a:pt x="19322" y="19759"/>
                </a:lnTo>
                <a:lnTo>
                  <a:pt x="19458" y="20397"/>
                </a:lnTo>
                <a:lnTo>
                  <a:pt x="19585" y="21070"/>
                </a:lnTo>
                <a:lnTo>
                  <a:pt x="19702" y="21777"/>
                </a:lnTo>
                <a:lnTo>
                  <a:pt x="19808" y="22520"/>
                </a:lnTo>
                <a:lnTo>
                  <a:pt x="19904" y="23298"/>
                </a:lnTo>
                <a:lnTo>
                  <a:pt x="19990" y="24111"/>
                </a:lnTo>
                <a:lnTo>
                  <a:pt x="20066" y="24959"/>
                </a:lnTo>
                <a:lnTo>
                  <a:pt x="20132" y="25842"/>
                </a:lnTo>
                <a:lnTo>
                  <a:pt x="20188" y="26760"/>
                </a:lnTo>
                <a:lnTo>
                  <a:pt x="20233" y="27714"/>
                </a:lnTo>
                <a:lnTo>
                  <a:pt x="20269" y="28702"/>
                </a:lnTo>
                <a:lnTo>
                  <a:pt x="20294" y="29726"/>
                </a:lnTo>
                <a:lnTo>
                  <a:pt x="20309" y="30784"/>
                </a:lnTo>
                <a:lnTo>
                  <a:pt x="20314" y="31878"/>
                </a:lnTo>
                <a:lnTo>
                  <a:pt x="20314" y="123136"/>
                </a:lnTo>
                <a:lnTo>
                  <a:pt x="20311" y="124128"/>
                </a:lnTo>
                <a:lnTo>
                  <a:pt x="20299" y="125089"/>
                </a:lnTo>
                <a:lnTo>
                  <a:pt x="20280" y="126019"/>
                </a:lnTo>
                <a:lnTo>
                  <a:pt x="20254" y="126918"/>
                </a:lnTo>
                <a:lnTo>
                  <a:pt x="20219" y="127787"/>
                </a:lnTo>
                <a:lnTo>
                  <a:pt x="20178" y="128625"/>
                </a:lnTo>
                <a:lnTo>
                  <a:pt x="20128" y="129432"/>
                </a:lnTo>
                <a:lnTo>
                  <a:pt x="20071" y="130208"/>
                </a:lnTo>
                <a:lnTo>
                  <a:pt x="20007" y="130954"/>
                </a:lnTo>
                <a:lnTo>
                  <a:pt x="19935" y="131669"/>
                </a:lnTo>
                <a:lnTo>
                  <a:pt x="19855" y="132353"/>
                </a:lnTo>
                <a:lnTo>
                  <a:pt x="19767" y="133007"/>
                </a:lnTo>
                <a:lnTo>
                  <a:pt x="19672" y="133629"/>
                </a:lnTo>
                <a:lnTo>
                  <a:pt x="19570" y="134221"/>
                </a:lnTo>
                <a:lnTo>
                  <a:pt x="19460" y="134783"/>
                </a:lnTo>
                <a:lnTo>
                  <a:pt x="19342" y="135313"/>
                </a:lnTo>
                <a:lnTo>
                  <a:pt x="19217" y="135813"/>
                </a:lnTo>
                <a:lnTo>
                  <a:pt x="19084" y="136282"/>
                </a:lnTo>
                <a:lnTo>
                  <a:pt x="18943" y="136720"/>
                </a:lnTo>
                <a:lnTo>
                  <a:pt x="18795" y="137127"/>
                </a:lnTo>
                <a:lnTo>
                  <a:pt x="18639" y="137504"/>
                </a:lnTo>
                <a:lnTo>
                  <a:pt x="18476" y="137850"/>
                </a:lnTo>
                <a:lnTo>
                  <a:pt x="18305" y="138165"/>
                </a:lnTo>
                <a:lnTo>
                  <a:pt x="18127" y="138450"/>
                </a:lnTo>
                <a:lnTo>
                  <a:pt x="17797" y="138926"/>
                </a:lnTo>
                <a:lnTo>
                  <a:pt x="17449" y="139382"/>
                </a:lnTo>
                <a:lnTo>
                  <a:pt x="17083" y="139817"/>
                </a:lnTo>
                <a:lnTo>
                  <a:pt x="16700" y="140232"/>
                </a:lnTo>
                <a:lnTo>
                  <a:pt x="16299" y="140627"/>
                </a:lnTo>
                <a:lnTo>
                  <a:pt x="15880" y="141002"/>
                </a:lnTo>
                <a:lnTo>
                  <a:pt x="15444" y="141357"/>
                </a:lnTo>
                <a:lnTo>
                  <a:pt x="14990" y="141691"/>
                </a:lnTo>
                <a:lnTo>
                  <a:pt x="14518" y="142005"/>
                </a:lnTo>
                <a:lnTo>
                  <a:pt x="14028" y="142299"/>
                </a:lnTo>
                <a:lnTo>
                  <a:pt x="13521" y="142572"/>
                </a:lnTo>
                <a:lnTo>
                  <a:pt x="12996" y="142825"/>
                </a:lnTo>
                <a:lnTo>
                  <a:pt x="12453" y="143058"/>
                </a:lnTo>
                <a:lnTo>
                  <a:pt x="11893" y="143271"/>
                </a:lnTo>
                <a:lnTo>
                  <a:pt x="11314" y="143463"/>
                </a:lnTo>
                <a:lnTo>
                  <a:pt x="10719" y="143636"/>
                </a:lnTo>
                <a:lnTo>
                  <a:pt x="10105" y="143787"/>
                </a:lnTo>
                <a:lnTo>
                  <a:pt x="9474" y="143919"/>
                </a:lnTo>
                <a:lnTo>
                  <a:pt x="8824" y="144031"/>
                </a:lnTo>
                <a:lnTo>
                  <a:pt x="8158" y="144122"/>
                </a:lnTo>
                <a:lnTo>
                  <a:pt x="7473" y="144193"/>
                </a:lnTo>
                <a:lnTo>
                  <a:pt x="6771" y="144243"/>
                </a:lnTo>
                <a:lnTo>
                  <a:pt x="6051" y="144274"/>
                </a:lnTo>
                <a:lnTo>
                  <a:pt x="5313" y="144284"/>
                </a:lnTo>
                <a:lnTo>
                  <a:pt x="0" y="144284"/>
                </a:lnTo>
                <a:lnTo>
                  <a:pt x="0" y="148138"/>
                </a:lnTo>
                <a:lnTo>
                  <a:pt x="60526" y="148138"/>
                </a:lnTo>
                <a:lnTo>
                  <a:pt x="60526" y="144284"/>
                </a:lnTo>
                <a:lnTo>
                  <a:pt x="55005" y="144284"/>
                </a:lnTo>
                <a:lnTo>
                  <a:pt x="54352" y="144276"/>
                </a:lnTo>
                <a:lnTo>
                  <a:pt x="53713" y="144252"/>
                </a:lnTo>
                <a:lnTo>
                  <a:pt x="53087" y="144212"/>
                </a:lnTo>
                <a:lnTo>
                  <a:pt x="52476" y="144156"/>
                </a:lnTo>
                <a:lnTo>
                  <a:pt x="51878" y="144084"/>
                </a:lnTo>
                <a:lnTo>
                  <a:pt x="51294" y="143996"/>
                </a:lnTo>
                <a:lnTo>
                  <a:pt x="50723" y="143892"/>
                </a:lnTo>
                <a:lnTo>
                  <a:pt x="50167" y="143773"/>
                </a:lnTo>
                <a:lnTo>
                  <a:pt x="49624" y="143637"/>
                </a:lnTo>
                <a:lnTo>
                  <a:pt x="49094" y="143485"/>
                </a:lnTo>
                <a:lnTo>
                  <a:pt x="48579" y="143317"/>
                </a:lnTo>
                <a:lnTo>
                  <a:pt x="48077" y="143134"/>
                </a:lnTo>
                <a:lnTo>
                  <a:pt x="47589" y="142934"/>
                </a:lnTo>
                <a:lnTo>
                  <a:pt x="47115" y="142718"/>
                </a:lnTo>
                <a:lnTo>
                  <a:pt x="46655" y="142487"/>
                </a:lnTo>
                <a:lnTo>
                  <a:pt x="46208" y="142239"/>
                </a:lnTo>
                <a:lnTo>
                  <a:pt x="45775" y="141976"/>
                </a:lnTo>
                <a:lnTo>
                  <a:pt x="45356" y="141696"/>
                </a:lnTo>
                <a:lnTo>
                  <a:pt x="44950" y="141401"/>
                </a:lnTo>
                <a:lnTo>
                  <a:pt x="44558" y="141089"/>
                </a:lnTo>
                <a:lnTo>
                  <a:pt x="44180" y="140762"/>
                </a:lnTo>
                <a:lnTo>
                  <a:pt x="43816" y="140418"/>
                </a:lnTo>
                <a:lnTo>
                  <a:pt x="43466" y="140059"/>
                </a:lnTo>
                <a:lnTo>
                  <a:pt x="43129" y="139684"/>
                </a:lnTo>
                <a:lnTo>
                  <a:pt x="42891" y="139396"/>
                </a:lnTo>
                <a:lnTo>
                  <a:pt x="42663" y="139073"/>
                </a:lnTo>
                <a:lnTo>
                  <a:pt x="42445" y="138715"/>
                </a:lnTo>
                <a:lnTo>
                  <a:pt x="42238" y="138322"/>
                </a:lnTo>
                <a:lnTo>
                  <a:pt x="42040" y="137894"/>
                </a:lnTo>
                <a:lnTo>
                  <a:pt x="41853" y="137430"/>
                </a:lnTo>
                <a:lnTo>
                  <a:pt x="41675" y="136931"/>
                </a:lnTo>
                <a:lnTo>
                  <a:pt x="41508" y="136397"/>
                </a:lnTo>
                <a:lnTo>
                  <a:pt x="41351" y="135828"/>
                </a:lnTo>
                <a:lnTo>
                  <a:pt x="41204" y="135224"/>
                </a:lnTo>
                <a:lnTo>
                  <a:pt x="41068" y="134584"/>
                </a:lnTo>
                <a:lnTo>
                  <a:pt x="40941" y="133909"/>
                </a:lnTo>
                <a:lnTo>
                  <a:pt x="40825" y="133199"/>
                </a:lnTo>
                <a:lnTo>
                  <a:pt x="40718" y="132454"/>
                </a:lnTo>
                <a:lnTo>
                  <a:pt x="40622" y="131673"/>
                </a:lnTo>
                <a:lnTo>
                  <a:pt x="40536" y="130858"/>
                </a:lnTo>
                <a:lnTo>
                  <a:pt x="40460" y="130007"/>
                </a:lnTo>
                <a:lnTo>
                  <a:pt x="40394" y="129121"/>
                </a:lnTo>
                <a:lnTo>
                  <a:pt x="40339" y="128199"/>
                </a:lnTo>
                <a:lnTo>
                  <a:pt x="40293" y="127243"/>
                </a:lnTo>
                <a:lnTo>
                  <a:pt x="40257" y="126251"/>
                </a:lnTo>
                <a:lnTo>
                  <a:pt x="40232" y="125224"/>
                </a:lnTo>
                <a:lnTo>
                  <a:pt x="40217" y="124162"/>
                </a:lnTo>
                <a:lnTo>
                  <a:pt x="40212" y="123064"/>
                </a:lnTo>
                <a:lnTo>
                  <a:pt x="40212" y="81882"/>
                </a:lnTo>
                <a:lnTo>
                  <a:pt x="40351" y="81891"/>
                </a:lnTo>
                <a:lnTo>
                  <a:pt x="40489" y="81899"/>
                </a:lnTo>
                <a:lnTo>
                  <a:pt x="40627" y="81908"/>
                </a:lnTo>
                <a:lnTo>
                  <a:pt x="40765" y="81916"/>
                </a:lnTo>
                <a:lnTo>
                  <a:pt x="40902" y="81923"/>
                </a:lnTo>
                <a:lnTo>
                  <a:pt x="41039" y="81931"/>
                </a:lnTo>
                <a:lnTo>
                  <a:pt x="41175" y="81939"/>
                </a:lnTo>
                <a:lnTo>
                  <a:pt x="41312" y="81946"/>
                </a:lnTo>
                <a:lnTo>
                  <a:pt x="41447" y="81953"/>
                </a:lnTo>
                <a:lnTo>
                  <a:pt x="41583" y="81960"/>
                </a:lnTo>
                <a:lnTo>
                  <a:pt x="41718" y="81967"/>
                </a:lnTo>
                <a:lnTo>
                  <a:pt x="41853" y="81973"/>
                </a:lnTo>
                <a:lnTo>
                  <a:pt x="41987" y="81980"/>
                </a:lnTo>
                <a:lnTo>
                  <a:pt x="42121" y="81986"/>
                </a:lnTo>
                <a:lnTo>
                  <a:pt x="42255" y="81992"/>
                </a:lnTo>
                <a:lnTo>
                  <a:pt x="42388" y="81998"/>
                </a:lnTo>
                <a:lnTo>
                  <a:pt x="42521" y="82004"/>
                </a:lnTo>
                <a:lnTo>
                  <a:pt x="42654" y="82009"/>
                </a:lnTo>
                <a:lnTo>
                  <a:pt x="42786" y="82015"/>
                </a:lnTo>
                <a:lnTo>
                  <a:pt x="42918" y="82020"/>
                </a:lnTo>
                <a:lnTo>
                  <a:pt x="43049" y="82025"/>
                </a:lnTo>
                <a:lnTo>
                  <a:pt x="43180" y="82030"/>
                </a:lnTo>
                <a:lnTo>
                  <a:pt x="43311" y="82034"/>
                </a:lnTo>
                <a:lnTo>
                  <a:pt x="43441" y="82039"/>
                </a:lnTo>
                <a:lnTo>
                  <a:pt x="43571" y="82043"/>
                </a:lnTo>
                <a:lnTo>
                  <a:pt x="43700" y="82047"/>
                </a:lnTo>
                <a:lnTo>
                  <a:pt x="43829" y="82051"/>
                </a:lnTo>
                <a:lnTo>
                  <a:pt x="43956" y="82054"/>
                </a:lnTo>
                <a:lnTo>
                  <a:pt x="44083" y="82058"/>
                </a:lnTo>
                <a:lnTo>
                  <a:pt x="44210" y="82061"/>
                </a:lnTo>
                <a:lnTo>
                  <a:pt x="44335" y="82065"/>
                </a:lnTo>
                <a:lnTo>
                  <a:pt x="44460" y="82068"/>
                </a:lnTo>
                <a:lnTo>
                  <a:pt x="44584" y="82070"/>
                </a:lnTo>
                <a:lnTo>
                  <a:pt x="44707" y="82073"/>
                </a:lnTo>
                <a:lnTo>
                  <a:pt x="44830" y="82075"/>
                </a:lnTo>
                <a:lnTo>
                  <a:pt x="44952" y="82078"/>
                </a:lnTo>
                <a:lnTo>
                  <a:pt x="45073" y="82080"/>
                </a:lnTo>
                <a:lnTo>
                  <a:pt x="45194" y="82082"/>
                </a:lnTo>
                <a:lnTo>
                  <a:pt x="45313" y="82083"/>
                </a:lnTo>
                <a:lnTo>
                  <a:pt x="45432" y="82085"/>
                </a:lnTo>
                <a:lnTo>
                  <a:pt x="45551" y="82086"/>
                </a:lnTo>
                <a:lnTo>
                  <a:pt x="45668" y="82087"/>
                </a:lnTo>
                <a:lnTo>
                  <a:pt x="45785" y="82088"/>
                </a:lnTo>
                <a:lnTo>
                  <a:pt x="45901" y="82089"/>
                </a:lnTo>
                <a:lnTo>
                  <a:pt x="46016" y="82090"/>
                </a:lnTo>
                <a:lnTo>
                  <a:pt x="46131" y="82090"/>
                </a:lnTo>
                <a:lnTo>
                  <a:pt x="46245" y="82091"/>
                </a:lnTo>
                <a:lnTo>
                  <a:pt x="46358" y="82091"/>
                </a:lnTo>
                <a:lnTo>
                  <a:pt x="46640" y="82090"/>
                </a:lnTo>
                <a:lnTo>
                  <a:pt x="46928" y="82089"/>
                </a:lnTo>
                <a:lnTo>
                  <a:pt x="47223" y="82087"/>
                </a:lnTo>
                <a:lnTo>
                  <a:pt x="47524" y="82085"/>
                </a:lnTo>
                <a:lnTo>
                  <a:pt x="47833" y="82082"/>
                </a:lnTo>
                <a:lnTo>
                  <a:pt x="48149" y="82078"/>
                </a:lnTo>
                <a:lnTo>
                  <a:pt x="48471" y="82073"/>
                </a:lnTo>
                <a:lnTo>
                  <a:pt x="48801" y="82068"/>
                </a:lnTo>
                <a:lnTo>
                  <a:pt x="49137" y="82061"/>
                </a:lnTo>
                <a:lnTo>
                  <a:pt x="49480" y="82054"/>
                </a:lnTo>
                <a:lnTo>
                  <a:pt x="49830" y="82047"/>
                </a:lnTo>
                <a:lnTo>
                  <a:pt x="50187" y="82039"/>
                </a:lnTo>
                <a:lnTo>
                  <a:pt x="50550" y="82030"/>
                </a:lnTo>
                <a:lnTo>
                  <a:pt x="50921" y="82020"/>
                </a:lnTo>
                <a:lnTo>
                  <a:pt x="51299" y="82009"/>
                </a:lnTo>
                <a:lnTo>
                  <a:pt x="51683" y="81998"/>
                </a:lnTo>
                <a:lnTo>
                  <a:pt x="52074" y="81986"/>
                </a:lnTo>
                <a:lnTo>
                  <a:pt x="52472" y="81973"/>
                </a:lnTo>
                <a:lnTo>
                  <a:pt x="52877" y="81960"/>
                </a:lnTo>
                <a:lnTo>
                  <a:pt x="53289" y="81946"/>
                </a:lnTo>
                <a:lnTo>
                  <a:pt x="53708" y="81931"/>
                </a:lnTo>
                <a:lnTo>
                  <a:pt x="54133" y="81916"/>
                </a:lnTo>
                <a:lnTo>
                  <a:pt x="54566" y="81899"/>
                </a:lnTo>
                <a:lnTo>
                  <a:pt x="55005" y="81882"/>
                </a:lnTo>
                <a:lnTo>
                  <a:pt x="102822" y="148138"/>
                </a:lnTo>
                <a:lnTo>
                  <a:pt x="140533" y="148138"/>
                </a:lnTo>
                <a:lnTo>
                  <a:pt x="140533" y="144284"/>
                </a:lnTo>
                <a:lnTo>
                  <a:pt x="139577" y="144173"/>
                </a:lnTo>
                <a:lnTo>
                  <a:pt x="138637" y="144052"/>
                </a:lnTo>
                <a:close/>
                <a:moveTo>
                  <a:pt x="41901" y="16456"/>
                </a:moveTo>
                <a:lnTo>
                  <a:pt x="42724" y="16308"/>
                </a:lnTo>
                <a:lnTo>
                  <a:pt x="43531" y="16168"/>
                </a:lnTo>
                <a:lnTo>
                  <a:pt x="44324" y="16034"/>
                </a:lnTo>
                <a:lnTo>
                  <a:pt x="45102" y="15906"/>
                </a:lnTo>
                <a:lnTo>
                  <a:pt x="45865" y="15786"/>
                </a:lnTo>
                <a:lnTo>
                  <a:pt x="46613" y="15673"/>
                </a:lnTo>
                <a:lnTo>
                  <a:pt x="47346" y="15566"/>
                </a:lnTo>
                <a:lnTo>
                  <a:pt x="48065" y="15467"/>
                </a:lnTo>
                <a:lnTo>
                  <a:pt x="48769" y="15374"/>
                </a:lnTo>
                <a:lnTo>
                  <a:pt x="49458" y="15288"/>
                </a:lnTo>
                <a:lnTo>
                  <a:pt x="50132" y="15209"/>
                </a:lnTo>
                <a:lnTo>
                  <a:pt x="50791" y="15137"/>
                </a:lnTo>
                <a:lnTo>
                  <a:pt x="51435" y="15071"/>
                </a:lnTo>
                <a:lnTo>
                  <a:pt x="52065" y="15013"/>
                </a:lnTo>
                <a:lnTo>
                  <a:pt x="52680" y="14961"/>
                </a:lnTo>
                <a:lnTo>
                  <a:pt x="53279" y="14917"/>
                </a:lnTo>
                <a:lnTo>
                  <a:pt x="53865" y="14879"/>
                </a:lnTo>
                <a:lnTo>
                  <a:pt x="54435" y="14848"/>
                </a:lnTo>
                <a:lnTo>
                  <a:pt x="54990" y="14824"/>
                </a:lnTo>
                <a:lnTo>
                  <a:pt x="55531" y="14807"/>
                </a:lnTo>
                <a:lnTo>
                  <a:pt x="56057" y="14796"/>
                </a:lnTo>
                <a:lnTo>
                  <a:pt x="56568" y="14793"/>
                </a:lnTo>
                <a:lnTo>
                  <a:pt x="57695" y="14807"/>
                </a:lnTo>
                <a:lnTo>
                  <a:pt x="58805" y="14851"/>
                </a:lnTo>
                <a:lnTo>
                  <a:pt x="59895" y="14922"/>
                </a:lnTo>
                <a:lnTo>
                  <a:pt x="60968" y="15023"/>
                </a:lnTo>
                <a:lnTo>
                  <a:pt x="62021" y="15152"/>
                </a:lnTo>
                <a:lnTo>
                  <a:pt x="63056" y="15311"/>
                </a:lnTo>
                <a:lnTo>
                  <a:pt x="64072" y="15498"/>
                </a:lnTo>
                <a:lnTo>
                  <a:pt x="65069" y="15713"/>
                </a:lnTo>
                <a:lnTo>
                  <a:pt x="66048" y="15958"/>
                </a:lnTo>
                <a:lnTo>
                  <a:pt x="67009" y="16231"/>
                </a:lnTo>
                <a:lnTo>
                  <a:pt x="67950" y="16533"/>
                </a:lnTo>
                <a:lnTo>
                  <a:pt x="68873" y="16863"/>
                </a:lnTo>
                <a:lnTo>
                  <a:pt x="69778" y="17223"/>
                </a:lnTo>
                <a:lnTo>
                  <a:pt x="70664" y="17611"/>
                </a:lnTo>
                <a:lnTo>
                  <a:pt x="71531" y="18028"/>
                </a:lnTo>
                <a:lnTo>
                  <a:pt x="72379" y="18474"/>
                </a:lnTo>
                <a:lnTo>
                  <a:pt x="73209" y="18948"/>
                </a:lnTo>
                <a:lnTo>
                  <a:pt x="74020" y="19452"/>
                </a:lnTo>
                <a:lnTo>
                  <a:pt x="74813" y="19984"/>
                </a:lnTo>
                <a:lnTo>
                  <a:pt x="75587" y="20544"/>
                </a:lnTo>
                <a:lnTo>
                  <a:pt x="76342" y="21134"/>
                </a:lnTo>
                <a:lnTo>
                  <a:pt x="77079" y="21752"/>
                </a:lnTo>
                <a:lnTo>
                  <a:pt x="77797" y="22399"/>
                </a:lnTo>
                <a:lnTo>
                  <a:pt x="78497" y="23075"/>
                </a:lnTo>
                <a:lnTo>
                  <a:pt x="79172" y="23774"/>
                </a:lnTo>
                <a:lnTo>
                  <a:pt x="79819" y="24490"/>
                </a:lnTo>
                <a:lnTo>
                  <a:pt x="80438" y="25223"/>
                </a:lnTo>
                <a:lnTo>
                  <a:pt x="81027" y="25973"/>
                </a:lnTo>
                <a:lnTo>
                  <a:pt x="81588" y="26741"/>
                </a:lnTo>
                <a:lnTo>
                  <a:pt x="82120" y="27525"/>
                </a:lnTo>
                <a:lnTo>
                  <a:pt x="82623" y="28327"/>
                </a:lnTo>
                <a:lnTo>
                  <a:pt x="83098" y="29146"/>
                </a:lnTo>
                <a:lnTo>
                  <a:pt x="83543" y="29982"/>
                </a:lnTo>
                <a:lnTo>
                  <a:pt x="83960" y="30836"/>
                </a:lnTo>
                <a:lnTo>
                  <a:pt x="84349" y="31706"/>
                </a:lnTo>
                <a:lnTo>
                  <a:pt x="84708" y="32594"/>
                </a:lnTo>
                <a:lnTo>
                  <a:pt x="85039" y="33499"/>
                </a:lnTo>
                <a:lnTo>
                  <a:pt x="85341" y="34421"/>
                </a:lnTo>
                <a:lnTo>
                  <a:pt x="85614" y="35360"/>
                </a:lnTo>
                <a:lnTo>
                  <a:pt x="85858" y="36317"/>
                </a:lnTo>
                <a:lnTo>
                  <a:pt x="86074" y="37291"/>
                </a:lnTo>
                <a:lnTo>
                  <a:pt x="86261" y="38281"/>
                </a:lnTo>
                <a:lnTo>
                  <a:pt x="86419" y="39289"/>
                </a:lnTo>
                <a:lnTo>
                  <a:pt x="86549" y="40315"/>
                </a:lnTo>
                <a:lnTo>
                  <a:pt x="86649" y="41357"/>
                </a:lnTo>
                <a:lnTo>
                  <a:pt x="86721" y="42417"/>
                </a:lnTo>
                <a:lnTo>
                  <a:pt x="86764" y="43493"/>
                </a:lnTo>
                <a:lnTo>
                  <a:pt x="86779" y="44587"/>
                </a:lnTo>
                <a:lnTo>
                  <a:pt x="86761" y="45708"/>
                </a:lnTo>
                <a:lnTo>
                  <a:pt x="86707" y="46811"/>
                </a:lnTo>
                <a:lnTo>
                  <a:pt x="86618" y="47898"/>
                </a:lnTo>
                <a:lnTo>
                  <a:pt x="86494" y="48968"/>
                </a:lnTo>
                <a:lnTo>
                  <a:pt x="86333" y="50022"/>
                </a:lnTo>
                <a:lnTo>
                  <a:pt x="86137" y="51059"/>
                </a:lnTo>
                <a:lnTo>
                  <a:pt x="85906" y="52080"/>
                </a:lnTo>
                <a:lnTo>
                  <a:pt x="85638" y="53083"/>
                </a:lnTo>
                <a:lnTo>
                  <a:pt x="85336" y="54071"/>
                </a:lnTo>
                <a:lnTo>
                  <a:pt x="84997" y="55041"/>
                </a:lnTo>
                <a:lnTo>
                  <a:pt x="84623" y="55995"/>
                </a:lnTo>
                <a:lnTo>
                  <a:pt x="84213" y="56932"/>
                </a:lnTo>
                <a:lnTo>
                  <a:pt x="83768" y="57853"/>
                </a:lnTo>
                <a:lnTo>
                  <a:pt x="83287" y="58757"/>
                </a:lnTo>
                <a:lnTo>
                  <a:pt x="82770" y="59644"/>
                </a:lnTo>
                <a:lnTo>
                  <a:pt x="82218" y="60515"/>
                </a:lnTo>
                <a:lnTo>
                  <a:pt x="81630" y="61369"/>
                </a:lnTo>
                <a:lnTo>
                  <a:pt x="81007" y="62206"/>
                </a:lnTo>
                <a:lnTo>
                  <a:pt x="80347" y="63027"/>
                </a:lnTo>
                <a:lnTo>
                  <a:pt x="79653" y="63831"/>
                </a:lnTo>
                <a:lnTo>
                  <a:pt x="78922" y="64618"/>
                </a:lnTo>
                <a:lnTo>
                  <a:pt x="78156" y="65389"/>
                </a:lnTo>
                <a:lnTo>
                  <a:pt x="77355" y="66143"/>
                </a:lnTo>
                <a:lnTo>
                  <a:pt x="76517" y="66881"/>
                </a:lnTo>
                <a:lnTo>
                  <a:pt x="75645" y="67595"/>
                </a:lnTo>
                <a:lnTo>
                  <a:pt x="74738" y="68279"/>
                </a:lnTo>
                <a:lnTo>
                  <a:pt x="73796" y="68932"/>
                </a:lnTo>
                <a:lnTo>
                  <a:pt x="72820" y="69555"/>
                </a:lnTo>
                <a:lnTo>
                  <a:pt x="71810" y="70147"/>
                </a:lnTo>
                <a:lnTo>
                  <a:pt x="70765" y="70709"/>
                </a:lnTo>
                <a:lnTo>
                  <a:pt x="69685" y="71241"/>
                </a:lnTo>
                <a:lnTo>
                  <a:pt x="68571" y="71743"/>
                </a:lnTo>
                <a:lnTo>
                  <a:pt x="67422" y="72213"/>
                </a:lnTo>
                <a:lnTo>
                  <a:pt x="66239" y="72654"/>
                </a:lnTo>
                <a:lnTo>
                  <a:pt x="65021" y="73064"/>
                </a:lnTo>
                <a:lnTo>
                  <a:pt x="63769" y="73444"/>
                </a:lnTo>
                <a:lnTo>
                  <a:pt x="62482" y="73793"/>
                </a:lnTo>
                <a:lnTo>
                  <a:pt x="61160" y="74113"/>
                </a:lnTo>
                <a:lnTo>
                  <a:pt x="59804" y="74401"/>
                </a:lnTo>
                <a:lnTo>
                  <a:pt x="58414" y="74659"/>
                </a:lnTo>
                <a:lnTo>
                  <a:pt x="56989" y="74887"/>
                </a:lnTo>
                <a:lnTo>
                  <a:pt x="55529" y="75085"/>
                </a:lnTo>
                <a:lnTo>
                  <a:pt x="54035" y="75252"/>
                </a:lnTo>
                <a:lnTo>
                  <a:pt x="52506" y="75389"/>
                </a:lnTo>
                <a:lnTo>
                  <a:pt x="50943" y="75495"/>
                </a:lnTo>
                <a:lnTo>
                  <a:pt x="49345" y="75571"/>
                </a:lnTo>
                <a:lnTo>
                  <a:pt x="47713" y="75617"/>
                </a:lnTo>
                <a:lnTo>
                  <a:pt x="46046" y="75632"/>
                </a:lnTo>
                <a:lnTo>
                  <a:pt x="45967" y="75632"/>
                </a:lnTo>
                <a:lnTo>
                  <a:pt x="45886" y="75631"/>
                </a:lnTo>
                <a:lnTo>
                  <a:pt x="45803" y="75631"/>
                </a:lnTo>
                <a:lnTo>
                  <a:pt x="45719" y="75630"/>
                </a:lnTo>
                <a:lnTo>
                  <a:pt x="45633" y="75629"/>
                </a:lnTo>
                <a:lnTo>
                  <a:pt x="45544" y="75628"/>
                </a:lnTo>
                <a:lnTo>
                  <a:pt x="45455" y="75627"/>
                </a:lnTo>
                <a:lnTo>
                  <a:pt x="45363" y="75626"/>
                </a:lnTo>
                <a:lnTo>
                  <a:pt x="45269" y="75624"/>
                </a:lnTo>
                <a:lnTo>
                  <a:pt x="45174" y="75623"/>
                </a:lnTo>
                <a:lnTo>
                  <a:pt x="45077" y="75621"/>
                </a:lnTo>
                <a:lnTo>
                  <a:pt x="44978" y="75619"/>
                </a:lnTo>
                <a:lnTo>
                  <a:pt x="44877" y="75616"/>
                </a:lnTo>
                <a:lnTo>
                  <a:pt x="44775" y="75614"/>
                </a:lnTo>
                <a:lnTo>
                  <a:pt x="44670" y="75611"/>
                </a:lnTo>
                <a:lnTo>
                  <a:pt x="44564" y="75609"/>
                </a:lnTo>
                <a:lnTo>
                  <a:pt x="44456" y="75606"/>
                </a:lnTo>
                <a:lnTo>
                  <a:pt x="44346" y="75602"/>
                </a:lnTo>
                <a:lnTo>
                  <a:pt x="44235" y="75599"/>
                </a:lnTo>
                <a:lnTo>
                  <a:pt x="44121" y="75596"/>
                </a:lnTo>
                <a:lnTo>
                  <a:pt x="44006" y="75592"/>
                </a:lnTo>
                <a:lnTo>
                  <a:pt x="43889" y="75588"/>
                </a:lnTo>
                <a:lnTo>
                  <a:pt x="43770" y="75584"/>
                </a:lnTo>
                <a:lnTo>
                  <a:pt x="43650" y="75580"/>
                </a:lnTo>
                <a:lnTo>
                  <a:pt x="43527" y="75575"/>
                </a:lnTo>
                <a:lnTo>
                  <a:pt x="43403" y="75571"/>
                </a:lnTo>
                <a:lnTo>
                  <a:pt x="43277" y="75567"/>
                </a:lnTo>
                <a:lnTo>
                  <a:pt x="43149" y="75564"/>
                </a:lnTo>
                <a:lnTo>
                  <a:pt x="43019" y="75560"/>
                </a:lnTo>
                <a:lnTo>
                  <a:pt x="42888" y="75557"/>
                </a:lnTo>
                <a:lnTo>
                  <a:pt x="42755" y="75554"/>
                </a:lnTo>
                <a:lnTo>
                  <a:pt x="42620" y="75551"/>
                </a:lnTo>
                <a:lnTo>
                  <a:pt x="42483" y="75548"/>
                </a:lnTo>
                <a:lnTo>
                  <a:pt x="42344" y="75545"/>
                </a:lnTo>
                <a:lnTo>
                  <a:pt x="42203" y="75543"/>
                </a:lnTo>
                <a:lnTo>
                  <a:pt x="42061" y="75541"/>
                </a:lnTo>
                <a:lnTo>
                  <a:pt x="41917" y="75539"/>
                </a:lnTo>
                <a:lnTo>
                  <a:pt x="41771" y="75537"/>
                </a:lnTo>
                <a:lnTo>
                  <a:pt x="41623" y="75535"/>
                </a:lnTo>
                <a:lnTo>
                  <a:pt x="41474" y="75533"/>
                </a:lnTo>
                <a:lnTo>
                  <a:pt x="41322" y="75532"/>
                </a:lnTo>
                <a:lnTo>
                  <a:pt x="41169" y="75531"/>
                </a:lnTo>
                <a:lnTo>
                  <a:pt x="41014" y="75530"/>
                </a:lnTo>
                <a:lnTo>
                  <a:pt x="40857" y="75529"/>
                </a:lnTo>
                <a:lnTo>
                  <a:pt x="40699" y="75528"/>
                </a:lnTo>
                <a:lnTo>
                  <a:pt x="40538" y="75528"/>
                </a:lnTo>
                <a:lnTo>
                  <a:pt x="40376" y="75528"/>
                </a:lnTo>
                <a:lnTo>
                  <a:pt x="40212" y="75528"/>
                </a:lnTo>
                <a:lnTo>
                  <a:pt x="40212" y="16772"/>
                </a:lnTo>
                <a:lnTo>
                  <a:pt x="41064" y="16611"/>
                </a:lnTo>
                <a:lnTo>
                  <a:pt x="41901" y="16456"/>
                </a:lnTo>
                <a:close/>
                <a:moveTo>
                  <a:pt x="492054" y="144243"/>
                </a:moveTo>
                <a:lnTo>
                  <a:pt x="491555" y="144221"/>
                </a:lnTo>
                <a:lnTo>
                  <a:pt x="491071" y="144193"/>
                </a:lnTo>
                <a:lnTo>
                  <a:pt x="490602" y="144160"/>
                </a:lnTo>
                <a:lnTo>
                  <a:pt x="490148" y="144122"/>
                </a:lnTo>
                <a:lnTo>
                  <a:pt x="489708" y="144079"/>
                </a:lnTo>
                <a:lnTo>
                  <a:pt x="489283" y="144031"/>
                </a:lnTo>
                <a:lnTo>
                  <a:pt x="488873" y="143978"/>
                </a:lnTo>
                <a:lnTo>
                  <a:pt x="488477" y="143920"/>
                </a:lnTo>
                <a:lnTo>
                  <a:pt x="488096" y="143857"/>
                </a:lnTo>
                <a:lnTo>
                  <a:pt x="487729" y="143789"/>
                </a:lnTo>
                <a:lnTo>
                  <a:pt x="487377" y="143715"/>
                </a:lnTo>
                <a:lnTo>
                  <a:pt x="487040" y="143637"/>
                </a:lnTo>
                <a:lnTo>
                  <a:pt x="486718" y="143554"/>
                </a:lnTo>
                <a:lnTo>
                  <a:pt x="486410" y="143465"/>
                </a:lnTo>
                <a:lnTo>
                  <a:pt x="486116" y="143372"/>
                </a:lnTo>
                <a:lnTo>
                  <a:pt x="485838" y="143273"/>
                </a:lnTo>
                <a:lnTo>
                  <a:pt x="485574" y="143170"/>
                </a:lnTo>
                <a:lnTo>
                  <a:pt x="485324" y="143061"/>
                </a:lnTo>
                <a:lnTo>
                  <a:pt x="485090" y="142947"/>
                </a:lnTo>
                <a:lnTo>
                  <a:pt x="484870" y="142829"/>
                </a:lnTo>
                <a:lnTo>
                  <a:pt x="484659" y="142705"/>
                </a:lnTo>
                <a:lnTo>
                  <a:pt x="484453" y="142576"/>
                </a:lnTo>
                <a:lnTo>
                  <a:pt x="484251" y="142441"/>
                </a:lnTo>
                <a:lnTo>
                  <a:pt x="484054" y="142302"/>
                </a:lnTo>
                <a:lnTo>
                  <a:pt x="483861" y="142157"/>
                </a:lnTo>
                <a:lnTo>
                  <a:pt x="483672" y="142007"/>
                </a:lnTo>
                <a:lnTo>
                  <a:pt x="483487" y="141851"/>
                </a:lnTo>
                <a:lnTo>
                  <a:pt x="483307" y="141691"/>
                </a:lnTo>
                <a:lnTo>
                  <a:pt x="483131" y="141525"/>
                </a:lnTo>
                <a:lnTo>
                  <a:pt x="482960" y="141354"/>
                </a:lnTo>
                <a:lnTo>
                  <a:pt x="482793" y="141178"/>
                </a:lnTo>
                <a:lnTo>
                  <a:pt x="482630" y="140996"/>
                </a:lnTo>
                <a:lnTo>
                  <a:pt x="482472" y="140810"/>
                </a:lnTo>
                <a:lnTo>
                  <a:pt x="482317" y="140618"/>
                </a:lnTo>
                <a:lnTo>
                  <a:pt x="482168" y="140421"/>
                </a:lnTo>
                <a:lnTo>
                  <a:pt x="482022" y="140218"/>
                </a:lnTo>
                <a:lnTo>
                  <a:pt x="481881" y="140011"/>
                </a:lnTo>
                <a:lnTo>
                  <a:pt x="481744" y="139798"/>
                </a:lnTo>
                <a:lnTo>
                  <a:pt x="481612" y="139580"/>
                </a:lnTo>
                <a:lnTo>
                  <a:pt x="481484" y="139356"/>
                </a:lnTo>
                <a:lnTo>
                  <a:pt x="481360" y="139128"/>
                </a:lnTo>
                <a:lnTo>
                  <a:pt x="481241" y="138894"/>
                </a:lnTo>
                <a:lnTo>
                  <a:pt x="481126" y="138655"/>
                </a:lnTo>
                <a:lnTo>
                  <a:pt x="481015" y="138411"/>
                </a:lnTo>
                <a:lnTo>
                  <a:pt x="480909" y="138154"/>
                </a:lnTo>
                <a:lnTo>
                  <a:pt x="480807" y="137876"/>
                </a:lnTo>
                <a:lnTo>
                  <a:pt x="480710" y="137577"/>
                </a:lnTo>
                <a:lnTo>
                  <a:pt x="480617" y="137257"/>
                </a:lnTo>
                <a:lnTo>
                  <a:pt x="480529" y="136917"/>
                </a:lnTo>
                <a:lnTo>
                  <a:pt x="480446" y="136556"/>
                </a:lnTo>
                <a:lnTo>
                  <a:pt x="480366" y="136174"/>
                </a:lnTo>
                <a:lnTo>
                  <a:pt x="480292" y="135772"/>
                </a:lnTo>
                <a:lnTo>
                  <a:pt x="480222" y="135348"/>
                </a:lnTo>
                <a:lnTo>
                  <a:pt x="480156" y="134904"/>
                </a:lnTo>
                <a:lnTo>
                  <a:pt x="480095" y="134440"/>
                </a:lnTo>
                <a:lnTo>
                  <a:pt x="480039" y="133954"/>
                </a:lnTo>
                <a:lnTo>
                  <a:pt x="479987" y="133448"/>
                </a:lnTo>
                <a:lnTo>
                  <a:pt x="479939" y="132921"/>
                </a:lnTo>
                <a:lnTo>
                  <a:pt x="479896" y="132373"/>
                </a:lnTo>
                <a:lnTo>
                  <a:pt x="479858" y="131804"/>
                </a:lnTo>
                <a:lnTo>
                  <a:pt x="479824" y="131215"/>
                </a:lnTo>
                <a:lnTo>
                  <a:pt x="479794" y="130605"/>
                </a:lnTo>
                <a:lnTo>
                  <a:pt x="479770" y="129974"/>
                </a:lnTo>
                <a:lnTo>
                  <a:pt x="479749" y="129323"/>
                </a:lnTo>
                <a:lnTo>
                  <a:pt x="479733" y="128650"/>
                </a:lnTo>
                <a:lnTo>
                  <a:pt x="479722" y="127957"/>
                </a:lnTo>
                <a:lnTo>
                  <a:pt x="479715" y="127243"/>
                </a:lnTo>
                <a:lnTo>
                  <a:pt x="479713" y="126509"/>
                </a:lnTo>
                <a:lnTo>
                  <a:pt x="479713" y="50004"/>
                </a:lnTo>
                <a:lnTo>
                  <a:pt x="475129" y="50004"/>
                </a:lnTo>
                <a:lnTo>
                  <a:pt x="446377" y="61646"/>
                </a:lnTo>
                <a:lnTo>
                  <a:pt x="447835" y="65390"/>
                </a:lnTo>
                <a:lnTo>
                  <a:pt x="448180" y="65263"/>
                </a:lnTo>
                <a:lnTo>
                  <a:pt x="448521" y="65141"/>
                </a:lnTo>
                <a:lnTo>
                  <a:pt x="448857" y="65024"/>
                </a:lnTo>
                <a:lnTo>
                  <a:pt x="449189" y="64913"/>
                </a:lnTo>
                <a:lnTo>
                  <a:pt x="449517" y="64808"/>
                </a:lnTo>
                <a:lnTo>
                  <a:pt x="449841" y="64708"/>
                </a:lnTo>
                <a:lnTo>
                  <a:pt x="450160" y="64613"/>
                </a:lnTo>
                <a:lnTo>
                  <a:pt x="450474" y="64524"/>
                </a:lnTo>
                <a:lnTo>
                  <a:pt x="450785" y="64440"/>
                </a:lnTo>
                <a:lnTo>
                  <a:pt x="451091" y="64361"/>
                </a:lnTo>
                <a:lnTo>
                  <a:pt x="451392" y="64288"/>
                </a:lnTo>
                <a:lnTo>
                  <a:pt x="451690" y="64220"/>
                </a:lnTo>
                <a:lnTo>
                  <a:pt x="451983" y="64158"/>
                </a:lnTo>
                <a:lnTo>
                  <a:pt x="452271" y="64101"/>
                </a:lnTo>
                <a:lnTo>
                  <a:pt x="452556" y="64050"/>
                </a:lnTo>
                <a:lnTo>
                  <a:pt x="452836" y="64004"/>
                </a:lnTo>
                <a:lnTo>
                  <a:pt x="453111" y="63963"/>
                </a:lnTo>
                <a:lnTo>
                  <a:pt x="453383" y="63928"/>
                </a:lnTo>
                <a:lnTo>
                  <a:pt x="453650" y="63898"/>
                </a:lnTo>
                <a:lnTo>
                  <a:pt x="453912" y="63874"/>
                </a:lnTo>
                <a:lnTo>
                  <a:pt x="454170" y="63855"/>
                </a:lnTo>
                <a:lnTo>
                  <a:pt x="454424" y="63841"/>
                </a:lnTo>
                <a:lnTo>
                  <a:pt x="454674" y="63833"/>
                </a:lnTo>
                <a:lnTo>
                  <a:pt x="454919" y="63831"/>
                </a:lnTo>
                <a:lnTo>
                  <a:pt x="455143" y="63833"/>
                </a:lnTo>
                <a:lnTo>
                  <a:pt x="455363" y="63840"/>
                </a:lnTo>
                <a:lnTo>
                  <a:pt x="455578" y="63851"/>
                </a:lnTo>
                <a:lnTo>
                  <a:pt x="455790" y="63867"/>
                </a:lnTo>
                <a:lnTo>
                  <a:pt x="455998" y="63887"/>
                </a:lnTo>
                <a:lnTo>
                  <a:pt x="456202" y="63912"/>
                </a:lnTo>
                <a:lnTo>
                  <a:pt x="456402" y="63941"/>
                </a:lnTo>
                <a:lnTo>
                  <a:pt x="456598" y="63975"/>
                </a:lnTo>
                <a:lnTo>
                  <a:pt x="456789" y="64013"/>
                </a:lnTo>
                <a:lnTo>
                  <a:pt x="456977" y="64056"/>
                </a:lnTo>
                <a:lnTo>
                  <a:pt x="457161" y="64103"/>
                </a:lnTo>
                <a:lnTo>
                  <a:pt x="457341" y="64155"/>
                </a:lnTo>
                <a:lnTo>
                  <a:pt x="457517" y="64212"/>
                </a:lnTo>
                <a:lnTo>
                  <a:pt x="457689" y="64273"/>
                </a:lnTo>
                <a:lnTo>
                  <a:pt x="457857" y="64338"/>
                </a:lnTo>
                <a:lnTo>
                  <a:pt x="458021" y="64408"/>
                </a:lnTo>
                <a:lnTo>
                  <a:pt x="458181" y="64482"/>
                </a:lnTo>
                <a:lnTo>
                  <a:pt x="458337" y="64561"/>
                </a:lnTo>
                <a:lnTo>
                  <a:pt x="458490" y="64645"/>
                </a:lnTo>
                <a:lnTo>
                  <a:pt x="458638" y="64733"/>
                </a:lnTo>
                <a:lnTo>
                  <a:pt x="458782" y="64825"/>
                </a:lnTo>
                <a:lnTo>
                  <a:pt x="458922" y="64922"/>
                </a:lnTo>
                <a:lnTo>
                  <a:pt x="459058" y="65024"/>
                </a:lnTo>
                <a:lnTo>
                  <a:pt x="459190" y="65130"/>
                </a:lnTo>
                <a:lnTo>
                  <a:pt x="459319" y="65241"/>
                </a:lnTo>
                <a:lnTo>
                  <a:pt x="459445" y="65360"/>
                </a:lnTo>
                <a:lnTo>
                  <a:pt x="459568" y="65486"/>
                </a:lnTo>
                <a:lnTo>
                  <a:pt x="459688" y="65619"/>
                </a:lnTo>
                <a:lnTo>
                  <a:pt x="459805" y="65759"/>
                </a:lnTo>
                <a:lnTo>
                  <a:pt x="459920" y="65906"/>
                </a:lnTo>
                <a:lnTo>
                  <a:pt x="460031" y="66060"/>
                </a:lnTo>
                <a:lnTo>
                  <a:pt x="460140" y="66221"/>
                </a:lnTo>
                <a:lnTo>
                  <a:pt x="460245" y="66389"/>
                </a:lnTo>
                <a:lnTo>
                  <a:pt x="460348" y="66564"/>
                </a:lnTo>
                <a:lnTo>
                  <a:pt x="460448" y="66746"/>
                </a:lnTo>
                <a:lnTo>
                  <a:pt x="460545" y="66936"/>
                </a:lnTo>
                <a:lnTo>
                  <a:pt x="460639" y="67132"/>
                </a:lnTo>
                <a:lnTo>
                  <a:pt x="460730" y="67335"/>
                </a:lnTo>
                <a:lnTo>
                  <a:pt x="460818" y="67545"/>
                </a:lnTo>
                <a:lnTo>
                  <a:pt x="460903" y="67763"/>
                </a:lnTo>
                <a:lnTo>
                  <a:pt x="460986" y="67987"/>
                </a:lnTo>
                <a:lnTo>
                  <a:pt x="461066" y="68219"/>
                </a:lnTo>
                <a:lnTo>
                  <a:pt x="461142" y="68457"/>
                </a:lnTo>
                <a:lnTo>
                  <a:pt x="461216" y="68703"/>
                </a:lnTo>
                <a:lnTo>
                  <a:pt x="461287" y="68955"/>
                </a:lnTo>
                <a:lnTo>
                  <a:pt x="461355" y="69215"/>
                </a:lnTo>
                <a:lnTo>
                  <a:pt x="461420" y="69482"/>
                </a:lnTo>
                <a:lnTo>
                  <a:pt x="461482" y="69756"/>
                </a:lnTo>
                <a:lnTo>
                  <a:pt x="461559" y="70155"/>
                </a:lnTo>
                <a:lnTo>
                  <a:pt x="461632" y="70593"/>
                </a:lnTo>
                <a:lnTo>
                  <a:pt x="461702" y="71069"/>
                </a:lnTo>
                <a:lnTo>
                  <a:pt x="461769" y="71582"/>
                </a:lnTo>
                <a:lnTo>
                  <a:pt x="461832" y="72134"/>
                </a:lnTo>
                <a:lnTo>
                  <a:pt x="461892" y="72723"/>
                </a:lnTo>
                <a:lnTo>
                  <a:pt x="461949" y="73351"/>
                </a:lnTo>
                <a:lnTo>
                  <a:pt x="462003" y="74016"/>
                </a:lnTo>
                <a:lnTo>
                  <a:pt x="462054" y="74719"/>
                </a:lnTo>
                <a:lnTo>
                  <a:pt x="462101" y="75460"/>
                </a:lnTo>
                <a:lnTo>
                  <a:pt x="462145" y="76239"/>
                </a:lnTo>
                <a:lnTo>
                  <a:pt x="462185" y="77056"/>
                </a:lnTo>
                <a:lnTo>
                  <a:pt x="462223" y="77911"/>
                </a:lnTo>
                <a:lnTo>
                  <a:pt x="462257" y="78804"/>
                </a:lnTo>
                <a:lnTo>
                  <a:pt x="462288" y="79734"/>
                </a:lnTo>
                <a:lnTo>
                  <a:pt x="462316" y="80703"/>
                </a:lnTo>
                <a:lnTo>
                  <a:pt x="462340" y="81709"/>
                </a:lnTo>
                <a:lnTo>
                  <a:pt x="462361" y="82754"/>
                </a:lnTo>
                <a:lnTo>
                  <a:pt x="462379" y="83836"/>
                </a:lnTo>
                <a:lnTo>
                  <a:pt x="462394" y="84956"/>
                </a:lnTo>
                <a:lnTo>
                  <a:pt x="462405" y="86114"/>
                </a:lnTo>
                <a:lnTo>
                  <a:pt x="462413" y="87310"/>
                </a:lnTo>
                <a:lnTo>
                  <a:pt x="462418" y="88544"/>
                </a:lnTo>
                <a:lnTo>
                  <a:pt x="462420" y="89816"/>
                </a:lnTo>
                <a:lnTo>
                  <a:pt x="462420" y="126509"/>
                </a:lnTo>
                <a:lnTo>
                  <a:pt x="462417" y="127235"/>
                </a:lnTo>
                <a:lnTo>
                  <a:pt x="462410" y="127942"/>
                </a:lnTo>
                <a:lnTo>
                  <a:pt x="462398" y="128628"/>
                </a:lnTo>
                <a:lnTo>
                  <a:pt x="462381" y="129295"/>
                </a:lnTo>
                <a:lnTo>
                  <a:pt x="462359" y="129942"/>
                </a:lnTo>
                <a:lnTo>
                  <a:pt x="462332" y="130569"/>
                </a:lnTo>
                <a:lnTo>
                  <a:pt x="462300" y="131176"/>
                </a:lnTo>
                <a:lnTo>
                  <a:pt x="462264" y="131764"/>
                </a:lnTo>
                <a:lnTo>
                  <a:pt x="462222" y="132331"/>
                </a:lnTo>
                <a:lnTo>
                  <a:pt x="462176" y="132879"/>
                </a:lnTo>
                <a:lnTo>
                  <a:pt x="462124" y="133407"/>
                </a:lnTo>
                <a:lnTo>
                  <a:pt x="462068" y="133915"/>
                </a:lnTo>
                <a:lnTo>
                  <a:pt x="462007" y="134403"/>
                </a:lnTo>
                <a:lnTo>
                  <a:pt x="461941" y="134871"/>
                </a:lnTo>
                <a:lnTo>
                  <a:pt x="461870" y="135320"/>
                </a:lnTo>
                <a:lnTo>
                  <a:pt x="461795" y="135749"/>
                </a:lnTo>
                <a:lnTo>
                  <a:pt x="461714" y="136157"/>
                </a:lnTo>
                <a:lnTo>
                  <a:pt x="461629" y="136546"/>
                </a:lnTo>
                <a:lnTo>
                  <a:pt x="461538" y="136915"/>
                </a:lnTo>
                <a:lnTo>
                  <a:pt x="461443" y="137265"/>
                </a:lnTo>
                <a:lnTo>
                  <a:pt x="461343" y="137594"/>
                </a:lnTo>
                <a:lnTo>
                  <a:pt x="461238" y="137903"/>
                </a:lnTo>
                <a:lnTo>
                  <a:pt x="461128" y="138193"/>
                </a:lnTo>
                <a:lnTo>
                  <a:pt x="461013" y="138463"/>
                </a:lnTo>
                <a:lnTo>
                  <a:pt x="460895" y="138720"/>
                </a:lnTo>
                <a:lnTo>
                  <a:pt x="460772" y="138970"/>
                </a:lnTo>
                <a:lnTo>
                  <a:pt x="460646" y="139215"/>
                </a:lnTo>
                <a:lnTo>
                  <a:pt x="460517" y="139453"/>
                </a:lnTo>
                <a:lnTo>
                  <a:pt x="460384" y="139686"/>
                </a:lnTo>
                <a:lnTo>
                  <a:pt x="460248" y="139912"/>
                </a:lnTo>
                <a:lnTo>
                  <a:pt x="460109" y="140132"/>
                </a:lnTo>
                <a:lnTo>
                  <a:pt x="459966" y="140346"/>
                </a:lnTo>
                <a:lnTo>
                  <a:pt x="459819" y="140553"/>
                </a:lnTo>
                <a:lnTo>
                  <a:pt x="459670" y="140755"/>
                </a:lnTo>
                <a:lnTo>
                  <a:pt x="459516" y="140950"/>
                </a:lnTo>
                <a:lnTo>
                  <a:pt x="459360" y="141140"/>
                </a:lnTo>
                <a:lnTo>
                  <a:pt x="459199" y="141323"/>
                </a:lnTo>
                <a:lnTo>
                  <a:pt x="459036" y="141500"/>
                </a:lnTo>
                <a:lnTo>
                  <a:pt x="458869" y="141671"/>
                </a:lnTo>
                <a:lnTo>
                  <a:pt x="458698" y="141836"/>
                </a:lnTo>
                <a:lnTo>
                  <a:pt x="458525" y="141994"/>
                </a:lnTo>
                <a:lnTo>
                  <a:pt x="458347" y="142147"/>
                </a:lnTo>
                <a:lnTo>
                  <a:pt x="458166" y="142293"/>
                </a:lnTo>
                <a:lnTo>
                  <a:pt x="457982" y="142433"/>
                </a:lnTo>
                <a:lnTo>
                  <a:pt x="457795" y="142567"/>
                </a:lnTo>
                <a:lnTo>
                  <a:pt x="457603" y="142695"/>
                </a:lnTo>
                <a:lnTo>
                  <a:pt x="457409" y="142817"/>
                </a:lnTo>
                <a:lnTo>
                  <a:pt x="457211" y="142933"/>
                </a:lnTo>
                <a:lnTo>
                  <a:pt x="457003" y="143043"/>
                </a:lnTo>
                <a:lnTo>
                  <a:pt x="456780" y="143148"/>
                </a:lnTo>
                <a:lnTo>
                  <a:pt x="456540" y="143249"/>
                </a:lnTo>
                <a:lnTo>
                  <a:pt x="456285" y="143346"/>
                </a:lnTo>
                <a:lnTo>
                  <a:pt x="456014" y="143437"/>
                </a:lnTo>
                <a:lnTo>
                  <a:pt x="455727" y="143524"/>
                </a:lnTo>
                <a:lnTo>
                  <a:pt x="455423" y="143606"/>
                </a:lnTo>
                <a:lnTo>
                  <a:pt x="455104" y="143683"/>
                </a:lnTo>
                <a:lnTo>
                  <a:pt x="454769" y="143756"/>
                </a:lnTo>
                <a:lnTo>
                  <a:pt x="454419" y="143824"/>
                </a:lnTo>
                <a:lnTo>
                  <a:pt x="454052" y="143887"/>
                </a:lnTo>
                <a:lnTo>
                  <a:pt x="453669" y="143946"/>
                </a:lnTo>
                <a:lnTo>
                  <a:pt x="453270" y="144000"/>
                </a:lnTo>
                <a:lnTo>
                  <a:pt x="452856" y="144049"/>
                </a:lnTo>
                <a:lnTo>
                  <a:pt x="452425" y="144094"/>
                </a:lnTo>
                <a:lnTo>
                  <a:pt x="451979" y="144134"/>
                </a:lnTo>
                <a:lnTo>
                  <a:pt x="451517" y="144169"/>
                </a:lnTo>
                <a:lnTo>
                  <a:pt x="451039" y="144199"/>
                </a:lnTo>
                <a:lnTo>
                  <a:pt x="450544" y="144225"/>
                </a:lnTo>
                <a:lnTo>
                  <a:pt x="450034" y="144246"/>
                </a:lnTo>
                <a:lnTo>
                  <a:pt x="449509" y="144263"/>
                </a:lnTo>
                <a:lnTo>
                  <a:pt x="448967" y="144274"/>
                </a:lnTo>
                <a:lnTo>
                  <a:pt x="448409" y="144281"/>
                </a:lnTo>
                <a:lnTo>
                  <a:pt x="447835" y="144284"/>
                </a:lnTo>
                <a:lnTo>
                  <a:pt x="447835" y="148138"/>
                </a:lnTo>
                <a:lnTo>
                  <a:pt x="493727" y="148138"/>
                </a:lnTo>
                <a:lnTo>
                  <a:pt x="494193" y="148138"/>
                </a:lnTo>
                <a:lnTo>
                  <a:pt x="542585" y="148138"/>
                </a:lnTo>
                <a:lnTo>
                  <a:pt x="542585" y="144284"/>
                </a:lnTo>
                <a:lnTo>
                  <a:pt x="542052" y="144280"/>
                </a:lnTo>
                <a:lnTo>
                  <a:pt x="541530" y="144271"/>
                </a:lnTo>
                <a:lnTo>
                  <a:pt x="541018" y="144255"/>
                </a:lnTo>
                <a:lnTo>
                  <a:pt x="540516" y="144232"/>
                </a:lnTo>
                <a:lnTo>
                  <a:pt x="540025" y="144203"/>
                </a:lnTo>
                <a:lnTo>
                  <a:pt x="539545" y="144167"/>
                </a:lnTo>
                <a:lnTo>
                  <a:pt x="539074" y="144125"/>
                </a:lnTo>
                <a:lnTo>
                  <a:pt x="538615" y="144076"/>
                </a:lnTo>
                <a:lnTo>
                  <a:pt x="538166" y="144021"/>
                </a:lnTo>
                <a:lnTo>
                  <a:pt x="537727" y="143959"/>
                </a:lnTo>
                <a:lnTo>
                  <a:pt x="537299" y="143891"/>
                </a:lnTo>
                <a:lnTo>
                  <a:pt x="536882" y="143817"/>
                </a:lnTo>
                <a:lnTo>
                  <a:pt x="536474" y="143735"/>
                </a:lnTo>
                <a:lnTo>
                  <a:pt x="536078" y="143648"/>
                </a:lnTo>
                <a:lnTo>
                  <a:pt x="535692" y="143554"/>
                </a:lnTo>
                <a:lnTo>
                  <a:pt x="535316" y="143453"/>
                </a:lnTo>
                <a:lnTo>
                  <a:pt x="534951" y="143346"/>
                </a:lnTo>
                <a:lnTo>
                  <a:pt x="534596" y="143233"/>
                </a:lnTo>
                <a:lnTo>
                  <a:pt x="534252" y="143113"/>
                </a:lnTo>
                <a:lnTo>
                  <a:pt x="533918" y="142986"/>
                </a:lnTo>
                <a:lnTo>
                  <a:pt x="533595" y="142853"/>
                </a:lnTo>
                <a:lnTo>
                  <a:pt x="533282" y="142714"/>
                </a:lnTo>
                <a:lnTo>
                  <a:pt x="532980" y="142568"/>
                </a:lnTo>
                <a:lnTo>
                  <a:pt x="532688" y="142415"/>
                </a:lnTo>
                <a:lnTo>
                  <a:pt x="532406" y="142257"/>
                </a:lnTo>
                <a:lnTo>
                  <a:pt x="532130" y="142097"/>
                </a:lnTo>
                <a:lnTo>
                  <a:pt x="531862" y="141932"/>
                </a:lnTo>
                <a:lnTo>
                  <a:pt x="531600" y="141765"/>
                </a:lnTo>
                <a:lnTo>
                  <a:pt x="531346" y="141595"/>
                </a:lnTo>
                <a:lnTo>
                  <a:pt x="531100" y="141421"/>
                </a:lnTo>
                <a:lnTo>
                  <a:pt x="530860" y="141244"/>
                </a:lnTo>
                <a:lnTo>
                  <a:pt x="530628" y="141063"/>
                </a:lnTo>
                <a:lnTo>
                  <a:pt x="530403" y="140880"/>
                </a:lnTo>
                <a:lnTo>
                  <a:pt x="530185" y="140693"/>
                </a:lnTo>
                <a:lnTo>
                  <a:pt x="529975" y="140503"/>
                </a:lnTo>
                <a:lnTo>
                  <a:pt x="529771" y="140310"/>
                </a:lnTo>
                <a:lnTo>
                  <a:pt x="529575" y="140113"/>
                </a:lnTo>
                <a:lnTo>
                  <a:pt x="529387" y="139913"/>
                </a:lnTo>
                <a:lnTo>
                  <a:pt x="529205" y="139710"/>
                </a:lnTo>
                <a:lnTo>
                  <a:pt x="529031" y="139504"/>
                </a:lnTo>
                <a:lnTo>
                  <a:pt x="528864" y="139294"/>
                </a:lnTo>
                <a:lnTo>
                  <a:pt x="528704" y="139082"/>
                </a:lnTo>
                <a:lnTo>
                  <a:pt x="528551" y="138866"/>
                </a:lnTo>
                <a:lnTo>
                  <a:pt x="528406" y="138646"/>
                </a:lnTo>
                <a:lnTo>
                  <a:pt x="528267" y="138424"/>
                </a:lnTo>
                <a:lnTo>
                  <a:pt x="528137" y="138198"/>
                </a:lnTo>
                <a:lnTo>
                  <a:pt x="528013" y="137969"/>
                </a:lnTo>
                <a:lnTo>
                  <a:pt x="527896" y="137737"/>
                </a:lnTo>
                <a:lnTo>
                  <a:pt x="527735" y="137392"/>
                </a:lnTo>
                <a:lnTo>
                  <a:pt x="527580" y="137035"/>
                </a:lnTo>
                <a:lnTo>
                  <a:pt x="527432" y="136664"/>
                </a:lnTo>
                <a:lnTo>
                  <a:pt x="527292" y="136279"/>
                </a:lnTo>
                <a:lnTo>
                  <a:pt x="527158" y="135881"/>
                </a:lnTo>
                <a:lnTo>
                  <a:pt x="527030" y="135470"/>
                </a:lnTo>
                <a:lnTo>
                  <a:pt x="526910" y="135046"/>
                </a:lnTo>
                <a:lnTo>
                  <a:pt x="526797" y="134608"/>
                </a:lnTo>
                <a:lnTo>
                  <a:pt x="526690" y="134157"/>
                </a:lnTo>
                <a:lnTo>
                  <a:pt x="526591" y="133692"/>
                </a:lnTo>
                <a:lnTo>
                  <a:pt x="526498" y="133215"/>
                </a:lnTo>
                <a:lnTo>
                  <a:pt x="526412" y="132723"/>
                </a:lnTo>
                <a:lnTo>
                  <a:pt x="526333" y="132219"/>
                </a:lnTo>
                <a:lnTo>
                  <a:pt x="526261" y="131701"/>
                </a:lnTo>
                <a:lnTo>
                  <a:pt x="526195" y="131170"/>
                </a:lnTo>
                <a:lnTo>
                  <a:pt x="526137" y="130625"/>
                </a:lnTo>
                <a:lnTo>
                  <a:pt x="526085" y="130068"/>
                </a:lnTo>
                <a:lnTo>
                  <a:pt x="526041" y="129496"/>
                </a:lnTo>
                <a:lnTo>
                  <a:pt x="526003" y="128912"/>
                </a:lnTo>
                <a:lnTo>
                  <a:pt x="525972" y="128314"/>
                </a:lnTo>
                <a:lnTo>
                  <a:pt x="525948" y="127703"/>
                </a:lnTo>
                <a:lnTo>
                  <a:pt x="525931" y="127078"/>
                </a:lnTo>
                <a:lnTo>
                  <a:pt x="525920" y="126440"/>
                </a:lnTo>
                <a:lnTo>
                  <a:pt x="525917" y="125789"/>
                </a:lnTo>
                <a:lnTo>
                  <a:pt x="525917" y="80173"/>
                </a:lnTo>
                <a:lnTo>
                  <a:pt x="526333" y="79369"/>
                </a:lnTo>
                <a:lnTo>
                  <a:pt x="526748" y="78584"/>
                </a:lnTo>
                <a:lnTo>
                  <a:pt x="527162" y="77818"/>
                </a:lnTo>
                <a:lnTo>
                  <a:pt x="527575" y="77071"/>
                </a:lnTo>
                <a:lnTo>
                  <a:pt x="527987" y="76343"/>
                </a:lnTo>
                <a:lnTo>
                  <a:pt x="528398" y="75634"/>
                </a:lnTo>
                <a:lnTo>
                  <a:pt x="528807" y="74944"/>
                </a:lnTo>
                <a:lnTo>
                  <a:pt x="529216" y="74274"/>
                </a:lnTo>
                <a:lnTo>
                  <a:pt x="529623" y="73622"/>
                </a:lnTo>
                <a:lnTo>
                  <a:pt x="530030" y="72990"/>
                </a:lnTo>
                <a:lnTo>
                  <a:pt x="530435" y="72377"/>
                </a:lnTo>
                <a:lnTo>
                  <a:pt x="530839" y="71783"/>
                </a:lnTo>
                <a:lnTo>
                  <a:pt x="531242" y="71208"/>
                </a:lnTo>
                <a:lnTo>
                  <a:pt x="531644" y="70652"/>
                </a:lnTo>
                <a:lnTo>
                  <a:pt x="532045" y="70115"/>
                </a:lnTo>
                <a:lnTo>
                  <a:pt x="532445" y="69598"/>
                </a:lnTo>
                <a:lnTo>
                  <a:pt x="532844" y="69099"/>
                </a:lnTo>
                <a:lnTo>
                  <a:pt x="533242" y="68620"/>
                </a:lnTo>
                <a:lnTo>
                  <a:pt x="533638" y="68160"/>
                </a:lnTo>
                <a:lnTo>
                  <a:pt x="534034" y="67719"/>
                </a:lnTo>
                <a:lnTo>
                  <a:pt x="534428" y="67297"/>
                </a:lnTo>
                <a:lnTo>
                  <a:pt x="534822" y="66894"/>
                </a:lnTo>
                <a:lnTo>
                  <a:pt x="535214" y="66510"/>
                </a:lnTo>
                <a:lnTo>
                  <a:pt x="535605" y="66145"/>
                </a:lnTo>
                <a:lnTo>
                  <a:pt x="535787" y="65976"/>
                </a:lnTo>
                <a:lnTo>
                  <a:pt x="535968" y="65813"/>
                </a:lnTo>
                <a:lnTo>
                  <a:pt x="536147" y="65658"/>
                </a:lnTo>
                <a:lnTo>
                  <a:pt x="536326" y="65511"/>
                </a:lnTo>
                <a:lnTo>
                  <a:pt x="536503" y="65370"/>
                </a:lnTo>
                <a:lnTo>
                  <a:pt x="536680" y="65237"/>
                </a:lnTo>
                <a:lnTo>
                  <a:pt x="536855" y="65110"/>
                </a:lnTo>
                <a:lnTo>
                  <a:pt x="537029" y="64991"/>
                </a:lnTo>
                <a:lnTo>
                  <a:pt x="537202" y="64880"/>
                </a:lnTo>
                <a:lnTo>
                  <a:pt x="537374" y="64775"/>
                </a:lnTo>
                <a:lnTo>
                  <a:pt x="537545" y="64678"/>
                </a:lnTo>
                <a:lnTo>
                  <a:pt x="537715" y="64587"/>
                </a:lnTo>
                <a:lnTo>
                  <a:pt x="537884" y="64505"/>
                </a:lnTo>
                <a:lnTo>
                  <a:pt x="538051" y="64429"/>
                </a:lnTo>
                <a:lnTo>
                  <a:pt x="538218" y="64360"/>
                </a:lnTo>
                <a:lnTo>
                  <a:pt x="538383" y="64299"/>
                </a:lnTo>
                <a:lnTo>
                  <a:pt x="538548" y="64245"/>
                </a:lnTo>
                <a:lnTo>
                  <a:pt x="538711" y="64198"/>
                </a:lnTo>
                <a:lnTo>
                  <a:pt x="538873" y="64158"/>
                </a:lnTo>
                <a:lnTo>
                  <a:pt x="539034" y="64126"/>
                </a:lnTo>
                <a:lnTo>
                  <a:pt x="539195" y="64101"/>
                </a:lnTo>
                <a:lnTo>
                  <a:pt x="539354" y="64083"/>
                </a:lnTo>
                <a:lnTo>
                  <a:pt x="539511" y="64072"/>
                </a:lnTo>
                <a:lnTo>
                  <a:pt x="539668" y="64068"/>
                </a:lnTo>
                <a:lnTo>
                  <a:pt x="539855" y="64074"/>
                </a:lnTo>
                <a:lnTo>
                  <a:pt x="540049" y="64093"/>
                </a:lnTo>
                <a:lnTo>
                  <a:pt x="540252" y="64124"/>
                </a:lnTo>
                <a:lnTo>
                  <a:pt x="540463" y="64168"/>
                </a:lnTo>
                <a:lnTo>
                  <a:pt x="540681" y="64224"/>
                </a:lnTo>
                <a:lnTo>
                  <a:pt x="540909" y="64293"/>
                </a:lnTo>
                <a:lnTo>
                  <a:pt x="541144" y="64374"/>
                </a:lnTo>
                <a:lnTo>
                  <a:pt x="541387" y="64468"/>
                </a:lnTo>
                <a:lnTo>
                  <a:pt x="541639" y="64574"/>
                </a:lnTo>
                <a:lnTo>
                  <a:pt x="541898" y="64692"/>
                </a:lnTo>
                <a:lnTo>
                  <a:pt x="542166" y="64823"/>
                </a:lnTo>
                <a:lnTo>
                  <a:pt x="542442" y="64967"/>
                </a:lnTo>
                <a:lnTo>
                  <a:pt x="542726" y="65123"/>
                </a:lnTo>
                <a:lnTo>
                  <a:pt x="543018" y="65291"/>
                </a:lnTo>
                <a:lnTo>
                  <a:pt x="543318" y="65472"/>
                </a:lnTo>
                <a:lnTo>
                  <a:pt x="543627" y="65666"/>
                </a:lnTo>
                <a:lnTo>
                  <a:pt x="543943" y="65871"/>
                </a:lnTo>
                <a:lnTo>
                  <a:pt x="544268" y="66090"/>
                </a:lnTo>
                <a:lnTo>
                  <a:pt x="544601" y="66321"/>
                </a:lnTo>
                <a:lnTo>
                  <a:pt x="544942" y="66564"/>
                </a:lnTo>
                <a:lnTo>
                  <a:pt x="545291" y="66820"/>
                </a:lnTo>
                <a:lnTo>
                  <a:pt x="545649" y="67088"/>
                </a:lnTo>
                <a:lnTo>
                  <a:pt x="546014" y="67369"/>
                </a:lnTo>
                <a:lnTo>
                  <a:pt x="546388" y="67662"/>
                </a:lnTo>
                <a:lnTo>
                  <a:pt x="546764" y="67956"/>
                </a:lnTo>
                <a:lnTo>
                  <a:pt x="547137" y="68236"/>
                </a:lnTo>
                <a:lnTo>
                  <a:pt x="547507" y="68505"/>
                </a:lnTo>
                <a:lnTo>
                  <a:pt x="547874" y="68760"/>
                </a:lnTo>
                <a:lnTo>
                  <a:pt x="548237" y="69004"/>
                </a:lnTo>
                <a:lnTo>
                  <a:pt x="548598" y="69235"/>
                </a:lnTo>
                <a:lnTo>
                  <a:pt x="548956" y="69453"/>
                </a:lnTo>
                <a:lnTo>
                  <a:pt x="549310" y="69659"/>
                </a:lnTo>
                <a:lnTo>
                  <a:pt x="549662" y="69852"/>
                </a:lnTo>
                <a:lnTo>
                  <a:pt x="550010" y="70033"/>
                </a:lnTo>
                <a:lnTo>
                  <a:pt x="550356" y="70202"/>
                </a:lnTo>
                <a:lnTo>
                  <a:pt x="550698" y="70358"/>
                </a:lnTo>
                <a:lnTo>
                  <a:pt x="551037" y="70501"/>
                </a:lnTo>
                <a:lnTo>
                  <a:pt x="551373" y="70632"/>
                </a:lnTo>
                <a:lnTo>
                  <a:pt x="551706" y="70751"/>
                </a:lnTo>
                <a:lnTo>
                  <a:pt x="552036" y="70857"/>
                </a:lnTo>
                <a:lnTo>
                  <a:pt x="552363" y="70951"/>
                </a:lnTo>
                <a:lnTo>
                  <a:pt x="552687" y="71032"/>
                </a:lnTo>
                <a:lnTo>
                  <a:pt x="553008" y="71100"/>
                </a:lnTo>
                <a:lnTo>
                  <a:pt x="553325" y="71157"/>
                </a:lnTo>
                <a:lnTo>
                  <a:pt x="553640" y="71200"/>
                </a:lnTo>
                <a:lnTo>
                  <a:pt x="553952" y="71231"/>
                </a:lnTo>
                <a:lnTo>
                  <a:pt x="554260" y="71250"/>
                </a:lnTo>
                <a:lnTo>
                  <a:pt x="554565" y="71256"/>
                </a:lnTo>
                <a:lnTo>
                  <a:pt x="554876" y="71251"/>
                </a:lnTo>
                <a:lnTo>
                  <a:pt x="555183" y="71237"/>
                </a:lnTo>
                <a:lnTo>
                  <a:pt x="555487" y="71212"/>
                </a:lnTo>
                <a:lnTo>
                  <a:pt x="555787" y="71178"/>
                </a:lnTo>
                <a:lnTo>
                  <a:pt x="556083" y="71134"/>
                </a:lnTo>
                <a:lnTo>
                  <a:pt x="556375" y="71081"/>
                </a:lnTo>
                <a:lnTo>
                  <a:pt x="556664" y="71017"/>
                </a:lnTo>
                <a:lnTo>
                  <a:pt x="556950" y="70944"/>
                </a:lnTo>
                <a:lnTo>
                  <a:pt x="557232" y="70861"/>
                </a:lnTo>
                <a:lnTo>
                  <a:pt x="557510" y="70768"/>
                </a:lnTo>
                <a:lnTo>
                  <a:pt x="557784" y="70665"/>
                </a:lnTo>
                <a:lnTo>
                  <a:pt x="558055" y="70553"/>
                </a:lnTo>
                <a:lnTo>
                  <a:pt x="558323" y="70431"/>
                </a:lnTo>
                <a:lnTo>
                  <a:pt x="558586" y="70299"/>
                </a:lnTo>
                <a:lnTo>
                  <a:pt x="558846" y="70158"/>
                </a:lnTo>
                <a:lnTo>
                  <a:pt x="559103" y="70006"/>
                </a:lnTo>
                <a:lnTo>
                  <a:pt x="559356" y="69845"/>
                </a:lnTo>
                <a:lnTo>
                  <a:pt x="559605" y="69674"/>
                </a:lnTo>
                <a:lnTo>
                  <a:pt x="559850" y="69494"/>
                </a:lnTo>
                <a:lnTo>
                  <a:pt x="560092" y="69303"/>
                </a:lnTo>
                <a:lnTo>
                  <a:pt x="560331" y="69103"/>
                </a:lnTo>
                <a:lnTo>
                  <a:pt x="560566" y="68893"/>
                </a:lnTo>
                <a:lnTo>
                  <a:pt x="560797" y="68673"/>
                </a:lnTo>
                <a:lnTo>
                  <a:pt x="561024" y="68444"/>
                </a:lnTo>
                <a:lnTo>
                  <a:pt x="561245" y="68207"/>
                </a:lnTo>
                <a:lnTo>
                  <a:pt x="561457" y="67966"/>
                </a:lnTo>
                <a:lnTo>
                  <a:pt x="561659" y="67721"/>
                </a:lnTo>
                <a:lnTo>
                  <a:pt x="561852" y="67471"/>
                </a:lnTo>
                <a:lnTo>
                  <a:pt x="562035" y="67217"/>
                </a:lnTo>
                <a:lnTo>
                  <a:pt x="562209" y="66959"/>
                </a:lnTo>
                <a:lnTo>
                  <a:pt x="562374" y="66696"/>
                </a:lnTo>
                <a:lnTo>
                  <a:pt x="562529" y="66430"/>
                </a:lnTo>
                <a:lnTo>
                  <a:pt x="562675" y="66158"/>
                </a:lnTo>
                <a:lnTo>
                  <a:pt x="562811" y="65883"/>
                </a:lnTo>
                <a:lnTo>
                  <a:pt x="562938" y="65603"/>
                </a:lnTo>
                <a:lnTo>
                  <a:pt x="563056" y="65318"/>
                </a:lnTo>
                <a:lnTo>
                  <a:pt x="563164" y="65030"/>
                </a:lnTo>
                <a:lnTo>
                  <a:pt x="563263" y="64737"/>
                </a:lnTo>
                <a:lnTo>
                  <a:pt x="563352" y="64439"/>
                </a:lnTo>
                <a:lnTo>
                  <a:pt x="563432" y="64138"/>
                </a:lnTo>
                <a:lnTo>
                  <a:pt x="563502" y="63832"/>
                </a:lnTo>
                <a:lnTo>
                  <a:pt x="563564" y="63521"/>
                </a:lnTo>
                <a:lnTo>
                  <a:pt x="563615" y="63207"/>
                </a:lnTo>
                <a:lnTo>
                  <a:pt x="563658" y="62888"/>
                </a:lnTo>
                <a:lnTo>
                  <a:pt x="563691" y="62564"/>
                </a:lnTo>
                <a:lnTo>
                  <a:pt x="563714" y="62236"/>
                </a:lnTo>
                <a:lnTo>
                  <a:pt x="563728" y="61904"/>
                </a:lnTo>
                <a:lnTo>
                  <a:pt x="563733" y="61568"/>
                </a:lnTo>
                <a:lnTo>
                  <a:pt x="563726" y="61188"/>
                </a:lnTo>
                <a:lnTo>
                  <a:pt x="563707" y="60812"/>
                </a:lnTo>
                <a:lnTo>
                  <a:pt x="563674" y="60439"/>
                </a:lnTo>
                <a:lnTo>
                  <a:pt x="563629" y="60070"/>
                </a:lnTo>
                <a:lnTo>
                  <a:pt x="563570" y="59706"/>
                </a:lnTo>
                <a:lnTo>
                  <a:pt x="563498" y="59344"/>
                </a:lnTo>
                <a:lnTo>
                  <a:pt x="563414" y="58987"/>
                </a:lnTo>
                <a:lnTo>
                  <a:pt x="563316" y="58634"/>
                </a:lnTo>
                <a:lnTo>
                  <a:pt x="563205" y="58284"/>
                </a:lnTo>
                <a:lnTo>
                  <a:pt x="563082" y="57938"/>
                </a:lnTo>
                <a:lnTo>
                  <a:pt x="562945" y="57596"/>
                </a:lnTo>
                <a:lnTo>
                  <a:pt x="562795" y="57258"/>
                </a:lnTo>
                <a:lnTo>
                  <a:pt x="562633" y="56923"/>
                </a:lnTo>
                <a:lnTo>
                  <a:pt x="562457" y="56593"/>
                </a:lnTo>
                <a:lnTo>
                  <a:pt x="562268" y="56266"/>
                </a:lnTo>
                <a:lnTo>
                  <a:pt x="562066" y="55942"/>
                </a:lnTo>
                <a:lnTo>
                  <a:pt x="561851" y="55623"/>
                </a:lnTo>
                <a:lnTo>
                  <a:pt x="561623" y="55308"/>
                </a:lnTo>
                <a:lnTo>
                  <a:pt x="561382" y="54996"/>
                </a:lnTo>
                <a:lnTo>
                  <a:pt x="561128" y="54688"/>
                </a:lnTo>
                <a:lnTo>
                  <a:pt x="560862" y="54384"/>
                </a:lnTo>
                <a:lnTo>
                  <a:pt x="560582" y="54084"/>
                </a:lnTo>
                <a:lnTo>
                  <a:pt x="560289" y="53787"/>
                </a:lnTo>
                <a:lnTo>
                  <a:pt x="559983" y="53494"/>
                </a:lnTo>
                <a:lnTo>
                  <a:pt x="559667" y="53210"/>
                </a:lnTo>
                <a:lnTo>
                  <a:pt x="559344" y="52937"/>
                </a:lnTo>
                <a:lnTo>
                  <a:pt x="559014" y="52676"/>
                </a:lnTo>
                <a:lnTo>
                  <a:pt x="558677" y="52428"/>
                </a:lnTo>
                <a:lnTo>
                  <a:pt x="558334" y="52192"/>
                </a:lnTo>
                <a:lnTo>
                  <a:pt x="557984" y="51968"/>
                </a:lnTo>
                <a:lnTo>
                  <a:pt x="557626" y="51755"/>
                </a:lnTo>
                <a:lnTo>
                  <a:pt x="557262" y="51556"/>
                </a:lnTo>
                <a:lnTo>
                  <a:pt x="556891" y="51368"/>
                </a:lnTo>
                <a:lnTo>
                  <a:pt x="556514" y="51192"/>
                </a:lnTo>
                <a:lnTo>
                  <a:pt x="556129" y="51028"/>
                </a:lnTo>
                <a:lnTo>
                  <a:pt x="555737" y="50877"/>
                </a:lnTo>
                <a:lnTo>
                  <a:pt x="555339" y="50738"/>
                </a:lnTo>
                <a:lnTo>
                  <a:pt x="554934" y="50610"/>
                </a:lnTo>
                <a:lnTo>
                  <a:pt x="554521" y="50495"/>
                </a:lnTo>
                <a:lnTo>
                  <a:pt x="554102" y="50392"/>
                </a:lnTo>
                <a:lnTo>
                  <a:pt x="553676" y="50301"/>
                </a:lnTo>
                <a:lnTo>
                  <a:pt x="553244" y="50223"/>
                </a:lnTo>
                <a:lnTo>
                  <a:pt x="552804" y="50156"/>
                </a:lnTo>
                <a:lnTo>
                  <a:pt x="552357" y="50101"/>
                </a:lnTo>
                <a:lnTo>
                  <a:pt x="551904" y="50059"/>
                </a:lnTo>
                <a:lnTo>
                  <a:pt x="551444" y="50029"/>
                </a:lnTo>
                <a:lnTo>
                  <a:pt x="550977" y="50011"/>
                </a:lnTo>
                <a:lnTo>
                  <a:pt x="550503" y="50004"/>
                </a:lnTo>
                <a:lnTo>
                  <a:pt x="549453" y="50042"/>
                </a:lnTo>
                <a:lnTo>
                  <a:pt x="548406" y="50153"/>
                </a:lnTo>
                <a:lnTo>
                  <a:pt x="547361" y="50340"/>
                </a:lnTo>
                <a:lnTo>
                  <a:pt x="546318" y="50601"/>
                </a:lnTo>
                <a:lnTo>
                  <a:pt x="545277" y="50936"/>
                </a:lnTo>
                <a:lnTo>
                  <a:pt x="544239" y="51346"/>
                </a:lnTo>
                <a:lnTo>
                  <a:pt x="543203" y="51830"/>
                </a:lnTo>
                <a:lnTo>
                  <a:pt x="542168" y="52389"/>
                </a:lnTo>
                <a:lnTo>
                  <a:pt x="541136" y="53022"/>
                </a:lnTo>
                <a:lnTo>
                  <a:pt x="540107" y="53730"/>
                </a:lnTo>
                <a:lnTo>
                  <a:pt x="539079" y="54513"/>
                </a:lnTo>
                <a:lnTo>
                  <a:pt x="538053" y="55370"/>
                </a:lnTo>
                <a:lnTo>
                  <a:pt x="537030" y="56301"/>
                </a:lnTo>
                <a:lnTo>
                  <a:pt x="536009" y="57307"/>
                </a:lnTo>
                <a:lnTo>
                  <a:pt x="534990" y="58387"/>
                </a:lnTo>
                <a:lnTo>
                  <a:pt x="533973" y="59542"/>
                </a:lnTo>
                <a:lnTo>
                  <a:pt x="532959" y="60772"/>
                </a:lnTo>
                <a:lnTo>
                  <a:pt x="531946" y="62076"/>
                </a:lnTo>
                <a:lnTo>
                  <a:pt x="530936" y="63454"/>
                </a:lnTo>
                <a:lnTo>
                  <a:pt x="529928" y="64907"/>
                </a:lnTo>
                <a:lnTo>
                  <a:pt x="528922" y="66435"/>
                </a:lnTo>
                <a:lnTo>
                  <a:pt x="527918" y="68037"/>
                </a:lnTo>
                <a:lnTo>
                  <a:pt x="526916" y="69714"/>
                </a:lnTo>
                <a:lnTo>
                  <a:pt x="525917" y="71465"/>
                </a:lnTo>
                <a:lnTo>
                  <a:pt x="525917" y="50004"/>
                </a:lnTo>
                <a:lnTo>
                  <a:pt x="521542" y="50004"/>
                </a:lnTo>
                <a:lnTo>
                  <a:pt x="492685" y="61646"/>
                </a:lnTo>
                <a:lnTo>
                  <a:pt x="493727" y="65390"/>
                </a:lnTo>
                <a:lnTo>
                  <a:pt x="494064" y="65263"/>
                </a:lnTo>
                <a:lnTo>
                  <a:pt x="494398" y="65141"/>
                </a:lnTo>
                <a:lnTo>
                  <a:pt x="494729" y="65024"/>
                </a:lnTo>
                <a:lnTo>
                  <a:pt x="495058" y="64913"/>
                </a:lnTo>
                <a:lnTo>
                  <a:pt x="495383" y="64808"/>
                </a:lnTo>
                <a:lnTo>
                  <a:pt x="495706" y="64708"/>
                </a:lnTo>
                <a:lnTo>
                  <a:pt x="496026" y="64613"/>
                </a:lnTo>
                <a:lnTo>
                  <a:pt x="496343" y="64524"/>
                </a:lnTo>
                <a:lnTo>
                  <a:pt x="496657" y="64440"/>
                </a:lnTo>
                <a:lnTo>
                  <a:pt x="496968" y="64361"/>
                </a:lnTo>
                <a:lnTo>
                  <a:pt x="497276" y="64288"/>
                </a:lnTo>
                <a:lnTo>
                  <a:pt x="497581" y="64220"/>
                </a:lnTo>
                <a:lnTo>
                  <a:pt x="497884" y="64158"/>
                </a:lnTo>
                <a:lnTo>
                  <a:pt x="498183" y="64101"/>
                </a:lnTo>
                <a:lnTo>
                  <a:pt x="498480" y="64050"/>
                </a:lnTo>
                <a:lnTo>
                  <a:pt x="498773" y="64004"/>
                </a:lnTo>
                <a:lnTo>
                  <a:pt x="499064" y="63963"/>
                </a:lnTo>
                <a:lnTo>
                  <a:pt x="499352" y="63928"/>
                </a:lnTo>
                <a:lnTo>
                  <a:pt x="499637" y="63898"/>
                </a:lnTo>
                <a:lnTo>
                  <a:pt x="499919" y="63874"/>
                </a:lnTo>
                <a:lnTo>
                  <a:pt x="500199" y="63855"/>
                </a:lnTo>
                <a:lnTo>
                  <a:pt x="500475" y="63841"/>
                </a:lnTo>
                <a:lnTo>
                  <a:pt x="500748" y="63833"/>
                </a:lnTo>
                <a:lnTo>
                  <a:pt x="501019" y="63831"/>
                </a:lnTo>
                <a:lnTo>
                  <a:pt x="501243" y="63833"/>
                </a:lnTo>
                <a:lnTo>
                  <a:pt x="501464" y="63841"/>
                </a:lnTo>
                <a:lnTo>
                  <a:pt x="501682" y="63853"/>
                </a:lnTo>
                <a:lnTo>
                  <a:pt x="501897" y="63871"/>
                </a:lnTo>
                <a:lnTo>
                  <a:pt x="502109" y="63894"/>
                </a:lnTo>
                <a:lnTo>
                  <a:pt x="502318" y="63922"/>
                </a:lnTo>
                <a:lnTo>
                  <a:pt x="502524" y="63954"/>
                </a:lnTo>
                <a:lnTo>
                  <a:pt x="502726" y="63992"/>
                </a:lnTo>
                <a:lnTo>
                  <a:pt x="502926" y="64035"/>
                </a:lnTo>
                <a:lnTo>
                  <a:pt x="503122" y="64083"/>
                </a:lnTo>
                <a:lnTo>
                  <a:pt x="503316" y="64136"/>
                </a:lnTo>
                <a:lnTo>
                  <a:pt x="503506" y="64194"/>
                </a:lnTo>
                <a:lnTo>
                  <a:pt x="503693" y="64258"/>
                </a:lnTo>
                <a:lnTo>
                  <a:pt x="503878" y="64326"/>
                </a:lnTo>
                <a:lnTo>
                  <a:pt x="504059" y="64399"/>
                </a:lnTo>
                <a:lnTo>
                  <a:pt x="504237" y="64477"/>
                </a:lnTo>
                <a:lnTo>
                  <a:pt x="504412" y="64561"/>
                </a:lnTo>
                <a:lnTo>
                  <a:pt x="504584" y="64649"/>
                </a:lnTo>
                <a:lnTo>
                  <a:pt x="504753" y="64743"/>
                </a:lnTo>
                <a:lnTo>
                  <a:pt x="504918" y="64841"/>
                </a:lnTo>
                <a:lnTo>
                  <a:pt x="505081" y="64945"/>
                </a:lnTo>
                <a:lnTo>
                  <a:pt x="505241" y="65053"/>
                </a:lnTo>
                <a:lnTo>
                  <a:pt x="505397" y="65167"/>
                </a:lnTo>
                <a:lnTo>
                  <a:pt x="505551" y="65286"/>
                </a:lnTo>
                <a:lnTo>
                  <a:pt x="505701" y="65410"/>
                </a:lnTo>
                <a:lnTo>
                  <a:pt x="505846" y="65540"/>
                </a:lnTo>
                <a:lnTo>
                  <a:pt x="505988" y="65676"/>
                </a:lnTo>
                <a:lnTo>
                  <a:pt x="506126" y="65819"/>
                </a:lnTo>
                <a:lnTo>
                  <a:pt x="506260" y="65967"/>
                </a:lnTo>
                <a:lnTo>
                  <a:pt x="506391" y="66121"/>
                </a:lnTo>
                <a:lnTo>
                  <a:pt x="506517" y="66281"/>
                </a:lnTo>
                <a:lnTo>
                  <a:pt x="506639" y="66447"/>
                </a:lnTo>
                <a:lnTo>
                  <a:pt x="506757" y="66618"/>
                </a:lnTo>
                <a:lnTo>
                  <a:pt x="506871" y="66796"/>
                </a:lnTo>
                <a:lnTo>
                  <a:pt x="506981" y="66980"/>
                </a:lnTo>
                <a:lnTo>
                  <a:pt x="507087" y="67170"/>
                </a:lnTo>
                <a:lnTo>
                  <a:pt x="507189" y="67366"/>
                </a:lnTo>
                <a:lnTo>
                  <a:pt x="507288" y="67567"/>
                </a:lnTo>
                <a:lnTo>
                  <a:pt x="507382" y="67775"/>
                </a:lnTo>
                <a:lnTo>
                  <a:pt x="507472" y="67989"/>
                </a:lnTo>
                <a:lnTo>
                  <a:pt x="507558" y="68208"/>
                </a:lnTo>
                <a:lnTo>
                  <a:pt x="507641" y="68434"/>
                </a:lnTo>
                <a:lnTo>
                  <a:pt x="507719" y="68665"/>
                </a:lnTo>
                <a:lnTo>
                  <a:pt x="507793" y="68903"/>
                </a:lnTo>
                <a:lnTo>
                  <a:pt x="507864" y="69146"/>
                </a:lnTo>
                <a:lnTo>
                  <a:pt x="507930" y="69395"/>
                </a:lnTo>
                <a:lnTo>
                  <a:pt x="507992" y="69651"/>
                </a:lnTo>
                <a:lnTo>
                  <a:pt x="508051" y="69912"/>
                </a:lnTo>
                <a:lnTo>
                  <a:pt x="508106" y="70199"/>
                </a:lnTo>
                <a:lnTo>
                  <a:pt x="508159" y="70533"/>
                </a:lnTo>
                <a:lnTo>
                  <a:pt x="508210" y="70914"/>
                </a:lnTo>
                <a:lnTo>
                  <a:pt x="508258" y="71342"/>
                </a:lnTo>
                <a:lnTo>
                  <a:pt x="508304" y="71816"/>
                </a:lnTo>
                <a:lnTo>
                  <a:pt x="508347" y="72337"/>
                </a:lnTo>
                <a:lnTo>
                  <a:pt x="508388" y="72905"/>
                </a:lnTo>
                <a:lnTo>
                  <a:pt x="508427" y="73520"/>
                </a:lnTo>
                <a:lnTo>
                  <a:pt x="508463" y="74181"/>
                </a:lnTo>
                <a:lnTo>
                  <a:pt x="508498" y="74889"/>
                </a:lnTo>
                <a:lnTo>
                  <a:pt x="508529" y="75644"/>
                </a:lnTo>
                <a:lnTo>
                  <a:pt x="508559" y="76446"/>
                </a:lnTo>
                <a:lnTo>
                  <a:pt x="508586" y="77294"/>
                </a:lnTo>
                <a:lnTo>
                  <a:pt x="508610" y="78189"/>
                </a:lnTo>
                <a:lnTo>
                  <a:pt x="508633" y="79131"/>
                </a:lnTo>
                <a:lnTo>
                  <a:pt x="508653" y="80120"/>
                </a:lnTo>
                <a:lnTo>
                  <a:pt x="508670" y="81155"/>
                </a:lnTo>
                <a:lnTo>
                  <a:pt x="508686" y="82237"/>
                </a:lnTo>
                <a:lnTo>
                  <a:pt x="508699" y="83366"/>
                </a:lnTo>
                <a:lnTo>
                  <a:pt x="508709" y="84542"/>
                </a:lnTo>
                <a:lnTo>
                  <a:pt x="508717" y="85764"/>
                </a:lnTo>
                <a:lnTo>
                  <a:pt x="508723" y="87033"/>
                </a:lnTo>
                <a:lnTo>
                  <a:pt x="508727" y="88349"/>
                </a:lnTo>
                <a:lnTo>
                  <a:pt x="508728" y="89712"/>
                </a:lnTo>
                <a:lnTo>
                  <a:pt x="508728" y="126613"/>
                </a:lnTo>
                <a:lnTo>
                  <a:pt x="508727" y="127294"/>
                </a:lnTo>
                <a:lnTo>
                  <a:pt x="508724" y="127953"/>
                </a:lnTo>
                <a:lnTo>
                  <a:pt x="508720" y="128589"/>
                </a:lnTo>
                <a:lnTo>
                  <a:pt x="508713" y="129203"/>
                </a:lnTo>
                <a:lnTo>
                  <a:pt x="508705" y="129793"/>
                </a:lnTo>
                <a:lnTo>
                  <a:pt x="508695" y="130361"/>
                </a:lnTo>
                <a:lnTo>
                  <a:pt x="508684" y="130906"/>
                </a:lnTo>
                <a:lnTo>
                  <a:pt x="508670" y="131428"/>
                </a:lnTo>
                <a:lnTo>
                  <a:pt x="508655" y="131928"/>
                </a:lnTo>
                <a:lnTo>
                  <a:pt x="508638" y="132405"/>
                </a:lnTo>
                <a:lnTo>
                  <a:pt x="508619" y="132859"/>
                </a:lnTo>
                <a:lnTo>
                  <a:pt x="508598" y="133291"/>
                </a:lnTo>
                <a:lnTo>
                  <a:pt x="508575" y="133699"/>
                </a:lnTo>
                <a:lnTo>
                  <a:pt x="508551" y="134085"/>
                </a:lnTo>
                <a:lnTo>
                  <a:pt x="508524" y="134449"/>
                </a:lnTo>
                <a:lnTo>
                  <a:pt x="508496" y="134789"/>
                </a:lnTo>
                <a:lnTo>
                  <a:pt x="508467" y="135107"/>
                </a:lnTo>
                <a:lnTo>
                  <a:pt x="508435" y="135402"/>
                </a:lnTo>
                <a:lnTo>
                  <a:pt x="508401" y="135674"/>
                </a:lnTo>
                <a:lnTo>
                  <a:pt x="508366" y="135924"/>
                </a:lnTo>
                <a:lnTo>
                  <a:pt x="508329" y="136151"/>
                </a:lnTo>
                <a:lnTo>
                  <a:pt x="508290" y="136355"/>
                </a:lnTo>
                <a:lnTo>
                  <a:pt x="508250" y="136536"/>
                </a:lnTo>
                <a:lnTo>
                  <a:pt x="508207" y="136695"/>
                </a:lnTo>
                <a:lnTo>
                  <a:pt x="508118" y="136995"/>
                </a:lnTo>
                <a:lnTo>
                  <a:pt x="508023" y="137288"/>
                </a:lnTo>
                <a:lnTo>
                  <a:pt x="507922" y="137574"/>
                </a:lnTo>
                <a:lnTo>
                  <a:pt x="507816" y="137853"/>
                </a:lnTo>
                <a:lnTo>
                  <a:pt x="507705" y="138126"/>
                </a:lnTo>
                <a:lnTo>
                  <a:pt x="507589" y="138391"/>
                </a:lnTo>
                <a:lnTo>
                  <a:pt x="507466" y="138650"/>
                </a:lnTo>
                <a:lnTo>
                  <a:pt x="507339" y="138902"/>
                </a:lnTo>
                <a:lnTo>
                  <a:pt x="507206" y="139147"/>
                </a:lnTo>
                <a:lnTo>
                  <a:pt x="507068" y="139385"/>
                </a:lnTo>
                <a:lnTo>
                  <a:pt x="506924" y="139616"/>
                </a:lnTo>
                <a:lnTo>
                  <a:pt x="506775" y="139841"/>
                </a:lnTo>
                <a:lnTo>
                  <a:pt x="506620" y="140058"/>
                </a:lnTo>
                <a:lnTo>
                  <a:pt x="506460" y="140269"/>
                </a:lnTo>
                <a:lnTo>
                  <a:pt x="506294" y="140473"/>
                </a:lnTo>
                <a:lnTo>
                  <a:pt x="506124" y="140670"/>
                </a:lnTo>
                <a:lnTo>
                  <a:pt x="505947" y="140860"/>
                </a:lnTo>
                <a:lnTo>
                  <a:pt x="505765" y="141043"/>
                </a:lnTo>
                <a:lnTo>
                  <a:pt x="505578" y="141219"/>
                </a:lnTo>
                <a:lnTo>
                  <a:pt x="505386" y="141389"/>
                </a:lnTo>
                <a:lnTo>
                  <a:pt x="505188" y="141552"/>
                </a:lnTo>
                <a:lnTo>
                  <a:pt x="504984" y="141707"/>
                </a:lnTo>
                <a:lnTo>
                  <a:pt x="504775" y="141856"/>
                </a:lnTo>
                <a:lnTo>
                  <a:pt x="504561" y="141998"/>
                </a:lnTo>
                <a:lnTo>
                  <a:pt x="504259" y="142185"/>
                </a:lnTo>
                <a:lnTo>
                  <a:pt x="503945" y="142363"/>
                </a:lnTo>
                <a:lnTo>
                  <a:pt x="503617" y="142534"/>
                </a:lnTo>
                <a:lnTo>
                  <a:pt x="503276" y="142697"/>
                </a:lnTo>
                <a:lnTo>
                  <a:pt x="502922" y="142851"/>
                </a:lnTo>
                <a:lnTo>
                  <a:pt x="502556" y="142998"/>
                </a:lnTo>
                <a:lnTo>
                  <a:pt x="502176" y="143137"/>
                </a:lnTo>
                <a:lnTo>
                  <a:pt x="501783" y="143268"/>
                </a:lnTo>
                <a:lnTo>
                  <a:pt x="501377" y="143391"/>
                </a:lnTo>
                <a:lnTo>
                  <a:pt x="500958" y="143506"/>
                </a:lnTo>
                <a:lnTo>
                  <a:pt x="500526" y="143613"/>
                </a:lnTo>
                <a:lnTo>
                  <a:pt x="500081" y="143712"/>
                </a:lnTo>
                <a:lnTo>
                  <a:pt x="499623" y="143804"/>
                </a:lnTo>
                <a:lnTo>
                  <a:pt x="499152" y="143887"/>
                </a:lnTo>
                <a:lnTo>
                  <a:pt x="498668" y="143962"/>
                </a:lnTo>
                <a:lnTo>
                  <a:pt x="498171" y="144030"/>
                </a:lnTo>
                <a:lnTo>
                  <a:pt x="497661" y="144089"/>
                </a:lnTo>
                <a:lnTo>
                  <a:pt x="497138" y="144141"/>
                </a:lnTo>
                <a:lnTo>
                  <a:pt x="496602" y="144185"/>
                </a:lnTo>
                <a:lnTo>
                  <a:pt x="496053" y="144220"/>
                </a:lnTo>
                <a:lnTo>
                  <a:pt x="495491" y="144248"/>
                </a:lnTo>
                <a:lnTo>
                  <a:pt x="494916" y="144268"/>
                </a:lnTo>
                <a:lnTo>
                  <a:pt x="494328" y="144280"/>
                </a:lnTo>
                <a:lnTo>
                  <a:pt x="493917" y="144282"/>
                </a:lnTo>
                <a:lnTo>
                  <a:pt x="493637" y="144281"/>
                </a:lnTo>
                <a:lnTo>
                  <a:pt x="493094" y="144274"/>
                </a:lnTo>
                <a:lnTo>
                  <a:pt x="492567" y="144261"/>
                </a:lnTo>
                <a:lnTo>
                  <a:pt x="492054" y="144243"/>
                </a:lnTo>
                <a:close/>
                <a:moveTo>
                  <a:pt x="407057" y="136444"/>
                </a:moveTo>
                <a:lnTo>
                  <a:pt x="407101" y="137096"/>
                </a:lnTo>
                <a:lnTo>
                  <a:pt x="407156" y="137729"/>
                </a:lnTo>
                <a:lnTo>
                  <a:pt x="407220" y="138346"/>
                </a:lnTo>
                <a:lnTo>
                  <a:pt x="407295" y="138945"/>
                </a:lnTo>
                <a:lnTo>
                  <a:pt x="407379" y="139526"/>
                </a:lnTo>
                <a:lnTo>
                  <a:pt x="407474" y="140091"/>
                </a:lnTo>
                <a:lnTo>
                  <a:pt x="407579" y="140638"/>
                </a:lnTo>
                <a:lnTo>
                  <a:pt x="407694" y="141167"/>
                </a:lnTo>
                <a:lnTo>
                  <a:pt x="407819" y="141679"/>
                </a:lnTo>
                <a:lnTo>
                  <a:pt x="407954" y="142174"/>
                </a:lnTo>
                <a:lnTo>
                  <a:pt x="408100" y="142652"/>
                </a:lnTo>
                <a:lnTo>
                  <a:pt x="408255" y="143112"/>
                </a:lnTo>
                <a:lnTo>
                  <a:pt x="408421" y="143554"/>
                </a:lnTo>
                <a:lnTo>
                  <a:pt x="408597" y="143980"/>
                </a:lnTo>
                <a:lnTo>
                  <a:pt x="408783" y="144388"/>
                </a:lnTo>
                <a:lnTo>
                  <a:pt x="408979" y="144779"/>
                </a:lnTo>
                <a:lnTo>
                  <a:pt x="409185" y="145152"/>
                </a:lnTo>
                <a:lnTo>
                  <a:pt x="409401" y="145508"/>
                </a:lnTo>
                <a:lnTo>
                  <a:pt x="409628" y="145846"/>
                </a:lnTo>
                <a:lnTo>
                  <a:pt x="409864" y="146168"/>
                </a:lnTo>
                <a:lnTo>
                  <a:pt x="410111" y="146471"/>
                </a:lnTo>
                <a:lnTo>
                  <a:pt x="410366" y="146760"/>
                </a:lnTo>
                <a:lnTo>
                  <a:pt x="410629" y="147037"/>
                </a:lnTo>
                <a:lnTo>
                  <a:pt x="410899" y="147302"/>
                </a:lnTo>
                <a:lnTo>
                  <a:pt x="411176" y="147554"/>
                </a:lnTo>
                <a:lnTo>
                  <a:pt x="411460" y="147794"/>
                </a:lnTo>
                <a:lnTo>
                  <a:pt x="411752" y="148021"/>
                </a:lnTo>
                <a:lnTo>
                  <a:pt x="412050" y="148236"/>
                </a:lnTo>
                <a:lnTo>
                  <a:pt x="412356" y="148439"/>
                </a:lnTo>
                <a:lnTo>
                  <a:pt x="412670" y="148630"/>
                </a:lnTo>
                <a:lnTo>
                  <a:pt x="412990" y="148808"/>
                </a:lnTo>
                <a:lnTo>
                  <a:pt x="413318" y="148974"/>
                </a:lnTo>
                <a:lnTo>
                  <a:pt x="413653" y="149128"/>
                </a:lnTo>
                <a:lnTo>
                  <a:pt x="413995" y="149269"/>
                </a:lnTo>
                <a:lnTo>
                  <a:pt x="414344" y="149398"/>
                </a:lnTo>
                <a:lnTo>
                  <a:pt x="414701" y="149515"/>
                </a:lnTo>
                <a:lnTo>
                  <a:pt x="415065" y="149620"/>
                </a:lnTo>
                <a:lnTo>
                  <a:pt x="415436" y="149712"/>
                </a:lnTo>
                <a:lnTo>
                  <a:pt x="415815" y="149792"/>
                </a:lnTo>
                <a:lnTo>
                  <a:pt x="416200" y="149860"/>
                </a:lnTo>
                <a:lnTo>
                  <a:pt x="416593" y="149915"/>
                </a:lnTo>
                <a:lnTo>
                  <a:pt x="416993" y="149958"/>
                </a:lnTo>
                <a:lnTo>
                  <a:pt x="417400" y="149989"/>
                </a:lnTo>
                <a:lnTo>
                  <a:pt x="417815" y="150007"/>
                </a:lnTo>
                <a:lnTo>
                  <a:pt x="418237" y="150013"/>
                </a:lnTo>
                <a:lnTo>
                  <a:pt x="419124" y="149986"/>
                </a:lnTo>
                <a:lnTo>
                  <a:pt x="420015" y="149905"/>
                </a:lnTo>
                <a:lnTo>
                  <a:pt x="420909" y="149769"/>
                </a:lnTo>
                <a:lnTo>
                  <a:pt x="421808" y="149579"/>
                </a:lnTo>
                <a:lnTo>
                  <a:pt x="422709" y="149335"/>
                </a:lnTo>
                <a:lnTo>
                  <a:pt x="423615" y="149037"/>
                </a:lnTo>
                <a:lnTo>
                  <a:pt x="424524" y="148684"/>
                </a:lnTo>
                <a:lnTo>
                  <a:pt x="425436" y="148277"/>
                </a:lnTo>
                <a:lnTo>
                  <a:pt x="426353" y="147816"/>
                </a:lnTo>
                <a:lnTo>
                  <a:pt x="427272" y="147300"/>
                </a:lnTo>
                <a:lnTo>
                  <a:pt x="428196" y="146731"/>
                </a:lnTo>
                <a:lnTo>
                  <a:pt x="429123" y="146107"/>
                </a:lnTo>
                <a:lnTo>
                  <a:pt x="430054" y="145429"/>
                </a:lnTo>
                <a:lnTo>
                  <a:pt x="430988" y="144696"/>
                </a:lnTo>
                <a:lnTo>
                  <a:pt x="431926" y="143909"/>
                </a:lnTo>
                <a:lnTo>
                  <a:pt x="432868" y="143068"/>
                </a:lnTo>
                <a:lnTo>
                  <a:pt x="433813" y="142173"/>
                </a:lnTo>
                <a:lnTo>
                  <a:pt x="434762" y="141224"/>
                </a:lnTo>
                <a:lnTo>
                  <a:pt x="435714" y="140220"/>
                </a:lnTo>
                <a:lnTo>
                  <a:pt x="436670" y="139162"/>
                </a:lnTo>
                <a:lnTo>
                  <a:pt x="437630" y="138049"/>
                </a:lnTo>
                <a:lnTo>
                  <a:pt x="438593" y="136883"/>
                </a:lnTo>
                <a:lnTo>
                  <a:pt x="439560" y="135662"/>
                </a:lnTo>
                <a:lnTo>
                  <a:pt x="440530" y="134387"/>
                </a:lnTo>
                <a:lnTo>
                  <a:pt x="440530" y="128553"/>
                </a:lnTo>
                <a:lnTo>
                  <a:pt x="440016" y="129066"/>
                </a:lnTo>
                <a:lnTo>
                  <a:pt x="439517" y="129561"/>
                </a:lnTo>
                <a:lnTo>
                  <a:pt x="439031" y="130039"/>
                </a:lnTo>
                <a:lnTo>
                  <a:pt x="438560" y="130501"/>
                </a:lnTo>
                <a:lnTo>
                  <a:pt x="438102" y="130945"/>
                </a:lnTo>
                <a:lnTo>
                  <a:pt x="437659" y="131372"/>
                </a:lnTo>
                <a:lnTo>
                  <a:pt x="437230" y="131783"/>
                </a:lnTo>
                <a:lnTo>
                  <a:pt x="436815" y="132176"/>
                </a:lnTo>
                <a:lnTo>
                  <a:pt x="436414" y="132553"/>
                </a:lnTo>
                <a:lnTo>
                  <a:pt x="436027" y="132912"/>
                </a:lnTo>
                <a:lnTo>
                  <a:pt x="435654" y="133254"/>
                </a:lnTo>
                <a:lnTo>
                  <a:pt x="435295" y="133580"/>
                </a:lnTo>
                <a:lnTo>
                  <a:pt x="434951" y="133888"/>
                </a:lnTo>
                <a:lnTo>
                  <a:pt x="434620" y="134179"/>
                </a:lnTo>
                <a:lnTo>
                  <a:pt x="434304" y="134454"/>
                </a:lnTo>
                <a:lnTo>
                  <a:pt x="434002" y="134711"/>
                </a:lnTo>
                <a:lnTo>
                  <a:pt x="433714" y="134951"/>
                </a:lnTo>
                <a:lnTo>
                  <a:pt x="433440" y="135175"/>
                </a:lnTo>
                <a:lnTo>
                  <a:pt x="433180" y="135381"/>
                </a:lnTo>
                <a:lnTo>
                  <a:pt x="432934" y="135571"/>
                </a:lnTo>
                <a:lnTo>
                  <a:pt x="432702" y="135743"/>
                </a:lnTo>
                <a:lnTo>
                  <a:pt x="432485" y="135898"/>
                </a:lnTo>
                <a:lnTo>
                  <a:pt x="432281" y="136037"/>
                </a:lnTo>
                <a:lnTo>
                  <a:pt x="432092" y="136158"/>
                </a:lnTo>
                <a:lnTo>
                  <a:pt x="431987" y="136217"/>
                </a:lnTo>
                <a:lnTo>
                  <a:pt x="431881" y="136274"/>
                </a:lnTo>
                <a:lnTo>
                  <a:pt x="431773" y="136329"/>
                </a:lnTo>
                <a:lnTo>
                  <a:pt x="431664" y="136381"/>
                </a:lnTo>
                <a:lnTo>
                  <a:pt x="431553" y="136430"/>
                </a:lnTo>
                <a:lnTo>
                  <a:pt x="431441" y="136477"/>
                </a:lnTo>
                <a:lnTo>
                  <a:pt x="431327" y="136521"/>
                </a:lnTo>
                <a:lnTo>
                  <a:pt x="431212" y="136563"/>
                </a:lnTo>
                <a:lnTo>
                  <a:pt x="431096" y="136602"/>
                </a:lnTo>
                <a:lnTo>
                  <a:pt x="430978" y="136639"/>
                </a:lnTo>
                <a:lnTo>
                  <a:pt x="430859" y="136673"/>
                </a:lnTo>
                <a:lnTo>
                  <a:pt x="430738" y="136705"/>
                </a:lnTo>
                <a:lnTo>
                  <a:pt x="430615" y="136734"/>
                </a:lnTo>
                <a:lnTo>
                  <a:pt x="430492" y="136761"/>
                </a:lnTo>
                <a:lnTo>
                  <a:pt x="430367" y="136785"/>
                </a:lnTo>
                <a:lnTo>
                  <a:pt x="430240" y="136806"/>
                </a:lnTo>
                <a:lnTo>
                  <a:pt x="430112" y="136825"/>
                </a:lnTo>
                <a:lnTo>
                  <a:pt x="429982" y="136842"/>
                </a:lnTo>
                <a:lnTo>
                  <a:pt x="429851" y="136856"/>
                </a:lnTo>
                <a:lnTo>
                  <a:pt x="429719" y="136867"/>
                </a:lnTo>
                <a:lnTo>
                  <a:pt x="429585" y="136876"/>
                </a:lnTo>
                <a:lnTo>
                  <a:pt x="429450" y="136882"/>
                </a:lnTo>
                <a:lnTo>
                  <a:pt x="429313" y="136886"/>
                </a:lnTo>
                <a:lnTo>
                  <a:pt x="429175" y="136887"/>
                </a:lnTo>
                <a:lnTo>
                  <a:pt x="429045" y="136885"/>
                </a:lnTo>
                <a:lnTo>
                  <a:pt x="428917" y="136880"/>
                </a:lnTo>
                <a:lnTo>
                  <a:pt x="428790" y="136871"/>
                </a:lnTo>
                <a:lnTo>
                  <a:pt x="428664" y="136858"/>
                </a:lnTo>
                <a:lnTo>
                  <a:pt x="428540" y="136842"/>
                </a:lnTo>
                <a:lnTo>
                  <a:pt x="428417" y="136822"/>
                </a:lnTo>
                <a:lnTo>
                  <a:pt x="428295" y="136799"/>
                </a:lnTo>
                <a:lnTo>
                  <a:pt x="428174" y="136772"/>
                </a:lnTo>
                <a:lnTo>
                  <a:pt x="428054" y="136741"/>
                </a:lnTo>
                <a:lnTo>
                  <a:pt x="427936" y="136707"/>
                </a:lnTo>
                <a:lnTo>
                  <a:pt x="427819" y="136669"/>
                </a:lnTo>
                <a:lnTo>
                  <a:pt x="427704" y="136628"/>
                </a:lnTo>
                <a:lnTo>
                  <a:pt x="427589" y="136583"/>
                </a:lnTo>
                <a:lnTo>
                  <a:pt x="427476" y="136534"/>
                </a:lnTo>
                <a:lnTo>
                  <a:pt x="427364" y="136482"/>
                </a:lnTo>
                <a:lnTo>
                  <a:pt x="427254" y="136426"/>
                </a:lnTo>
                <a:lnTo>
                  <a:pt x="427144" y="136366"/>
                </a:lnTo>
                <a:lnTo>
                  <a:pt x="427036" y="136303"/>
                </a:lnTo>
                <a:lnTo>
                  <a:pt x="426929" y="136236"/>
                </a:lnTo>
                <a:lnTo>
                  <a:pt x="426824" y="136166"/>
                </a:lnTo>
                <a:lnTo>
                  <a:pt x="426720" y="136092"/>
                </a:lnTo>
                <a:lnTo>
                  <a:pt x="426617" y="136015"/>
                </a:lnTo>
                <a:lnTo>
                  <a:pt x="426515" y="135933"/>
                </a:lnTo>
                <a:lnTo>
                  <a:pt x="426414" y="135849"/>
                </a:lnTo>
                <a:lnTo>
                  <a:pt x="426316" y="135758"/>
                </a:lnTo>
                <a:lnTo>
                  <a:pt x="426219" y="135661"/>
                </a:lnTo>
                <a:lnTo>
                  <a:pt x="426125" y="135557"/>
                </a:lnTo>
                <a:lnTo>
                  <a:pt x="426034" y="135445"/>
                </a:lnTo>
                <a:lnTo>
                  <a:pt x="425945" y="135327"/>
                </a:lnTo>
                <a:lnTo>
                  <a:pt x="425858" y="135201"/>
                </a:lnTo>
                <a:lnTo>
                  <a:pt x="425773" y="135068"/>
                </a:lnTo>
                <a:lnTo>
                  <a:pt x="425691" y="134929"/>
                </a:lnTo>
                <a:lnTo>
                  <a:pt x="425611" y="134782"/>
                </a:lnTo>
                <a:lnTo>
                  <a:pt x="425534" y="134628"/>
                </a:lnTo>
                <a:lnTo>
                  <a:pt x="425458" y="134468"/>
                </a:lnTo>
                <a:lnTo>
                  <a:pt x="425386" y="134300"/>
                </a:lnTo>
                <a:lnTo>
                  <a:pt x="425315" y="134125"/>
                </a:lnTo>
                <a:lnTo>
                  <a:pt x="425247" y="133943"/>
                </a:lnTo>
                <a:lnTo>
                  <a:pt x="425181" y="133754"/>
                </a:lnTo>
                <a:lnTo>
                  <a:pt x="425118" y="133558"/>
                </a:lnTo>
                <a:lnTo>
                  <a:pt x="425057" y="133355"/>
                </a:lnTo>
                <a:lnTo>
                  <a:pt x="424998" y="133145"/>
                </a:lnTo>
                <a:lnTo>
                  <a:pt x="424942" y="132928"/>
                </a:lnTo>
                <a:lnTo>
                  <a:pt x="424888" y="132704"/>
                </a:lnTo>
                <a:lnTo>
                  <a:pt x="424836" y="132473"/>
                </a:lnTo>
                <a:lnTo>
                  <a:pt x="424787" y="132235"/>
                </a:lnTo>
                <a:lnTo>
                  <a:pt x="424740" y="131989"/>
                </a:lnTo>
                <a:lnTo>
                  <a:pt x="424696" y="131737"/>
                </a:lnTo>
                <a:lnTo>
                  <a:pt x="424653" y="131463"/>
                </a:lnTo>
                <a:lnTo>
                  <a:pt x="424612" y="131152"/>
                </a:lnTo>
                <a:lnTo>
                  <a:pt x="424573" y="130805"/>
                </a:lnTo>
                <a:lnTo>
                  <a:pt x="424536" y="130420"/>
                </a:lnTo>
                <a:lnTo>
                  <a:pt x="424501" y="130000"/>
                </a:lnTo>
                <a:lnTo>
                  <a:pt x="424468" y="129542"/>
                </a:lnTo>
                <a:lnTo>
                  <a:pt x="424436" y="129048"/>
                </a:lnTo>
                <a:lnTo>
                  <a:pt x="424406" y="128517"/>
                </a:lnTo>
                <a:lnTo>
                  <a:pt x="424378" y="127949"/>
                </a:lnTo>
                <a:lnTo>
                  <a:pt x="424352" y="127345"/>
                </a:lnTo>
                <a:lnTo>
                  <a:pt x="424327" y="126704"/>
                </a:lnTo>
                <a:lnTo>
                  <a:pt x="424305" y="126027"/>
                </a:lnTo>
                <a:lnTo>
                  <a:pt x="424284" y="125313"/>
                </a:lnTo>
                <a:lnTo>
                  <a:pt x="424265" y="124562"/>
                </a:lnTo>
                <a:lnTo>
                  <a:pt x="424248" y="123774"/>
                </a:lnTo>
                <a:lnTo>
                  <a:pt x="424233" y="122950"/>
                </a:lnTo>
                <a:lnTo>
                  <a:pt x="424219" y="122089"/>
                </a:lnTo>
                <a:lnTo>
                  <a:pt x="424207" y="121192"/>
                </a:lnTo>
                <a:lnTo>
                  <a:pt x="424197" y="120257"/>
                </a:lnTo>
                <a:lnTo>
                  <a:pt x="424189" y="119287"/>
                </a:lnTo>
                <a:lnTo>
                  <a:pt x="424183" y="118279"/>
                </a:lnTo>
                <a:lnTo>
                  <a:pt x="424178" y="117235"/>
                </a:lnTo>
                <a:lnTo>
                  <a:pt x="424176" y="116154"/>
                </a:lnTo>
                <a:lnTo>
                  <a:pt x="424175" y="115036"/>
                </a:lnTo>
                <a:lnTo>
                  <a:pt x="424175" y="82677"/>
                </a:lnTo>
                <a:lnTo>
                  <a:pt x="424171" y="81540"/>
                </a:lnTo>
                <a:lnTo>
                  <a:pt x="424162" y="80435"/>
                </a:lnTo>
                <a:lnTo>
                  <a:pt x="424145" y="79363"/>
                </a:lnTo>
                <a:lnTo>
                  <a:pt x="424123" y="78324"/>
                </a:lnTo>
                <a:lnTo>
                  <a:pt x="424093" y="77317"/>
                </a:lnTo>
                <a:lnTo>
                  <a:pt x="424057" y="76342"/>
                </a:lnTo>
                <a:lnTo>
                  <a:pt x="424015" y="75401"/>
                </a:lnTo>
                <a:lnTo>
                  <a:pt x="423966" y="74491"/>
                </a:lnTo>
                <a:lnTo>
                  <a:pt x="423911" y="73614"/>
                </a:lnTo>
                <a:lnTo>
                  <a:pt x="423849" y="72770"/>
                </a:lnTo>
                <a:lnTo>
                  <a:pt x="423781" y="71958"/>
                </a:lnTo>
                <a:lnTo>
                  <a:pt x="423706" y="71179"/>
                </a:lnTo>
                <a:lnTo>
                  <a:pt x="423624" y="70432"/>
                </a:lnTo>
                <a:lnTo>
                  <a:pt x="423537" y="69718"/>
                </a:lnTo>
                <a:lnTo>
                  <a:pt x="423442" y="69036"/>
                </a:lnTo>
                <a:lnTo>
                  <a:pt x="423341" y="68387"/>
                </a:lnTo>
                <a:lnTo>
                  <a:pt x="423234" y="67771"/>
                </a:lnTo>
                <a:lnTo>
                  <a:pt x="423120" y="67186"/>
                </a:lnTo>
                <a:lnTo>
                  <a:pt x="422999" y="66635"/>
                </a:lnTo>
                <a:lnTo>
                  <a:pt x="422872" y="66116"/>
                </a:lnTo>
                <a:lnTo>
                  <a:pt x="422739" y="65629"/>
                </a:lnTo>
                <a:lnTo>
                  <a:pt x="422599" y="65175"/>
                </a:lnTo>
                <a:lnTo>
                  <a:pt x="422452" y="64753"/>
                </a:lnTo>
                <a:lnTo>
                  <a:pt x="422299" y="64364"/>
                </a:lnTo>
                <a:lnTo>
                  <a:pt x="422051" y="63798"/>
                </a:lnTo>
                <a:lnTo>
                  <a:pt x="421791" y="63245"/>
                </a:lnTo>
                <a:lnTo>
                  <a:pt x="421520" y="62704"/>
                </a:lnTo>
                <a:lnTo>
                  <a:pt x="421237" y="62176"/>
                </a:lnTo>
                <a:lnTo>
                  <a:pt x="420944" y="61660"/>
                </a:lnTo>
                <a:lnTo>
                  <a:pt x="420639" y="61158"/>
                </a:lnTo>
                <a:lnTo>
                  <a:pt x="420323" y="60667"/>
                </a:lnTo>
                <a:lnTo>
                  <a:pt x="419996" y="60190"/>
                </a:lnTo>
                <a:lnTo>
                  <a:pt x="419658" y="59725"/>
                </a:lnTo>
                <a:lnTo>
                  <a:pt x="419308" y="59273"/>
                </a:lnTo>
                <a:lnTo>
                  <a:pt x="418947" y="58833"/>
                </a:lnTo>
                <a:lnTo>
                  <a:pt x="418575" y="58406"/>
                </a:lnTo>
                <a:lnTo>
                  <a:pt x="418192" y="57992"/>
                </a:lnTo>
                <a:lnTo>
                  <a:pt x="417797" y="57590"/>
                </a:lnTo>
                <a:lnTo>
                  <a:pt x="417392" y="57201"/>
                </a:lnTo>
                <a:lnTo>
                  <a:pt x="416975" y="56825"/>
                </a:lnTo>
                <a:lnTo>
                  <a:pt x="416547" y="56461"/>
                </a:lnTo>
                <a:lnTo>
                  <a:pt x="416107" y="56110"/>
                </a:lnTo>
                <a:lnTo>
                  <a:pt x="415657" y="55772"/>
                </a:lnTo>
                <a:lnTo>
                  <a:pt x="415195" y="55446"/>
                </a:lnTo>
                <a:lnTo>
                  <a:pt x="414722" y="55133"/>
                </a:lnTo>
                <a:lnTo>
                  <a:pt x="414238" y="54832"/>
                </a:lnTo>
                <a:lnTo>
                  <a:pt x="413743" y="54544"/>
                </a:lnTo>
                <a:lnTo>
                  <a:pt x="413236" y="54269"/>
                </a:lnTo>
                <a:lnTo>
                  <a:pt x="412551" y="53921"/>
                </a:lnTo>
                <a:lnTo>
                  <a:pt x="411850" y="53588"/>
                </a:lnTo>
                <a:lnTo>
                  <a:pt x="411133" y="53270"/>
                </a:lnTo>
                <a:lnTo>
                  <a:pt x="410400" y="52966"/>
                </a:lnTo>
                <a:lnTo>
                  <a:pt x="409651" y="52677"/>
                </a:lnTo>
                <a:lnTo>
                  <a:pt x="408887" y="52403"/>
                </a:lnTo>
                <a:lnTo>
                  <a:pt x="408106" y="52144"/>
                </a:lnTo>
                <a:lnTo>
                  <a:pt x="407310" y="51900"/>
                </a:lnTo>
                <a:lnTo>
                  <a:pt x="406497" y="51670"/>
                </a:lnTo>
                <a:lnTo>
                  <a:pt x="405669" y="51456"/>
                </a:lnTo>
                <a:lnTo>
                  <a:pt x="404825" y="51256"/>
                </a:lnTo>
                <a:lnTo>
                  <a:pt x="403964" y="51071"/>
                </a:lnTo>
                <a:lnTo>
                  <a:pt x="403088" y="50900"/>
                </a:lnTo>
                <a:lnTo>
                  <a:pt x="402196" y="50745"/>
                </a:lnTo>
                <a:lnTo>
                  <a:pt x="401288" y="50604"/>
                </a:lnTo>
                <a:lnTo>
                  <a:pt x="400365" y="50478"/>
                </a:lnTo>
                <a:lnTo>
                  <a:pt x="399425" y="50367"/>
                </a:lnTo>
                <a:lnTo>
                  <a:pt x="398469" y="50271"/>
                </a:lnTo>
                <a:lnTo>
                  <a:pt x="397498" y="50190"/>
                </a:lnTo>
                <a:lnTo>
                  <a:pt x="396510" y="50123"/>
                </a:lnTo>
                <a:lnTo>
                  <a:pt x="395507" y="50071"/>
                </a:lnTo>
                <a:lnTo>
                  <a:pt x="394487" y="50034"/>
                </a:lnTo>
                <a:lnTo>
                  <a:pt x="393452" y="50012"/>
                </a:lnTo>
                <a:lnTo>
                  <a:pt x="392401" y="50004"/>
                </a:lnTo>
                <a:lnTo>
                  <a:pt x="391033" y="50017"/>
                </a:lnTo>
                <a:lnTo>
                  <a:pt x="389692" y="50056"/>
                </a:lnTo>
                <a:lnTo>
                  <a:pt x="388376" y="50121"/>
                </a:lnTo>
                <a:lnTo>
                  <a:pt x="387085" y="50212"/>
                </a:lnTo>
                <a:lnTo>
                  <a:pt x="385820" y="50329"/>
                </a:lnTo>
                <a:lnTo>
                  <a:pt x="384581" y="50472"/>
                </a:lnTo>
                <a:lnTo>
                  <a:pt x="383368" y="50641"/>
                </a:lnTo>
                <a:lnTo>
                  <a:pt x="382180" y="50835"/>
                </a:lnTo>
                <a:lnTo>
                  <a:pt x="381018" y="51056"/>
                </a:lnTo>
                <a:lnTo>
                  <a:pt x="379882" y="51303"/>
                </a:lnTo>
                <a:lnTo>
                  <a:pt x="378771" y="51575"/>
                </a:lnTo>
                <a:lnTo>
                  <a:pt x="377686" y="51874"/>
                </a:lnTo>
                <a:lnTo>
                  <a:pt x="376627" y="52198"/>
                </a:lnTo>
                <a:lnTo>
                  <a:pt x="375593" y="52549"/>
                </a:lnTo>
                <a:lnTo>
                  <a:pt x="374585" y="52926"/>
                </a:lnTo>
                <a:lnTo>
                  <a:pt x="373603" y="53328"/>
                </a:lnTo>
                <a:lnTo>
                  <a:pt x="372646" y="53756"/>
                </a:lnTo>
                <a:lnTo>
                  <a:pt x="371716" y="54211"/>
                </a:lnTo>
                <a:lnTo>
                  <a:pt x="370810" y="54691"/>
                </a:lnTo>
                <a:lnTo>
                  <a:pt x="369931" y="55197"/>
                </a:lnTo>
                <a:lnTo>
                  <a:pt x="369077" y="55730"/>
                </a:lnTo>
                <a:lnTo>
                  <a:pt x="368249" y="56288"/>
                </a:lnTo>
                <a:lnTo>
                  <a:pt x="367446" y="56872"/>
                </a:lnTo>
                <a:lnTo>
                  <a:pt x="366669" y="57482"/>
                </a:lnTo>
                <a:lnTo>
                  <a:pt x="365921" y="58108"/>
                </a:lnTo>
                <a:lnTo>
                  <a:pt x="365205" y="58739"/>
                </a:lnTo>
                <a:lnTo>
                  <a:pt x="364521" y="59375"/>
                </a:lnTo>
                <a:lnTo>
                  <a:pt x="363868" y="60015"/>
                </a:lnTo>
                <a:lnTo>
                  <a:pt x="363248" y="60661"/>
                </a:lnTo>
                <a:lnTo>
                  <a:pt x="362659" y="61312"/>
                </a:lnTo>
                <a:lnTo>
                  <a:pt x="362102" y="61968"/>
                </a:lnTo>
                <a:lnTo>
                  <a:pt x="361576" y="62629"/>
                </a:lnTo>
                <a:lnTo>
                  <a:pt x="361083" y="63295"/>
                </a:lnTo>
                <a:lnTo>
                  <a:pt x="360621" y="63966"/>
                </a:lnTo>
                <a:lnTo>
                  <a:pt x="360192" y="64642"/>
                </a:lnTo>
                <a:lnTo>
                  <a:pt x="359794" y="65323"/>
                </a:lnTo>
                <a:lnTo>
                  <a:pt x="359428" y="66009"/>
                </a:lnTo>
                <a:lnTo>
                  <a:pt x="359094" y="66701"/>
                </a:lnTo>
                <a:lnTo>
                  <a:pt x="358791" y="67397"/>
                </a:lnTo>
                <a:lnTo>
                  <a:pt x="358521" y="68098"/>
                </a:lnTo>
                <a:lnTo>
                  <a:pt x="358282" y="68805"/>
                </a:lnTo>
                <a:lnTo>
                  <a:pt x="358075" y="69516"/>
                </a:lnTo>
                <a:lnTo>
                  <a:pt x="357900" y="70232"/>
                </a:lnTo>
                <a:lnTo>
                  <a:pt x="357757" y="70954"/>
                </a:lnTo>
                <a:lnTo>
                  <a:pt x="357645" y="71680"/>
                </a:lnTo>
                <a:lnTo>
                  <a:pt x="357566" y="72412"/>
                </a:lnTo>
                <a:lnTo>
                  <a:pt x="357518" y="73148"/>
                </a:lnTo>
                <a:lnTo>
                  <a:pt x="357502" y="73890"/>
                </a:lnTo>
                <a:lnTo>
                  <a:pt x="357506" y="74276"/>
                </a:lnTo>
                <a:lnTo>
                  <a:pt x="357519" y="74656"/>
                </a:lnTo>
                <a:lnTo>
                  <a:pt x="357540" y="75028"/>
                </a:lnTo>
                <a:lnTo>
                  <a:pt x="357570" y="75394"/>
                </a:lnTo>
                <a:lnTo>
                  <a:pt x="357608" y="75752"/>
                </a:lnTo>
                <a:lnTo>
                  <a:pt x="357655" y="76104"/>
                </a:lnTo>
                <a:lnTo>
                  <a:pt x="357710" y="76449"/>
                </a:lnTo>
                <a:lnTo>
                  <a:pt x="357774" y="76787"/>
                </a:lnTo>
                <a:lnTo>
                  <a:pt x="357846" y="77119"/>
                </a:lnTo>
                <a:lnTo>
                  <a:pt x="357927" y="77443"/>
                </a:lnTo>
                <a:lnTo>
                  <a:pt x="358016" y="77761"/>
                </a:lnTo>
                <a:lnTo>
                  <a:pt x="358114" y="78072"/>
                </a:lnTo>
                <a:lnTo>
                  <a:pt x="358220" y="78376"/>
                </a:lnTo>
                <a:lnTo>
                  <a:pt x="358335" y="78673"/>
                </a:lnTo>
                <a:lnTo>
                  <a:pt x="358458" y="78963"/>
                </a:lnTo>
                <a:lnTo>
                  <a:pt x="358590" y="79246"/>
                </a:lnTo>
                <a:lnTo>
                  <a:pt x="358730" y="79523"/>
                </a:lnTo>
                <a:lnTo>
                  <a:pt x="358879" y="79793"/>
                </a:lnTo>
                <a:lnTo>
                  <a:pt x="359036" y="80056"/>
                </a:lnTo>
                <a:lnTo>
                  <a:pt x="359202" y="80312"/>
                </a:lnTo>
                <a:lnTo>
                  <a:pt x="359376" y="80561"/>
                </a:lnTo>
                <a:lnTo>
                  <a:pt x="359559" y="80803"/>
                </a:lnTo>
                <a:lnTo>
                  <a:pt x="359750" y="81038"/>
                </a:lnTo>
                <a:lnTo>
                  <a:pt x="359950" y="81267"/>
                </a:lnTo>
                <a:lnTo>
                  <a:pt x="360157" y="81487"/>
                </a:lnTo>
                <a:lnTo>
                  <a:pt x="360368" y="81698"/>
                </a:lnTo>
                <a:lnTo>
                  <a:pt x="360584" y="81900"/>
                </a:lnTo>
                <a:lnTo>
                  <a:pt x="360805" y="82092"/>
                </a:lnTo>
                <a:lnTo>
                  <a:pt x="361031" y="82274"/>
                </a:lnTo>
                <a:lnTo>
                  <a:pt x="361262" y="82448"/>
                </a:lnTo>
                <a:lnTo>
                  <a:pt x="361498" y="82612"/>
                </a:lnTo>
                <a:lnTo>
                  <a:pt x="361738" y="82766"/>
                </a:lnTo>
                <a:lnTo>
                  <a:pt x="361984" y="82912"/>
                </a:lnTo>
                <a:lnTo>
                  <a:pt x="362234" y="83047"/>
                </a:lnTo>
                <a:lnTo>
                  <a:pt x="362490" y="83174"/>
                </a:lnTo>
                <a:lnTo>
                  <a:pt x="362750" y="83291"/>
                </a:lnTo>
                <a:lnTo>
                  <a:pt x="363015" y="83399"/>
                </a:lnTo>
                <a:lnTo>
                  <a:pt x="363285" y="83497"/>
                </a:lnTo>
                <a:lnTo>
                  <a:pt x="363560" y="83586"/>
                </a:lnTo>
                <a:lnTo>
                  <a:pt x="363839" y="83666"/>
                </a:lnTo>
                <a:lnTo>
                  <a:pt x="364124" y="83736"/>
                </a:lnTo>
                <a:lnTo>
                  <a:pt x="364413" y="83797"/>
                </a:lnTo>
                <a:lnTo>
                  <a:pt x="364708" y="83849"/>
                </a:lnTo>
                <a:lnTo>
                  <a:pt x="365007" y="83891"/>
                </a:lnTo>
                <a:lnTo>
                  <a:pt x="365311" y="83924"/>
                </a:lnTo>
                <a:lnTo>
                  <a:pt x="365620" y="83947"/>
                </a:lnTo>
                <a:lnTo>
                  <a:pt x="365934" y="83961"/>
                </a:lnTo>
                <a:lnTo>
                  <a:pt x="366253" y="83966"/>
                </a:lnTo>
                <a:lnTo>
                  <a:pt x="366580" y="83961"/>
                </a:lnTo>
                <a:lnTo>
                  <a:pt x="366902" y="83948"/>
                </a:lnTo>
                <a:lnTo>
                  <a:pt x="367219" y="83925"/>
                </a:lnTo>
                <a:lnTo>
                  <a:pt x="367530" y="83894"/>
                </a:lnTo>
                <a:lnTo>
                  <a:pt x="367837" y="83853"/>
                </a:lnTo>
                <a:lnTo>
                  <a:pt x="368138" y="83804"/>
                </a:lnTo>
                <a:lnTo>
                  <a:pt x="368434" y="83745"/>
                </a:lnTo>
                <a:lnTo>
                  <a:pt x="368724" y="83678"/>
                </a:lnTo>
                <a:lnTo>
                  <a:pt x="369009" y="83601"/>
                </a:lnTo>
                <a:lnTo>
                  <a:pt x="369289" y="83515"/>
                </a:lnTo>
                <a:lnTo>
                  <a:pt x="369564" y="83421"/>
                </a:lnTo>
                <a:lnTo>
                  <a:pt x="369834" y="83317"/>
                </a:lnTo>
                <a:lnTo>
                  <a:pt x="370098" y="83205"/>
                </a:lnTo>
                <a:lnTo>
                  <a:pt x="370357" y="83083"/>
                </a:lnTo>
                <a:lnTo>
                  <a:pt x="370611" y="82952"/>
                </a:lnTo>
                <a:lnTo>
                  <a:pt x="370860" y="82813"/>
                </a:lnTo>
                <a:lnTo>
                  <a:pt x="371103" y="82664"/>
                </a:lnTo>
                <a:lnTo>
                  <a:pt x="371341" y="82506"/>
                </a:lnTo>
                <a:lnTo>
                  <a:pt x="371574" y="82340"/>
                </a:lnTo>
                <a:lnTo>
                  <a:pt x="371802" y="82164"/>
                </a:lnTo>
                <a:lnTo>
                  <a:pt x="372024" y="81979"/>
                </a:lnTo>
                <a:lnTo>
                  <a:pt x="372241" y="81786"/>
                </a:lnTo>
                <a:lnTo>
                  <a:pt x="372453" y="81583"/>
                </a:lnTo>
                <a:lnTo>
                  <a:pt x="372660" y="81371"/>
                </a:lnTo>
                <a:lnTo>
                  <a:pt x="372859" y="81151"/>
                </a:lnTo>
                <a:lnTo>
                  <a:pt x="373051" y="80924"/>
                </a:lnTo>
                <a:lnTo>
                  <a:pt x="373233" y="80689"/>
                </a:lnTo>
                <a:lnTo>
                  <a:pt x="373408" y="80446"/>
                </a:lnTo>
                <a:lnTo>
                  <a:pt x="373573" y="80196"/>
                </a:lnTo>
                <a:lnTo>
                  <a:pt x="373731" y="79938"/>
                </a:lnTo>
                <a:lnTo>
                  <a:pt x="373879" y="79672"/>
                </a:lnTo>
                <a:lnTo>
                  <a:pt x="374020" y="79399"/>
                </a:lnTo>
                <a:lnTo>
                  <a:pt x="374151" y="79119"/>
                </a:lnTo>
                <a:lnTo>
                  <a:pt x="374275" y="78831"/>
                </a:lnTo>
                <a:lnTo>
                  <a:pt x="374389" y="78535"/>
                </a:lnTo>
                <a:lnTo>
                  <a:pt x="374496" y="78232"/>
                </a:lnTo>
                <a:lnTo>
                  <a:pt x="374593" y="77921"/>
                </a:lnTo>
                <a:lnTo>
                  <a:pt x="374683" y="77603"/>
                </a:lnTo>
                <a:lnTo>
                  <a:pt x="374763" y="77277"/>
                </a:lnTo>
                <a:lnTo>
                  <a:pt x="374836" y="76944"/>
                </a:lnTo>
                <a:lnTo>
                  <a:pt x="374899" y="76603"/>
                </a:lnTo>
                <a:lnTo>
                  <a:pt x="374955" y="76254"/>
                </a:lnTo>
                <a:lnTo>
                  <a:pt x="375001" y="75898"/>
                </a:lnTo>
                <a:lnTo>
                  <a:pt x="375040" y="75534"/>
                </a:lnTo>
                <a:lnTo>
                  <a:pt x="375069" y="75163"/>
                </a:lnTo>
                <a:lnTo>
                  <a:pt x="375091" y="74784"/>
                </a:lnTo>
                <a:lnTo>
                  <a:pt x="375103" y="74398"/>
                </a:lnTo>
                <a:lnTo>
                  <a:pt x="375108" y="74004"/>
                </a:lnTo>
                <a:lnTo>
                  <a:pt x="374899" y="67985"/>
                </a:lnTo>
                <a:lnTo>
                  <a:pt x="374906" y="67606"/>
                </a:lnTo>
                <a:lnTo>
                  <a:pt x="374927" y="67231"/>
                </a:lnTo>
                <a:lnTo>
                  <a:pt x="374961" y="66859"/>
                </a:lnTo>
                <a:lnTo>
                  <a:pt x="375009" y="66491"/>
                </a:lnTo>
                <a:lnTo>
                  <a:pt x="375071" y="66127"/>
                </a:lnTo>
                <a:lnTo>
                  <a:pt x="375147" y="65766"/>
                </a:lnTo>
                <a:lnTo>
                  <a:pt x="375236" y="65409"/>
                </a:lnTo>
                <a:lnTo>
                  <a:pt x="375339" y="65055"/>
                </a:lnTo>
                <a:lnTo>
                  <a:pt x="375456" y="64705"/>
                </a:lnTo>
                <a:lnTo>
                  <a:pt x="375587" y="64359"/>
                </a:lnTo>
                <a:lnTo>
                  <a:pt x="375731" y="64016"/>
                </a:lnTo>
                <a:lnTo>
                  <a:pt x="375889" y="63677"/>
                </a:lnTo>
                <a:lnTo>
                  <a:pt x="376061" y="63341"/>
                </a:lnTo>
                <a:lnTo>
                  <a:pt x="376246" y="63009"/>
                </a:lnTo>
                <a:lnTo>
                  <a:pt x="376446" y="62681"/>
                </a:lnTo>
                <a:lnTo>
                  <a:pt x="376659" y="62356"/>
                </a:lnTo>
                <a:lnTo>
                  <a:pt x="376886" y="62035"/>
                </a:lnTo>
                <a:lnTo>
                  <a:pt x="377126" y="61718"/>
                </a:lnTo>
                <a:lnTo>
                  <a:pt x="377380" y="61404"/>
                </a:lnTo>
                <a:lnTo>
                  <a:pt x="377648" y="61093"/>
                </a:lnTo>
                <a:lnTo>
                  <a:pt x="377930" y="60787"/>
                </a:lnTo>
                <a:lnTo>
                  <a:pt x="378226" y="60484"/>
                </a:lnTo>
                <a:lnTo>
                  <a:pt x="378535" y="60184"/>
                </a:lnTo>
                <a:lnTo>
                  <a:pt x="378858" y="59888"/>
                </a:lnTo>
                <a:lnTo>
                  <a:pt x="379184" y="59600"/>
                </a:lnTo>
                <a:lnTo>
                  <a:pt x="379519" y="59325"/>
                </a:lnTo>
                <a:lnTo>
                  <a:pt x="379864" y="59061"/>
                </a:lnTo>
                <a:lnTo>
                  <a:pt x="380218" y="58810"/>
                </a:lnTo>
                <a:lnTo>
                  <a:pt x="380582" y="58571"/>
                </a:lnTo>
                <a:lnTo>
                  <a:pt x="380955" y="58344"/>
                </a:lnTo>
                <a:lnTo>
                  <a:pt x="381337" y="58130"/>
                </a:lnTo>
                <a:lnTo>
                  <a:pt x="381729" y="57928"/>
                </a:lnTo>
                <a:lnTo>
                  <a:pt x="382130" y="57738"/>
                </a:lnTo>
                <a:lnTo>
                  <a:pt x="382540" y="57560"/>
                </a:lnTo>
                <a:lnTo>
                  <a:pt x="382960" y="57395"/>
                </a:lnTo>
                <a:lnTo>
                  <a:pt x="383390" y="57241"/>
                </a:lnTo>
                <a:lnTo>
                  <a:pt x="383829" y="57101"/>
                </a:lnTo>
                <a:lnTo>
                  <a:pt x="384277" y="56972"/>
                </a:lnTo>
                <a:lnTo>
                  <a:pt x="384734" y="56855"/>
                </a:lnTo>
                <a:lnTo>
                  <a:pt x="385201" y="56751"/>
                </a:lnTo>
                <a:lnTo>
                  <a:pt x="385678" y="56659"/>
                </a:lnTo>
                <a:lnTo>
                  <a:pt x="386163" y="56580"/>
                </a:lnTo>
                <a:lnTo>
                  <a:pt x="386659" y="56512"/>
                </a:lnTo>
                <a:lnTo>
                  <a:pt x="387163" y="56457"/>
                </a:lnTo>
                <a:lnTo>
                  <a:pt x="387677" y="56414"/>
                </a:lnTo>
                <a:lnTo>
                  <a:pt x="388201" y="56384"/>
                </a:lnTo>
                <a:lnTo>
                  <a:pt x="388733" y="56365"/>
                </a:lnTo>
                <a:lnTo>
                  <a:pt x="389276" y="56359"/>
                </a:lnTo>
                <a:lnTo>
                  <a:pt x="389989" y="56368"/>
                </a:lnTo>
                <a:lnTo>
                  <a:pt x="390688" y="56396"/>
                </a:lnTo>
                <a:lnTo>
                  <a:pt x="391373" y="56442"/>
                </a:lnTo>
                <a:lnTo>
                  <a:pt x="392044" y="56507"/>
                </a:lnTo>
                <a:lnTo>
                  <a:pt x="392700" y="56590"/>
                </a:lnTo>
                <a:lnTo>
                  <a:pt x="393342" y="56691"/>
                </a:lnTo>
                <a:lnTo>
                  <a:pt x="393969" y="56811"/>
                </a:lnTo>
                <a:lnTo>
                  <a:pt x="394583" y="56950"/>
                </a:lnTo>
                <a:lnTo>
                  <a:pt x="395182" y="57106"/>
                </a:lnTo>
                <a:lnTo>
                  <a:pt x="395767" y="57282"/>
                </a:lnTo>
                <a:lnTo>
                  <a:pt x="396337" y="57475"/>
                </a:lnTo>
                <a:lnTo>
                  <a:pt x="396894" y="57687"/>
                </a:lnTo>
                <a:lnTo>
                  <a:pt x="397435" y="57918"/>
                </a:lnTo>
                <a:lnTo>
                  <a:pt x="397963" y="58167"/>
                </a:lnTo>
                <a:lnTo>
                  <a:pt x="398477" y="58435"/>
                </a:lnTo>
                <a:lnTo>
                  <a:pt x="398976" y="58721"/>
                </a:lnTo>
                <a:lnTo>
                  <a:pt x="399460" y="59025"/>
                </a:lnTo>
                <a:lnTo>
                  <a:pt x="399931" y="59348"/>
                </a:lnTo>
                <a:lnTo>
                  <a:pt x="400387" y="59689"/>
                </a:lnTo>
                <a:lnTo>
                  <a:pt x="400829" y="60049"/>
                </a:lnTo>
                <a:lnTo>
                  <a:pt x="401257" y="60427"/>
                </a:lnTo>
                <a:lnTo>
                  <a:pt x="401670" y="60824"/>
                </a:lnTo>
                <a:lnTo>
                  <a:pt x="402069" y="61239"/>
                </a:lnTo>
                <a:lnTo>
                  <a:pt x="402454" y="61672"/>
                </a:lnTo>
                <a:lnTo>
                  <a:pt x="402824" y="62130"/>
                </a:lnTo>
                <a:lnTo>
                  <a:pt x="403178" y="62620"/>
                </a:lnTo>
                <a:lnTo>
                  <a:pt x="403516" y="63140"/>
                </a:lnTo>
                <a:lnTo>
                  <a:pt x="403839" y="63692"/>
                </a:lnTo>
                <a:lnTo>
                  <a:pt x="404145" y="64275"/>
                </a:lnTo>
                <a:lnTo>
                  <a:pt x="404437" y="64889"/>
                </a:lnTo>
                <a:lnTo>
                  <a:pt x="404712" y="65534"/>
                </a:lnTo>
                <a:lnTo>
                  <a:pt x="404972" y="66210"/>
                </a:lnTo>
                <a:lnTo>
                  <a:pt x="405215" y="66917"/>
                </a:lnTo>
                <a:lnTo>
                  <a:pt x="405444" y="67655"/>
                </a:lnTo>
                <a:lnTo>
                  <a:pt x="405656" y="68424"/>
                </a:lnTo>
                <a:lnTo>
                  <a:pt x="405853" y="69225"/>
                </a:lnTo>
                <a:lnTo>
                  <a:pt x="406034" y="70057"/>
                </a:lnTo>
                <a:lnTo>
                  <a:pt x="406199" y="70919"/>
                </a:lnTo>
                <a:lnTo>
                  <a:pt x="406348" y="71813"/>
                </a:lnTo>
                <a:lnTo>
                  <a:pt x="406482" y="72738"/>
                </a:lnTo>
                <a:lnTo>
                  <a:pt x="406600" y="73694"/>
                </a:lnTo>
                <a:lnTo>
                  <a:pt x="406702" y="74681"/>
                </a:lnTo>
                <a:lnTo>
                  <a:pt x="406789" y="75699"/>
                </a:lnTo>
                <a:lnTo>
                  <a:pt x="406860" y="76749"/>
                </a:lnTo>
                <a:lnTo>
                  <a:pt x="406915" y="77829"/>
                </a:lnTo>
                <a:lnTo>
                  <a:pt x="406954" y="78941"/>
                </a:lnTo>
                <a:lnTo>
                  <a:pt x="406978" y="80083"/>
                </a:lnTo>
                <a:lnTo>
                  <a:pt x="406986" y="81257"/>
                </a:lnTo>
                <a:lnTo>
                  <a:pt x="406986" y="85008"/>
                </a:lnTo>
                <a:lnTo>
                  <a:pt x="404961" y="85749"/>
                </a:lnTo>
                <a:lnTo>
                  <a:pt x="402985" y="86482"/>
                </a:lnTo>
                <a:lnTo>
                  <a:pt x="401058" y="87205"/>
                </a:lnTo>
                <a:lnTo>
                  <a:pt x="399180" y="87919"/>
                </a:lnTo>
                <a:lnTo>
                  <a:pt x="397350" y="88623"/>
                </a:lnTo>
                <a:lnTo>
                  <a:pt x="395569" y="89318"/>
                </a:lnTo>
                <a:lnTo>
                  <a:pt x="393836" y="90003"/>
                </a:lnTo>
                <a:lnTo>
                  <a:pt x="392152" y="90679"/>
                </a:lnTo>
                <a:lnTo>
                  <a:pt x="390517" y="91346"/>
                </a:lnTo>
                <a:lnTo>
                  <a:pt x="388930" y="92003"/>
                </a:lnTo>
                <a:lnTo>
                  <a:pt x="387392" y="92651"/>
                </a:lnTo>
                <a:lnTo>
                  <a:pt x="385903" y="93290"/>
                </a:lnTo>
                <a:lnTo>
                  <a:pt x="384462" y="93919"/>
                </a:lnTo>
                <a:lnTo>
                  <a:pt x="383070" y="94538"/>
                </a:lnTo>
                <a:lnTo>
                  <a:pt x="381727" y="95148"/>
                </a:lnTo>
                <a:lnTo>
                  <a:pt x="380432" y="95749"/>
                </a:lnTo>
                <a:lnTo>
                  <a:pt x="379186" y="96341"/>
                </a:lnTo>
                <a:lnTo>
                  <a:pt x="377989" y="96923"/>
                </a:lnTo>
                <a:lnTo>
                  <a:pt x="376840" y="97495"/>
                </a:lnTo>
                <a:lnTo>
                  <a:pt x="375740" y="98059"/>
                </a:lnTo>
                <a:lnTo>
                  <a:pt x="374689" y="98612"/>
                </a:lnTo>
                <a:lnTo>
                  <a:pt x="373686" y="99157"/>
                </a:lnTo>
                <a:lnTo>
                  <a:pt x="372732" y="99692"/>
                </a:lnTo>
                <a:lnTo>
                  <a:pt x="371826" y="100217"/>
                </a:lnTo>
                <a:lnTo>
                  <a:pt x="370956" y="100740"/>
                </a:lnTo>
                <a:lnTo>
                  <a:pt x="370108" y="101265"/>
                </a:lnTo>
                <a:lnTo>
                  <a:pt x="369281" y="101793"/>
                </a:lnTo>
                <a:lnTo>
                  <a:pt x="368477" y="102324"/>
                </a:lnTo>
                <a:lnTo>
                  <a:pt x="367694" y="102858"/>
                </a:lnTo>
                <a:lnTo>
                  <a:pt x="366933" y="103395"/>
                </a:lnTo>
                <a:lnTo>
                  <a:pt x="366194" y="103934"/>
                </a:lnTo>
                <a:lnTo>
                  <a:pt x="365477" y="104477"/>
                </a:lnTo>
                <a:lnTo>
                  <a:pt x="364782" y="105022"/>
                </a:lnTo>
                <a:lnTo>
                  <a:pt x="364109" y="105571"/>
                </a:lnTo>
                <a:lnTo>
                  <a:pt x="363457" y="106122"/>
                </a:lnTo>
                <a:lnTo>
                  <a:pt x="362828" y="106676"/>
                </a:lnTo>
                <a:lnTo>
                  <a:pt x="362220" y="107233"/>
                </a:lnTo>
                <a:lnTo>
                  <a:pt x="361635" y="107793"/>
                </a:lnTo>
                <a:lnTo>
                  <a:pt x="361071" y="108356"/>
                </a:lnTo>
                <a:lnTo>
                  <a:pt x="360529" y="108922"/>
                </a:lnTo>
                <a:lnTo>
                  <a:pt x="360009" y="109490"/>
                </a:lnTo>
                <a:lnTo>
                  <a:pt x="359511" y="110062"/>
                </a:lnTo>
                <a:lnTo>
                  <a:pt x="359034" y="110636"/>
                </a:lnTo>
                <a:lnTo>
                  <a:pt x="358580" y="111214"/>
                </a:lnTo>
                <a:lnTo>
                  <a:pt x="358147" y="111794"/>
                </a:lnTo>
                <a:lnTo>
                  <a:pt x="357737" y="112377"/>
                </a:lnTo>
                <a:lnTo>
                  <a:pt x="357348" y="112963"/>
                </a:lnTo>
                <a:lnTo>
                  <a:pt x="356981" y="113552"/>
                </a:lnTo>
                <a:lnTo>
                  <a:pt x="356726" y="113980"/>
                </a:lnTo>
                <a:lnTo>
                  <a:pt x="356482" y="114416"/>
                </a:lnTo>
                <a:lnTo>
                  <a:pt x="356249" y="114857"/>
                </a:lnTo>
                <a:lnTo>
                  <a:pt x="356026" y="115305"/>
                </a:lnTo>
                <a:lnTo>
                  <a:pt x="355815" y="115760"/>
                </a:lnTo>
                <a:lnTo>
                  <a:pt x="355614" y="116221"/>
                </a:lnTo>
                <a:lnTo>
                  <a:pt x="355424" y="116689"/>
                </a:lnTo>
                <a:lnTo>
                  <a:pt x="355245" y="117163"/>
                </a:lnTo>
                <a:lnTo>
                  <a:pt x="355077" y="117644"/>
                </a:lnTo>
                <a:lnTo>
                  <a:pt x="354919" y="118131"/>
                </a:lnTo>
                <a:lnTo>
                  <a:pt x="354773" y="118625"/>
                </a:lnTo>
                <a:lnTo>
                  <a:pt x="354637" y="119125"/>
                </a:lnTo>
                <a:lnTo>
                  <a:pt x="354512" y="119632"/>
                </a:lnTo>
                <a:lnTo>
                  <a:pt x="354398" y="120145"/>
                </a:lnTo>
                <a:lnTo>
                  <a:pt x="354295" y="120665"/>
                </a:lnTo>
                <a:lnTo>
                  <a:pt x="354203" y="121191"/>
                </a:lnTo>
                <a:lnTo>
                  <a:pt x="354122" y="121724"/>
                </a:lnTo>
                <a:lnTo>
                  <a:pt x="354051" y="122264"/>
                </a:lnTo>
                <a:lnTo>
                  <a:pt x="353991" y="122809"/>
                </a:lnTo>
                <a:lnTo>
                  <a:pt x="353943" y="123362"/>
                </a:lnTo>
                <a:lnTo>
                  <a:pt x="353905" y="123921"/>
                </a:lnTo>
                <a:lnTo>
                  <a:pt x="353878" y="124486"/>
                </a:lnTo>
                <a:lnTo>
                  <a:pt x="353861" y="125058"/>
                </a:lnTo>
                <a:lnTo>
                  <a:pt x="353856" y="125636"/>
                </a:lnTo>
                <a:lnTo>
                  <a:pt x="353867" y="126549"/>
                </a:lnTo>
                <a:lnTo>
                  <a:pt x="353900" y="127447"/>
                </a:lnTo>
                <a:lnTo>
                  <a:pt x="353956" y="128330"/>
                </a:lnTo>
                <a:lnTo>
                  <a:pt x="354034" y="129198"/>
                </a:lnTo>
                <a:lnTo>
                  <a:pt x="354134" y="130052"/>
                </a:lnTo>
                <a:lnTo>
                  <a:pt x="354256" y="130891"/>
                </a:lnTo>
                <a:lnTo>
                  <a:pt x="354401" y="131714"/>
                </a:lnTo>
                <a:lnTo>
                  <a:pt x="354568" y="132523"/>
                </a:lnTo>
                <a:lnTo>
                  <a:pt x="354757" y="133318"/>
                </a:lnTo>
                <a:lnTo>
                  <a:pt x="354968" y="134097"/>
                </a:lnTo>
                <a:lnTo>
                  <a:pt x="355202" y="134861"/>
                </a:lnTo>
                <a:lnTo>
                  <a:pt x="355458" y="135611"/>
                </a:lnTo>
                <a:lnTo>
                  <a:pt x="355736" y="136346"/>
                </a:lnTo>
                <a:lnTo>
                  <a:pt x="356036" y="137066"/>
                </a:lnTo>
                <a:lnTo>
                  <a:pt x="356359" y="137771"/>
                </a:lnTo>
                <a:lnTo>
                  <a:pt x="356703" y="138461"/>
                </a:lnTo>
                <a:lnTo>
                  <a:pt x="357070" y="139137"/>
                </a:lnTo>
                <a:lnTo>
                  <a:pt x="357460" y="139798"/>
                </a:lnTo>
                <a:lnTo>
                  <a:pt x="357871" y="140443"/>
                </a:lnTo>
                <a:lnTo>
                  <a:pt x="358305" y="141075"/>
                </a:lnTo>
                <a:lnTo>
                  <a:pt x="358761" y="141691"/>
                </a:lnTo>
                <a:lnTo>
                  <a:pt x="359239" y="142292"/>
                </a:lnTo>
                <a:lnTo>
                  <a:pt x="359740" y="142879"/>
                </a:lnTo>
                <a:lnTo>
                  <a:pt x="360263" y="143450"/>
                </a:lnTo>
                <a:lnTo>
                  <a:pt x="360803" y="144003"/>
                </a:lnTo>
                <a:lnTo>
                  <a:pt x="361355" y="144532"/>
                </a:lnTo>
                <a:lnTo>
                  <a:pt x="361919" y="145037"/>
                </a:lnTo>
                <a:lnTo>
                  <a:pt x="362495" y="145519"/>
                </a:lnTo>
                <a:lnTo>
                  <a:pt x="363084" y="145978"/>
                </a:lnTo>
                <a:lnTo>
                  <a:pt x="363684" y="146413"/>
                </a:lnTo>
                <a:lnTo>
                  <a:pt x="364297" y="146824"/>
                </a:lnTo>
                <a:lnTo>
                  <a:pt x="364922" y="147212"/>
                </a:lnTo>
                <a:lnTo>
                  <a:pt x="365559" y="147577"/>
                </a:lnTo>
                <a:lnTo>
                  <a:pt x="366208" y="147918"/>
                </a:lnTo>
                <a:lnTo>
                  <a:pt x="366869" y="148235"/>
                </a:lnTo>
                <a:lnTo>
                  <a:pt x="367542" y="148529"/>
                </a:lnTo>
                <a:lnTo>
                  <a:pt x="368227" y="148799"/>
                </a:lnTo>
                <a:lnTo>
                  <a:pt x="368925" y="149046"/>
                </a:lnTo>
                <a:lnTo>
                  <a:pt x="369634" y="149270"/>
                </a:lnTo>
                <a:lnTo>
                  <a:pt x="370356" y="149469"/>
                </a:lnTo>
                <a:lnTo>
                  <a:pt x="371090" y="149646"/>
                </a:lnTo>
                <a:lnTo>
                  <a:pt x="371836" y="149799"/>
                </a:lnTo>
                <a:lnTo>
                  <a:pt x="372594" y="149928"/>
                </a:lnTo>
                <a:lnTo>
                  <a:pt x="373364" y="150034"/>
                </a:lnTo>
                <a:lnTo>
                  <a:pt x="374147" y="150116"/>
                </a:lnTo>
                <a:lnTo>
                  <a:pt x="374941" y="150175"/>
                </a:lnTo>
                <a:lnTo>
                  <a:pt x="375748" y="150210"/>
                </a:lnTo>
                <a:lnTo>
                  <a:pt x="376566" y="150222"/>
                </a:lnTo>
                <a:lnTo>
                  <a:pt x="377095" y="150217"/>
                </a:lnTo>
                <a:lnTo>
                  <a:pt x="377620" y="150203"/>
                </a:lnTo>
                <a:lnTo>
                  <a:pt x="378143" y="150179"/>
                </a:lnTo>
                <a:lnTo>
                  <a:pt x="378664" y="150147"/>
                </a:lnTo>
                <a:lnTo>
                  <a:pt x="379182" y="150104"/>
                </a:lnTo>
                <a:lnTo>
                  <a:pt x="379698" y="150052"/>
                </a:lnTo>
                <a:lnTo>
                  <a:pt x="380211" y="149991"/>
                </a:lnTo>
                <a:lnTo>
                  <a:pt x="380722" y="149921"/>
                </a:lnTo>
                <a:lnTo>
                  <a:pt x="381230" y="149841"/>
                </a:lnTo>
                <a:lnTo>
                  <a:pt x="381735" y="149752"/>
                </a:lnTo>
                <a:lnTo>
                  <a:pt x="382238" y="149653"/>
                </a:lnTo>
                <a:lnTo>
                  <a:pt x="382739" y="149545"/>
                </a:lnTo>
                <a:lnTo>
                  <a:pt x="383237" y="149427"/>
                </a:lnTo>
                <a:lnTo>
                  <a:pt x="383732" y="149300"/>
                </a:lnTo>
                <a:lnTo>
                  <a:pt x="384225" y="149164"/>
                </a:lnTo>
                <a:lnTo>
                  <a:pt x="384715" y="149018"/>
                </a:lnTo>
                <a:lnTo>
                  <a:pt x="385203" y="148863"/>
                </a:lnTo>
                <a:lnTo>
                  <a:pt x="385688" y="148698"/>
                </a:lnTo>
                <a:lnTo>
                  <a:pt x="386171" y="148524"/>
                </a:lnTo>
                <a:lnTo>
                  <a:pt x="386651" y="148341"/>
                </a:lnTo>
                <a:lnTo>
                  <a:pt x="387129" y="148148"/>
                </a:lnTo>
                <a:lnTo>
                  <a:pt x="387604" y="147946"/>
                </a:lnTo>
                <a:lnTo>
                  <a:pt x="388076" y="147734"/>
                </a:lnTo>
                <a:lnTo>
                  <a:pt x="388546" y="147513"/>
                </a:lnTo>
                <a:lnTo>
                  <a:pt x="388878" y="147349"/>
                </a:lnTo>
                <a:lnTo>
                  <a:pt x="389247" y="147151"/>
                </a:lnTo>
                <a:lnTo>
                  <a:pt x="389655" y="146921"/>
                </a:lnTo>
                <a:lnTo>
                  <a:pt x="390100" y="146657"/>
                </a:lnTo>
                <a:lnTo>
                  <a:pt x="390584" y="146359"/>
                </a:lnTo>
                <a:lnTo>
                  <a:pt x="391105" y="146029"/>
                </a:lnTo>
                <a:lnTo>
                  <a:pt x="391665" y="145665"/>
                </a:lnTo>
                <a:lnTo>
                  <a:pt x="392262" y="145268"/>
                </a:lnTo>
                <a:lnTo>
                  <a:pt x="392897" y="144837"/>
                </a:lnTo>
                <a:lnTo>
                  <a:pt x="393571" y="144373"/>
                </a:lnTo>
                <a:lnTo>
                  <a:pt x="394282" y="143876"/>
                </a:lnTo>
                <a:lnTo>
                  <a:pt x="395031" y="143346"/>
                </a:lnTo>
                <a:lnTo>
                  <a:pt x="395819" y="142783"/>
                </a:lnTo>
                <a:lnTo>
                  <a:pt x="396644" y="142186"/>
                </a:lnTo>
                <a:lnTo>
                  <a:pt x="397507" y="141556"/>
                </a:lnTo>
                <a:lnTo>
                  <a:pt x="398408" y="140892"/>
                </a:lnTo>
                <a:lnTo>
                  <a:pt x="399348" y="140196"/>
                </a:lnTo>
                <a:lnTo>
                  <a:pt x="400325" y="139466"/>
                </a:lnTo>
                <a:lnTo>
                  <a:pt x="401340" y="138702"/>
                </a:lnTo>
                <a:lnTo>
                  <a:pt x="402393" y="137906"/>
                </a:lnTo>
                <a:lnTo>
                  <a:pt x="403484" y="137076"/>
                </a:lnTo>
                <a:lnTo>
                  <a:pt x="404613" y="136213"/>
                </a:lnTo>
                <a:lnTo>
                  <a:pt x="405781" y="135317"/>
                </a:lnTo>
                <a:lnTo>
                  <a:pt x="406986" y="134387"/>
                </a:lnTo>
                <a:lnTo>
                  <a:pt x="406999" y="135090"/>
                </a:lnTo>
                <a:lnTo>
                  <a:pt x="407023" y="135776"/>
                </a:lnTo>
                <a:lnTo>
                  <a:pt x="407057" y="136444"/>
                </a:lnTo>
                <a:close/>
                <a:moveTo>
                  <a:pt x="403834" y="129988"/>
                </a:moveTo>
                <a:lnTo>
                  <a:pt x="402819" y="130726"/>
                </a:lnTo>
                <a:lnTo>
                  <a:pt x="401820" y="131428"/>
                </a:lnTo>
                <a:lnTo>
                  <a:pt x="400839" y="132095"/>
                </a:lnTo>
                <a:lnTo>
                  <a:pt x="399876" y="132725"/>
                </a:lnTo>
                <a:lnTo>
                  <a:pt x="398929" y="133319"/>
                </a:lnTo>
                <a:lnTo>
                  <a:pt x="398000" y="133877"/>
                </a:lnTo>
                <a:lnTo>
                  <a:pt x="397089" y="134400"/>
                </a:lnTo>
                <a:lnTo>
                  <a:pt x="396195" y="134886"/>
                </a:lnTo>
                <a:lnTo>
                  <a:pt x="395318" y="135336"/>
                </a:lnTo>
                <a:lnTo>
                  <a:pt x="394458" y="135750"/>
                </a:lnTo>
                <a:lnTo>
                  <a:pt x="393616" y="136128"/>
                </a:lnTo>
                <a:lnTo>
                  <a:pt x="392792" y="136470"/>
                </a:lnTo>
                <a:lnTo>
                  <a:pt x="391984" y="136777"/>
                </a:lnTo>
                <a:lnTo>
                  <a:pt x="391194" y="137047"/>
                </a:lnTo>
                <a:lnTo>
                  <a:pt x="390422" y="137281"/>
                </a:lnTo>
                <a:lnTo>
                  <a:pt x="389666" y="137479"/>
                </a:lnTo>
                <a:lnTo>
                  <a:pt x="388928" y="137641"/>
                </a:lnTo>
                <a:lnTo>
                  <a:pt x="388208" y="137767"/>
                </a:lnTo>
                <a:lnTo>
                  <a:pt x="387505" y="137857"/>
                </a:lnTo>
                <a:lnTo>
                  <a:pt x="386819" y="137911"/>
                </a:lnTo>
                <a:lnTo>
                  <a:pt x="386150" y="137929"/>
                </a:lnTo>
                <a:lnTo>
                  <a:pt x="385667" y="137920"/>
                </a:lnTo>
                <a:lnTo>
                  <a:pt x="385187" y="137895"/>
                </a:lnTo>
                <a:lnTo>
                  <a:pt x="384713" y="137852"/>
                </a:lnTo>
                <a:lnTo>
                  <a:pt x="384243" y="137792"/>
                </a:lnTo>
                <a:lnTo>
                  <a:pt x="383778" y="137715"/>
                </a:lnTo>
                <a:lnTo>
                  <a:pt x="383318" y="137621"/>
                </a:lnTo>
                <a:lnTo>
                  <a:pt x="382863" y="137510"/>
                </a:lnTo>
                <a:lnTo>
                  <a:pt x="382412" y="137382"/>
                </a:lnTo>
                <a:lnTo>
                  <a:pt x="381965" y="137236"/>
                </a:lnTo>
                <a:lnTo>
                  <a:pt x="381524" y="137074"/>
                </a:lnTo>
                <a:lnTo>
                  <a:pt x="381087" y="136894"/>
                </a:lnTo>
                <a:lnTo>
                  <a:pt x="380655" y="136698"/>
                </a:lnTo>
                <a:lnTo>
                  <a:pt x="380228" y="136484"/>
                </a:lnTo>
                <a:lnTo>
                  <a:pt x="379805" y="136253"/>
                </a:lnTo>
                <a:lnTo>
                  <a:pt x="379387" y="136005"/>
                </a:lnTo>
                <a:lnTo>
                  <a:pt x="378974" y="135740"/>
                </a:lnTo>
                <a:lnTo>
                  <a:pt x="378565" y="135458"/>
                </a:lnTo>
                <a:lnTo>
                  <a:pt x="378161" y="135158"/>
                </a:lnTo>
                <a:lnTo>
                  <a:pt x="377762" y="134842"/>
                </a:lnTo>
                <a:lnTo>
                  <a:pt x="377368" y="134508"/>
                </a:lnTo>
                <a:lnTo>
                  <a:pt x="376978" y="134158"/>
                </a:lnTo>
                <a:lnTo>
                  <a:pt x="376593" y="133790"/>
                </a:lnTo>
                <a:lnTo>
                  <a:pt x="376213" y="133405"/>
                </a:lnTo>
                <a:lnTo>
                  <a:pt x="375837" y="133003"/>
                </a:lnTo>
                <a:lnTo>
                  <a:pt x="375471" y="132589"/>
                </a:lnTo>
                <a:lnTo>
                  <a:pt x="375121" y="132165"/>
                </a:lnTo>
                <a:lnTo>
                  <a:pt x="374787" y="131732"/>
                </a:lnTo>
                <a:lnTo>
                  <a:pt x="374468" y="131291"/>
                </a:lnTo>
                <a:lnTo>
                  <a:pt x="374165" y="130841"/>
                </a:lnTo>
                <a:lnTo>
                  <a:pt x="373877" y="130382"/>
                </a:lnTo>
                <a:lnTo>
                  <a:pt x="373605" y="129914"/>
                </a:lnTo>
                <a:lnTo>
                  <a:pt x="373348" y="129437"/>
                </a:lnTo>
                <a:lnTo>
                  <a:pt x="373107" y="128952"/>
                </a:lnTo>
                <a:lnTo>
                  <a:pt x="372882" y="128457"/>
                </a:lnTo>
                <a:lnTo>
                  <a:pt x="372672" y="127954"/>
                </a:lnTo>
                <a:lnTo>
                  <a:pt x="372477" y="127442"/>
                </a:lnTo>
                <a:lnTo>
                  <a:pt x="372298" y="126921"/>
                </a:lnTo>
                <a:lnTo>
                  <a:pt x="372135" y="126392"/>
                </a:lnTo>
                <a:lnTo>
                  <a:pt x="371987" y="125853"/>
                </a:lnTo>
                <a:lnTo>
                  <a:pt x="371855" y="125306"/>
                </a:lnTo>
                <a:lnTo>
                  <a:pt x="371738" y="124750"/>
                </a:lnTo>
                <a:lnTo>
                  <a:pt x="371637" y="124185"/>
                </a:lnTo>
                <a:lnTo>
                  <a:pt x="371552" y="123611"/>
                </a:lnTo>
                <a:lnTo>
                  <a:pt x="371482" y="123028"/>
                </a:lnTo>
                <a:lnTo>
                  <a:pt x="371427" y="122437"/>
                </a:lnTo>
                <a:lnTo>
                  <a:pt x="371389" y="121837"/>
                </a:lnTo>
                <a:lnTo>
                  <a:pt x="371365" y="121228"/>
                </a:lnTo>
                <a:lnTo>
                  <a:pt x="371357" y="120610"/>
                </a:lnTo>
                <a:lnTo>
                  <a:pt x="371364" y="120119"/>
                </a:lnTo>
                <a:lnTo>
                  <a:pt x="371382" y="119631"/>
                </a:lnTo>
                <a:lnTo>
                  <a:pt x="371413" y="119146"/>
                </a:lnTo>
                <a:lnTo>
                  <a:pt x="371456" y="118665"/>
                </a:lnTo>
                <a:lnTo>
                  <a:pt x="371511" y="118187"/>
                </a:lnTo>
                <a:lnTo>
                  <a:pt x="371579" y="117712"/>
                </a:lnTo>
                <a:lnTo>
                  <a:pt x="371659" y="117241"/>
                </a:lnTo>
                <a:lnTo>
                  <a:pt x="371751" y="116772"/>
                </a:lnTo>
                <a:lnTo>
                  <a:pt x="371856" y="116307"/>
                </a:lnTo>
                <a:lnTo>
                  <a:pt x="371972" y="115845"/>
                </a:lnTo>
                <a:lnTo>
                  <a:pt x="372101" y="115387"/>
                </a:lnTo>
                <a:lnTo>
                  <a:pt x="372243" y="114931"/>
                </a:lnTo>
                <a:lnTo>
                  <a:pt x="372397" y="114479"/>
                </a:lnTo>
                <a:lnTo>
                  <a:pt x="372563" y="114030"/>
                </a:lnTo>
                <a:lnTo>
                  <a:pt x="372741" y="113585"/>
                </a:lnTo>
                <a:lnTo>
                  <a:pt x="372932" y="113142"/>
                </a:lnTo>
                <a:lnTo>
                  <a:pt x="373135" y="112703"/>
                </a:lnTo>
                <a:lnTo>
                  <a:pt x="373350" y="112267"/>
                </a:lnTo>
                <a:lnTo>
                  <a:pt x="373577" y="111835"/>
                </a:lnTo>
                <a:lnTo>
                  <a:pt x="373817" y="111405"/>
                </a:lnTo>
                <a:lnTo>
                  <a:pt x="374069" y="110979"/>
                </a:lnTo>
                <a:lnTo>
                  <a:pt x="374334" y="110556"/>
                </a:lnTo>
                <a:lnTo>
                  <a:pt x="374610" y="110137"/>
                </a:lnTo>
                <a:lnTo>
                  <a:pt x="374899" y="109720"/>
                </a:lnTo>
                <a:lnTo>
                  <a:pt x="375203" y="109306"/>
                </a:lnTo>
                <a:lnTo>
                  <a:pt x="375522" y="108893"/>
                </a:lnTo>
                <a:lnTo>
                  <a:pt x="375858" y="108482"/>
                </a:lnTo>
                <a:lnTo>
                  <a:pt x="376210" y="108072"/>
                </a:lnTo>
                <a:lnTo>
                  <a:pt x="376579" y="107664"/>
                </a:lnTo>
                <a:lnTo>
                  <a:pt x="376963" y="107257"/>
                </a:lnTo>
                <a:lnTo>
                  <a:pt x="377364" y="106852"/>
                </a:lnTo>
                <a:lnTo>
                  <a:pt x="377782" y="106448"/>
                </a:lnTo>
                <a:lnTo>
                  <a:pt x="378215" y="106045"/>
                </a:lnTo>
                <a:lnTo>
                  <a:pt x="378665" y="105644"/>
                </a:lnTo>
                <a:lnTo>
                  <a:pt x="379131" y="105244"/>
                </a:lnTo>
                <a:lnTo>
                  <a:pt x="379613" y="104846"/>
                </a:lnTo>
                <a:lnTo>
                  <a:pt x="380112" y="104449"/>
                </a:lnTo>
                <a:lnTo>
                  <a:pt x="380627" y="104054"/>
                </a:lnTo>
                <a:lnTo>
                  <a:pt x="381158" y="103660"/>
                </a:lnTo>
                <a:lnTo>
                  <a:pt x="381706" y="103267"/>
                </a:lnTo>
                <a:lnTo>
                  <a:pt x="382269" y="102876"/>
                </a:lnTo>
                <a:lnTo>
                  <a:pt x="382849" y="102486"/>
                </a:lnTo>
                <a:lnTo>
                  <a:pt x="383446" y="102098"/>
                </a:lnTo>
                <a:lnTo>
                  <a:pt x="384058" y="101711"/>
                </a:lnTo>
                <a:lnTo>
                  <a:pt x="384687" y="101326"/>
                </a:lnTo>
                <a:lnTo>
                  <a:pt x="385332" y="100942"/>
                </a:lnTo>
                <a:lnTo>
                  <a:pt x="385994" y="100559"/>
                </a:lnTo>
                <a:lnTo>
                  <a:pt x="386671" y="100178"/>
                </a:lnTo>
                <a:lnTo>
                  <a:pt x="387073" y="99956"/>
                </a:lnTo>
                <a:lnTo>
                  <a:pt x="387513" y="99721"/>
                </a:lnTo>
                <a:lnTo>
                  <a:pt x="387991" y="99473"/>
                </a:lnTo>
                <a:lnTo>
                  <a:pt x="388509" y="99213"/>
                </a:lnTo>
                <a:lnTo>
                  <a:pt x="389065" y="98940"/>
                </a:lnTo>
                <a:lnTo>
                  <a:pt x="389660" y="98654"/>
                </a:lnTo>
                <a:lnTo>
                  <a:pt x="390293" y="98356"/>
                </a:lnTo>
                <a:lnTo>
                  <a:pt x="390966" y="98046"/>
                </a:lnTo>
                <a:lnTo>
                  <a:pt x="391677" y="97722"/>
                </a:lnTo>
                <a:lnTo>
                  <a:pt x="392426" y="97386"/>
                </a:lnTo>
                <a:lnTo>
                  <a:pt x="393215" y="97038"/>
                </a:lnTo>
                <a:lnTo>
                  <a:pt x="394042" y="96677"/>
                </a:lnTo>
                <a:lnTo>
                  <a:pt x="394908" y="96303"/>
                </a:lnTo>
                <a:lnTo>
                  <a:pt x="395812" y="95917"/>
                </a:lnTo>
                <a:lnTo>
                  <a:pt x="396755" y="95518"/>
                </a:lnTo>
                <a:lnTo>
                  <a:pt x="397737" y="95107"/>
                </a:lnTo>
                <a:lnTo>
                  <a:pt x="398758" y="94683"/>
                </a:lnTo>
                <a:lnTo>
                  <a:pt x="399817" y="94246"/>
                </a:lnTo>
                <a:lnTo>
                  <a:pt x="400915" y="93797"/>
                </a:lnTo>
                <a:lnTo>
                  <a:pt x="402052" y="93335"/>
                </a:lnTo>
                <a:lnTo>
                  <a:pt x="403227" y="92861"/>
                </a:lnTo>
                <a:lnTo>
                  <a:pt x="404441" y="92374"/>
                </a:lnTo>
                <a:lnTo>
                  <a:pt x="405694" y="91874"/>
                </a:lnTo>
                <a:lnTo>
                  <a:pt x="406986" y="91362"/>
                </a:lnTo>
                <a:lnTo>
                  <a:pt x="406986" y="127557"/>
                </a:lnTo>
                <a:lnTo>
                  <a:pt x="405918" y="128403"/>
                </a:lnTo>
                <a:lnTo>
                  <a:pt x="404867" y="129214"/>
                </a:lnTo>
                <a:lnTo>
                  <a:pt x="403834" y="129988"/>
                </a:lnTo>
                <a:close/>
                <a:moveTo>
                  <a:pt x="230015" y="85864"/>
                </a:moveTo>
                <a:lnTo>
                  <a:pt x="229926" y="84454"/>
                </a:lnTo>
                <a:lnTo>
                  <a:pt x="229800" y="83069"/>
                </a:lnTo>
                <a:lnTo>
                  <a:pt x="229639" y="81708"/>
                </a:lnTo>
                <a:lnTo>
                  <a:pt x="229442" y="80372"/>
                </a:lnTo>
                <a:lnTo>
                  <a:pt x="229210" y="79061"/>
                </a:lnTo>
                <a:lnTo>
                  <a:pt x="228941" y="77775"/>
                </a:lnTo>
                <a:lnTo>
                  <a:pt x="228637" y="76513"/>
                </a:lnTo>
                <a:lnTo>
                  <a:pt x="228296" y="75276"/>
                </a:lnTo>
                <a:lnTo>
                  <a:pt x="227920" y="74064"/>
                </a:lnTo>
                <a:lnTo>
                  <a:pt x="227509" y="72876"/>
                </a:lnTo>
                <a:lnTo>
                  <a:pt x="227061" y="71713"/>
                </a:lnTo>
                <a:lnTo>
                  <a:pt x="226577" y="70575"/>
                </a:lnTo>
                <a:lnTo>
                  <a:pt x="226058" y="69461"/>
                </a:lnTo>
                <a:lnTo>
                  <a:pt x="225503" y="68373"/>
                </a:lnTo>
                <a:lnTo>
                  <a:pt x="224912" y="67309"/>
                </a:lnTo>
                <a:lnTo>
                  <a:pt x="224286" y="66269"/>
                </a:lnTo>
                <a:lnTo>
                  <a:pt x="223623" y="65255"/>
                </a:lnTo>
                <a:lnTo>
                  <a:pt x="222925" y="64265"/>
                </a:lnTo>
                <a:lnTo>
                  <a:pt x="222191" y="63300"/>
                </a:lnTo>
                <a:lnTo>
                  <a:pt x="221421" y="62359"/>
                </a:lnTo>
                <a:lnTo>
                  <a:pt x="220615" y="61443"/>
                </a:lnTo>
                <a:lnTo>
                  <a:pt x="219773" y="60552"/>
                </a:lnTo>
                <a:lnTo>
                  <a:pt x="218904" y="59692"/>
                </a:lnTo>
                <a:lnTo>
                  <a:pt x="218015" y="58868"/>
                </a:lnTo>
                <a:lnTo>
                  <a:pt x="217106" y="58080"/>
                </a:lnTo>
                <a:lnTo>
                  <a:pt x="216176" y="57329"/>
                </a:lnTo>
                <a:lnTo>
                  <a:pt x="215228" y="56615"/>
                </a:lnTo>
                <a:lnTo>
                  <a:pt x="214259" y="55938"/>
                </a:lnTo>
                <a:lnTo>
                  <a:pt x="213270" y="55297"/>
                </a:lnTo>
                <a:lnTo>
                  <a:pt x="212261" y="54692"/>
                </a:lnTo>
                <a:lnTo>
                  <a:pt x="211233" y="54125"/>
                </a:lnTo>
                <a:lnTo>
                  <a:pt x="210184" y="53594"/>
                </a:lnTo>
                <a:lnTo>
                  <a:pt x="209116" y="53099"/>
                </a:lnTo>
                <a:lnTo>
                  <a:pt x="208028" y="52641"/>
                </a:lnTo>
                <a:lnTo>
                  <a:pt x="206919" y="52220"/>
                </a:lnTo>
                <a:lnTo>
                  <a:pt x="205791" y="51836"/>
                </a:lnTo>
                <a:lnTo>
                  <a:pt x="204644" y="51488"/>
                </a:lnTo>
                <a:lnTo>
                  <a:pt x="203476" y="51176"/>
                </a:lnTo>
                <a:lnTo>
                  <a:pt x="202288" y="50902"/>
                </a:lnTo>
                <a:lnTo>
                  <a:pt x="201080" y="50664"/>
                </a:lnTo>
                <a:lnTo>
                  <a:pt x="199853" y="50462"/>
                </a:lnTo>
                <a:lnTo>
                  <a:pt x="198605" y="50297"/>
                </a:lnTo>
                <a:lnTo>
                  <a:pt x="197338" y="50169"/>
                </a:lnTo>
                <a:lnTo>
                  <a:pt x="196051" y="50078"/>
                </a:lnTo>
                <a:lnTo>
                  <a:pt x="194744" y="50023"/>
                </a:lnTo>
                <a:lnTo>
                  <a:pt x="193417" y="50004"/>
                </a:lnTo>
                <a:lnTo>
                  <a:pt x="191848" y="50028"/>
                </a:lnTo>
                <a:lnTo>
                  <a:pt x="190301" y="50099"/>
                </a:lnTo>
                <a:lnTo>
                  <a:pt x="188777" y="50218"/>
                </a:lnTo>
                <a:lnTo>
                  <a:pt x="187275" y="50384"/>
                </a:lnTo>
                <a:lnTo>
                  <a:pt x="185795" y="50598"/>
                </a:lnTo>
                <a:lnTo>
                  <a:pt x="184337" y="50859"/>
                </a:lnTo>
                <a:lnTo>
                  <a:pt x="182902" y="51168"/>
                </a:lnTo>
                <a:lnTo>
                  <a:pt x="181489" y="51524"/>
                </a:lnTo>
                <a:lnTo>
                  <a:pt x="180098" y="51927"/>
                </a:lnTo>
                <a:lnTo>
                  <a:pt x="178729" y="52378"/>
                </a:lnTo>
                <a:lnTo>
                  <a:pt x="177383" y="52877"/>
                </a:lnTo>
                <a:lnTo>
                  <a:pt x="176059" y="53423"/>
                </a:lnTo>
                <a:lnTo>
                  <a:pt x="174757" y="54016"/>
                </a:lnTo>
                <a:lnTo>
                  <a:pt x="173477" y="54657"/>
                </a:lnTo>
                <a:lnTo>
                  <a:pt x="172220" y="55346"/>
                </a:lnTo>
                <a:lnTo>
                  <a:pt x="170984" y="56081"/>
                </a:lnTo>
                <a:lnTo>
                  <a:pt x="169771" y="56865"/>
                </a:lnTo>
                <a:lnTo>
                  <a:pt x="168581" y="57696"/>
                </a:lnTo>
                <a:lnTo>
                  <a:pt x="167412" y="58574"/>
                </a:lnTo>
                <a:lnTo>
                  <a:pt x="166266" y="59500"/>
                </a:lnTo>
                <a:lnTo>
                  <a:pt x="165142" y="60473"/>
                </a:lnTo>
                <a:lnTo>
                  <a:pt x="164040" y="61494"/>
                </a:lnTo>
                <a:lnTo>
                  <a:pt x="162961" y="62562"/>
                </a:lnTo>
                <a:lnTo>
                  <a:pt x="161904" y="63678"/>
                </a:lnTo>
                <a:lnTo>
                  <a:pt x="160879" y="64835"/>
                </a:lnTo>
                <a:lnTo>
                  <a:pt x="159899" y="66031"/>
                </a:lnTo>
                <a:lnTo>
                  <a:pt x="158962" y="67263"/>
                </a:lnTo>
                <a:lnTo>
                  <a:pt x="158068" y="68533"/>
                </a:lnTo>
                <a:lnTo>
                  <a:pt x="157218" y="69840"/>
                </a:lnTo>
                <a:lnTo>
                  <a:pt x="156412" y="71185"/>
                </a:lnTo>
                <a:lnTo>
                  <a:pt x="155649" y="72567"/>
                </a:lnTo>
                <a:lnTo>
                  <a:pt x="154930" y="73986"/>
                </a:lnTo>
                <a:lnTo>
                  <a:pt x="154254" y="75443"/>
                </a:lnTo>
                <a:lnTo>
                  <a:pt x="153622" y="76937"/>
                </a:lnTo>
                <a:lnTo>
                  <a:pt x="153034" y="78468"/>
                </a:lnTo>
                <a:lnTo>
                  <a:pt x="152489" y="80037"/>
                </a:lnTo>
                <a:lnTo>
                  <a:pt x="151988" y="81643"/>
                </a:lnTo>
                <a:lnTo>
                  <a:pt x="151530" y="83287"/>
                </a:lnTo>
                <a:lnTo>
                  <a:pt x="151116" y="84968"/>
                </a:lnTo>
                <a:lnTo>
                  <a:pt x="150745" y="86686"/>
                </a:lnTo>
                <a:lnTo>
                  <a:pt x="150418" y="88442"/>
                </a:lnTo>
                <a:lnTo>
                  <a:pt x="150135" y="90235"/>
                </a:lnTo>
                <a:lnTo>
                  <a:pt x="149895" y="92065"/>
                </a:lnTo>
                <a:lnTo>
                  <a:pt x="149699" y="93932"/>
                </a:lnTo>
                <a:lnTo>
                  <a:pt x="149547" y="95837"/>
                </a:lnTo>
                <a:lnTo>
                  <a:pt x="149438" y="97780"/>
                </a:lnTo>
                <a:lnTo>
                  <a:pt x="149372" y="99760"/>
                </a:lnTo>
                <a:lnTo>
                  <a:pt x="149350" y="101777"/>
                </a:lnTo>
                <a:lnTo>
                  <a:pt x="149372" y="103641"/>
                </a:lnTo>
                <a:lnTo>
                  <a:pt x="149435" y="105473"/>
                </a:lnTo>
                <a:lnTo>
                  <a:pt x="149542" y="107273"/>
                </a:lnTo>
                <a:lnTo>
                  <a:pt x="149691" y="109041"/>
                </a:lnTo>
                <a:lnTo>
                  <a:pt x="149882" y="110778"/>
                </a:lnTo>
                <a:lnTo>
                  <a:pt x="150116" y="112482"/>
                </a:lnTo>
                <a:lnTo>
                  <a:pt x="150392" y="114154"/>
                </a:lnTo>
                <a:lnTo>
                  <a:pt x="150711" y="115795"/>
                </a:lnTo>
                <a:lnTo>
                  <a:pt x="151072" y="117403"/>
                </a:lnTo>
                <a:lnTo>
                  <a:pt x="151476" y="118980"/>
                </a:lnTo>
                <a:lnTo>
                  <a:pt x="151922" y="120525"/>
                </a:lnTo>
                <a:lnTo>
                  <a:pt x="152411" y="122037"/>
                </a:lnTo>
                <a:lnTo>
                  <a:pt x="152942" y="123518"/>
                </a:lnTo>
                <a:lnTo>
                  <a:pt x="153516" y="124967"/>
                </a:lnTo>
                <a:lnTo>
                  <a:pt x="154132" y="126384"/>
                </a:lnTo>
                <a:lnTo>
                  <a:pt x="154791" y="127769"/>
                </a:lnTo>
                <a:lnTo>
                  <a:pt x="155492" y="129122"/>
                </a:lnTo>
                <a:lnTo>
                  <a:pt x="156236" y="130443"/>
                </a:lnTo>
                <a:lnTo>
                  <a:pt x="157022" y="131732"/>
                </a:lnTo>
                <a:lnTo>
                  <a:pt x="157851" y="132989"/>
                </a:lnTo>
                <a:lnTo>
                  <a:pt x="158722" y="134214"/>
                </a:lnTo>
                <a:lnTo>
                  <a:pt x="159636" y="135407"/>
                </a:lnTo>
                <a:lnTo>
                  <a:pt x="160592" y="136568"/>
                </a:lnTo>
                <a:lnTo>
                  <a:pt x="161591" y="137698"/>
                </a:lnTo>
                <a:lnTo>
                  <a:pt x="162620" y="138788"/>
                </a:lnTo>
                <a:lnTo>
                  <a:pt x="163666" y="139831"/>
                </a:lnTo>
                <a:lnTo>
                  <a:pt x="164729" y="140828"/>
                </a:lnTo>
                <a:lnTo>
                  <a:pt x="165809" y="141779"/>
                </a:lnTo>
                <a:lnTo>
                  <a:pt x="166906" y="142684"/>
                </a:lnTo>
                <a:lnTo>
                  <a:pt x="168021" y="143542"/>
                </a:lnTo>
                <a:lnTo>
                  <a:pt x="169153" y="144353"/>
                </a:lnTo>
                <a:lnTo>
                  <a:pt x="170301" y="145119"/>
                </a:lnTo>
                <a:lnTo>
                  <a:pt x="171468" y="145837"/>
                </a:lnTo>
                <a:lnTo>
                  <a:pt x="172651" y="146510"/>
                </a:lnTo>
                <a:lnTo>
                  <a:pt x="173851" y="147136"/>
                </a:lnTo>
                <a:lnTo>
                  <a:pt x="175069" y="147716"/>
                </a:lnTo>
                <a:lnTo>
                  <a:pt x="176304" y="148249"/>
                </a:lnTo>
                <a:lnTo>
                  <a:pt x="177556" y="148736"/>
                </a:lnTo>
                <a:lnTo>
                  <a:pt x="178825" y="149177"/>
                </a:lnTo>
                <a:lnTo>
                  <a:pt x="180111" y="149571"/>
                </a:lnTo>
                <a:lnTo>
                  <a:pt x="181415" y="149919"/>
                </a:lnTo>
                <a:lnTo>
                  <a:pt x="182736" y="150220"/>
                </a:lnTo>
                <a:lnTo>
                  <a:pt x="184074" y="150475"/>
                </a:lnTo>
                <a:lnTo>
                  <a:pt x="185429" y="150684"/>
                </a:lnTo>
                <a:lnTo>
                  <a:pt x="186801" y="150846"/>
                </a:lnTo>
                <a:lnTo>
                  <a:pt x="188190" y="150962"/>
                </a:lnTo>
                <a:lnTo>
                  <a:pt x="189597" y="151032"/>
                </a:lnTo>
                <a:lnTo>
                  <a:pt x="191021" y="151055"/>
                </a:lnTo>
                <a:lnTo>
                  <a:pt x="192331" y="151035"/>
                </a:lnTo>
                <a:lnTo>
                  <a:pt x="193623" y="150974"/>
                </a:lnTo>
                <a:lnTo>
                  <a:pt x="194897" y="150872"/>
                </a:lnTo>
                <a:lnTo>
                  <a:pt x="196152" y="150730"/>
                </a:lnTo>
                <a:lnTo>
                  <a:pt x="197388" y="150546"/>
                </a:lnTo>
                <a:lnTo>
                  <a:pt x="198606" y="150323"/>
                </a:lnTo>
                <a:lnTo>
                  <a:pt x="199806" y="150058"/>
                </a:lnTo>
                <a:lnTo>
                  <a:pt x="200987" y="149753"/>
                </a:lnTo>
                <a:lnTo>
                  <a:pt x="202150" y="149407"/>
                </a:lnTo>
                <a:lnTo>
                  <a:pt x="203294" y="149020"/>
                </a:lnTo>
                <a:lnTo>
                  <a:pt x="204420" y="148593"/>
                </a:lnTo>
                <a:lnTo>
                  <a:pt x="205527" y="148125"/>
                </a:lnTo>
                <a:lnTo>
                  <a:pt x="206616" y="147617"/>
                </a:lnTo>
                <a:lnTo>
                  <a:pt x="207687" y="147067"/>
                </a:lnTo>
                <a:lnTo>
                  <a:pt x="208739" y="146477"/>
                </a:lnTo>
                <a:lnTo>
                  <a:pt x="209773" y="145846"/>
                </a:lnTo>
                <a:lnTo>
                  <a:pt x="210788" y="145175"/>
                </a:lnTo>
                <a:lnTo>
                  <a:pt x="211784" y="144463"/>
                </a:lnTo>
                <a:lnTo>
                  <a:pt x="212763" y="143710"/>
                </a:lnTo>
                <a:lnTo>
                  <a:pt x="213723" y="142916"/>
                </a:lnTo>
                <a:lnTo>
                  <a:pt x="214664" y="142082"/>
                </a:lnTo>
                <a:lnTo>
                  <a:pt x="215587" y="141207"/>
                </a:lnTo>
                <a:lnTo>
                  <a:pt x="216491" y="140292"/>
                </a:lnTo>
                <a:lnTo>
                  <a:pt x="217377" y="139335"/>
                </a:lnTo>
                <a:lnTo>
                  <a:pt x="218240" y="138354"/>
                </a:lnTo>
                <a:lnTo>
                  <a:pt x="219073" y="137364"/>
                </a:lnTo>
                <a:lnTo>
                  <a:pt x="219878" y="136366"/>
                </a:lnTo>
                <a:lnTo>
                  <a:pt x="220653" y="135358"/>
                </a:lnTo>
                <a:lnTo>
                  <a:pt x="221400" y="134341"/>
                </a:lnTo>
                <a:lnTo>
                  <a:pt x="222117" y="133316"/>
                </a:lnTo>
                <a:lnTo>
                  <a:pt x="222806" y="132282"/>
                </a:lnTo>
                <a:lnTo>
                  <a:pt x="223466" y="131239"/>
                </a:lnTo>
                <a:lnTo>
                  <a:pt x="224097" y="130187"/>
                </a:lnTo>
                <a:lnTo>
                  <a:pt x="224699" y="129126"/>
                </a:lnTo>
                <a:lnTo>
                  <a:pt x="225272" y="128056"/>
                </a:lnTo>
                <a:lnTo>
                  <a:pt x="225816" y="126977"/>
                </a:lnTo>
                <a:lnTo>
                  <a:pt x="226331" y="125890"/>
                </a:lnTo>
                <a:lnTo>
                  <a:pt x="226817" y="124794"/>
                </a:lnTo>
                <a:lnTo>
                  <a:pt x="227274" y="123689"/>
                </a:lnTo>
                <a:lnTo>
                  <a:pt x="227702" y="122575"/>
                </a:lnTo>
                <a:lnTo>
                  <a:pt x="228102" y="121452"/>
                </a:lnTo>
                <a:lnTo>
                  <a:pt x="228472" y="120320"/>
                </a:lnTo>
                <a:lnTo>
                  <a:pt x="228814" y="119179"/>
                </a:lnTo>
                <a:lnTo>
                  <a:pt x="229126" y="118030"/>
                </a:lnTo>
                <a:lnTo>
                  <a:pt x="229410" y="116872"/>
                </a:lnTo>
                <a:lnTo>
                  <a:pt x="229664" y="115704"/>
                </a:lnTo>
                <a:lnTo>
                  <a:pt x="229890" y="114528"/>
                </a:lnTo>
                <a:lnTo>
                  <a:pt x="230087" y="113343"/>
                </a:lnTo>
                <a:lnTo>
                  <a:pt x="226857" y="111260"/>
                </a:lnTo>
                <a:lnTo>
                  <a:pt x="226463" y="112289"/>
                </a:lnTo>
                <a:lnTo>
                  <a:pt x="226061" y="113292"/>
                </a:lnTo>
                <a:lnTo>
                  <a:pt x="225650" y="114270"/>
                </a:lnTo>
                <a:lnTo>
                  <a:pt x="225233" y="115223"/>
                </a:lnTo>
                <a:lnTo>
                  <a:pt x="224807" y="116150"/>
                </a:lnTo>
                <a:lnTo>
                  <a:pt x="224373" y="117051"/>
                </a:lnTo>
                <a:lnTo>
                  <a:pt x="223932" y="117927"/>
                </a:lnTo>
                <a:lnTo>
                  <a:pt x="223483" y="118778"/>
                </a:lnTo>
                <a:lnTo>
                  <a:pt x="223027" y="119603"/>
                </a:lnTo>
                <a:lnTo>
                  <a:pt x="222562" y="120402"/>
                </a:lnTo>
                <a:lnTo>
                  <a:pt x="222090" y="121176"/>
                </a:lnTo>
                <a:lnTo>
                  <a:pt x="221610" y="121925"/>
                </a:lnTo>
                <a:lnTo>
                  <a:pt x="221122" y="122648"/>
                </a:lnTo>
                <a:lnTo>
                  <a:pt x="220626" y="123345"/>
                </a:lnTo>
                <a:lnTo>
                  <a:pt x="220123" y="124017"/>
                </a:lnTo>
                <a:lnTo>
                  <a:pt x="219611" y="124664"/>
                </a:lnTo>
                <a:lnTo>
                  <a:pt x="219092" y="125285"/>
                </a:lnTo>
                <a:lnTo>
                  <a:pt x="218566" y="125880"/>
                </a:lnTo>
                <a:lnTo>
                  <a:pt x="218031" y="126450"/>
                </a:lnTo>
                <a:lnTo>
                  <a:pt x="217489" y="126995"/>
                </a:lnTo>
                <a:lnTo>
                  <a:pt x="216939" y="127514"/>
                </a:lnTo>
                <a:lnTo>
                  <a:pt x="216381" y="128007"/>
                </a:lnTo>
                <a:lnTo>
                  <a:pt x="215815" y="128475"/>
                </a:lnTo>
                <a:lnTo>
                  <a:pt x="215242" y="128918"/>
                </a:lnTo>
                <a:lnTo>
                  <a:pt x="214660" y="129339"/>
                </a:lnTo>
                <a:lnTo>
                  <a:pt x="214070" y="129741"/>
                </a:lnTo>
                <a:lnTo>
                  <a:pt x="213472" y="130126"/>
                </a:lnTo>
                <a:lnTo>
                  <a:pt x="212865" y="130493"/>
                </a:lnTo>
                <a:lnTo>
                  <a:pt x="212249" y="130843"/>
                </a:lnTo>
                <a:lnTo>
                  <a:pt x="211625" y="131174"/>
                </a:lnTo>
                <a:lnTo>
                  <a:pt x="210992" y="131487"/>
                </a:lnTo>
                <a:lnTo>
                  <a:pt x="210351" y="131783"/>
                </a:lnTo>
                <a:lnTo>
                  <a:pt x="209702" y="132060"/>
                </a:lnTo>
                <a:lnTo>
                  <a:pt x="209044" y="132320"/>
                </a:lnTo>
                <a:lnTo>
                  <a:pt x="208377" y="132561"/>
                </a:lnTo>
                <a:lnTo>
                  <a:pt x="207702" y="132785"/>
                </a:lnTo>
                <a:lnTo>
                  <a:pt x="207018" y="132991"/>
                </a:lnTo>
                <a:lnTo>
                  <a:pt x="206326" y="133179"/>
                </a:lnTo>
                <a:lnTo>
                  <a:pt x="205626" y="133349"/>
                </a:lnTo>
                <a:lnTo>
                  <a:pt x="204917" y="133502"/>
                </a:lnTo>
                <a:lnTo>
                  <a:pt x="204199" y="133636"/>
                </a:lnTo>
                <a:lnTo>
                  <a:pt x="203473" y="133752"/>
                </a:lnTo>
                <a:lnTo>
                  <a:pt x="202739" y="133851"/>
                </a:lnTo>
                <a:lnTo>
                  <a:pt x="201996" y="133931"/>
                </a:lnTo>
                <a:lnTo>
                  <a:pt x="201244" y="133994"/>
                </a:lnTo>
                <a:lnTo>
                  <a:pt x="200484" y="134039"/>
                </a:lnTo>
                <a:lnTo>
                  <a:pt x="199715" y="134066"/>
                </a:lnTo>
                <a:lnTo>
                  <a:pt x="198938" y="134074"/>
                </a:lnTo>
                <a:lnTo>
                  <a:pt x="197773" y="134054"/>
                </a:lnTo>
                <a:lnTo>
                  <a:pt x="196620" y="133991"/>
                </a:lnTo>
                <a:lnTo>
                  <a:pt x="195479" y="133886"/>
                </a:lnTo>
                <a:lnTo>
                  <a:pt x="194352" y="133740"/>
                </a:lnTo>
                <a:lnTo>
                  <a:pt x="193237" y="133551"/>
                </a:lnTo>
                <a:lnTo>
                  <a:pt x="192134" y="133321"/>
                </a:lnTo>
                <a:lnTo>
                  <a:pt x="191045" y="133049"/>
                </a:lnTo>
                <a:lnTo>
                  <a:pt x="189968" y="132735"/>
                </a:lnTo>
                <a:lnTo>
                  <a:pt x="188903" y="132379"/>
                </a:lnTo>
                <a:lnTo>
                  <a:pt x="187851" y="131982"/>
                </a:lnTo>
                <a:lnTo>
                  <a:pt x="186812" y="131542"/>
                </a:lnTo>
                <a:lnTo>
                  <a:pt x="185786" y="131061"/>
                </a:lnTo>
                <a:lnTo>
                  <a:pt x="184772" y="130537"/>
                </a:lnTo>
                <a:lnTo>
                  <a:pt x="183771" y="129972"/>
                </a:lnTo>
                <a:lnTo>
                  <a:pt x="182783" y="129365"/>
                </a:lnTo>
                <a:lnTo>
                  <a:pt x="181807" y="128717"/>
                </a:lnTo>
                <a:lnTo>
                  <a:pt x="180844" y="128026"/>
                </a:lnTo>
                <a:lnTo>
                  <a:pt x="179894" y="127293"/>
                </a:lnTo>
                <a:lnTo>
                  <a:pt x="178956" y="126519"/>
                </a:lnTo>
                <a:lnTo>
                  <a:pt x="178031" y="125703"/>
                </a:lnTo>
                <a:lnTo>
                  <a:pt x="177118" y="124845"/>
                </a:lnTo>
                <a:lnTo>
                  <a:pt x="176218" y="123945"/>
                </a:lnTo>
                <a:lnTo>
                  <a:pt x="175331" y="123003"/>
                </a:lnTo>
                <a:lnTo>
                  <a:pt x="174457" y="122019"/>
                </a:lnTo>
                <a:lnTo>
                  <a:pt x="173607" y="120999"/>
                </a:lnTo>
                <a:lnTo>
                  <a:pt x="172794" y="119946"/>
                </a:lnTo>
                <a:lnTo>
                  <a:pt x="172017" y="118862"/>
                </a:lnTo>
                <a:lnTo>
                  <a:pt x="171277" y="117746"/>
                </a:lnTo>
                <a:lnTo>
                  <a:pt x="170573" y="116598"/>
                </a:lnTo>
                <a:lnTo>
                  <a:pt x="169906" y="115419"/>
                </a:lnTo>
                <a:lnTo>
                  <a:pt x="169275" y="114207"/>
                </a:lnTo>
                <a:lnTo>
                  <a:pt x="168681" y="112964"/>
                </a:lnTo>
                <a:lnTo>
                  <a:pt x="168123" y="111690"/>
                </a:lnTo>
                <a:lnTo>
                  <a:pt x="167602" y="110383"/>
                </a:lnTo>
                <a:lnTo>
                  <a:pt x="167118" y="109045"/>
                </a:lnTo>
                <a:lnTo>
                  <a:pt x="166670" y="107675"/>
                </a:lnTo>
                <a:lnTo>
                  <a:pt x="166258" y="106273"/>
                </a:lnTo>
                <a:lnTo>
                  <a:pt x="165883" y="104840"/>
                </a:lnTo>
                <a:lnTo>
                  <a:pt x="165545" y="103374"/>
                </a:lnTo>
                <a:lnTo>
                  <a:pt x="165243" y="101877"/>
                </a:lnTo>
                <a:lnTo>
                  <a:pt x="164978" y="100348"/>
                </a:lnTo>
                <a:lnTo>
                  <a:pt x="164749" y="98788"/>
                </a:lnTo>
                <a:lnTo>
                  <a:pt x="164557" y="97196"/>
                </a:lnTo>
                <a:lnTo>
                  <a:pt x="164401" y="95572"/>
                </a:lnTo>
                <a:lnTo>
                  <a:pt x="164282" y="93916"/>
                </a:lnTo>
                <a:lnTo>
                  <a:pt x="164199" y="92228"/>
                </a:lnTo>
                <a:lnTo>
                  <a:pt x="164153" y="90509"/>
                </a:lnTo>
                <a:lnTo>
                  <a:pt x="164143" y="88758"/>
                </a:lnTo>
                <a:lnTo>
                  <a:pt x="230087" y="88758"/>
                </a:lnTo>
                <a:lnTo>
                  <a:pt x="230069" y="87299"/>
                </a:lnTo>
                <a:lnTo>
                  <a:pt x="230015" y="85864"/>
                </a:lnTo>
                <a:close/>
                <a:moveTo>
                  <a:pt x="164519" y="79803"/>
                </a:moveTo>
                <a:lnTo>
                  <a:pt x="164683" y="78868"/>
                </a:lnTo>
                <a:lnTo>
                  <a:pt x="164867" y="77952"/>
                </a:lnTo>
                <a:lnTo>
                  <a:pt x="165071" y="77054"/>
                </a:lnTo>
                <a:lnTo>
                  <a:pt x="165295" y="76175"/>
                </a:lnTo>
                <a:lnTo>
                  <a:pt x="165538" y="75313"/>
                </a:lnTo>
                <a:lnTo>
                  <a:pt x="165801" y="74470"/>
                </a:lnTo>
                <a:lnTo>
                  <a:pt x="166084" y="73646"/>
                </a:lnTo>
                <a:lnTo>
                  <a:pt x="166387" y="72839"/>
                </a:lnTo>
                <a:lnTo>
                  <a:pt x="166709" y="72051"/>
                </a:lnTo>
                <a:lnTo>
                  <a:pt x="167051" y="71281"/>
                </a:lnTo>
                <a:lnTo>
                  <a:pt x="167412" y="70529"/>
                </a:lnTo>
                <a:lnTo>
                  <a:pt x="167794" y="69795"/>
                </a:lnTo>
                <a:lnTo>
                  <a:pt x="168195" y="69080"/>
                </a:lnTo>
                <a:lnTo>
                  <a:pt x="168616" y="68383"/>
                </a:lnTo>
                <a:lnTo>
                  <a:pt x="169056" y="67705"/>
                </a:lnTo>
                <a:lnTo>
                  <a:pt x="169516" y="67044"/>
                </a:lnTo>
                <a:lnTo>
                  <a:pt x="169996" y="66402"/>
                </a:lnTo>
                <a:lnTo>
                  <a:pt x="170496" y="65778"/>
                </a:lnTo>
                <a:lnTo>
                  <a:pt x="171015" y="65173"/>
                </a:lnTo>
                <a:lnTo>
                  <a:pt x="171554" y="64585"/>
                </a:lnTo>
                <a:lnTo>
                  <a:pt x="172113" y="64016"/>
                </a:lnTo>
                <a:lnTo>
                  <a:pt x="172685" y="63468"/>
                </a:lnTo>
                <a:lnTo>
                  <a:pt x="173263" y="62943"/>
                </a:lnTo>
                <a:lnTo>
                  <a:pt x="173847" y="62441"/>
                </a:lnTo>
                <a:lnTo>
                  <a:pt x="174438" y="61963"/>
                </a:lnTo>
                <a:lnTo>
                  <a:pt x="175035" y="61508"/>
                </a:lnTo>
                <a:lnTo>
                  <a:pt x="175639" y="61076"/>
                </a:lnTo>
                <a:lnTo>
                  <a:pt x="176248" y="60668"/>
                </a:lnTo>
                <a:lnTo>
                  <a:pt x="176865" y="60283"/>
                </a:lnTo>
                <a:lnTo>
                  <a:pt x="177487" y="59922"/>
                </a:lnTo>
                <a:lnTo>
                  <a:pt x="178116" y="59583"/>
                </a:lnTo>
                <a:lnTo>
                  <a:pt x="178751" y="59268"/>
                </a:lnTo>
                <a:lnTo>
                  <a:pt x="179392" y="58977"/>
                </a:lnTo>
                <a:lnTo>
                  <a:pt x="180040" y="58708"/>
                </a:lnTo>
                <a:lnTo>
                  <a:pt x="180694" y="58463"/>
                </a:lnTo>
                <a:lnTo>
                  <a:pt x="181354" y="58242"/>
                </a:lnTo>
                <a:lnTo>
                  <a:pt x="182021" y="58043"/>
                </a:lnTo>
                <a:lnTo>
                  <a:pt x="182694" y="57868"/>
                </a:lnTo>
                <a:lnTo>
                  <a:pt x="183374" y="57717"/>
                </a:lnTo>
                <a:lnTo>
                  <a:pt x="184059" y="57588"/>
                </a:lnTo>
                <a:lnTo>
                  <a:pt x="184752" y="57483"/>
                </a:lnTo>
                <a:lnTo>
                  <a:pt x="185450" y="57402"/>
                </a:lnTo>
                <a:lnTo>
                  <a:pt x="186155" y="57343"/>
                </a:lnTo>
                <a:lnTo>
                  <a:pt x="186866" y="57308"/>
                </a:lnTo>
                <a:lnTo>
                  <a:pt x="187583" y="57297"/>
                </a:lnTo>
                <a:lnTo>
                  <a:pt x="188051" y="57303"/>
                </a:lnTo>
                <a:lnTo>
                  <a:pt x="188517" y="57320"/>
                </a:lnTo>
                <a:lnTo>
                  <a:pt x="188982" y="57349"/>
                </a:lnTo>
                <a:lnTo>
                  <a:pt x="189445" y="57389"/>
                </a:lnTo>
                <a:lnTo>
                  <a:pt x="189907" y="57441"/>
                </a:lnTo>
                <a:lnTo>
                  <a:pt x="190367" y="57505"/>
                </a:lnTo>
                <a:lnTo>
                  <a:pt x="190825" y="57580"/>
                </a:lnTo>
                <a:lnTo>
                  <a:pt x="191281" y="57667"/>
                </a:lnTo>
                <a:lnTo>
                  <a:pt x="191736" y="57766"/>
                </a:lnTo>
                <a:lnTo>
                  <a:pt x="192190" y="57876"/>
                </a:lnTo>
                <a:lnTo>
                  <a:pt x="192641" y="57997"/>
                </a:lnTo>
                <a:lnTo>
                  <a:pt x="193091" y="58130"/>
                </a:lnTo>
                <a:lnTo>
                  <a:pt x="193540" y="58275"/>
                </a:lnTo>
                <a:lnTo>
                  <a:pt x="193987" y="58431"/>
                </a:lnTo>
                <a:lnTo>
                  <a:pt x="194432" y="58599"/>
                </a:lnTo>
                <a:lnTo>
                  <a:pt x="194875" y="58778"/>
                </a:lnTo>
                <a:lnTo>
                  <a:pt x="195317" y="58969"/>
                </a:lnTo>
                <a:lnTo>
                  <a:pt x="195758" y="59172"/>
                </a:lnTo>
                <a:lnTo>
                  <a:pt x="196196" y="59386"/>
                </a:lnTo>
                <a:lnTo>
                  <a:pt x="196633" y="59612"/>
                </a:lnTo>
                <a:lnTo>
                  <a:pt x="197069" y="59849"/>
                </a:lnTo>
                <a:lnTo>
                  <a:pt x="197503" y="60098"/>
                </a:lnTo>
                <a:lnTo>
                  <a:pt x="197935" y="60358"/>
                </a:lnTo>
                <a:lnTo>
                  <a:pt x="198365" y="60630"/>
                </a:lnTo>
                <a:lnTo>
                  <a:pt x="198791" y="60913"/>
                </a:lnTo>
                <a:lnTo>
                  <a:pt x="199207" y="61203"/>
                </a:lnTo>
                <a:lnTo>
                  <a:pt x="199615" y="61503"/>
                </a:lnTo>
                <a:lnTo>
                  <a:pt x="200013" y="61811"/>
                </a:lnTo>
                <a:lnTo>
                  <a:pt x="200403" y="62128"/>
                </a:lnTo>
                <a:lnTo>
                  <a:pt x="200784" y="62453"/>
                </a:lnTo>
                <a:lnTo>
                  <a:pt x="201156" y="62788"/>
                </a:lnTo>
                <a:lnTo>
                  <a:pt x="201519" y="63131"/>
                </a:lnTo>
                <a:lnTo>
                  <a:pt x="201874" y="63482"/>
                </a:lnTo>
                <a:lnTo>
                  <a:pt x="202219" y="63843"/>
                </a:lnTo>
                <a:lnTo>
                  <a:pt x="202556" y="64211"/>
                </a:lnTo>
                <a:lnTo>
                  <a:pt x="202884" y="64589"/>
                </a:lnTo>
                <a:lnTo>
                  <a:pt x="203203" y="64975"/>
                </a:lnTo>
                <a:lnTo>
                  <a:pt x="203513" y="65370"/>
                </a:lnTo>
                <a:lnTo>
                  <a:pt x="203814" y="65774"/>
                </a:lnTo>
                <a:lnTo>
                  <a:pt x="204107" y="66186"/>
                </a:lnTo>
                <a:lnTo>
                  <a:pt x="204390" y="66608"/>
                </a:lnTo>
                <a:lnTo>
                  <a:pt x="204665" y="67037"/>
                </a:lnTo>
                <a:lnTo>
                  <a:pt x="204930" y="67476"/>
                </a:lnTo>
                <a:lnTo>
                  <a:pt x="205187" y="67923"/>
                </a:lnTo>
                <a:lnTo>
                  <a:pt x="205435" y="68379"/>
                </a:lnTo>
                <a:lnTo>
                  <a:pt x="205675" y="68843"/>
                </a:lnTo>
                <a:lnTo>
                  <a:pt x="205905" y="69316"/>
                </a:lnTo>
                <a:lnTo>
                  <a:pt x="206126" y="69798"/>
                </a:lnTo>
                <a:lnTo>
                  <a:pt x="206263" y="70120"/>
                </a:lnTo>
                <a:lnTo>
                  <a:pt x="206396" y="70461"/>
                </a:lnTo>
                <a:lnTo>
                  <a:pt x="206525" y="70820"/>
                </a:lnTo>
                <a:lnTo>
                  <a:pt x="206650" y="71198"/>
                </a:lnTo>
                <a:lnTo>
                  <a:pt x="206771" y="71596"/>
                </a:lnTo>
                <a:lnTo>
                  <a:pt x="206888" y="72012"/>
                </a:lnTo>
                <a:lnTo>
                  <a:pt x="207001" y="72446"/>
                </a:lnTo>
                <a:lnTo>
                  <a:pt x="207110" y="72900"/>
                </a:lnTo>
                <a:lnTo>
                  <a:pt x="207215" y="73372"/>
                </a:lnTo>
                <a:lnTo>
                  <a:pt x="207316" y="73864"/>
                </a:lnTo>
                <a:lnTo>
                  <a:pt x="207414" y="74374"/>
                </a:lnTo>
                <a:lnTo>
                  <a:pt x="207507" y="74903"/>
                </a:lnTo>
                <a:lnTo>
                  <a:pt x="207596" y="75450"/>
                </a:lnTo>
                <a:lnTo>
                  <a:pt x="207681" y="76017"/>
                </a:lnTo>
                <a:lnTo>
                  <a:pt x="207762" y="76602"/>
                </a:lnTo>
                <a:lnTo>
                  <a:pt x="207840" y="77206"/>
                </a:lnTo>
                <a:lnTo>
                  <a:pt x="207913" y="77829"/>
                </a:lnTo>
                <a:lnTo>
                  <a:pt x="207982" y="78471"/>
                </a:lnTo>
                <a:lnTo>
                  <a:pt x="208047" y="79131"/>
                </a:lnTo>
                <a:lnTo>
                  <a:pt x="208109" y="79810"/>
                </a:lnTo>
                <a:lnTo>
                  <a:pt x="208166" y="80508"/>
                </a:lnTo>
                <a:lnTo>
                  <a:pt x="208219" y="81225"/>
                </a:lnTo>
                <a:lnTo>
                  <a:pt x="208269" y="81961"/>
                </a:lnTo>
                <a:lnTo>
                  <a:pt x="208314" y="82716"/>
                </a:lnTo>
                <a:lnTo>
                  <a:pt x="164143" y="82716"/>
                </a:lnTo>
                <a:lnTo>
                  <a:pt x="164249" y="81727"/>
                </a:lnTo>
                <a:lnTo>
                  <a:pt x="164374" y="80756"/>
                </a:lnTo>
                <a:lnTo>
                  <a:pt x="164519" y="79803"/>
                </a:lnTo>
                <a:close/>
                <a:moveTo>
                  <a:pt x="648185" y="85864"/>
                </a:moveTo>
                <a:lnTo>
                  <a:pt x="648095" y="84454"/>
                </a:lnTo>
                <a:lnTo>
                  <a:pt x="647970" y="83069"/>
                </a:lnTo>
                <a:lnTo>
                  <a:pt x="647809" y="81708"/>
                </a:lnTo>
                <a:lnTo>
                  <a:pt x="647612" y="80372"/>
                </a:lnTo>
                <a:lnTo>
                  <a:pt x="647379" y="79061"/>
                </a:lnTo>
                <a:lnTo>
                  <a:pt x="647110" y="77775"/>
                </a:lnTo>
                <a:lnTo>
                  <a:pt x="646806" y="76513"/>
                </a:lnTo>
                <a:lnTo>
                  <a:pt x="646466" y="75276"/>
                </a:lnTo>
                <a:lnTo>
                  <a:pt x="646090" y="74064"/>
                </a:lnTo>
                <a:lnTo>
                  <a:pt x="645678" y="72876"/>
                </a:lnTo>
                <a:lnTo>
                  <a:pt x="645230" y="71713"/>
                </a:lnTo>
                <a:lnTo>
                  <a:pt x="644747" y="70575"/>
                </a:lnTo>
                <a:lnTo>
                  <a:pt x="644228" y="69461"/>
                </a:lnTo>
                <a:lnTo>
                  <a:pt x="643673" y="68373"/>
                </a:lnTo>
                <a:lnTo>
                  <a:pt x="643082" y="67309"/>
                </a:lnTo>
                <a:lnTo>
                  <a:pt x="642455" y="66269"/>
                </a:lnTo>
                <a:lnTo>
                  <a:pt x="641792" y="65255"/>
                </a:lnTo>
                <a:lnTo>
                  <a:pt x="641094" y="64265"/>
                </a:lnTo>
                <a:lnTo>
                  <a:pt x="640360" y="63300"/>
                </a:lnTo>
                <a:lnTo>
                  <a:pt x="639590" y="62359"/>
                </a:lnTo>
                <a:lnTo>
                  <a:pt x="638784" y="61443"/>
                </a:lnTo>
                <a:lnTo>
                  <a:pt x="637943" y="60552"/>
                </a:lnTo>
                <a:lnTo>
                  <a:pt x="637073" y="59692"/>
                </a:lnTo>
                <a:lnTo>
                  <a:pt x="636184" y="58868"/>
                </a:lnTo>
                <a:lnTo>
                  <a:pt x="635275" y="58080"/>
                </a:lnTo>
                <a:lnTo>
                  <a:pt x="634346" y="57329"/>
                </a:lnTo>
                <a:lnTo>
                  <a:pt x="633397" y="56615"/>
                </a:lnTo>
                <a:lnTo>
                  <a:pt x="632428" y="55938"/>
                </a:lnTo>
                <a:lnTo>
                  <a:pt x="631439" y="55297"/>
                </a:lnTo>
                <a:lnTo>
                  <a:pt x="630431" y="54692"/>
                </a:lnTo>
                <a:lnTo>
                  <a:pt x="629402" y="54125"/>
                </a:lnTo>
                <a:lnTo>
                  <a:pt x="628354" y="53594"/>
                </a:lnTo>
                <a:lnTo>
                  <a:pt x="627285" y="53099"/>
                </a:lnTo>
                <a:lnTo>
                  <a:pt x="626197" y="52641"/>
                </a:lnTo>
                <a:lnTo>
                  <a:pt x="625089" y="52220"/>
                </a:lnTo>
                <a:lnTo>
                  <a:pt x="623961" y="51836"/>
                </a:lnTo>
                <a:lnTo>
                  <a:pt x="622813" y="51488"/>
                </a:lnTo>
                <a:lnTo>
                  <a:pt x="621645" y="51176"/>
                </a:lnTo>
                <a:lnTo>
                  <a:pt x="620457" y="50902"/>
                </a:lnTo>
                <a:lnTo>
                  <a:pt x="619250" y="50664"/>
                </a:lnTo>
                <a:lnTo>
                  <a:pt x="618022" y="50462"/>
                </a:lnTo>
                <a:lnTo>
                  <a:pt x="616775" y="50297"/>
                </a:lnTo>
                <a:lnTo>
                  <a:pt x="615508" y="50169"/>
                </a:lnTo>
                <a:lnTo>
                  <a:pt x="614220" y="50078"/>
                </a:lnTo>
                <a:lnTo>
                  <a:pt x="612913" y="50023"/>
                </a:lnTo>
                <a:lnTo>
                  <a:pt x="611586" y="50004"/>
                </a:lnTo>
                <a:lnTo>
                  <a:pt x="610017" y="50028"/>
                </a:lnTo>
                <a:lnTo>
                  <a:pt x="608471" y="50099"/>
                </a:lnTo>
                <a:lnTo>
                  <a:pt x="606946" y="50218"/>
                </a:lnTo>
                <a:lnTo>
                  <a:pt x="605444" y="50384"/>
                </a:lnTo>
                <a:lnTo>
                  <a:pt x="603964" y="50598"/>
                </a:lnTo>
                <a:lnTo>
                  <a:pt x="602507" y="50859"/>
                </a:lnTo>
                <a:lnTo>
                  <a:pt x="601071" y="51168"/>
                </a:lnTo>
                <a:lnTo>
                  <a:pt x="599658" y="51524"/>
                </a:lnTo>
                <a:lnTo>
                  <a:pt x="598267" y="51927"/>
                </a:lnTo>
                <a:lnTo>
                  <a:pt x="596899" y="52378"/>
                </a:lnTo>
                <a:lnTo>
                  <a:pt x="595552" y="52877"/>
                </a:lnTo>
                <a:lnTo>
                  <a:pt x="594228" y="53423"/>
                </a:lnTo>
                <a:lnTo>
                  <a:pt x="592926" y="54016"/>
                </a:lnTo>
                <a:lnTo>
                  <a:pt x="591646" y="54657"/>
                </a:lnTo>
                <a:lnTo>
                  <a:pt x="590389" y="55346"/>
                </a:lnTo>
                <a:lnTo>
                  <a:pt x="589154" y="56081"/>
                </a:lnTo>
                <a:lnTo>
                  <a:pt x="587941" y="56865"/>
                </a:lnTo>
                <a:lnTo>
                  <a:pt x="586750" y="57696"/>
                </a:lnTo>
                <a:lnTo>
                  <a:pt x="585582" y="58574"/>
                </a:lnTo>
                <a:lnTo>
                  <a:pt x="584435" y="59500"/>
                </a:lnTo>
                <a:lnTo>
                  <a:pt x="583312" y="60473"/>
                </a:lnTo>
                <a:lnTo>
                  <a:pt x="582210" y="61494"/>
                </a:lnTo>
                <a:lnTo>
                  <a:pt x="581130" y="62562"/>
                </a:lnTo>
                <a:lnTo>
                  <a:pt x="580073" y="63678"/>
                </a:lnTo>
                <a:lnTo>
                  <a:pt x="579049" y="64835"/>
                </a:lnTo>
                <a:lnTo>
                  <a:pt x="578068" y="66031"/>
                </a:lnTo>
                <a:lnTo>
                  <a:pt x="577131" y="67263"/>
                </a:lnTo>
                <a:lnTo>
                  <a:pt x="576237" y="68533"/>
                </a:lnTo>
                <a:lnTo>
                  <a:pt x="575387" y="69840"/>
                </a:lnTo>
                <a:lnTo>
                  <a:pt x="574581" y="71185"/>
                </a:lnTo>
                <a:lnTo>
                  <a:pt x="573818" y="72567"/>
                </a:lnTo>
                <a:lnTo>
                  <a:pt x="573099" y="73986"/>
                </a:lnTo>
                <a:lnTo>
                  <a:pt x="572423" y="75443"/>
                </a:lnTo>
                <a:lnTo>
                  <a:pt x="571791" y="76937"/>
                </a:lnTo>
                <a:lnTo>
                  <a:pt x="571203" y="78468"/>
                </a:lnTo>
                <a:lnTo>
                  <a:pt x="570658" y="80037"/>
                </a:lnTo>
                <a:lnTo>
                  <a:pt x="570157" y="81643"/>
                </a:lnTo>
                <a:lnTo>
                  <a:pt x="569699" y="83287"/>
                </a:lnTo>
                <a:lnTo>
                  <a:pt x="569285" y="84968"/>
                </a:lnTo>
                <a:lnTo>
                  <a:pt x="568915" y="86686"/>
                </a:lnTo>
                <a:lnTo>
                  <a:pt x="568588" y="88442"/>
                </a:lnTo>
                <a:lnTo>
                  <a:pt x="568304" y="90235"/>
                </a:lnTo>
                <a:lnTo>
                  <a:pt x="568065" y="92065"/>
                </a:lnTo>
                <a:lnTo>
                  <a:pt x="567869" y="93932"/>
                </a:lnTo>
                <a:lnTo>
                  <a:pt x="567716" y="95837"/>
                </a:lnTo>
                <a:lnTo>
                  <a:pt x="567607" y="97780"/>
                </a:lnTo>
                <a:lnTo>
                  <a:pt x="567542" y="99760"/>
                </a:lnTo>
                <a:lnTo>
                  <a:pt x="567520" y="101777"/>
                </a:lnTo>
                <a:lnTo>
                  <a:pt x="567541" y="103641"/>
                </a:lnTo>
                <a:lnTo>
                  <a:pt x="567605" y="105473"/>
                </a:lnTo>
                <a:lnTo>
                  <a:pt x="567711" y="107273"/>
                </a:lnTo>
                <a:lnTo>
                  <a:pt x="567860" y="109041"/>
                </a:lnTo>
                <a:lnTo>
                  <a:pt x="568051" y="110778"/>
                </a:lnTo>
                <a:lnTo>
                  <a:pt x="568285" y="112482"/>
                </a:lnTo>
                <a:lnTo>
                  <a:pt x="568561" y="114154"/>
                </a:lnTo>
                <a:lnTo>
                  <a:pt x="568880" y="115795"/>
                </a:lnTo>
                <a:lnTo>
                  <a:pt x="569241" y="117403"/>
                </a:lnTo>
                <a:lnTo>
                  <a:pt x="569645" y="118980"/>
                </a:lnTo>
                <a:lnTo>
                  <a:pt x="570091" y="120525"/>
                </a:lnTo>
                <a:lnTo>
                  <a:pt x="570580" y="122037"/>
                </a:lnTo>
                <a:lnTo>
                  <a:pt x="571111" y="123518"/>
                </a:lnTo>
                <a:lnTo>
                  <a:pt x="571685" y="124967"/>
                </a:lnTo>
                <a:lnTo>
                  <a:pt x="572301" y="126384"/>
                </a:lnTo>
                <a:lnTo>
                  <a:pt x="572960" y="127769"/>
                </a:lnTo>
                <a:lnTo>
                  <a:pt x="573661" y="129122"/>
                </a:lnTo>
                <a:lnTo>
                  <a:pt x="574405" y="130443"/>
                </a:lnTo>
                <a:lnTo>
                  <a:pt x="575192" y="131732"/>
                </a:lnTo>
                <a:lnTo>
                  <a:pt x="576020" y="132989"/>
                </a:lnTo>
                <a:lnTo>
                  <a:pt x="576892" y="134214"/>
                </a:lnTo>
                <a:lnTo>
                  <a:pt x="577805" y="135407"/>
                </a:lnTo>
                <a:lnTo>
                  <a:pt x="578762" y="136568"/>
                </a:lnTo>
                <a:lnTo>
                  <a:pt x="579761" y="137698"/>
                </a:lnTo>
                <a:lnTo>
                  <a:pt x="580789" y="138788"/>
                </a:lnTo>
                <a:lnTo>
                  <a:pt x="581835" y="139831"/>
                </a:lnTo>
                <a:lnTo>
                  <a:pt x="582898" y="140828"/>
                </a:lnTo>
                <a:lnTo>
                  <a:pt x="583978" y="141779"/>
                </a:lnTo>
                <a:lnTo>
                  <a:pt x="585076" y="142684"/>
                </a:lnTo>
                <a:lnTo>
                  <a:pt x="586190" y="143542"/>
                </a:lnTo>
                <a:lnTo>
                  <a:pt x="587322" y="144353"/>
                </a:lnTo>
                <a:lnTo>
                  <a:pt x="588471" y="145119"/>
                </a:lnTo>
                <a:lnTo>
                  <a:pt x="589637" y="145837"/>
                </a:lnTo>
                <a:lnTo>
                  <a:pt x="590820" y="146510"/>
                </a:lnTo>
                <a:lnTo>
                  <a:pt x="592021" y="147136"/>
                </a:lnTo>
                <a:lnTo>
                  <a:pt x="593238" y="147716"/>
                </a:lnTo>
                <a:lnTo>
                  <a:pt x="594473" y="148249"/>
                </a:lnTo>
                <a:lnTo>
                  <a:pt x="595725" y="148736"/>
                </a:lnTo>
                <a:lnTo>
                  <a:pt x="596994" y="149177"/>
                </a:lnTo>
                <a:lnTo>
                  <a:pt x="598281" y="149571"/>
                </a:lnTo>
                <a:lnTo>
                  <a:pt x="599584" y="149919"/>
                </a:lnTo>
                <a:lnTo>
                  <a:pt x="600905" y="150220"/>
                </a:lnTo>
                <a:lnTo>
                  <a:pt x="602243" y="150475"/>
                </a:lnTo>
                <a:lnTo>
                  <a:pt x="603598" y="150684"/>
                </a:lnTo>
                <a:lnTo>
                  <a:pt x="604970" y="150846"/>
                </a:lnTo>
                <a:lnTo>
                  <a:pt x="606360" y="150962"/>
                </a:lnTo>
                <a:lnTo>
                  <a:pt x="607766" y="151032"/>
                </a:lnTo>
                <a:lnTo>
                  <a:pt x="609190" y="151055"/>
                </a:lnTo>
                <a:lnTo>
                  <a:pt x="610501" y="151035"/>
                </a:lnTo>
                <a:lnTo>
                  <a:pt x="611793" y="150974"/>
                </a:lnTo>
                <a:lnTo>
                  <a:pt x="613066" y="150872"/>
                </a:lnTo>
                <a:lnTo>
                  <a:pt x="614321" y="150730"/>
                </a:lnTo>
                <a:lnTo>
                  <a:pt x="615557" y="150546"/>
                </a:lnTo>
                <a:lnTo>
                  <a:pt x="616776" y="150323"/>
                </a:lnTo>
                <a:lnTo>
                  <a:pt x="617975" y="150058"/>
                </a:lnTo>
                <a:lnTo>
                  <a:pt x="619156" y="149753"/>
                </a:lnTo>
                <a:lnTo>
                  <a:pt x="620319" y="149407"/>
                </a:lnTo>
                <a:lnTo>
                  <a:pt x="621464" y="149020"/>
                </a:lnTo>
                <a:lnTo>
                  <a:pt x="622589" y="148593"/>
                </a:lnTo>
                <a:lnTo>
                  <a:pt x="623697" y="148125"/>
                </a:lnTo>
                <a:lnTo>
                  <a:pt x="624786" y="147617"/>
                </a:lnTo>
                <a:lnTo>
                  <a:pt x="625856" y="147067"/>
                </a:lnTo>
                <a:lnTo>
                  <a:pt x="626908" y="146477"/>
                </a:lnTo>
                <a:lnTo>
                  <a:pt x="627942" y="145846"/>
                </a:lnTo>
                <a:lnTo>
                  <a:pt x="628957" y="145175"/>
                </a:lnTo>
                <a:lnTo>
                  <a:pt x="629954" y="144463"/>
                </a:lnTo>
                <a:lnTo>
                  <a:pt x="630932" y="143710"/>
                </a:lnTo>
                <a:lnTo>
                  <a:pt x="631892" y="142916"/>
                </a:lnTo>
                <a:lnTo>
                  <a:pt x="632833" y="142082"/>
                </a:lnTo>
                <a:lnTo>
                  <a:pt x="633756" y="141207"/>
                </a:lnTo>
                <a:lnTo>
                  <a:pt x="634661" y="140292"/>
                </a:lnTo>
                <a:lnTo>
                  <a:pt x="635547" y="139335"/>
                </a:lnTo>
                <a:lnTo>
                  <a:pt x="636409" y="138354"/>
                </a:lnTo>
                <a:lnTo>
                  <a:pt x="637243" y="137364"/>
                </a:lnTo>
                <a:lnTo>
                  <a:pt x="638047" y="136366"/>
                </a:lnTo>
                <a:lnTo>
                  <a:pt x="638823" y="135358"/>
                </a:lnTo>
                <a:lnTo>
                  <a:pt x="639569" y="134341"/>
                </a:lnTo>
                <a:lnTo>
                  <a:pt x="640287" y="133316"/>
                </a:lnTo>
                <a:lnTo>
                  <a:pt x="640976" y="132282"/>
                </a:lnTo>
                <a:lnTo>
                  <a:pt x="641635" y="131239"/>
                </a:lnTo>
                <a:lnTo>
                  <a:pt x="642266" y="130187"/>
                </a:lnTo>
                <a:lnTo>
                  <a:pt x="642868" y="129126"/>
                </a:lnTo>
                <a:lnTo>
                  <a:pt x="643441" y="128056"/>
                </a:lnTo>
                <a:lnTo>
                  <a:pt x="643985" y="126977"/>
                </a:lnTo>
                <a:lnTo>
                  <a:pt x="644500" y="125890"/>
                </a:lnTo>
                <a:lnTo>
                  <a:pt x="644986" y="124794"/>
                </a:lnTo>
                <a:lnTo>
                  <a:pt x="645444" y="123689"/>
                </a:lnTo>
                <a:lnTo>
                  <a:pt x="645872" y="122575"/>
                </a:lnTo>
                <a:lnTo>
                  <a:pt x="646271" y="121452"/>
                </a:lnTo>
                <a:lnTo>
                  <a:pt x="646642" y="120320"/>
                </a:lnTo>
                <a:lnTo>
                  <a:pt x="646983" y="119179"/>
                </a:lnTo>
                <a:lnTo>
                  <a:pt x="647296" y="118030"/>
                </a:lnTo>
                <a:lnTo>
                  <a:pt x="647579" y="116872"/>
                </a:lnTo>
                <a:lnTo>
                  <a:pt x="647834" y="115704"/>
                </a:lnTo>
                <a:lnTo>
                  <a:pt x="648059" y="114528"/>
                </a:lnTo>
                <a:lnTo>
                  <a:pt x="648256" y="113343"/>
                </a:lnTo>
                <a:lnTo>
                  <a:pt x="645027" y="111260"/>
                </a:lnTo>
                <a:lnTo>
                  <a:pt x="644632" y="112289"/>
                </a:lnTo>
                <a:lnTo>
                  <a:pt x="644230" y="113292"/>
                </a:lnTo>
                <a:lnTo>
                  <a:pt x="643820" y="114270"/>
                </a:lnTo>
                <a:lnTo>
                  <a:pt x="643402" y="115223"/>
                </a:lnTo>
                <a:lnTo>
                  <a:pt x="642976" y="116150"/>
                </a:lnTo>
                <a:lnTo>
                  <a:pt x="642543" y="117051"/>
                </a:lnTo>
                <a:lnTo>
                  <a:pt x="642102" y="117927"/>
                </a:lnTo>
                <a:lnTo>
                  <a:pt x="641653" y="118778"/>
                </a:lnTo>
                <a:lnTo>
                  <a:pt x="641196" y="119603"/>
                </a:lnTo>
                <a:lnTo>
                  <a:pt x="640731" y="120402"/>
                </a:lnTo>
                <a:lnTo>
                  <a:pt x="640259" y="121176"/>
                </a:lnTo>
                <a:lnTo>
                  <a:pt x="639779" y="121925"/>
                </a:lnTo>
                <a:lnTo>
                  <a:pt x="639291" y="122648"/>
                </a:lnTo>
                <a:lnTo>
                  <a:pt x="638795" y="123345"/>
                </a:lnTo>
                <a:lnTo>
                  <a:pt x="638292" y="124017"/>
                </a:lnTo>
                <a:lnTo>
                  <a:pt x="637781" y="124664"/>
                </a:lnTo>
                <a:lnTo>
                  <a:pt x="637262" y="125285"/>
                </a:lnTo>
                <a:lnTo>
                  <a:pt x="636735" y="125880"/>
                </a:lnTo>
                <a:lnTo>
                  <a:pt x="636201" y="126450"/>
                </a:lnTo>
                <a:lnTo>
                  <a:pt x="635658" y="126995"/>
                </a:lnTo>
                <a:lnTo>
                  <a:pt x="635108" y="127514"/>
                </a:lnTo>
                <a:lnTo>
                  <a:pt x="634550" y="128007"/>
                </a:lnTo>
                <a:lnTo>
                  <a:pt x="633985" y="128475"/>
                </a:lnTo>
                <a:lnTo>
                  <a:pt x="633411" y="128918"/>
                </a:lnTo>
                <a:lnTo>
                  <a:pt x="632830" y="129339"/>
                </a:lnTo>
                <a:lnTo>
                  <a:pt x="632240" y="129741"/>
                </a:lnTo>
                <a:lnTo>
                  <a:pt x="631641" y="130126"/>
                </a:lnTo>
                <a:lnTo>
                  <a:pt x="631034" y="130493"/>
                </a:lnTo>
                <a:lnTo>
                  <a:pt x="630418" y="130843"/>
                </a:lnTo>
                <a:lnTo>
                  <a:pt x="629794" y="131174"/>
                </a:lnTo>
                <a:lnTo>
                  <a:pt x="629162" y="131487"/>
                </a:lnTo>
                <a:lnTo>
                  <a:pt x="628521" y="131783"/>
                </a:lnTo>
                <a:lnTo>
                  <a:pt x="627871" y="132060"/>
                </a:lnTo>
                <a:lnTo>
                  <a:pt x="627213" y="132320"/>
                </a:lnTo>
                <a:lnTo>
                  <a:pt x="626547" y="132561"/>
                </a:lnTo>
                <a:lnTo>
                  <a:pt x="625871" y="132785"/>
                </a:lnTo>
                <a:lnTo>
                  <a:pt x="625188" y="132991"/>
                </a:lnTo>
                <a:lnTo>
                  <a:pt x="624496" y="133179"/>
                </a:lnTo>
                <a:lnTo>
                  <a:pt x="623795" y="133349"/>
                </a:lnTo>
                <a:lnTo>
                  <a:pt x="623086" y="133502"/>
                </a:lnTo>
                <a:lnTo>
                  <a:pt x="622369" y="133636"/>
                </a:lnTo>
                <a:lnTo>
                  <a:pt x="621643" y="133752"/>
                </a:lnTo>
                <a:lnTo>
                  <a:pt x="620908" y="133851"/>
                </a:lnTo>
                <a:lnTo>
                  <a:pt x="620165" y="133931"/>
                </a:lnTo>
                <a:lnTo>
                  <a:pt x="619413" y="133994"/>
                </a:lnTo>
                <a:lnTo>
                  <a:pt x="618653" y="134039"/>
                </a:lnTo>
                <a:lnTo>
                  <a:pt x="617885" y="134066"/>
                </a:lnTo>
                <a:lnTo>
                  <a:pt x="617108" y="134074"/>
                </a:lnTo>
                <a:lnTo>
                  <a:pt x="615942" y="134054"/>
                </a:lnTo>
                <a:lnTo>
                  <a:pt x="614789" y="133991"/>
                </a:lnTo>
                <a:lnTo>
                  <a:pt x="613649" y="133886"/>
                </a:lnTo>
                <a:lnTo>
                  <a:pt x="612521" y="133740"/>
                </a:lnTo>
                <a:lnTo>
                  <a:pt x="611406" y="133551"/>
                </a:lnTo>
                <a:lnTo>
                  <a:pt x="610304" y="133321"/>
                </a:lnTo>
                <a:lnTo>
                  <a:pt x="609214" y="133049"/>
                </a:lnTo>
                <a:lnTo>
                  <a:pt x="608137" y="132735"/>
                </a:lnTo>
                <a:lnTo>
                  <a:pt x="607073" y="132379"/>
                </a:lnTo>
                <a:lnTo>
                  <a:pt x="606021" y="131982"/>
                </a:lnTo>
                <a:lnTo>
                  <a:pt x="604982" y="131542"/>
                </a:lnTo>
                <a:lnTo>
                  <a:pt x="603955" y="131061"/>
                </a:lnTo>
                <a:lnTo>
                  <a:pt x="602942" y="130537"/>
                </a:lnTo>
                <a:lnTo>
                  <a:pt x="601941" y="129972"/>
                </a:lnTo>
                <a:lnTo>
                  <a:pt x="600952" y="129365"/>
                </a:lnTo>
                <a:lnTo>
                  <a:pt x="599976" y="128717"/>
                </a:lnTo>
                <a:lnTo>
                  <a:pt x="599013" y="128026"/>
                </a:lnTo>
                <a:lnTo>
                  <a:pt x="598063" y="127293"/>
                </a:lnTo>
                <a:lnTo>
                  <a:pt x="597125" y="126519"/>
                </a:lnTo>
                <a:lnTo>
                  <a:pt x="596200" y="125703"/>
                </a:lnTo>
                <a:lnTo>
                  <a:pt x="595288" y="124845"/>
                </a:lnTo>
                <a:lnTo>
                  <a:pt x="594388" y="123945"/>
                </a:lnTo>
                <a:lnTo>
                  <a:pt x="593501" y="123003"/>
                </a:lnTo>
                <a:lnTo>
                  <a:pt x="592626" y="122019"/>
                </a:lnTo>
                <a:lnTo>
                  <a:pt x="591776" y="120999"/>
                </a:lnTo>
                <a:lnTo>
                  <a:pt x="590963" y="119946"/>
                </a:lnTo>
                <a:lnTo>
                  <a:pt x="590186" y="118862"/>
                </a:lnTo>
                <a:lnTo>
                  <a:pt x="589446" y="117746"/>
                </a:lnTo>
                <a:lnTo>
                  <a:pt x="588742" y="116598"/>
                </a:lnTo>
                <a:lnTo>
                  <a:pt x="588075" y="115419"/>
                </a:lnTo>
                <a:lnTo>
                  <a:pt x="587444" y="114207"/>
                </a:lnTo>
                <a:lnTo>
                  <a:pt x="586850" y="112964"/>
                </a:lnTo>
                <a:lnTo>
                  <a:pt x="586293" y="111690"/>
                </a:lnTo>
                <a:lnTo>
                  <a:pt x="585772" y="110383"/>
                </a:lnTo>
                <a:lnTo>
                  <a:pt x="585287" y="109045"/>
                </a:lnTo>
                <a:lnTo>
                  <a:pt x="584839" y="107675"/>
                </a:lnTo>
                <a:lnTo>
                  <a:pt x="584428" y="106273"/>
                </a:lnTo>
                <a:lnTo>
                  <a:pt x="584053" y="104840"/>
                </a:lnTo>
                <a:lnTo>
                  <a:pt x="583714" y="103374"/>
                </a:lnTo>
                <a:lnTo>
                  <a:pt x="583413" y="101877"/>
                </a:lnTo>
                <a:lnTo>
                  <a:pt x="583147" y="100348"/>
                </a:lnTo>
                <a:lnTo>
                  <a:pt x="582918" y="98788"/>
                </a:lnTo>
                <a:lnTo>
                  <a:pt x="582726" y="97196"/>
                </a:lnTo>
                <a:lnTo>
                  <a:pt x="582570" y="95572"/>
                </a:lnTo>
                <a:lnTo>
                  <a:pt x="582451" y="93916"/>
                </a:lnTo>
                <a:lnTo>
                  <a:pt x="582369" y="92228"/>
                </a:lnTo>
                <a:lnTo>
                  <a:pt x="582322" y="90509"/>
                </a:lnTo>
                <a:lnTo>
                  <a:pt x="582313" y="88758"/>
                </a:lnTo>
                <a:lnTo>
                  <a:pt x="648256" y="88758"/>
                </a:lnTo>
                <a:lnTo>
                  <a:pt x="648238" y="87299"/>
                </a:lnTo>
                <a:lnTo>
                  <a:pt x="648185" y="85864"/>
                </a:lnTo>
                <a:close/>
                <a:moveTo>
                  <a:pt x="582688" y="79803"/>
                </a:moveTo>
                <a:lnTo>
                  <a:pt x="582853" y="78868"/>
                </a:lnTo>
                <a:lnTo>
                  <a:pt x="583037" y="77952"/>
                </a:lnTo>
                <a:lnTo>
                  <a:pt x="583241" y="77054"/>
                </a:lnTo>
                <a:lnTo>
                  <a:pt x="583464" y="76175"/>
                </a:lnTo>
                <a:lnTo>
                  <a:pt x="583708" y="75313"/>
                </a:lnTo>
                <a:lnTo>
                  <a:pt x="583971" y="74470"/>
                </a:lnTo>
                <a:lnTo>
                  <a:pt x="584254" y="73646"/>
                </a:lnTo>
                <a:lnTo>
                  <a:pt x="584556" y="72839"/>
                </a:lnTo>
                <a:lnTo>
                  <a:pt x="584878" y="72051"/>
                </a:lnTo>
                <a:lnTo>
                  <a:pt x="585220" y="71281"/>
                </a:lnTo>
                <a:lnTo>
                  <a:pt x="585582" y="70529"/>
                </a:lnTo>
                <a:lnTo>
                  <a:pt x="585963" y="69795"/>
                </a:lnTo>
                <a:lnTo>
                  <a:pt x="586364" y="69080"/>
                </a:lnTo>
                <a:lnTo>
                  <a:pt x="586785" y="68383"/>
                </a:lnTo>
                <a:lnTo>
                  <a:pt x="587225" y="67705"/>
                </a:lnTo>
                <a:lnTo>
                  <a:pt x="587686" y="67044"/>
                </a:lnTo>
                <a:lnTo>
                  <a:pt x="588166" y="66402"/>
                </a:lnTo>
                <a:lnTo>
                  <a:pt x="588665" y="65778"/>
                </a:lnTo>
                <a:lnTo>
                  <a:pt x="589185" y="65173"/>
                </a:lnTo>
                <a:lnTo>
                  <a:pt x="589724" y="64585"/>
                </a:lnTo>
                <a:lnTo>
                  <a:pt x="590282" y="64016"/>
                </a:lnTo>
                <a:lnTo>
                  <a:pt x="590854" y="63468"/>
                </a:lnTo>
                <a:lnTo>
                  <a:pt x="591432" y="62943"/>
                </a:lnTo>
                <a:lnTo>
                  <a:pt x="592017" y="62441"/>
                </a:lnTo>
                <a:lnTo>
                  <a:pt x="592607" y="61963"/>
                </a:lnTo>
                <a:lnTo>
                  <a:pt x="593205" y="61508"/>
                </a:lnTo>
                <a:lnTo>
                  <a:pt x="593808" y="61076"/>
                </a:lnTo>
                <a:lnTo>
                  <a:pt x="594418" y="60668"/>
                </a:lnTo>
                <a:lnTo>
                  <a:pt x="595034" y="60283"/>
                </a:lnTo>
                <a:lnTo>
                  <a:pt x="595656" y="59922"/>
                </a:lnTo>
                <a:lnTo>
                  <a:pt x="596285" y="59583"/>
                </a:lnTo>
                <a:lnTo>
                  <a:pt x="596920" y="59268"/>
                </a:lnTo>
                <a:lnTo>
                  <a:pt x="597562" y="58977"/>
                </a:lnTo>
                <a:lnTo>
                  <a:pt x="598209" y="58708"/>
                </a:lnTo>
                <a:lnTo>
                  <a:pt x="598863" y="58463"/>
                </a:lnTo>
                <a:lnTo>
                  <a:pt x="599524" y="58242"/>
                </a:lnTo>
                <a:lnTo>
                  <a:pt x="600191" y="58043"/>
                </a:lnTo>
                <a:lnTo>
                  <a:pt x="600864" y="57868"/>
                </a:lnTo>
                <a:lnTo>
                  <a:pt x="601543" y="57717"/>
                </a:lnTo>
                <a:lnTo>
                  <a:pt x="602229" y="57588"/>
                </a:lnTo>
                <a:lnTo>
                  <a:pt x="602921" y="57483"/>
                </a:lnTo>
                <a:lnTo>
                  <a:pt x="603619" y="57402"/>
                </a:lnTo>
                <a:lnTo>
                  <a:pt x="604324" y="57343"/>
                </a:lnTo>
                <a:lnTo>
                  <a:pt x="605035" y="57308"/>
                </a:lnTo>
                <a:lnTo>
                  <a:pt x="605752" y="57297"/>
                </a:lnTo>
                <a:lnTo>
                  <a:pt x="606220" y="57303"/>
                </a:lnTo>
                <a:lnTo>
                  <a:pt x="606687" y="57320"/>
                </a:lnTo>
                <a:lnTo>
                  <a:pt x="607152" y="57349"/>
                </a:lnTo>
                <a:lnTo>
                  <a:pt x="607615" y="57389"/>
                </a:lnTo>
                <a:lnTo>
                  <a:pt x="608076" y="57441"/>
                </a:lnTo>
                <a:lnTo>
                  <a:pt x="608536" y="57505"/>
                </a:lnTo>
                <a:lnTo>
                  <a:pt x="608994" y="57580"/>
                </a:lnTo>
                <a:lnTo>
                  <a:pt x="609451" y="57667"/>
                </a:lnTo>
                <a:lnTo>
                  <a:pt x="609906" y="57766"/>
                </a:lnTo>
                <a:lnTo>
                  <a:pt x="610359" y="57876"/>
                </a:lnTo>
                <a:lnTo>
                  <a:pt x="610811" y="57997"/>
                </a:lnTo>
                <a:lnTo>
                  <a:pt x="611261" y="58130"/>
                </a:lnTo>
                <a:lnTo>
                  <a:pt x="611709" y="58275"/>
                </a:lnTo>
                <a:lnTo>
                  <a:pt x="612156" y="58431"/>
                </a:lnTo>
                <a:lnTo>
                  <a:pt x="612601" y="58599"/>
                </a:lnTo>
                <a:lnTo>
                  <a:pt x="613045" y="58778"/>
                </a:lnTo>
                <a:lnTo>
                  <a:pt x="613487" y="58969"/>
                </a:lnTo>
                <a:lnTo>
                  <a:pt x="613927" y="59172"/>
                </a:lnTo>
                <a:lnTo>
                  <a:pt x="614366" y="59386"/>
                </a:lnTo>
                <a:lnTo>
                  <a:pt x="614803" y="59612"/>
                </a:lnTo>
                <a:lnTo>
                  <a:pt x="615238" y="59849"/>
                </a:lnTo>
                <a:lnTo>
                  <a:pt x="615672" y="60098"/>
                </a:lnTo>
                <a:lnTo>
                  <a:pt x="616104" y="60358"/>
                </a:lnTo>
                <a:lnTo>
                  <a:pt x="616535" y="60630"/>
                </a:lnTo>
                <a:lnTo>
                  <a:pt x="616960" y="60913"/>
                </a:lnTo>
                <a:lnTo>
                  <a:pt x="617376" y="61203"/>
                </a:lnTo>
                <a:lnTo>
                  <a:pt x="617784" y="61503"/>
                </a:lnTo>
                <a:lnTo>
                  <a:pt x="618183" y="61811"/>
                </a:lnTo>
                <a:lnTo>
                  <a:pt x="618573" y="62128"/>
                </a:lnTo>
                <a:lnTo>
                  <a:pt x="618954" y="62453"/>
                </a:lnTo>
                <a:lnTo>
                  <a:pt x="619326" y="62788"/>
                </a:lnTo>
                <a:lnTo>
                  <a:pt x="619689" y="63131"/>
                </a:lnTo>
                <a:lnTo>
                  <a:pt x="620043" y="63482"/>
                </a:lnTo>
                <a:lnTo>
                  <a:pt x="620389" y="63843"/>
                </a:lnTo>
                <a:lnTo>
                  <a:pt x="620726" y="64211"/>
                </a:lnTo>
                <a:lnTo>
                  <a:pt x="621053" y="64589"/>
                </a:lnTo>
                <a:lnTo>
                  <a:pt x="621372" y="64975"/>
                </a:lnTo>
                <a:lnTo>
                  <a:pt x="621682" y="65370"/>
                </a:lnTo>
                <a:lnTo>
                  <a:pt x="621984" y="65774"/>
                </a:lnTo>
                <a:lnTo>
                  <a:pt x="622276" y="66186"/>
                </a:lnTo>
                <a:lnTo>
                  <a:pt x="622559" y="66608"/>
                </a:lnTo>
                <a:lnTo>
                  <a:pt x="622834" y="67037"/>
                </a:lnTo>
                <a:lnTo>
                  <a:pt x="623100" y="67476"/>
                </a:lnTo>
                <a:lnTo>
                  <a:pt x="623357" y="67923"/>
                </a:lnTo>
                <a:lnTo>
                  <a:pt x="623605" y="68379"/>
                </a:lnTo>
                <a:lnTo>
                  <a:pt x="623844" y="68843"/>
                </a:lnTo>
                <a:lnTo>
                  <a:pt x="624074" y="69316"/>
                </a:lnTo>
                <a:lnTo>
                  <a:pt x="624296" y="69798"/>
                </a:lnTo>
                <a:lnTo>
                  <a:pt x="624433" y="70120"/>
                </a:lnTo>
                <a:lnTo>
                  <a:pt x="624566" y="70461"/>
                </a:lnTo>
                <a:lnTo>
                  <a:pt x="624695" y="70820"/>
                </a:lnTo>
                <a:lnTo>
                  <a:pt x="624820" y="71198"/>
                </a:lnTo>
                <a:lnTo>
                  <a:pt x="624941" y="71596"/>
                </a:lnTo>
                <a:lnTo>
                  <a:pt x="625058" y="72012"/>
                </a:lnTo>
                <a:lnTo>
                  <a:pt x="625171" y="72446"/>
                </a:lnTo>
                <a:lnTo>
                  <a:pt x="625280" y="72900"/>
                </a:lnTo>
                <a:lnTo>
                  <a:pt x="625385" y="73372"/>
                </a:lnTo>
                <a:lnTo>
                  <a:pt x="625486" y="73864"/>
                </a:lnTo>
                <a:lnTo>
                  <a:pt x="625583" y="74374"/>
                </a:lnTo>
                <a:lnTo>
                  <a:pt x="625676" y="74903"/>
                </a:lnTo>
                <a:lnTo>
                  <a:pt x="625765" y="75450"/>
                </a:lnTo>
                <a:lnTo>
                  <a:pt x="625850" y="76017"/>
                </a:lnTo>
                <a:lnTo>
                  <a:pt x="625932" y="76602"/>
                </a:lnTo>
                <a:lnTo>
                  <a:pt x="626009" y="77206"/>
                </a:lnTo>
                <a:lnTo>
                  <a:pt x="626082" y="77829"/>
                </a:lnTo>
                <a:lnTo>
                  <a:pt x="626151" y="78471"/>
                </a:lnTo>
                <a:lnTo>
                  <a:pt x="626217" y="79131"/>
                </a:lnTo>
                <a:lnTo>
                  <a:pt x="626278" y="79810"/>
                </a:lnTo>
                <a:lnTo>
                  <a:pt x="626335" y="80508"/>
                </a:lnTo>
                <a:lnTo>
                  <a:pt x="626389" y="81225"/>
                </a:lnTo>
                <a:lnTo>
                  <a:pt x="626438" y="81961"/>
                </a:lnTo>
                <a:lnTo>
                  <a:pt x="626483" y="82716"/>
                </a:lnTo>
                <a:lnTo>
                  <a:pt x="582313" y="82716"/>
                </a:lnTo>
                <a:lnTo>
                  <a:pt x="582418" y="81727"/>
                </a:lnTo>
                <a:lnTo>
                  <a:pt x="582543" y="80756"/>
                </a:lnTo>
                <a:lnTo>
                  <a:pt x="582688" y="79803"/>
                </a:lnTo>
                <a:close/>
                <a:moveTo>
                  <a:pt x="237292" y="65090"/>
                </a:moveTo>
                <a:lnTo>
                  <a:pt x="237597" y="64987"/>
                </a:lnTo>
                <a:lnTo>
                  <a:pt x="237897" y="64888"/>
                </a:lnTo>
                <a:lnTo>
                  <a:pt x="238192" y="64794"/>
                </a:lnTo>
                <a:lnTo>
                  <a:pt x="238483" y="64706"/>
                </a:lnTo>
                <a:lnTo>
                  <a:pt x="238769" y="64622"/>
                </a:lnTo>
                <a:lnTo>
                  <a:pt x="239050" y="64544"/>
                </a:lnTo>
                <a:lnTo>
                  <a:pt x="239326" y="64470"/>
                </a:lnTo>
                <a:lnTo>
                  <a:pt x="239598" y="64402"/>
                </a:lnTo>
                <a:lnTo>
                  <a:pt x="239865" y="64338"/>
                </a:lnTo>
                <a:lnTo>
                  <a:pt x="240128" y="64280"/>
                </a:lnTo>
                <a:lnTo>
                  <a:pt x="240386" y="64227"/>
                </a:lnTo>
                <a:lnTo>
                  <a:pt x="240639" y="64179"/>
                </a:lnTo>
                <a:lnTo>
                  <a:pt x="240887" y="64136"/>
                </a:lnTo>
                <a:lnTo>
                  <a:pt x="241131" y="64098"/>
                </a:lnTo>
                <a:lnTo>
                  <a:pt x="241369" y="64065"/>
                </a:lnTo>
                <a:lnTo>
                  <a:pt x="241604" y="64037"/>
                </a:lnTo>
                <a:lnTo>
                  <a:pt x="241833" y="64014"/>
                </a:lnTo>
                <a:lnTo>
                  <a:pt x="242058" y="63997"/>
                </a:lnTo>
                <a:lnTo>
                  <a:pt x="242278" y="63984"/>
                </a:lnTo>
                <a:lnTo>
                  <a:pt x="242493" y="63976"/>
                </a:lnTo>
                <a:lnTo>
                  <a:pt x="242704" y="63974"/>
                </a:lnTo>
                <a:lnTo>
                  <a:pt x="242962" y="63976"/>
                </a:lnTo>
                <a:lnTo>
                  <a:pt x="243216" y="63983"/>
                </a:lnTo>
                <a:lnTo>
                  <a:pt x="243465" y="63993"/>
                </a:lnTo>
                <a:lnTo>
                  <a:pt x="243710" y="64009"/>
                </a:lnTo>
                <a:lnTo>
                  <a:pt x="243950" y="64028"/>
                </a:lnTo>
                <a:lnTo>
                  <a:pt x="244185" y="64052"/>
                </a:lnTo>
                <a:lnTo>
                  <a:pt x="244417" y="64080"/>
                </a:lnTo>
                <a:lnTo>
                  <a:pt x="244643" y="64113"/>
                </a:lnTo>
                <a:lnTo>
                  <a:pt x="244865" y="64150"/>
                </a:lnTo>
                <a:lnTo>
                  <a:pt x="245083" y="64191"/>
                </a:lnTo>
                <a:lnTo>
                  <a:pt x="245295" y="64237"/>
                </a:lnTo>
                <a:lnTo>
                  <a:pt x="245504" y="64287"/>
                </a:lnTo>
                <a:lnTo>
                  <a:pt x="245708" y="64342"/>
                </a:lnTo>
                <a:lnTo>
                  <a:pt x="245907" y="64400"/>
                </a:lnTo>
                <a:lnTo>
                  <a:pt x="246102" y="64463"/>
                </a:lnTo>
                <a:lnTo>
                  <a:pt x="246292" y="64531"/>
                </a:lnTo>
                <a:lnTo>
                  <a:pt x="246478" y="64603"/>
                </a:lnTo>
                <a:lnTo>
                  <a:pt x="246660" y="64679"/>
                </a:lnTo>
                <a:lnTo>
                  <a:pt x="246836" y="64759"/>
                </a:lnTo>
                <a:lnTo>
                  <a:pt x="247009" y="64844"/>
                </a:lnTo>
                <a:lnTo>
                  <a:pt x="247176" y="64933"/>
                </a:lnTo>
                <a:lnTo>
                  <a:pt x="247340" y="65027"/>
                </a:lnTo>
                <a:lnTo>
                  <a:pt x="247498" y="65125"/>
                </a:lnTo>
                <a:lnTo>
                  <a:pt x="247653" y="65227"/>
                </a:lnTo>
                <a:lnTo>
                  <a:pt x="247803" y="65334"/>
                </a:lnTo>
                <a:lnTo>
                  <a:pt x="247950" y="65444"/>
                </a:lnTo>
                <a:lnTo>
                  <a:pt x="248093" y="65559"/>
                </a:lnTo>
                <a:lnTo>
                  <a:pt x="248233" y="65679"/>
                </a:lnTo>
                <a:lnTo>
                  <a:pt x="248369" y="65802"/>
                </a:lnTo>
                <a:lnTo>
                  <a:pt x="248502" y="65931"/>
                </a:lnTo>
                <a:lnTo>
                  <a:pt x="248632" y="66063"/>
                </a:lnTo>
                <a:lnTo>
                  <a:pt x="248758" y="66200"/>
                </a:lnTo>
                <a:lnTo>
                  <a:pt x="248881" y="66341"/>
                </a:lnTo>
                <a:lnTo>
                  <a:pt x="249000" y="66487"/>
                </a:lnTo>
                <a:lnTo>
                  <a:pt x="249116" y="66636"/>
                </a:lnTo>
                <a:lnTo>
                  <a:pt x="249228" y="66791"/>
                </a:lnTo>
                <a:lnTo>
                  <a:pt x="249337" y="66949"/>
                </a:lnTo>
                <a:lnTo>
                  <a:pt x="249443" y="67112"/>
                </a:lnTo>
                <a:lnTo>
                  <a:pt x="249545" y="67279"/>
                </a:lnTo>
                <a:lnTo>
                  <a:pt x="249643" y="67451"/>
                </a:lnTo>
                <a:lnTo>
                  <a:pt x="249739" y="67627"/>
                </a:lnTo>
                <a:lnTo>
                  <a:pt x="249830" y="67807"/>
                </a:lnTo>
                <a:lnTo>
                  <a:pt x="249919" y="67992"/>
                </a:lnTo>
                <a:lnTo>
                  <a:pt x="250004" y="68181"/>
                </a:lnTo>
                <a:lnTo>
                  <a:pt x="250085" y="68374"/>
                </a:lnTo>
                <a:lnTo>
                  <a:pt x="250163" y="68572"/>
                </a:lnTo>
                <a:lnTo>
                  <a:pt x="250238" y="68774"/>
                </a:lnTo>
                <a:lnTo>
                  <a:pt x="250309" y="68981"/>
                </a:lnTo>
                <a:lnTo>
                  <a:pt x="250377" y="69201"/>
                </a:lnTo>
                <a:lnTo>
                  <a:pt x="250442" y="69445"/>
                </a:lnTo>
                <a:lnTo>
                  <a:pt x="250504" y="69712"/>
                </a:lnTo>
                <a:lnTo>
                  <a:pt x="250564" y="70002"/>
                </a:lnTo>
                <a:lnTo>
                  <a:pt x="250620" y="70317"/>
                </a:lnTo>
                <a:lnTo>
                  <a:pt x="250674" y="70655"/>
                </a:lnTo>
                <a:lnTo>
                  <a:pt x="250724" y="71016"/>
                </a:lnTo>
                <a:lnTo>
                  <a:pt x="250772" y="71401"/>
                </a:lnTo>
                <a:lnTo>
                  <a:pt x="250817" y="71809"/>
                </a:lnTo>
                <a:lnTo>
                  <a:pt x="250859" y="72241"/>
                </a:lnTo>
                <a:lnTo>
                  <a:pt x="250898" y="72696"/>
                </a:lnTo>
                <a:lnTo>
                  <a:pt x="250934" y="73175"/>
                </a:lnTo>
                <a:lnTo>
                  <a:pt x="250967" y="73678"/>
                </a:lnTo>
                <a:lnTo>
                  <a:pt x="250998" y="74204"/>
                </a:lnTo>
                <a:lnTo>
                  <a:pt x="251025" y="74754"/>
                </a:lnTo>
                <a:lnTo>
                  <a:pt x="251050" y="75327"/>
                </a:lnTo>
                <a:lnTo>
                  <a:pt x="251072" y="75923"/>
                </a:lnTo>
                <a:lnTo>
                  <a:pt x="251090" y="76544"/>
                </a:lnTo>
                <a:lnTo>
                  <a:pt x="251106" y="77187"/>
                </a:lnTo>
                <a:lnTo>
                  <a:pt x="251119" y="77855"/>
                </a:lnTo>
                <a:lnTo>
                  <a:pt x="251129" y="78546"/>
                </a:lnTo>
                <a:lnTo>
                  <a:pt x="251137" y="79260"/>
                </a:lnTo>
                <a:lnTo>
                  <a:pt x="251141" y="79998"/>
                </a:lnTo>
                <a:lnTo>
                  <a:pt x="251142" y="80759"/>
                </a:lnTo>
                <a:lnTo>
                  <a:pt x="251142" y="171044"/>
                </a:lnTo>
                <a:lnTo>
                  <a:pt x="251141" y="171899"/>
                </a:lnTo>
                <a:lnTo>
                  <a:pt x="251135" y="172727"/>
                </a:lnTo>
                <a:lnTo>
                  <a:pt x="251125" y="173527"/>
                </a:lnTo>
                <a:lnTo>
                  <a:pt x="251112" y="174300"/>
                </a:lnTo>
                <a:lnTo>
                  <a:pt x="251095" y="175046"/>
                </a:lnTo>
                <a:lnTo>
                  <a:pt x="251074" y="175764"/>
                </a:lnTo>
                <a:lnTo>
                  <a:pt x="251049" y="176455"/>
                </a:lnTo>
                <a:lnTo>
                  <a:pt x="251021" y="177119"/>
                </a:lnTo>
                <a:lnTo>
                  <a:pt x="250989" y="177755"/>
                </a:lnTo>
                <a:lnTo>
                  <a:pt x="250953" y="178364"/>
                </a:lnTo>
                <a:lnTo>
                  <a:pt x="250913" y="178946"/>
                </a:lnTo>
                <a:lnTo>
                  <a:pt x="250869" y="179500"/>
                </a:lnTo>
                <a:lnTo>
                  <a:pt x="250822" y="180027"/>
                </a:lnTo>
                <a:lnTo>
                  <a:pt x="250770" y="180527"/>
                </a:lnTo>
                <a:lnTo>
                  <a:pt x="250715" y="180999"/>
                </a:lnTo>
                <a:lnTo>
                  <a:pt x="250656" y="181444"/>
                </a:lnTo>
                <a:lnTo>
                  <a:pt x="250594" y="181862"/>
                </a:lnTo>
                <a:lnTo>
                  <a:pt x="250527" y="182252"/>
                </a:lnTo>
                <a:lnTo>
                  <a:pt x="250457" y="182615"/>
                </a:lnTo>
                <a:lnTo>
                  <a:pt x="250383" y="182951"/>
                </a:lnTo>
                <a:lnTo>
                  <a:pt x="250305" y="183259"/>
                </a:lnTo>
                <a:lnTo>
                  <a:pt x="250223" y="183540"/>
                </a:lnTo>
                <a:lnTo>
                  <a:pt x="250138" y="183794"/>
                </a:lnTo>
                <a:lnTo>
                  <a:pt x="250049" y="184020"/>
                </a:lnTo>
                <a:lnTo>
                  <a:pt x="249956" y="184231"/>
                </a:lnTo>
                <a:lnTo>
                  <a:pt x="249860" y="184436"/>
                </a:lnTo>
                <a:lnTo>
                  <a:pt x="249761" y="184637"/>
                </a:lnTo>
                <a:lnTo>
                  <a:pt x="249659" y="184833"/>
                </a:lnTo>
                <a:lnTo>
                  <a:pt x="249554" y="185024"/>
                </a:lnTo>
                <a:lnTo>
                  <a:pt x="249446" y="185210"/>
                </a:lnTo>
                <a:lnTo>
                  <a:pt x="249335" y="185391"/>
                </a:lnTo>
                <a:lnTo>
                  <a:pt x="249221" y="185567"/>
                </a:lnTo>
                <a:lnTo>
                  <a:pt x="249104" y="185739"/>
                </a:lnTo>
                <a:lnTo>
                  <a:pt x="248983" y="185905"/>
                </a:lnTo>
                <a:lnTo>
                  <a:pt x="248860" y="186067"/>
                </a:lnTo>
                <a:lnTo>
                  <a:pt x="248733" y="186223"/>
                </a:lnTo>
                <a:lnTo>
                  <a:pt x="248604" y="186375"/>
                </a:lnTo>
                <a:lnTo>
                  <a:pt x="248471" y="186522"/>
                </a:lnTo>
                <a:lnTo>
                  <a:pt x="248335" y="186664"/>
                </a:lnTo>
                <a:lnTo>
                  <a:pt x="248197" y="186801"/>
                </a:lnTo>
                <a:lnTo>
                  <a:pt x="248055" y="186933"/>
                </a:lnTo>
                <a:lnTo>
                  <a:pt x="247910" y="187061"/>
                </a:lnTo>
                <a:lnTo>
                  <a:pt x="247762" y="187183"/>
                </a:lnTo>
                <a:lnTo>
                  <a:pt x="247611" y="187301"/>
                </a:lnTo>
                <a:lnTo>
                  <a:pt x="247456" y="187413"/>
                </a:lnTo>
                <a:lnTo>
                  <a:pt x="247299" y="187521"/>
                </a:lnTo>
                <a:lnTo>
                  <a:pt x="247139" y="187624"/>
                </a:lnTo>
                <a:lnTo>
                  <a:pt x="246975" y="187722"/>
                </a:lnTo>
                <a:lnTo>
                  <a:pt x="246634" y="187909"/>
                </a:lnTo>
                <a:lnTo>
                  <a:pt x="246287" y="188088"/>
                </a:lnTo>
                <a:lnTo>
                  <a:pt x="245934" y="188258"/>
                </a:lnTo>
                <a:lnTo>
                  <a:pt x="245575" y="188420"/>
                </a:lnTo>
                <a:lnTo>
                  <a:pt x="245210" y="188574"/>
                </a:lnTo>
                <a:lnTo>
                  <a:pt x="244840" y="188719"/>
                </a:lnTo>
                <a:lnTo>
                  <a:pt x="244464" y="188857"/>
                </a:lnTo>
                <a:lnTo>
                  <a:pt x="244082" y="188985"/>
                </a:lnTo>
                <a:lnTo>
                  <a:pt x="243694" y="189106"/>
                </a:lnTo>
                <a:lnTo>
                  <a:pt x="243300" y="189218"/>
                </a:lnTo>
                <a:lnTo>
                  <a:pt x="242901" y="189322"/>
                </a:lnTo>
                <a:lnTo>
                  <a:pt x="242496" y="189417"/>
                </a:lnTo>
                <a:lnTo>
                  <a:pt x="242085" y="189504"/>
                </a:lnTo>
                <a:lnTo>
                  <a:pt x="241668" y="189583"/>
                </a:lnTo>
                <a:lnTo>
                  <a:pt x="241246" y="189654"/>
                </a:lnTo>
                <a:lnTo>
                  <a:pt x="240817" y="189716"/>
                </a:lnTo>
                <a:lnTo>
                  <a:pt x="240383" y="189769"/>
                </a:lnTo>
                <a:lnTo>
                  <a:pt x="239944" y="189815"/>
                </a:lnTo>
                <a:lnTo>
                  <a:pt x="239498" y="189852"/>
                </a:lnTo>
                <a:lnTo>
                  <a:pt x="239046" y="189881"/>
                </a:lnTo>
                <a:lnTo>
                  <a:pt x="238589" y="189901"/>
                </a:lnTo>
                <a:lnTo>
                  <a:pt x="238126" y="189913"/>
                </a:lnTo>
                <a:lnTo>
                  <a:pt x="237657" y="189917"/>
                </a:lnTo>
                <a:lnTo>
                  <a:pt x="237183" y="189913"/>
                </a:lnTo>
                <a:lnTo>
                  <a:pt x="234578" y="189913"/>
                </a:lnTo>
                <a:lnTo>
                  <a:pt x="234578" y="193767"/>
                </a:lnTo>
                <a:lnTo>
                  <a:pt x="284583" y="193767"/>
                </a:lnTo>
                <a:lnTo>
                  <a:pt x="284583" y="189913"/>
                </a:lnTo>
                <a:lnTo>
                  <a:pt x="283940" y="189910"/>
                </a:lnTo>
                <a:lnTo>
                  <a:pt x="283314" y="189902"/>
                </a:lnTo>
                <a:lnTo>
                  <a:pt x="282705" y="189888"/>
                </a:lnTo>
                <a:lnTo>
                  <a:pt x="282113" y="189869"/>
                </a:lnTo>
                <a:lnTo>
                  <a:pt x="281538" y="189845"/>
                </a:lnTo>
                <a:lnTo>
                  <a:pt x="280979" y="189815"/>
                </a:lnTo>
                <a:lnTo>
                  <a:pt x="280437" y="189780"/>
                </a:lnTo>
                <a:lnTo>
                  <a:pt x="279912" y="189739"/>
                </a:lnTo>
                <a:lnTo>
                  <a:pt x="279404" y="189693"/>
                </a:lnTo>
                <a:lnTo>
                  <a:pt x="278913" y="189642"/>
                </a:lnTo>
                <a:lnTo>
                  <a:pt x="278438" y="189585"/>
                </a:lnTo>
                <a:lnTo>
                  <a:pt x="277981" y="189522"/>
                </a:lnTo>
                <a:lnTo>
                  <a:pt x="277540" y="189454"/>
                </a:lnTo>
                <a:lnTo>
                  <a:pt x="277116" y="189381"/>
                </a:lnTo>
                <a:lnTo>
                  <a:pt x="276709" y="189302"/>
                </a:lnTo>
                <a:lnTo>
                  <a:pt x="276318" y="189218"/>
                </a:lnTo>
                <a:lnTo>
                  <a:pt x="275945" y="189129"/>
                </a:lnTo>
                <a:lnTo>
                  <a:pt x="275588" y="189034"/>
                </a:lnTo>
                <a:lnTo>
                  <a:pt x="275248" y="188933"/>
                </a:lnTo>
                <a:lnTo>
                  <a:pt x="274925" y="188828"/>
                </a:lnTo>
                <a:lnTo>
                  <a:pt x="274619" y="188716"/>
                </a:lnTo>
                <a:lnTo>
                  <a:pt x="274329" y="188600"/>
                </a:lnTo>
                <a:lnTo>
                  <a:pt x="274057" y="188478"/>
                </a:lnTo>
                <a:lnTo>
                  <a:pt x="273801" y="188350"/>
                </a:lnTo>
                <a:lnTo>
                  <a:pt x="273556" y="188218"/>
                </a:lnTo>
                <a:lnTo>
                  <a:pt x="273318" y="188082"/>
                </a:lnTo>
                <a:lnTo>
                  <a:pt x="273086" y="187942"/>
                </a:lnTo>
                <a:lnTo>
                  <a:pt x="272860" y="187799"/>
                </a:lnTo>
                <a:lnTo>
                  <a:pt x="272641" y="187652"/>
                </a:lnTo>
                <a:lnTo>
                  <a:pt x="272427" y="187500"/>
                </a:lnTo>
                <a:lnTo>
                  <a:pt x="272219" y="187346"/>
                </a:lnTo>
                <a:lnTo>
                  <a:pt x="272018" y="187187"/>
                </a:lnTo>
                <a:lnTo>
                  <a:pt x="271823" y="187024"/>
                </a:lnTo>
                <a:lnTo>
                  <a:pt x="271634" y="186858"/>
                </a:lnTo>
                <a:lnTo>
                  <a:pt x="271451" y="186688"/>
                </a:lnTo>
                <a:lnTo>
                  <a:pt x="271274" y="186514"/>
                </a:lnTo>
                <a:lnTo>
                  <a:pt x="271104" y="186336"/>
                </a:lnTo>
                <a:lnTo>
                  <a:pt x="270940" y="186155"/>
                </a:lnTo>
                <a:lnTo>
                  <a:pt x="270781" y="185970"/>
                </a:lnTo>
                <a:lnTo>
                  <a:pt x="270629" y="185780"/>
                </a:lnTo>
                <a:lnTo>
                  <a:pt x="270483" y="185588"/>
                </a:lnTo>
                <a:lnTo>
                  <a:pt x="270343" y="185391"/>
                </a:lnTo>
                <a:lnTo>
                  <a:pt x="270210" y="185190"/>
                </a:lnTo>
                <a:lnTo>
                  <a:pt x="270082" y="184986"/>
                </a:lnTo>
                <a:lnTo>
                  <a:pt x="269961" y="184778"/>
                </a:lnTo>
                <a:lnTo>
                  <a:pt x="269846" y="184566"/>
                </a:lnTo>
                <a:lnTo>
                  <a:pt x="269737" y="184351"/>
                </a:lnTo>
                <a:lnTo>
                  <a:pt x="269634" y="184131"/>
                </a:lnTo>
                <a:lnTo>
                  <a:pt x="269536" y="183897"/>
                </a:lnTo>
                <a:lnTo>
                  <a:pt x="269442" y="183639"/>
                </a:lnTo>
                <a:lnTo>
                  <a:pt x="269353" y="183355"/>
                </a:lnTo>
                <a:lnTo>
                  <a:pt x="269268" y="183047"/>
                </a:lnTo>
                <a:lnTo>
                  <a:pt x="269187" y="182714"/>
                </a:lnTo>
                <a:lnTo>
                  <a:pt x="269110" y="182357"/>
                </a:lnTo>
                <a:lnTo>
                  <a:pt x="269037" y="181974"/>
                </a:lnTo>
                <a:lnTo>
                  <a:pt x="268968" y="181567"/>
                </a:lnTo>
                <a:lnTo>
                  <a:pt x="268904" y="181135"/>
                </a:lnTo>
                <a:lnTo>
                  <a:pt x="268843" y="180678"/>
                </a:lnTo>
                <a:lnTo>
                  <a:pt x="268787" y="180197"/>
                </a:lnTo>
                <a:lnTo>
                  <a:pt x="268735" y="179691"/>
                </a:lnTo>
                <a:lnTo>
                  <a:pt x="268687" y="179159"/>
                </a:lnTo>
                <a:lnTo>
                  <a:pt x="268644" y="178604"/>
                </a:lnTo>
                <a:lnTo>
                  <a:pt x="268604" y="178023"/>
                </a:lnTo>
                <a:lnTo>
                  <a:pt x="268569" y="177417"/>
                </a:lnTo>
                <a:lnTo>
                  <a:pt x="268538" y="176787"/>
                </a:lnTo>
                <a:lnTo>
                  <a:pt x="268511" y="176132"/>
                </a:lnTo>
                <a:lnTo>
                  <a:pt x="268488" y="175452"/>
                </a:lnTo>
                <a:lnTo>
                  <a:pt x="268469" y="174748"/>
                </a:lnTo>
                <a:lnTo>
                  <a:pt x="268454" y="174019"/>
                </a:lnTo>
                <a:lnTo>
                  <a:pt x="268444" y="173265"/>
                </a:lnTo>
                <a:lnTo>
                  <a:pt x="268438" y="172486"/>
                </a:lnTo>
                <a:lnTo>
                  <a:pt x="268436" y="171682"/>
                </a:lnTo>
                <a:lnTo>
                  <a:pt x="268436" y="142617"/>
                </a:lnTo>
                <a:lnTo>
                  <a:pt x="268868" y="143002"/>
                </a:lnTo>
                <a:lnTo>
                  <a:pt x="269297" y="143377"/>
                </a:lnTo>
                <a:lnTo>
                  <a:pt x="269722" y="143740"/>
                </a:lnTo>
                <a:lnTo>
                  <a:pt x="270143" y="144093"/>
                </a:lnTo>
                <a:lnTo>
                  <a:pt x="270561" y="144435"/>
                </a:lnTo>
                <a:lnTo>
                  <a:pt x="270975" y="144766"/>
                </a:lnTo>
                <a:lnTo>
                  <a:pt x="271386" y="145086"/>
                </a:lnTo>
                <a:lnTo>
                  <a:pt x="271792" y="145395"/>
                </a:lnTo>
                <a:lnTo>
                  <a:pt x="272196" y="145693"/>
                </a:lnTo>
                <a:lnTo>
                  <a:pt x="272595" y="145981"/>
                </a:lnTo>
                <a:lnTo>
                  <a:pt x="272992" y="146258"/>
                </a:lnTo>
                <a:lnTo>
                  <a:pt x="273384" y="146524"/>
                </a:lnTo>
                <a:lnTo>
                  <a:pt x="273773" y="146779"/>
                </a:lnTo>
                <a:lnTo>
                  <a:pt x="274158" y="147023"/>
                </a:lnTo>
                <a:lnTo>
                  <a:pt x="274540" y="147256"/>
                </a:lnTo>
                <a:lnTo>
                  <a:pt x="274918" y="147478"/>
                </a:lnTo>
                <a:lnTo>
                  <a:pt x="275292" y="147690"/>
                </a:lnTo>
                <a:lnTo>
                  <a:pt x="275663" y="147891"/>
                </a:lnTo>
                <a:lnTo>
                  <a:pt x="276030" y="148081"/>
                </a:lnTo>
                <a:lnTo>
                  <a:pt x="276394" y="148260"/>
                </a:lnTo>
                <a:lnTo>
                  <a:pt x="276753" y="148428"/>
                </a:lnTo>
                <a:lnTo>
                  <a:pt x="277110" y="148585"/>
                </a:lnTo>
                <a:lnTo>
                  <a:pt x="277462" y="148732"/>
                </a:lnTo>
                <a:lnTo>
                  <a:pt x="277812" y="148867"/>
                </a:lnTo>
                <a:lnTo>
                  <a:pt x="278284" y="149046"/>
                </a:lnTo>
                <a:lnTo>
                  <a:pt x="278764" y="149217"/>
                </a:lnTo>
                <a:lnTo>
                  <a:pt x="279250" y="149380"/>
                </a:lnTo>
                <a:lnTo>
                  <a:pt x="279745" y="149536"/>
                </a:lnTo>
                <a:lnTo>
                  <a:pt x="280246" y="149684"/>
                </a:lnTo>
                <a:lnTo>
                  <a:pt x="280754" y="149825"/>
                </a:lnTo>
                <a:lnTo>
                  <a:pt x="281270" y="149958"/>
                </a:lnTo>
                <a:lnTo>
                  <a:pt x="281793" y="150083"/>
                </a:lnTo>
                <a:lnTo>
                  <a:pt x="282324" y="150201"/>
                </a:lnTo>
                <a:lnTo>
                  <a:pt x="282861" y="150311"/>
                </a:lnTo>
                <a:lnTo>
                  <a:pt x="283406" y="150413"/>
                </a:lnTo>
                <a:lnTo>
                  <a:pt x="283958" y="150508"/>
                </a:lnTo>
                <a:lnTo>
                  <a:pt x="284517" y="150596"/>
                </a:lnTo>
                <a:lnTo>
                  <a:pt x="285084" y="150675"/>
                </a:lnTo>
                <a:lnTo>
                  <a:pt x="285657" y="150748"/>
                </a:lnTo>
                <a:lnTo>
                  <a:pt x="286238" y="150812"/>
                </a:lnTo>
                <a:lnTo>
                  <a:pt x="286826" y="150869"/>
                </a:lnTo>
                <a:lnTo>
                  <a:pt x="287422" y="150918"/>
                </a:lnTo>
                <a:lnTo>
                  <a:pt x="288024" y="150960"/>
                </a:lnTo>
                <a:lnTo>
                  <a:pt x="288634" y="150994"/>
                </a:lnTo>
                <a:lnTo>
                  <a:pt x="289251" y="151021"/>
                </a:lnTo>
                <a:lnTo>
                  <a:pt x="289876" y="151040"/>
                </a:lnTo>
                <a:lnTo>
                  <a:pt x="290507" y="151051"/>
                </a:lnTo>
                <a:lnTo>
                  <a:pt x="291146" y="151055"/>
                </a:lnTo>
                <a:lnTo>
                  <a:pt x="292611" y="151032"/>
                </a:lnTo>
                <a:lnTo>
                  <a:pt x="294056" y="150963"/>
                </a:lnTo>
                <a:lnTo>
                  <a:pt x="295479" y="150849"/>
                </a:lnTo>
                <a:lnTo>
                  <a:pt x="296881" y="150688"/>
                </a:lnTo>
                <a:lnTo>
                  <a:pt x="298263" y="150481"/>
                </a:lnTo>
                <a:lnTo>
                  <a:pt x="299623" y="150229"/>
                </a:lnTo>
                <a:lnTo>
                  <a:pt x="300963" y="149931"/>
                </a:lnTo>
                <a:lnTo>
                  <a:pt x="302281" y="149587"/>
                </a:lnTo>
                <a:lnTo>
                  <a:pt x="303579" y="149196"/>
                </a:lnTo>
                <a:lnTo>
                  <a:pt x="304855" y="148760"/>
                </a:lnTo>
                <a:lnTo>
                  <a:pt x="306111" y="148279"/>
                </a:lnTo>
                <a:lnTo>
                  <a:pt x="307345" y="147751"/>
                </a:lnTo>
                <a:lnTo>
                  <a:pt x="308559" y="147177"/>
                </a:lnTo>
                <a:lnTo>
                  <a:pt x="309752" y="146558"/>
                </a:lnTo>
                <a:lnTo>
                  <a:pt x="310923" y="145892"/>
                </a:lnTo>
                <a:lnTo>
                  <a:pt x="312074" y="145181"/>
                </a:lnTo>
                <a:lnTo>
                  <a:pt x="313203" y="144424"/>
                </a:lnTo>
                <a:lnTo>
                  <a:pt x="314312" y="143620"/>
                </a:lnTo>
                <a:lnTo>
                  <a:pt x="315400" y="142771"/>
                </a:lnTo>
                <a:lnTo>
                  <a:pt x="316467" y="141876"/>
                </a:lnTo>
                <a:lnTo>
                  <a:pt x="317512" y="140936"/>
                </a:lnTo>
                <a:lnTo>
                  <a:pt x="318537" y="139949"/>
                </a:lnTo>
                <a:lnTo>
                  <a:pt x="319541" y="138916"/>
                </a:lnTo>
                <a:lnTo>
                  <a:pt x="320524" y="137838"/>
                </a:lnTo>
                <a:lnTo>
                  <a:pt x="321680" y="136479"/>
                </a:lnTo>
                <a:lnTo>
                  <a:pt x="322787" y="135090"/>
                </a:lnTo>
                <a:lnTo>
                  <a:pt x="323844" y="133672"/>
                </a:lnTo>
                <a:lnTo>
                  <a:pt x="324853" y="132224"/>
                </a:lnTo>
                <a:lnTo>
                  <a:pt x="325812" y="130746"/>
                </a:lnTo>
                <a:lnTo>
                  <a:pt x="326722" y="129239"/>
                </a:lnTo>
                <a:lnTo>
                  <a:pt x="327583" y="127702"/>
                </a:lnTo>
                <a:lnTo>
                  <a:pt x="328395" y="126136"/>
                </a:lnTo>
                <a:lnTo>
                  <a:pt x="329157" y="124540"/>
                </a:lnTo>
                <a:lnTo>
                  <a:pt x="329871" y="122914"/>
                </a:lnTo>
                <a:lnTo>
                  <a:pt x="330535" y="121259"/>
                </a:lnTo>
                <a:lnTo>
                  <a:pt x="331150" y="119574"/>
                </a:lnTo>
                <a:lnTo>
                  <a:pt x="331715" y="117859"/>
                </a:lnTo>
                <a:lnTo>
                  <a:pt x="332232" y="116115"/>
                </a:lnTo>
                <a:lnTo>
                  <a:pt x="332699" y="114341"/>
                </a:lnTo>
                <a:lnTo>
                  <a:pt x="333117" y="112538"/>
                </a:lnTo>
                <a:lnTo>
                  <a:pt x="333486" y="110704"/>
                </a:lnTo>
                <a:lnTo>
                  <a:pt x="333806" y="108842"/>
                </a:lnTo>
                <a:lnTo>
                  <a:pt x="334077" y="106949"/>
                </a:lnTo>
                <a:lnTo>
                  <a:pt x="334298" y="105027"/>
                </a:lnTo>
                <a:lnTo>
                  <a:pt x="334470" y="103076"/>
                </a:lnTo>
                <a:lnTo>
                  <a:pt x="334593" y="101095"/>
                </a:lnTo>
                <a:lnTo>
                  <a:pt x="334667" y="99084"/>
                </a:lnTo>
                <a:lnTo>
                  <a:pt x="334692" y="97043"/>
                </a:lnTo>
                <a:lnTo>
                  <a:pt x="334671" y="95219"/>
                </a:lnTo>
                <a:lnTo>
                  <a:pt x="334610" y="93424"/>
                </a:lnTo>
                <a:lnTo>
                  <a:pt x="334508" y="91658"/>
                </a:lnTo>
                <a:lnTo>
                  <a:pt x="334365" y="89920"/>
                </a:lnTo>
                <a:lnTo>
                  <a:pt x="334181" y="88212"/>
                </a:lnTo>
                <a:lnTo>
                  <a:pt x="333956" y="86532"/>
                </a:lnTo>
                <a:lnTo>
                  <a:pt x="333690" y="84882"/>
                </a:lnTo>
                <a:lnTo>
                  <a:pt x="333384" y="83260"/>
                </a:lnTo>
                <a:lnTo>
                  <a:pt x="333036" y="81667"/>
                </a:lnTo>
                <a:lnTo>
                  <a:pt x="332648" y="80103"/>
                </a:lnTo>
                <a:lnTo>
                  <a:pt x="332219" y="78568"/>
                </a:lnTo>
                <a:lnTo>
                  <a:pt x="331749" y="77062"/>
                </a:lnTo>
                <a:lnTo>
                  <a:pt x="331238" y="75584"/>
                </a:lnTo>
                <a:lnTo>
                  <a:pt x="330686" y="74136"/>
                </a:lnTo>
                <a:lnTo>
                  <a:pt x="330093" y="72717"/>
                </a:lnTo>
                <a:lnTo>
                  <a:pt x="329460" y="71326"/>
                </a:lnTo>
                <a:lnTo>
                  <a:pt x="328785" y="69965"/>
                </a:lnTo>
                <a:lnTo>
                  <a:pt x="328070" y="68632"/>
                </a:lnTo>
                <a:lnTo>
                  <a:pt x="327314" y="67328"/>
                </a:lnTo>
                <a:lnTo>
                  <a:pt x="326517" y="66053"/>
                </a:lnTo>
                <a:lnTo>
                  <a:pt x="325679" y="64807"/>
                </a:lnTo>
                <a:lnTo>
                  <a:pt x="324800" y="63590"/>
                </a:lnTo>
                <a:lnTo>
                  <a:pt x="323880" y="62402"/>
                </a:lnTo>
                <a:lnTo>
                  <a:pt x="322920" y="61242"/>
                </a:lnTo>
                <a:lnTo>
                  <a:pt x="322113" y="60325"/>
                </a:lnTo>
                <a:lnTo>
                  <a:pt x="321289" y="59447"/>
                </a:lnTo>
                <a:lnTo>
                  <a:pt x="320449" y="58609"/>
                </a:lnTo>
                <a:lnTo>
                  <a:pt x="319592" y="57809"/>
                </a:lnTo>
                <a:lnTo>
                  <a:pt x="318718" y="57048"/>
                </a:lnTo>
                <a:lnTo>
                  <a:pt x="317828" y="56326"/>
                </a:lnTo>
                <a:lnTo>
                  <a:pt x="316921" y="55643"/>
                </a:lnTo>
                <a:lnTo>
                  <a:pt x="315998" y="54999"/>
                </a:lnTo>
                <a:lnTo>
                  <a:pt x="315058" y="54394"/>
                </a:lnTo>
                <a:lnTo>
                  <a:pt x="314101" y="53829"/>
                </a:lnTo>
                <a:lnTo>
                  <a:pt x="313128" y="53302"/>
                </a:lnTo>
                <a:lnTo>
                  <a:pt x="312137" y="52814"/>
                </a:lnTo>
                <a:lnTo>
                  <a:pt x="311131" y="52365"/>
                </a:lnTo>
                <a:lnTo>
                  <a:pt x="310108" y="51956"/>
                </a:lnTo>
                <a:lnTo>
                  <a:pt x="309068" y="51585"/>
                </a:lnTo>
                <a:lnTo>
                  <a:pt x="308011" y="51253"/>
                </a:lnTo>
                <a:lnTo>
                  <a:pt x="306938" y="50960"/>
                </a:lnTo>
                <a:lnTo>
                  <a:pt x="305848" y="50707"/>
                </a:lnTo>
                <a:lnTo>
                  <a:pt x="304741" y="50492"/>
                </a:lnTo>
                <a:lnTo>
                  <a:pt x="303618" y="50317"/>
                </a:lnTo>
                <a:lnTo>
                  <a:pt x="302478" y="50180"/>
                </a:lnTo>
                <a:lnTo>
                  <a:pt x="301322" y="50083"/>
                </a:lnTo>
                <a:lnTo>
                  <a:pt x="300149" y="50024"/>
                </a:lnTo>
                <a:lnTo>
                  <a:pt x="298959" y="50004"/>
                </a:lnTo>
                <a:lnTo>
                  <a:pt x="298275" y="50013"/>
                </a:lnTo>
                <a:lnTo>
                  <a:pt x="297593" y="50039"/>
                </a:lnTo>
                <a:lnTo>
                  <a:pt x="296914" y="50082"/>
                </a:lnTo>
                <a:lnTo>
                  <a:pt x="296238" y="50142"/>
                </a:lnTo>
                <a:lnTo>
                  <a:pt x="295564" y="50219"/>
                </a:lnTo>
                <a:lnTo>
                  <a:pt x="294893" y="50314"/>
                </a:lnTo>
                <a:lnTo>
                  <a:pt x="294225" y="50425"/>
                </a:lnTo>
                <a:lnTo>
                  <a:pt x="293559" y="50554"/>
                </a:lnTo>
                <a:lnTo>
                  <a:pt x="292897" y="50700"/>
                </a:lnTo>
                <a:lnTo>
                  <a:pt x="292237" y="50864"/>
                </a:lnTo>
                <a:lnTo>
                  <a:pt x="291579" y="51044"/>
                </a:lnTo>
                <a:lnTo>
                  <a:pt x="290925" y="51242"/>
                </a:lnTo>
                <a:lnTo>
                  <a:pt x="290273" y="51456"/>
                </a:lnTo>
                <a:lnTo>
                  <a:pt x="289624" y="51688"/>
                </a:lnTo>
                <a:lnTo>
                  <a:pt x="288977" y="51937"/>
                </a:lnTo>
                <a:lnTo>
                  <a:pt x="288333" y="52204"/>
                </a:lnTo>
                <a:lnTo>
                  <a:pt x="287692" y="52487"/>
                </a:lnTo>
                <a:lnTo>
                  <a:pt x="287054" y="52788"/>
                </a:lnTo>
                <a:lnTo>
                  <a:pt x="286418" y="53106"/>
                </a:lnTo>
                <a:lnTo>
                  <a:pt x="285785" y="53441"/>
                </a:lnTo>
                <a:lnTo>
                  <a:pt x="285155" y="53793"/>
                </a:lnTo>
                <a:lnTo>
                  <a:pt x="284528" y="54162"/>
                </a:lnTo>
                <a:lnTo>
                  <a:pt x="283903" y="54549"/>
                </a:lnTo>
                <a:lnTo>
                  <a:pt x="283281" y="54953"/>
                </a:lnTo>
                <a:lnTo>
                  <a:pt x="282660" y="55378"/>
                </a:lnTo>
                <a:lnTo>
                  <a:pt x="282040" y="55831"/>
                </a:lnTo>
                <a:lnTo>
                  <a:pt x="281419" y="56310"/>
                </a:lnTo>
                <a:lnTo>
                  <a:pt x="280799" y="56815"/>
                </a:lnTo>
                <a:lnTo>
                  <a:pt x="280179" y="57347"/>
                </a:lnTo>
                <a:lnTo>
                  <a:pt x="279560" y="57906"/>
                </a:lnTo>
                <a:lnTo>
                  <a:pt x="278940" y="58491"/>
                </a:lnTo>
                <a:lnTo>
                  <a:pt x="278321" y="59103"/>
                </a:lnTo>
                <a:lnTo>
                  <a:pt x="277702" y="59741"/>
                </a:lnTo>
                <a:lnTo>
                  <a:pt x="277083" y="60406"/>
                </a:lnTo>
                <a:lnTo>
                  <a:pt x="276464" y="61097"/>
                </a:lnTo>
                <a:lnTo>
                  <a:pt x="275845" y="61815"/>
                </a:lnTo>
                <a:lnTo>
                  <a:pt x="275227" y="62560"/>
                </a:lnTo>
                <a:lnTo>
                  <a:pt x="274608" y="63331"/>
                </a:lnTo>
                <a:lnTo>
                  <a:pt x="273990" y="64129"/>
                </a:lnTo>
                <a:lnTo>
                  <a:pt x="273372" y="64954"/>
                </a:lnTo>
                <a:lnTo>
                  <a:pt x="272755" y="65805"/>
                </a:lnTo>
                <a:lnTo>
                  <a:pt x="272137" y="66682"/>
                </a:lnTo>
                <a:lnTo>
                  <a:pt x="271520" y="67587"/>
                </a:lnTo>
                <a:lnTo>
                  <a:pt x="270903" y="68517"/>
                </a:lnTo>
                <a:lnTo>
                  <a:pt x="270286" y="69475"/>
                </a:lnTo>
                <a:lnTo>
                  <a:pt x="269669" y="70459"/>
                </a:lnTo>
                <a:lnTo>
                  <a:pt x="269052" y="71469"/>
                </a:lnTo>
                <a:lnTo>
                  <a:pt x="268436" y="72506"/>
                </a:lnTo>
                <a:lnTo>
                  <a:pt x="268436" y="50213"/>
                </a:lnTo>
                <a:lnTo>
                  <a:pt x="264477" y="50213"/>
                </a:lnTo>
                <a:lnTo>
                  <a:pt x="235099" y="62099"/>
                </a:lnTo>
                <a:lnTo>
                  <a:pt x="236349" y="65432"/>
                </a:lnTo>
                <a:lnTo>
                  <a:pt x="236668" y="65313"/>
                </a:lnTo>
                <a:lnTo>
                  <a:pt x="236982" y="65199"/>
                </a:lnTo>
                <a:lnTo>
                  <a:pt x="237292" y="65090"/>
                </a:lnTo>
                <a:close/>
                <a:moveTo>
                  <a:pt x="271182" y="75929"/>
                </a:moveTo>
                <a:lnTo>
                  <a:pt x="271826" y="75266"/>
                </a:lnTo>
                <a:lnTo>
                  <a:pt x="272453" y="74628"/>
                </a:lnTo>
                <a:lnTo>
                  <a:pt x="273063" y="74017"/>
                </a:lnTo>
                <a:lnTo>
                  <a:pt x="273656" y="73432"/>
                </a:lnTo>
                <a:lnTo>
                  <a:pt x="274232" y="72873"/>
                </a:lnTo>
                <a:lnTo>
                  <a:pt x="274791" y="72340"/>
                </a:lnTo>
                <a:lnTo>
                  <a:pt x="275333" y="71833"/>
                </a:lnTo>
                <a:lnTo>
                  <a:pt x="275858" y="71352"/>
                </a:lnTo>
                <a:lnTo>
                  <a:pt x="276366" y="70896"/>
                </a:lnTo>
                <a:lnTo>
                  <a:pt x="276857" y="70467"/>
                </a:lnTo>
                <a:lnTo>
                  <a:pt x="277331" y="70064"/>
                </a:lnTo>
                <a:lnTo>
                  <a:pt x="277788" y="69687"/>
                </a:lnTo>
                <a:lnTo>
                  <a:pt x="278228" y="69336"/>
                </a:lnTo>
                <a:lnTo>
                  <a:pt x="278651" y="69011"/>
                </a:lnTo>
                <a:lnTo>
                  <a:pt x="279057" y="68712"/>
                </a:lnTo>
                <a:lnTo>
                  <a:pt x="279446" y="68439"/>
                </a:lnTo>
                <a:lnTo>
                  <a:pt x="279819" y="68192"/>
                </a:lnTo>
                <a:lnTo>
                  <a:pt x="280174" y="67971"/>
                </a:lnTo>
                <a:lnTo>
                  <a:pt x="280512" y="67776"/>
                </a:lnTo>
                <a:lnTo>
                  <a:pt x="280833" y="67607"/>
                </a:lnTo>
                <a:lnTo>
                  <a:pt x="281241" y="67403"/>
                </a:lnTo>
                <a:lnTo>
                  <a:pt x="281649" y="67208"/>
                </a:lnTo>
                <a:lnTo>
                  <a:pt x="282058" y="67022"/>
                </a:lnTo>
                <a:lnTo>
                  <a:pt x="282468" y="66844"/>
                </a:lnTo>
                <a:lnTo>
                  <a:pt x="282877" y="66675"/>
                </a:lnTo>
                <a:lnTo>
                  <a:pt x="283287" y="66515"/>
                </a:lnTo>
                <a:lnTo>
                  <a:pt x="283698" y="66363"/>
                </a:lnTo>
                <a:lnTo>
                  <a:pt x="284108" y="66220"/>
                </a:lnTo>
                <a:lnTo>
                  <a:pt x="284519" y="66085"/>
                </a:lnTo>
                <a:lnTo>
                  <a:pt x="284931" y="65960"/>
                </a:lnTo>
                <a:lnTo>
                  <a:pt x="285343" y="65843"/>
                </a:lnTo>
                <a:lnTo>
                  <a:pt x="285755" y="65734"/>
                </a:lnTo>
                <a:lnTo>
                  <a:pt x="286167" y="65635"/>
                </a:lnTo>
                <a:lnTo>
                  <a:pt x="286580" y="65543"/>
                </a:lnTo>
                <a:lnTo>
                  <a:pt x="286994" y="65461"/>
                </a:lnTo>
                <a:lnTo>
                  <a:pt x="287407" y="65387"/>
                </a:lnTo>
                <a:lnTo>
                  <a:pt x="287821" y="65322"/>
                </a:lnTo>
                <a:lnTo>
                  <a:pt x="288236" y="65266"/>
                </a:lnTo>
                <a:lnTo>
                  <a:pt x="288650" y="65218"/>
                </a:lnTo>
                <a:lnTo>
                  <a:pt x="289065" y="65179"/>
                </a:lnTo>
                <a:lnTo>
                  <a:pt x="289481" y="65149"/>
                </a:lnTo>
                <a:lnTo>
                  <a:pt x="289897" y="65127"/>
                </a:lnTo>
                <a:lnTo>
                  <a:pt x="290313" y="65114"/>
                </a:lnTo>
                <a:lnTo>
                  <a:pt x="290729" y="65110"/>
                </a:lnTo>
                <a:lnTo>
                  <a:pt x="291489" y="65124"/>
                </a:lnTo>
                <a:lnTo>
                  <a:pt x="292240" y="65166"/>
                </a:lnTo>
                <a:lnTo>
                  <a:pt x="292982" y="65237"/>
                </a:lnTo>
                <a:lnTo>
                  <a:pt x="293716" y="65335"/>
                </a:lnTo>
                <a:lnTo>
                  <a:pt x="294441" y="65462"/>
                </a:lnTo>
                <a:lnTo>
                  <a:pt x="295157" y="65617"/>
                </a:lnTo>
                <a:lnTo>
                  <a:pt x="295864" y="65800"/>
                </a:lnTo>
                <a:lnTo>
                  <a:pt x="296563" y="66012"/>
                </a:lnTo>
                <a:lnTo>
                  <a:pt x="297253" y="66251"/>
                </a:lnTo>
                <a:lnTo>
                  <a:pt x="297935" y="66519"/>
                </a:lnTo>
                <a:lnTo>
                  <a:pt x="298608" y="66815"/>
                </a:lnTo>
                <a:lnTo>
                  <a:pt x="299272" y="67139"/>
                </a:lnTo>
                <a:lnTo>
                  <a:pt x="299927" y="67491"/>
                </a:lnTo>
                <a:lnTo>
                  <a:pt x="300574" y="67872"/>
                </a:lnTo>
                <a:lnTo>
                  <a:pt x="301212" y="68280"/>
                </a:lnTo>
                <a:lnTo>
                  <a:pt x="301841" y="68717"/>
                </a:lnTo>
                <a:lnTo>
                  <a:pt x="302462" y="69182"/>
                </a:lnTo>
                <a:lnTo>
                  <a:pt x="303074" y="69675"/>
                </a:lnTo>
                <a:lnTo>
                  <a:pt x="303678" y="70197"/>
                </a:lnTo>
                <a:lnTo>
                  <a:pt x="304272" y="70746"/>
                </a:lnTo>
                <a:lnTo>
                  <a:pt x="304858" y="71324"/>
                </a:lnTo>
                <a:lnTo>
                  <a:pt x="305435" y="71930"/>
                </a:lnTo>
                <a:lnTo>
                  <a:pt x="306004" y="72564"/>
                </a:lnTo>
                <a:lnTo>
                  <a:pt x="306564" y="73226"/>
                </a:lnTo>
                <a:lnTo>
                  <a:pt x="307346" y="74223"/>
                </a:lnTo>
                <a:lnTo>
                  <a:pt x="308095" y="75255"/>
                </a:lnTo>
                <a:lnTo>
                  <a:pt x="308810" y="76323"/>
                </a:lnTo>
                <a:lnTo>
                  <a:pt x="309493" y="77425"/>
                </a:lnTo>
                <a:lnTo>
                  <a:pt x="310142" y="78562"/>
                </a:lnTo>
                <a:lnTo>
                  <a:pt x="310757" y="79734"/>
                </a:lnTo>
                <a:lnTo>
                  <a:pt x="311340" y="80942"/>
                </a:lnTo>
                <a:lnTo>
                  <a:pt x="311889" y="82184"/>
                </a:lnTo>
                <a:lnTo>
                  <a:pt x="312404" y="83462"/>
                </a:lnTo>
                <a:lnTo>
                  <a:pt x="312887" y="84774"/>
                </a:lnTo>
                <a:lnTo>
                  <a:pt x="313336" y="86122"/>
                </a:lnTo>
                <a:lnTo>
                  <a:pt x="313752" y="87505"/>
                </a:lnTo>
                <a:lnTo>
                  <a:pt x="314135" y="88922"/>
                </a:lnTo>
                <a:lnTo>
                  <a:pt x="314484" y="90375"/>
                </a:lnTo>
                <a:lnTo>
                  <a:pt x="314800" y="91863"/>
                </a:lnTo>
                <a:lnTo>
                  <a:pt x="315083" y="93385"/>
                </a:lnTo>
                <a:lnTo>
                  <a:pt x="315333" y="94943"/>
                </a:lnTo>
                <a:lnTo>
                  <a:pt x="315549" y="96536"/>
                </a:lnTo>
                <a:lnTo>
                  <a:pt x="315732" y="98164"/>
                </a:lnTo>
                <a:lnTo>
                  <a:pt x="315882" y="99827"/>
                </a:lnTo>
                <a:lnTo>
                  <a:pt x="315999" y="101525"/>
                </a:lnTo>
                <a:lnTo>
                  <a:pt x="316082" y="103258"/>
                </a:lnTo>
                <a:lnTo>
                  <a:pt x="316132" y="105026"/>
                </a:lnTo>
                <a:lnTo>
                  <a:pt x="316148" y="106829"/>
                </a:lnTo>
                <a:lnTo>
                  <a:pt x="316134" y="108418"/>
                </a:lnTo>
                <a:lnTo>
                  <a:pt x="316090" y="109977"/>
                </a:lnTo>
                <a:lnTo>
                  <a:pt x="316016" y="111507"/>
                </a:lnTo>
                <a:lnTo>
                  <a:pt x="315914" y="113006"/>
                </a:lnTo>
                <a:lnTo>
                  <a:pt x="315782" y="114475"/>
                </a:lnTo>
                <a:lnTo>
                  <a:pt x="315621" y="115914"/>
                </a:lnTo>
                <a:lnTo>
                  <a:pt x="315430" y="117323"/>
                </a:lnTo>
                <a:lnTo>
                  <a:pt x="315211" y="118702"/>
                </a:lnTo>
                <a:lnTo>
                  <a:pt x="314962" y="120052"/>
                </a:lnTo>
                <a:lnTo>
                  <a:pt x="314683" y="121371"/>
                </a:lnTo>
                <a:lnTo>
                  <a:pt x="314376" y="122660"/>
                </a:lnTo>
                <a:lnTo>
                  <a:pt x="314039" y="123919"/>
                </a:lnTo>
                <a:lnTo>
                  <a:pt x="313672" y="125148"/>
                </a:lnTo>
                <a:lnTo>
                  <a:pt x="313277" y="126347"/>
                </a:lnTo>
                <a:lnTo>
                  <a:pt x="312852" y="127516"/>
                </a:lnTo>
                <a:lnTo>
                  <a:pt x="312398" y="128656"/>
                </a:lnTo>
                <a:lnTo>
                  <a:pt x="311914" y="129765"/>
                </a:lnTo>
                <a:lnTo>
                  <a:pt x="311402" y="130844"/>
                </a:lnTo>
                <a:lnTo>
                  <a:pt x="310860" y="131893"/>
                </a:lnTo>
                <a:lnTo>
                  <a:pt x="310288" y="132912"/>
                </a:lnTo>
                <a:lnTo>
                  <a:pt x="309688" y="133901"/>
                </a:lnTo>
                <a:lnTo>
                  <a:pt x="309058" y="134860"/>
                </a:lnTo>
                <a:lnTo>
                  <a:pt x="308399" y="135790"/>
                </a:lnTo>
                <a:lnTo>
                  <a:pt x="307710" y="136689"/>
                </a:lnTo>
                <a:lnTo>
                  <a:pt x="307165" y="137351"/>
                </a:lnTo>
                <a:lnTo>
                  <a:pt x="306606" y="137985"/>
                </a:lnTo>
                <a:lnTo>
                  <a:pt x="306033" y="138591"/>
                </a:lnTo>
                <a:lnTo>
                  <a:pt x="305447" y="139169"/>
                </a:lnTo>
                <a:lnTo>
                  <a:pt x="304847" y="139718"/>
                </a:lnTo>
                <a:lnTo>
                  <a:pt x="304233" y="140239"/>
                </a:lnTo>
                <a:lnTo>
                  <a:pt x="303606" y="140733"/>
                </a:lnTo>
                <a:lnTo>
                  <a:pt x="302964" y="141198"/>
                </a:lnTo>
                <a:lnTo>
                  <a:pt x="302309" y="141634"/>
                </a:lnTo>
                <a:lnTo>
                  <a:pt x="301640" y="142043"/>
                </a:lnTo>
                <a:lnTo>
                  <a:pt x="300958" y="142423"/>
                </a:lnTo>
                <a:lnTo>
                  <a:pt x="300261" y="142776"/>
                </a:lnTo>
                <a:lnTo>
                  <a:pt x="299551" y="143100"/>
                </a:lnTo>
                <a:lnTo>
                  <a:pt x="298828" y="143396"/>
                </a:lnTo>
                <a:lnTo>
                  <a:pt x="298090" y="143663"/>
                </a:lnTo>
                <a:lnTo>
                  <a:pt x="297339" y="143903"/>
                </a:lnTo>
                <a:lnTo>
                  <a:pt x="296574" y="144114"/>
                </a:lnTo>
                <a:lnTo>
                  <a:pt x="295795" y="144297"/>
                </a:lnTo>
                <a:lnTo>
                  <a:pt x="295002" y="144452"/>
                </a:lnTo>
                <a:lnTo>
                  <a:pt x="294196" y="144579"/>
                </a:lnTo>
                <a:lnTo>
                  <a:pt x="293376" y="144678"/>
                </a:lnTo>
                <a:lnTo>
                  <a:pt x="292542" y="144748"/>
                </a:lnTo>
                <a:lnTo>
                  <a:pt x="291695" y="144791"/>
                </a:lnTo>
                <a:lnTo>
                  <a:pt x="290833" y="144805"/>
                </a:lnTo>
                <a:lnTo>
                  <a:pt x="290118" y="144797"/>
                </a:lnTo>
                <a:lnTo>
                  <a:pt x="289413" y="144773"/>
                </a:lnTo>
                <a:lnTo>
                  <a:pt x="288718" y="144733"/>
                </a:lnTo>
                <a:lnTo>
                  <a:pt x="288034" y="144677"/>
                </a:lnTo>
                <a:lnTo>
                  <a:pt x="287360" y="144606"/>
                </a:lnTo>
                <a:lnTo>
                  <a:pt x="286696" y="144519"/>
                </a:lnTo>
                <a:lnTo>
                  <a:pt x="286042" y="144415"/>
                </a:lnTo>
                <a:lnTo>
                  <a:pt x="285399" y="144296"/>
                </a:lnTo>
                <a:lnTo>
                  <a:pt x="284766" y="144161"/>
                </a:lnTo>
                <a:lnTo>
                  <a:pt x="284143" y="144010"/>
                </a:lnTo>
                <a:lnTo>
                  <a:pt x="283531" y="143843"/>
                </a:lnTo>
                <a:lnTo>
                  <a:pt x="282929" y="143660"/>
                </a:lnTo>
                <a:lnTo>
                  <a:pt x="282337" y="143462"/>
                </a:lnTo>
                <a:lnTo>
                  <a:pt x="281756" y="143247"/>
                </a:lnTo>
                <a:lnTo>
                  <a:pt x="281185" y="143017"/>
                </a:lnTo>
                <a:lnTo>
                  <a:pt x="280624" y="142770"/>
                </a:lnTo>
                <a:lnTo>
                  <a:pt x="280074" y="142508"/>
                </a:lnTo>
                <a:lnTo>
                  <a:pt x="279534" y="142230"/>
                </a:lnTo>
                <a:lnTo>
                  <a:pt x="279004" y="141936"/>
                </a:lnTo>
                <a:lnTo>
                  <a:pt x="278484" y="141626"/>
                </a:lnTo>
                <a:lnTo>
                  <a:pt x="277975" y="141300"/>
                </a:lnTo>
                <a:lnTo>
                  <a:pt x="277476" y="140958"/>
                </a:lnTo>
                <a:lnTo>
                  <a:pt x="276988" y="140601"/>
                </a:lnTo>
                <a:lnTo>
                  <a:pt x="276509" y="140227"/>
                </a:lnTo>
                <a:lnTo>
                  <a:pt x="276043" y="139843"/>
                </a:lnTo>
                <a:lnTo>
                  <a:pt x="275592" y="139454"/>
                </a:lnTo>
                <a:lnTo>
                  <a:pt x="275156" y="139060"/>
                </a:lnTo>
                <a:lnTo>
                  <a:pt x="274734" y="138661"/>
                </a:lnTo>
                <a:lnTo>
                  <a:pt x="274327" y="138257"/>
                </a:lnTo>
                <a:lnTo>
                  <a:pt x="273934" y="137848"/>
                </a:lnTo>
                <a:lnTo>
                  <a:pt x="273556" y="137433"/>
                </a:lnTo>
                <a:lnTo>
                  <a:pt x="273193" y="137014"/>
                </a:lnTo>
                <a:lnTo>
                  <a:pt x="272844" y="136589"/>
                </a:lnTo>
                <a:lnTo>
                  <a:pt x="272510" y="136160"/>
                </a:lnTo>
                <a:lnTo>
                  <a:pt x="272191" y="135725"/>
                </a:lnTo>
                <a:lnTo>
                  <a:pt x="271886" y="135286"/>
                </a:lnTo>
                <a:lnTo>
                  <a:pt x="271596" y="134841"/>
                </a:lnTo>
                <a:lnTo>
                  <a:pt x="271321" y="134391"/>
                </a:lnTo>
                <a:lnTo>
                  <a:pt x="271060" y="133936"/>
                </a:lnTo>
                <a:lnTo>
                  <a:pt x="270814" y="133476"/>
                </a:lnTo>
                <a:lnTo>
                  <a:pt x="270583" y="133011"/>
                </a:lnTo>
                <a:lnTo>
                  <a:pt x="270366" y="132541"/>
                </a:lnTo>
                <a:lnTo>
                  <a:pt x="270164" y="132066"/>
                </a:lnTo>
                <a:lnTo>
                  <a:pt x="269977" y="131586"/>
                </a:lnTo>
                <a:lnTo>
                  <a:pt x="269804" y="131101"/>
                </a:lnTo>
                <a:lnTo>
                  <a:pt x="269646" y="130610"/>
                </a:lnTo>
                <a:lnTo>
                  <a:pt x="269502" y="130115"/>
                </a:lnTo>
                <a:lnTo>
                  <a:pt x="269373" y="129614"/>
                </a:lnTo>
                <a:lnTo>
                  <a:pt x="269297" y="129297"/>
                </a:lnTo>
                <a:lnTo>
                  <a:pt x="269223" y="128953"/>
                </a:lnTo>
                <a:lnTo>
                  <a:pt x="269154" y="128581"/>
                </a:lnTo>
                <a:lnTo>
                  <a:pt x="269087" y="128181"/>
                </a:lnTo>
                <a:lnTo>
                  <a:pt x="269023" y="127755"/>
                </a:lnTo>
                <a:lnTo>
                  <a:pt x="268963" y="127300"/>
                </a:lnTo>
                <a:lnTo>
                  <a:pt x="268906" y="126818"/>
                </a:lnTo>
                <a:lnTo>
                  <a:pt x="268852" y="126309"/>
                </a:lnTo>
                <a:lnTo>
                  <a:pt x="268802" y="125772"/>
                </a:lnTo>
                <a:lnTo>
                  <a:pt x="268755" y="125208"/>
                </a:lnTo>
                <a:lnTo>
                  <a:pt x="268711" y="124616"/>
                </a:lnTo>
                <a:lnTo>
                  <a:pt x="268670" y="123997"/>
                </a:lnTo>
                <a:lnTo>
                  <a:pt x="268633" y="123350"/>
                </a:lnTo>
                <a:lnTo>
                  <a:pt x="268598" y="122676"/>
                </a:lnTo>
                <a:lnTo>
                  <a:pt x="268568" y="121975"/>
                </a:lnTo>
                <a:lnTo>
                  <a:pt x="268540" y="121246"/>
                </a:lnTo>
                <a:lnTo>
                  <a:pt x="268515" y="120489"/>
                </a:lnTo>
                <a:lnTo>
                  <a:pt x="268494" y="119705"/>
                </a:lnTo>
                <a:lnTo>
                  <a:pt x="268476" y="118894"/>
                </a:lnTo>
                <a:lnTo>
                  <a:pt x="268462" y="118055"/>
                </a:lnTo>
                <a:lnTo>
                  <a:pt x="268450" y="117188"/>
                </a:lnTo>
                <a:lnTo>
                  <a:pt x="268442" y="116294"/>
                </a:lnTo>
                <a:lnTo>
                  <a:pt x="268437" y="115373"/>
                </a:lnTo>
                <a:lnTo>
                  <a:pt x="268436" y="114424"/>
                </a:lnTo>
                <a:lnTo>
                  <a:pt x="268436" y="78842"/>
                </a:lnTo>
                <a:lnTo>
                  <a:pt x="269148" y="78074"/>
                </a:lnTo>
                <a:lnTo>
                  <a:pt x="269843" y="77333"/>
                </a:lnTo>
                <a:lnTo>
                  <a:pt x="270521" y="76618"/>
                </a:lnTo>
                <a:lnTo>
                  <a:pt x="271182" y="75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code">
            <a:extLst xmlns:a="http://schemas.openxmlformats.org/drawingml/2006/main">
              <a:ext uri="{FF2B5EF4-FFF2-40B4-BE49-F238E27FC236}">
                <a16:creationId xmlns:a16="http://schemas.microsoft.com/office/drawing/2014/main" id="{E09877C5-A12B-459B-9708-27A2EA3E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4678" y="3213823"/>
            <a:ext cx="397124" cy="151055"/>
          </a:xfrm>
          <a:custGeom xmlns:a="http://schemas.openxmlformats.org/drawingml/2006/main">
            <a:pathLst>
              <a:path w="397124" h="151055">
                <a:moveTo>
                  <a:pt x="80424" y="111885"/>
                </a:moveTo>
                <a:cubicBezTo>
                  <a:pt x="77854" y="124456"/>
                  <a:pt x="72819" y="134127"/>
                  <a:pt x="65318" y="140898"/>
                </a:cubicBezTo>
                <a:cubicBezTo>
                  <a:pt x="57818" y="147669"/>
                  <a:pt x="49518" y="151055"/>
                  <a:pt x="40420" y="151055"/>
                </a:cubicBezTo>
                <a:cubicBezTo>
                  <a:pt x="29586" y="151055"/>
                  <a:pt x="20141" y="146512"/>
                  <a:pt x="12084" y="137424"/>
                </a:cubicBezTo>
                <a:cubicBezTo>
                  <a:pt x="4028" y="128335"/>
                  <a:pt x="0" y="116054"/>
                  <a:pt x="0" y="100582"/>
                </a:cubicBezTo>
                <a:cubicBezTo>
                  <a:pt x="0" y="85596"/>
                  <a:pt x="4462" y="73420"/>
                  <a:pt x="13387" y="64055"/>
                </a:cubicBezTo>
                <a:cubicBezTo>
                  <a:pt x="22311" y="54688"/>
                  <a:pt x="33024" y="50004"/>
                  <a:pt x="45525" y="50004"/>
                </a:cubicBezTo>
                <a:cubicBezTo>
                  <a:pt x="54901" y="50004"/>
                  <a:pt x="62610" y="52480"/>
                  <a:pt x="68652" y="57430"/>
                </a:cubicBezTo>
                <a:cubicBezTo>
                  <a:pt x="74694" y="62379"/>
                  <a:pt x="77715" y="67518"/>
                  <a:pt x="77715" y="72848"/>
                </a:cubicBezTo>
                <a:cubicBezTo>
                  <a:pt x="77715" y="75479"/>
                  <a:pt x="76865" y="77608"/>
                  <a:pt x="75163" y="79236"/>
                </a:cubicBezTo>
                <a:cubicBezTo>
                  <a:pt x="73461" y="80861"/>
                  <a:pt x="71083" y="81674"/>
                  <a:pt x="68027" y="81674"/>
                </a:cubicBezTo>
                <a:cubicBezTo>
                  <a:pt x="63929" y="81674"/>
                  <a:pt x="60839" y="80354"/>
                  <a:pt x="58755" y="77715"/>
                </a:cubicBezTo>
                <a:cubicBezTo>
                  <a:pt x="57575" y="76257"/>
                  <a:pt x="56793" y="73479"/>
                  <a:pt x="56411" y="69381"/>
                </a:cubicBezTo>
                <a:cubicBezTo>
                  <a:pt x="56029" y="65284"/>
                  <a:pt x="54623" y="62158"/>
                  <a:pt x="52192" y="60005"/>
                </a:cubicBezTo>
                <a:cubicBezTo>
                  <a:pt x="49761" y="57922"/>
                  <a:pt x="46393" y="56880"/>
                  <a:pt x="42087" y="56880"/>
                </a:cubicBezTo>
                <a:cubicBezTo>
                  <a:pt x="35142" y="56880"/>
                  <a:pt x="29551" y="59450"/>
                  <a:pt x="25315" y="64589"/>
                </a:cubicBezTo>
                <a:cubicBezTo>
                  <a:pt x="19689" y="71395"/>
                  <a:pt x="16877" y="80389"/>
                  <a:pt x="16877" y="91571"/>
                </a:cubicBezTo>
                <a:cubicBezTo>
                  <a:pt x="16877" y="102961"/>
                  <a:pt x="19672" y="113014"/>
                  <a:pt x="25263" y="121730"/>
                </a:cubicBezTo>
                <a:cubicBezTo>
                  <a:pt x="30853" y="130446"/>
                  <a:pt x="38406" y="134804"/>
                  <a:pt x="47921" y="134804"/>
                </a:cubicBezTo>
                <a:cubicBezTo>
                  <a:pt x="54727" y="134804"/>
                  <a:pt x="60839" y="132477"/>
                  <a:pt x="66256" y="127824"/>
                </a:cubicBezTo>
                <a:cubicBezTo>
                  <a:pt x="70076" y="124629"/>
                  <a:pt x="73791" y="118830"/>
                  <a:pt x="77403" y="110427"/>
                </a:cubicBezTo>
                <a:lnTo>
                  <a:pt x="80424" y="111885"/>
                </a:lnTo>
                <a:close/>
                <a:moveTo>
                  <a:pt x="139922" y="50004"/>
                </a:moveTo>
                <a:cubicBezTo>
                  <a:pt x="154368" y="50004"/>
                  <a:pt x="165966" y="55486"/>
                  <a:pt x="174717" y="66448"/>
                </a:cubicBezTo>
                <a:cubicBezTo>
                  <a:pt x="182148" y="75813"/>
                  <a:pt x="185864" y="86567"/>
                  <a:pt x="185864" y="98710"/>
                </a:cubicBezTo>
                <a:cubicBezTo>
                  <a:pt x="185864" y="107244"/>
                  <a:pt x="183815" y="115882"/>
                  <a:pt x="179717" y="124624"/>
                </a:cubicBezTo>
                <a:cubicBezTo>
                  <a:pt x="175620" y="133364"/>
                  <a:pt x="169977" y="139954"/>
                  <a:pt x="162789" y="144394"/>
                </a:cubicBezTo>
                <a:cubicBezTo>
                  <a:pt x="155601" y="148835"/>
                  <a:pt x="147596" y="151055"/>
                  <a:pt x="138776" y="151055"/>
                </a:cubicBezTo>
                <a:cubicBezTo>
                  <a:pt x="124400" y="151055"/>
                  <a:pt x="112975" y="145331"/>
                  <a:pt x="104502" y="133882"/>
                </a:cubicBezTo>
                <a:cubicBezTo>
                  <a:pt x="97349" y="124240"/>
                  <a:pt x="93772" y="113417"/>
                  <a:pt x="93772" y="101415"/>
                </a:cubicBezTo>
                <a:cubicBezTo>
                  <a:pt x="93772" y="92673"/>
                  <a:pt x="95942" y="83983"/>
                  <a:pt x="100283" y="75345"/>
                </a:cubicBezTo>
                <a:cubicBezTo>
                  <a:pt x="104624" y="66707"/>
                  <a:pt x="110336" y="60324"/>
                  <a:pt x="117420" y="56196"/>
                </a:cubicBezTo>
                <a:cubicBezTo>
                  <a:pt x="124504" y="52068"/>
                  <a:pt x="132005" y="50004"/>
                  <a:pt x="139922" y="50004"/>
                </a:cubicBezTo>
                <a:moveTo>
                  <a:pt x="136693" y="56880"/>
                </a:moveTo>
                <a:cubicBezTo>
                  <a:pt x="133012" y="56880"/>
                  <a:pt x="129313" y="57973"/>
                  <a:pt x="125598" y="60158"/>
                </a:cubicBezTo>
                <a:cubicBezTo>
                  <a:pt x="121882" y="62344"/>
                  <a:pt x="118879" y="66177"/>
                  <a:pt x="116587" y="71657"/>
                </a:cubicBezTo>
                <a:cubicBezTo>
                  <a:pt x="114295" y="77137"/>
                  <a:pt x="113149" y="84177"/>
                  <a:pt x="113149" y="92778"/>
                </a:cubicBezTo>
                <a:cubicBezTo>
                  <a:pt x="113149" y="106651"/>
                  <a:pt x="115910" y="118617"/>
                  <a:pt x="121431" y="128677"/>
                </a:cubicBezTo>
                <a:cubicBezTo>
                  <a:pt x="126952" y="138734"/>
                  <a:pt x="134227" y="143763"/>
                  <a:pt x="143256" y="143763"/>
                </a:cubicBezTo>
                <a:cubicBezTo>
                  <a:pt x="149992" y="143763"/>
                  <a:pt x="155548" y="140988"/>
                  <a:pt x="159924" y="135439"/>
                </a:cubicBezTo>
                <a:cubicBezTo>
                  <a:pt x="164299" y="129889"/>
                  <a:pt x="166487" y="120351"/>
                  <a:pt x="166487" y="106826"/>
                </a:cubicBezTo>
                <a:cubicBezTo>
                  <a:pt x="166487" y="89900"/>
                  <a:pt x="162841" y="76580"/>
                  <a:pt x="155548" y="66868"/>
                </a:cubicBezTo>
                <a:cubicBezTo>
                  <a:pt x="150617" y="60209"/>
                  <a:pt x="144332" y="56880"/>
                  <a:pt x="136693" y="56880"/>
                </a:cubicBezTo>
                <a:close/>
                <a:moveTo>
                  <a:pt x="271596" y="137408"/>
                </a:moveTo>
                <a:cubicBezTo>
                  <a:pt x="266943" y="142270"/>
                  <a:pt x="262394" y="145760"/>
                  <a:pt x="257949" y="147878"/>
                </a:cubicBezTo>
                <a:cubicBezTo>
                  <a:pt x="253504" y="149996"/>
                  <a:pt x="248712" y="151055"/>
                  <a:pt x="243572" y="151055"/>
                </a:cubicBezTo>
                <a:cubicBezTo>
                  <a:pt x="233155" y="151055"/>
                  <a:pt x="224057" y="146707"/>
                  <a:pt x="216278" y="138010"/>
                </a:cubicBezTo>
                <a:cubicBezTo>
                  <a:pt x="208500" y="129312"/>
                  <a:pt x="204611" y="118134"/>
                  <a:pt x="204611" y="104479"/>
                </a:cubicBezTo>
                <a:cubicBezTo>
                  <a:pt x="204611" y="90825"/>
                  <a:pt x="208917" y="78333"/>
                  <a:pt x="217528" y="67001"/>
                </a:cubicBezTo>
                <a:cubicBezTo>
                  <a:pt x="226140" y="55670"/>
                  <a:pt x="237218" y="50004"/>
                  <a:pt x="250761" y="50004"/>
                </a:cubicBezTo>
                <a:cubicBezTo>
                  <a:pt x="259164" y="50004"/>
                  <a:pt x="266109" y="52678"/>
                  <a:pt x="271596" y="58026"/>
                </a:cubicBezTo>
                <a:lnTo>
                  <a:pt x="271596" y="40381"/>
                </a:lnTo>
                <a:cubicBezTo>
                  <a:pt x="271596" y="29432"/>
                  <a:pt x="271335" y="22702"/>
                  <a:pt x="270815" y="20191"/>
                </a:cubicBezTo>
                <a:cubicBezTo>
                  <a:pt x="270294" y="17680"/>
                  <a:pt x="269478" y="15971"/>
                  <a:pt x="268366" y="15066"/>
                </a:cubicBezTo>
                <a:cubicBezTo>
                  <a:pt x="267255" y="14159"/>
                  <a:pt x="265866" y="13706"/>
                  <a:pt x="264199" y="13706"/>
                </a:cubicBezTo>
                <a:cubicBezTo>
                  <a:pt x="262394" y="13706"/>
                  <a:pt x="259998" y="14263"/>
                  <a:pt x="257011" y="15379"/>
                </a:cubicBezTo>
                <a:lnTo>
                  <a:pt x="255657" y="11717"/>
                </a:lnTo>
                <a:lnTo>
                  <a:pt x="284097" y="0"/>
                </a:lnTo>
                <a:lnTo>
                  <a:pt x="288785" y="0"/>
                </a:lnTo>
                <a:lnTo>
                  <a:pt x="288785" y="110322"/>
                </a:lnTo>
                <a:cubicBezTo>
                  <a:pt x="288785" y="121504"/>
                  <a:pt x="289045" y="128327"/>
                  <a:pt x="289566" y="130793"/>
                </a:cubicBezTo>
                <a:cubicBezTo>
                  <a:pt x="290087" y="133258"/>
                  <a:pt x="290920" y="134977"/>
                  <a:pt x="292066" y="135950"/>
                </a:cubicBezTo>
                <a:cubicBezTo>
                  <a:pt x="293212" y="136922"/>
                  <a:pt x="294549" y="137408"/>
                  <a:pt x="296077" y="137408"/>
                </a:cubicBezTo>
                <a:cubicBezTo>
                  <a:pt x="297952" y="137408"/>
                  <a:pt x="300453" y="136818"/>
                  <a:pt x="303578" y="135637"/>
                </a:cubicBezTo>
                <a:lnTo>
                  <a:pt x="304724" y="139283"/>
                </a:lnTo>
                <a:lnTo>
                  <a:pt x="276388" y="151055"/>
                </a:lnTo>
                <a:lnTo>
                  <a:pt x="271596" y="151055"/>
                </a:lnTo>
                <a:lnTo>
                  <a:pt x="271596" y="137408"/>
                </a:lnTo>
                <a:moveTo>
                  <a:pt x="271596" y="130139"/>
                </a:moveTo>
                <a:lnTo>
                  <a:pt x="271596" y="81091"/>
                </a:lnTo>
                <a:cubicBezTo>
                  <a:pt x="271179" y="76379"/>
                  <a:pt x="269929" y="72084"/>
                  <a:pt x="267845" y="68206"/>
                </a:cubicBezTo>
                <a:cubicBezTo>
                  <a:pt x="265762" y="64325"/>
                  <a:pt x="263001" y="61399"/>
                  <a:pt x="259563" y="59426"/>
                </a:cubicBezTo>
                <a:cubicBezTo>
                  <a:pt x="256126" y="57451"/>
                  <a:pt x="252775" y="56463"/>
                  <a:pt x="249511" y="56463"/>
                </a:cubicBezTo>
                <a:cubicBezTo>
                  <a:pt x="243399" y="56463"/>
                  <a:pt x="237947" y="59200"/>
                  <a:pt x="233155" y="64674"/>
                </a:cubicBezTo>
                <a:cubicBezTo>
                  <a:pt x="226835" y="71877"/>
                  <a:pt x="223675" y="82406"/>
                  <a:pt x="223675" y="96262"/>
                </a:cubicBezTo>
                <a:cubicBezTo>
                  <a:pt x="223675" y="110256"/>
                  <a:pt x="226731" y="120978"/>
                  <a:pt x="232842" y="128426"/>
                </a:cubicBezTo>
                <a:cubicBezTo>
                  <a:pt x="238954" y="135873"/>
                  <a:pt x="245760" y="139596"/>
                  <a:pt x="253261" y="139596"/>
                </a:cubicBezTo>
                <a:cubicBezTo>
                  <a:pt x="259581" y="139596"/>
                  <a:pt x="265693" y="136443"/>
                  <a:pt x="271596" y="130139"/>
                </a:cubicBezTo>
                <a:close/>
                <a:moveTo>
                  <a:pt x="331180" y="88758"/>
                </a:moveTo>
                <a:cubicBezTo>
                  <a:pt x="331111" y="102893"/>
                  <a:pt x="334549" y="113980"/>
                  <a:pt x="341494" y="122019"/>
                </a:cubicBezTo>
                <a:cubicBezTo>
                  <a:pt x="348439" y="130056"/>
                  <a:pt x="356599" y="134074"/>
                  <a:pt x="365975" y="134074"/>
                </a:cubicBezTo>
                <a:cubicBezTo>
                  <a:pt x="372226" y="134074"/>
                  <a:pt x="377660" y="132356"/>
                  <a:pt x="382279" y="128918"/>
                </a:cubicBezTo>
                <a:cubicBezTo>
                  <a:pt x="386897" y="125480"/>
                  <a:pt x="390769" y="119594"/>
                  <a:pt x="393894" y="111260"/>
                </a:cubicBezTo>
                <a:lnTo>
                  <a:pt x="397124" y="113343"/>
                </a:lnTo>
                <a:cubicBezTo>
                  <a:pt x="395665" y="122858"/>
                  <a:pt x="391429" y="131522"/>
                  <a:pt x="384414" y="139335"/>
                </a:cubicBezTo>
                <a:cubicBezTo>
                  <a:pt x="377400" y="147149"/>
                  <a:pt x="368614" y="151055"/>
                  <a:pt x="358058" y="151055"/>
                </a:cubicBezTo>
                <a:cubicBezTo>
                  <a:pt x="346598" y="151055"/>
                  <a:pt x="336789" y="146603"/>
                  <a:pt x="328628" y="137698"/>
                </a:cubicBezTo>
                <a:cubicBezTo>
                  <a:pt x="320468" y="128791"/>
                  <a:pt x="316387" y="116817"/>
                  <a:pt x="316387" y="101777"/>
                </a:cubicBezTo>
                <a:cubicBezTo>
                  <a:pt x="316387" y="85490"/>
                  <a:pt x="320572" y="72791"/>
                  <a:pt x="328941" y="63678"/>
                </a:cubicBezTo>
                <a:cubicBezTo>
                  <a:pt x="337309" y="54562"/>
                  <a:pt x="347814" y="50004"/>
                  <a:pt x="360454" y="50004"/>
                </a:cubicBezTo>
                <a:cubicBezTo>
                  <a:pt x="371149" y="50004"/>
                  <a:pt x="379935" y="53520"/>
                  <a:pt x="386810" y="60552"/>
                </a:cubicBezTo>
                <a:cubicBezTo>
                  <a:pt x="393686" y="67582"/>
                  <a:pt x="397124" y="76984"/>
                  <a:pt x="397124" y="88758"/>
                </a:cubicBezTo>
                <a:lnTo>
                  <a:pt x="331180" y="88758"/>
                </a:lnTo>
                <a:moveTo>
                  <a:pt x="331180" y="82716"/>
                </a:moveTo>
                <a:lnTo>
                  <a:pt x="375351" y="82716"/>
                </a:lnTo>
                <a:cubicBezTo>
                  <a:pt x="375004" y="76604"/>
                  <a:pt x="374274" y="72298"/>
                  <a:pt x="373163" y="69798"/>
                </a:cubicBezTo>
                <a:cubicBezTo>
                  <a:pt x="371427" y="65909"/>
                  <a:pt x="368840" y="62853"/>
                  <a:pt x="365402" y="60630"/>
                </a:cubicBezTo>
                <a:cubicBezTo>
                  <a:pt x="361964" y="58408"/>
                  <a:pt x="358370" y="57297"/>
                  <a:pt x="354620" y="57297"/>
                </a:cubicBezTo>
                <a:cubicBezTo>
                  <a:pt x="348856" y="57297"/>
                  <a:pt x="343699" y="59537"/>
                  <a:pt x="339150" y="64016"/>
                </a:cubicBezTo>
                <a:cubicBezTo>
                  <a:pt x="334601" y="68496"/>
                  <a:pt x="331944" y="74729"/>
                  <a:pt x="331180" y="82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1a1bedf8342a9"/>
          <a:stretch xmlns:a="http://schemas.openxmlformats.org/drawingml/2006/main"/>
        </p:blipFill>
        <p:spPr>
          <a:xfrm xmlns:a="http://schemas.openxmlformats.org/drawingml/2006/main">
            <a:off x="11664099" y="2420614"/>
            <a:ext cx="494963" cy="494963"/>
          </a:xfrm>
          <a:prstGeom xmlns:a="http://schemas.openxmlformats.org/drawingml/2006/main" prst="rect">
            <a:avLst/>
          </a:prstGeom>
        </p:spPr>
      </p:pic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58B1C-BDF0-435A-85B1-9487881D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226" y="2284054"/>
            <a:ext cx="1211842" cy="1169171"/>
          </a:xfrm>
          <a:custGeom xmlns:a="http://schemas.openxmlformats.org/drawingml/2006/main">
            <a:pathLst>
              <a:path w="1211842" h="1169171">
                <a:moveTo>
                  <a:pt x="0" y="1169171"/>
                </a:moveTo>
                <a:lnTo>
                  <a:pt x="0" y="0"/>
                </a:lnTo>
                <a:lnTo>
                  <a:pt x="972787" y="0"/>
                </a:lnTo>
                <a:lnTo>
                  <a:pt x="1211842" y="239054"/>
                </a:lnTo>
                <a:lnTo>
                  <a:pt x="1211842" y="1169171"/>
                </a:lnTo>
                <a:lnTo>
                  <a:pt x="0" y="11691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11ACA-A900-4676-B6E9-10582916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008" y="2284055"/>
            <a:ext cx="239054" cy="239054"/>
          </a:xfrm>
          <a:custGeom xmlns:a="http://schemas.openxmlformats.org/drawingml/2006/main">
            <a:pathLst>
              <a:path w="239054" h="239054">
                <a:moveTo>
                  <a:pt x="0" y="0"/>
                </a:moveTo>
                <a:lnTo>
                  <a:pt x="239054" y="239054"/>
                </a:lnTo>
                <a:lnTo>
                  <a:pt x="47819" y="191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CD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70261-6634-4336-90B3-30DC2F0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221" y="2284055"/>
            <a:ext cx="1211842" cy="1169171"/>
          </a:xfrm>
          <a:custGeom xmlns:a="http://schemas.openxmlformats.org/drawingml/2006/main">
            <a:pathLst>
              <a:path w="1211842" h="1169171" fill="none">
                <a:moveTo>
                  <a:pt x="972787" y="0"/>
                </a:moveTo>
                <a:lnTo>
                  <a:pt x="1020607" y="191249"/>
                </a:lnTo>
                <a:lnTo>
                  <a:pt x="1211842" y="239054"/>
                </a:lnTo>
                <a:lnTo>
                  <a:pt x="972787" y="0"/>
                </a:lnTo>
                <a:lnTo>
                  <a:pt x="0" y="0"/>
                </a:lnTo>
                <a:lnTo>
                  <a:pt x="0" y="1169171"/>
                </a:lnTo>
                <a:lnTo>
                  <a:pt x="1211842" y="1169171"/>
                </a:lnTo>
                <a:lnTo>
                  <a:pt x="1211842" y="239054"/>
                </a:lnTo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767171"/>
            </a:solidFill>
            <a:round/>
          </a:ln>
        </p:spPr>
      </p:sp>
      <p:sp>
        <p:nvSpPr>
          <p:cNvPr id="113" name="Text ▸">
            <a:extLst xmlns:a="http://schemas.openxmlformats.org/drawingml/2006/main">
              <a:ext uri="{FF2B5EF4-FFF2-40B4-BE49-F238E27FC236}">
                <a16:creationId xmlns:a16="http://schemas.microsoft.com/office/drawing/2014/main" id="{C664ACAB-72D6-4B53-8ECA-033BDD5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313" y="2431989"/>
            <a:ext cx="66739" cy="71140"/>
          </a:xfrm>
          <a:custGeom xmlns:a="http://schemas.openxmlformats.org/drawingml/2006/main">
            <a:pathLst>
              <a:path w="66739" h="71140">
                <a:moveTo>
                  <a:pt x="66739" y="35203"/>
                </a:moveTo>
                <a:lnTo>
                  <a:pt x="0" y="71140"/>
                </a:lnTo>
                <a:lnTo>
                  <a:pt x="0" y="0"/>
                </a:lnTo>
                <a:lnTo>
                  <a:pt x="66739" y="352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Problem">
            <a:extLst xmlns:a="http://schemas.openxmlformats.org/drawingml/2006/main">
              <a:ext uri="{FF2B5EF4-FFF2-40B4-BE49-F238E27FC236}">
                <a16:creationId xmlns:a16="http://schemas.microsoft.com/office/drawing/2014/main" id="{10DE70BD-DC33-499E-97BD-BE0EE159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973" y="2410354"/>
            <a:ext cx="675869" cy="126878"/>
          </a:xfrm>
          <a:custGeom xmlns:a="http://schemas.openxmlformats.org/drawingml/2006/main">
            <a:pathLst>
              <a:path w="675869" h="126878">
                <a:moveTo>
                  <a:pt x="45929" y="68023"/>
                </a:moveTo>
                <a:lnTo>
                  <a:pt x="45929" y="102492"/>
                </a:lnTo>
                <a:cubicBezTo>
                  <a:pt x="45929" y="109250"/>
                  <a:pt x="46342" y="113504"/>
                  <a:pt x="47167" y="115255"/>
                </a:cubicBezTo>
                <a:cubicBezTo>
                  <a:pt x="47992" y="117005"/>
                  <a:pt x="49459" y="118402"/>
                  <a:pt x="51567" y="119447"/>
                </a:cubicBezTo>
                <a:cubicBezTo>
                  <a:pt x="53676" y="120489"/>
                  <a:pt x="57541" y="121011"/>
                  <a:pt x="63164" y="121011"/>
                </a:cubicBezTo>
                <a:lnTo>
                  <a:pt x="63164" y="124311"/>
                </a:lnTo>
                <a:lnTo>
                  <a:pt x="0" y="124311"/>
                </a:lnTo>
                <a:lnTo>
                  <a:pt x="0" y="121011"/>
                </a:lnTo>
                <a:cubicBezTo>
                  <a:pt x="5745" y="121011"/>
                  <a:pt x="9641" y="120473"/>
                  <a:pt x="11689" y="119398"/>
                </a:cubicBezTo>
                <a:cubicBezTo>
                  <a:pt x="13736" y="118323"/>
                  <a:pt x="15172" y="116926"/>
                  <a:pt x="15997" y="115207"/>
                </a:cubicBezTo>
                <a:cubicBezTo>
                  <a:pt x="16822" y="113488"/>
                  <a:pt x="17235" y="109250"/>
                  <a:pt x="17235" y="102492"/>
                </a:cubicBezTo>
                <a:lnTo>
                  <a:pt x="17235" y="21819"/>
                </a:lnTo>
                <a:cubicBezTo>
                  <a:pt x="17235" y="15061"/>
                  <a:pt x="16822" y="10808"/>
                  <a:pt x="15997" y="9059"/>
                </a:cubicBezTo>
                <a:cubicBezTo>
                  <a:pt x="15172" y="7307"/>
                  <a:pt x="13721" y="5910"/>
                  <a:pt x="11643" y="4867"/>
                </a:cubicBezTo>
                <a:cubicBezTo>
                  <a:pt x="9565" y="3823"/>
                  <a:pt x="5684" y="3300"/>
                  <a:pt x="0" y="3300"/>
                </a:cubicBezTo>
                <a:lnTo>
                  <a:pt x="0" y="0"/>
                </a:lnTo>
                <a:lnTo>
                  <a:pt x="54180" y="0"/>
                </a:lnTo>
                <a:cubicBezTo>
                  <a:pt x="72026" y="0"/>
                  <a:pt x="84830" y="3178"/>
                  <a:pt x="92592" y="9534"/>
                </a:cubicBezTo>
                <a:cubicBezTo>
                  <a:pt x="100353" y="15890"/>
                  <a:pt x="104234" y="23835"/>
                  <a:pt x="104234" y="33370"/>
                </a:cubicBezTo>
                <a:cubicBezTo>
                  <a:pt x="104234" y="41437"/>
                  <a:pt x="101729" y="48343"/>
                  <a:pt x="96717" y="54088"/>
                </a:cubicBezTo>
                <a:cubicBezTo>
                  <a:pt x="91705" y="59833"/>
                  <a:pt x="84799" y="63745"/>
                  <a:pt x="75998" y="65823"/>
                </a:cubicBezTo>
                <a:cubicBezTo>
                  <a:pt x="70070" y="67289"/>
                  <a:pt x="60047" y="68023"/>
                  <a:pt x="45929" y="68023"/>
                </a:cubicBezTo>
                <a:moveTo>
                  <a:pt x="45929" y="7151"/>
                </a:moveTo>
                <a:lnTo>
                  <a:pt x="45929" y="60872"/>
                </a:lnTo>
                <a:cubicBezTo>
                  <a:pt x="47946" y="60994"/>
                  <a:pt x="49474" y="61055"/>
                  <a:pt x="50513" y="61055"/>
                </a:cubicBezTo>
                <a:cubicBezTo>
                  <a:pt x="57969" y="61055"/>
                  <a:pt x="63714" y="58840"/>
                  <a:pt x="67748" y="54409"/>
                </a:cubicBezTo>
                <a:cubicBezTo>
                  <a:pt x="71781" y="49978"/>
                  <a:pt x="73798" y="43118"/>
                  <a:pt x="73798" y="33828"/>
                </a:cubicBezTo>
                <a:cubicBezTo>
                  <a:pt x="73798" y="24599"/>
                  <a:pt x="71781" y="17846"/>
                  <a:pt x="67748" y="13568"/>
                </a:cubicBezTo>
                <a:cubicBezTo>
                  <a:pt x="63714" y="9290"/>
                  <a:pt x="57694" y="7151"/>
                  <a:pt x="49688" y="7151"/>
                </a:cubicBezTo>
                <a:lnTo>
                  <a:pt x="45929" y="7151"/>
                </a:lnTo>
                <a:close/>
                <a:moveTo>
                  <a:pt x="156612" y="38503"/>
                </a:moveTo>
                <a:lnTo>
                  <a:pt x="156612" y="57939"/>
                </a:lnTo>
                <a:cubicBezTo>
                  <a:pt x="162296" y="49077"/>
                  <a:pt x="167277" y="43194"/>
                  <a:pt x="171555" y="40291"/>
                </a:cubicBezTo>
                <a:cubicBezTo>
                  <a:pt x="175833" y="37388"/>
                  <a:pt x="179958" y="35937"/>
                  <a:pt x="183931" y="35937"/>
                </a:cubicBezTo>
                <a:cubicBezTo>
                  <a:pt x="187353" y="35937"/>
                  <a:pt x="190088" y="36995"/>
                  <a:pt x="192136" y="39111"/>
                </a:cubicBezTo>
                <a:cubicBezTo>
                  <a:pt x="194183" y="41227"/>
                  <a:pt x="195207" y="44217"/>
                  <a:pt x="195207" y="48081"/>
                </a:cubicBezTo>
                <a:cubicBezTo>
                  <a:pt x="195207" y="52191"/>
                  <a:pt x="194214" y="55381"/>
                  <a:pt x="192227" y="57652"/>
                </a:cubicBezTo>
                <a:cubicBezTo>
                  <a:pt x="190241" y="59921"/>
                  <a:pt x="187842" y="61055"/>
                  <a:pt x="185031" y="61055"/>
                </a:cubicBezTo>
                <a:cubicBezTo>
                  <a:pt x="181792" y="61055"/>
                  <a:pt x="178980" y="60016"/>
                  <a:pt x="176597" y="57939"/>
                </a:cubicBezTo>
                <a:cubicBezTo>
                  <a:pt x="174213" y="55861"/>
                  <a:pt x="172808" y="54699"/>
                  <a:pt x="172380" y="54455"/>
                </a:cubicBezTo>
                <a:cubicBezTo>
                  <a:pt x="171769" y="54088"/>
                  <a:pt x="171066" y="53905"/>
                  <a:pt x="170271" y="53905"/>
                </a:cubicBezTo>
                <a:cubicBezTo>
                  <a:pt x="168499" y="53905"/>
                  <a:pt x="166818" y="54577"/>
                  <a:pt x="165229" y="55922"/>
                </a:cubicBezTo>
                <a:cubicBezTo>
                  <a:pt x="162723" y="58000"/>
                  <a:pt x="160829" y="60964"/>
                  <a:pt x="159545" y="64814"/>
                </a:cubicBezTo>
                <a:cubicBezTo>
                  <a:pt x="157590" y="70742"/>
                  <a:pt x="156612" y="77282"/>
                  <a:pt x="156612" y="84433"/>
                </a:cubicBezTo>
                <a:lnTo>
                  <a:pt x="156612" y="104143"/>
                </a:lnTo>
                <a:lnTo>
                  <a:pt x="156703" y="109276"/>
                </a:lnTo>
                <a:cubicBezTo>
                  <a:pt x="156703" y="112760"/>
                  <a:pt x="156917" y="114991"/>
                  <a:pt x="157345" y="115969"/>
                </a:cubicBezTo>
                <a:cubicBezTo>
                  <a:pt x="158079" y="117619"/>
                  <a:pt x="159163" y="118826"/>
                  <a:pt x="160600" y="119590"/>
                </a:cubicBezTo>
                <a:cubicBezTo>
                  <a:pt x="162036" y="120354"/>
                  <a:pt x="164465" y="120827"/>
                  <a:pt x="167888" y="121011"/>
                </a:cubicBezTo>
                <a:lnTo>
                  <a:pt x="167888" y="124311"/>
                </a:lnTo>
                <a:lnTo>
                  <a:pt x="121592" y="124311"/>
                </a:lnTo>
                <a:lnTo>
                  <a:pt x="121592" y="121011"/>
                </a:lnTo>
                <a:cubicBezTo>
                  <a:pt x="125320" y="120705"/>
                  <a:pt x="127841" y="119682"/>
                  <a:pt x="129155" y="117940"/>
                </a:cubicBezTo>
                <a:cubicBezTo>
                  <a:pt x="130469" y="116198"/>
                  <a:pt x="131126" y="111599"/>
                  <a:pt x="131126" y="104143"/>
                </a:cubicBezTo>
                <a:lnTo>
                  <a:pt x="131126" y="56655"/>
                </a:lnTo>
                <a:cubicBezTo>
                  <a:pt x="131126" y="51735"/>
                  <a:pt x="130882" y="48599"/>
                  <a:pt x="130393" y="47247"/>
                </a:cubicBezTo>
                <a:cubicBezTo>
                  <a:pt x="129782" y="45524"/>
                  <a:pt x="128895" y="44264"/>
                  <a:pt x="127734" y="43465"/>
                </a:cubicBezTo>
                <a:cubicBezTo>
                  <a:pt x="126573" y="42665"/>
                  <a:pt x="124526" y="42111"/>
                  <a:pt x="121592" y="41804"/>
                </a:cubicBezTo>
                <a:lnTo>
                  <a:pt x="121592" y="38503"/>
                </a:lnTo>
                <a:lnTo>
                  <a:pt x="156612" y="38503"/>
                </a:lnTo>
                <a:close/>
                <a:moveTo>
                  <a:pt x="238261" y="35937"/>
                </a:moveTo>
                <a:cubicBezTo>
                  <a:pt x="245718" y="35937"/>
                  <a:pt x="252654" y="37864"/>
                  <a:pt x="259072" y="41718"/>
                </a:cubicBezTo>
                <a:cubicBezTo>
                  <a:pt x="265489" y="45572"/>
                  <a:pt x="270363" y="51048"/>
                  <a:pt x="273694" y="58145"/>
                </a:cubicBezTo>
                <a:cubicBezTo>
                  <a:pt x="277025" y="65242"/>
                  <a:pt x="278690" y="73011"/>
                  <a:pt x="278690" y="81453"/>
                </a:cubicBezTo>
                <a:cubicBezTo>
                  <a:pt x="278690" y="93627"/>
                  <a:pt x="275604" y="103813"/>
                  <a:pt x="269431" y="112012"/>
                </a:cubicBezTo>
                <a:cubicBezTo>
                  <a:pt x="261975" y="121923"/>
                  <a:pt x="251676" y="126878"/>
                  <a:pt x="238536" y="126878"/>
                </a:cubicBezTo>
                <a:cubicBezTo>
                  <a:pt x="225641" y="126878"/>
                  <a:pt x="215709" y="122351"/>
                  <a:pt x="208742" y="113296"/>
                </a:cubicBezTo>
                <a:cubicBezTo>
                  <a:pt x="201775" y="104241"/>
                  <a:pt x="198291" y="93749"/>
                  <a:pt x="198291" y="81820"/>
                </a:cubicBezTo>
                <a:cubicBezTo>
                  <a:pt x="198291" y="69524"/>
                  <a:pt x="201851" y="58803"/>
                  <a:pt x="208971" y="49656"/>
                </a:cubicBezTo>
                <a:cubicBezTo>
                  <a:pt x="216091" y="40510"/>
                  <a:pt x="225855" y="35937"/>
                  <a:pt x="238261" y="35937"/>
                </a:cubicBezTo>
                <a:moveTo>
                  <a:pt x="238628" y="42354"/>
                </a:moveTo>
                <a:cubicBezTo>
                  <a:pt x="235511" y="42354"/>
                  <a:pt x="232837" y="43532"/>
                  <a:pt x="230606" y="45889"/>
                </a:cubicBezTo>
                <a:cubicBezTo>
                  <a:pt x="228376" y="48244"/>
                  <a:pt x="226909" y="52894"/>
                  <a:pt x="226206" y="59838"/>
                </a:cubicBezTo>
                <a:cubicBezTo>
                  <a:pt x="225503" y="66782"/>
                  <a:pt x="225152" y="76435"/>
                  <a:pt x="225152" y="88796"/>
                </a:cubicBezTo>
                <a:cubicBezTo>
                  <a:pt x="225152" y="95343"/>
                  <a:pt x="225580" y="101462"/>
                  <a:pt x="226435" y="107154"/>
                </a:cubicBezTo>
                <a:cubicBezTo>
                  <a:pt x="227108" y="111497"/>
                  <a:pt x="228544" y="114801"/>
                  <a:pt x="230744" y="117066"/>
                </a:cubicBezTo>
                <a:cubicBezTo>
                  <a:pt x="232944" y="119329"/>
                  <a:pt x="235450" y="120461"/>
                  <a:pt x="238261" y="120461"/>
                </a:cubicBezTo>
                <a:cubicBezTo>
                  <a:pt x="241012" y="120461"/>
                  <a:pt x="243303" y="119696"/>
                  <a:pt x="245137" y="118166"/>
                </a:cubicBezTo>
                <a:cubicBezTo>
                  <a:pt x="247520" y="116086"/>
                  <a:pt x="249110" y="113179"/>
                  <a:pt x="249904" y="109445"/>
                </a:cubicBezTo>
                <a:cubicBezTo>
                  <a:pt x="251126" y="103634"/>
                  <a:pt x="251738" y="91886"/>
                  <a:pt x="251738" y="74202"/>
                </a:cubicBezTo>
                <a:cubicBezTo>
                  <a:pt x="251738" y="63801"/>
                  <a:pt x="251157" y="56658"/>
                  <a:pt x="249996" y="52773"/>
                </a:cubicBezTo>
                <a:cubicBezTo>
                  <a:pt x="248834" y="48887"/>
                  <a:pt x="247123" y="46056"/>
                  <a:pt x="244862" y="44282"/>
                </a:cubicBezTo>
                <a:cubicBezTo>
                  <a:pt x="243273" y="42996"/>
                  <a:pt x="241195" y="42354"/>
                  <a:pt x="238628" y="42354"/>
                </a:cubicBezTo>
                <a:close/>
                <a:moveTo>
                  <a:pt x="324894" y="0"/>
                </a:moveTo>
                <a:lnTo>
                  <a:pt x="324894" y="47121"/>
                </a:lnTo>
                <a:cubicBezTo>
                  <a:pt x="332106" y="39665"/>
                  <a:pt x="339990" y="35937"/>
                  <a:pt x="348546" y="35937"/>
                </a:cubicBezTo>
                <a:cubicBezTo>
                  <a:pt x="354413" y="35937"/>
                  <a:pt x="359945" y="37665"/>
                  <a:pt x="365139" y="41122"/>
                </a:cubicBezTo>
                <a:cubicBezTo>
                  <a:pt x="370334" y="44579"/>
                  <a:pt x="374399" y="49488"/>
                  <a:pt x="377332" y="55850"/>
                </a:cubicBezTo>
                <a:cubicBezTo>
                  <a:pt x="380266" y="62212"/>
                  <a:pt x="381733" y="69554"/>
                  <a:pt x="381733" y="77875"/>
                </a:cubicBezTo>
                <a:cubicBezTo>
                  <a:pt x="381733" y="87235"/>
                  <a:pt x="379869" y="95739"/>
                  <a:pt x="376140" y="103386"/>
                </a:cubicBezTo>
                <a:cubicBezTo>
                  <a:pt x="372412" y="111034"/>
                  <a:pt x="367431" y="116861"/>
                  <a:pt x="361197" y="120868"/>
                </a:cubicBezTo>
                <a:cubicBezTo>
                  <a:pt x="354964" y="124875"/>
                  <a:pt x="347843" y="126878"/>
                  <a:pt x="339837" y="126878"/>
                </a:cubicBezTo>
                <a:cubicBezTo>
                  <a:pt x="335192" y="126878"/>
                  <a:pt x="331067" y="126145"/>
                  <a:pt x="327461" y="124678"/>
                </a:cubicBezTo>
                <a:cubicBezTo>
                  <a:pt x="323855" y="123211"/>
                  <a:pt x="320310" y="120827"/>
                  <a:pt x="316827" y="117527"/>
                </a:cubicBezTo>
                <a:lnTo>
                  <a:pt x="302617" y="126878"/>
                </a:lnTo>
                <a:lnTo>
                  <a:pt x="299500" y="126878"/>
                </a:lnTo>
                <a:lnTo>
                  <a:pt x="299500" y="17785"/>
                </a:lnTo>
                <a:cubicBezTo>
                  <a:pt x="299500" y="12802"/>
                  <a:pt x="299286" y="9727"/>
                  <a:pt x="298859" y="8560"/>
                </a:cubicBezTo>
                <a:cubicBezTo>
                  <a:pt x="298247" y="6837"/>
                  <a:pt x="297285" y="5561"/>
                  <a:pt x="295971" y="4730"/>
                </a:cubicBezTo>
                <a:cubicBezTo>
                  <a:pt x="294657" y="3899"/>
                  <a:pt x="292441" y="3423"/>
                  <a:pt x="289324" y="3300"/>
                </a:cubicBezTo>
                <a:lnTo>
                  <a:pt x="289324" y="0"/>
                </a:lnTo>
                <a:lnTo>
                  <a:pt x="324894" y="0"/>
                </a:lnTo>
                <a:moveTo>
                  <a:pt x="324894" y="55291"/>
                </a:moveTo>
                <a:lnTo>
                  <a:pt x="324894" y="93474"/>
                </a:lnTo>
                <a:cubicBezTo>
                  <a:pt x="324894" y="101245"/>
                  <a:pt x="325078" y="106202"/>
                  <a:pt x="325444" y="108345"/>
                </a:cubicBezTo>
                <a:cubicBezTo>
                  <a:pt x="326055" y="111955"/>
                  <a:pt x="327522" y="114877"/>
                  <a:pt x="329845" y="117112"/>
                </a:cubicBezTo>
                <a:cubicBezTo>
                  <a:pt x="332167" y="119344"/>
                  <a:pt x="335131" y="120461"/>
                  <a:pt x="338737" y="120461"/>
                </a:cubicBezTo>
                <a:cubicBezTo>
                  <a:pt x="341854" y="120461"/>
                  <a:pt x="344528" y="119574"/>
                  <a:pt x="346759" y="117799"/>
                </a:cubicBezTo>
                <a:cubicBezTo>
                  <a:pt x="348989" y="116025"/>
                  <a:pt x="350853" y="112507"/>
                  <a:pt x="352351" y="107245"/>
                </a:cubicBezTo>
                <a:cubicBezTo>
                  <a:pt x="353848" y="101982"/>
                  <a:pt x="354597" y="92496"/>
                  <a:pt x="354597" y="78789"/>
                </a:cubicBezTo>
                <a:cubicBezTo>
                  <a:pt x="354597" y="65632"/>
                  <a:pt x="352947" y="56605"/>
                  <a:pt x="349646" y="51710"/>
                </a:cubicBezTo>
                <a:cubicBezTo>
                  <a:pt x="347263" y="48162"/>
                  <a:pt x="344054" y="46387"/>
                  <a:pt x="340021" y="46387"/>
                </a:cubicBezTo>
                <a:cubicBezTo>
                  <a:pt x="334765" y="46387"/>
                  <a:pt x="329722" y="49355"/>
                  <a:pt x="324894" y="55291"/>
                </a:cubicBezTo>
                <a:close/>
                <a:moveTo>
                  <a:pt x="427659" y="0"/>
                </a:moveTo>
                <a:lnTo>
                  <a:pt x="427659" y="106526"/>
                </a:lnTo>
                <a:cubicBezTo>
                  <a:pt x="427659" y="112577"/>
                  <a:pt x="428362" y="116442"/>
                  <a:pt x="429768" y="118123"/>
                </a:cubicBezTo>
                <a:cubicBezTo>
                  <a:pt x="431173" y="119804"/>
                  <a:pt x="433924" y="120766"/>
                  <a:pt x="438018" y="121011"/>
                </a:cubicBezTo>
                <a:lnTo>
                  <a:pt x="438018" y="124311"/>
                </a:lnTo>
                <a:lnTo>
                  <a:pt x="391723" y="124311"/>
                </a:lnTo>
                <a:lnTo>
                  <a:pt x="391723" y="121011"/>
                </a:lnTo>
                <a:cubicBezTo>
                  <a:pt x="395512" y="120889"/>
                  <a:pt x="398323" y="119788"/>
                  <a:pt x="400157" y="117711"/>
                </a:cubicBezTo>
                <a:cubicBezTo>
                  <a:pt x="401379" y="116305"/>
                  <a:pt x="401990" y="112577"/>
                  <a:pt x="401990" y="106526"/>
                </a:cubicBezTo>
                <a:lnTo>
                  <a:pt x="401990" y="17785"/>
                </a:lnTo>
                <a:cubicBezTo>
                  <a:pt x="401990" y="11757"/>
                  <a:pt x="401287" y="7898"/>
                  <a:pt x="399882" y="6208"/>
                </a:cubicBezTo>
                <a:cubicBezTo>
                  <a:pt x="398476" y="4516"/>
                  <a:pt x="395756" y="3547"/>
                  <a:pt x="391723" y="3300"/>
                </a:cubicBezTo>
                <a:lnTo>
                  <a:pt x="391723" y="0"/>
                </a:lnTo>
                <a:lnTo>
                  <a:pt x="427659" y="0"/>
                </a:lnTo>
                <a:close/>
                <a:moveTo>
                  <a:pt x="517912" y="78290"/>
                </a:moveTo>
                <a:lnTo>
                  <a:pt x="470883" y="78290"/>
                </a:lnTo>
                <a:cubicBezTo>
                  <a:pt x="471433" y="89689"/>
                  <a:pt x="474458" y="98697"/>
                  <a:pt x="479958" y="105314"/>
                </a:cubicBezTo>
                <a:cubicBezTo>
                  <a:pt x="484175" y="110400"/>
                  <a:pt x="489248" y="112943"/>
                  <a:pt x="495176" y="112943"/>
                </a:cubicBezTo>
                <a:cubicBezTo>
                  <a:pt x="498843" y="112943"/>
                  <a:pt x="502174" y="111920"/>
                  <a:pt x="505169" y="109872"/>
                </a:cubicBezTo>
                <a:cubicBezTo>
                  <a:pt x="508164" y="107825"/>
                  <a:pt x="511372" y="104143"/>
                  <a:pt x="514795" y="98825"/>
                </a:cubicBezTo>
                <a:lnTo>
                  <a:pt x="517912" y="100842"/>
                </a:lnTo>
                <a:cubicBezTo>
                  <a:pt x="513267" y="110315"/>
                  <a:pt x="508133" y="117023"/>
                  <a:pt x="502510" y="120965"/>
                </a:cubicBezTo>
                <a:cubicBezTo>
                  <a:pt x="496888" y="124907"/>
                  <a:pt x="490379" y="126878"/>
                  <a:pt x="482984" y="126878"/>
                </a:cubicBezTo>
                <a:cubicBezTo>
                  <a:pt x="470271" y="126878"/>
                  <a:pt x="460646" y="121984"/>
                  <a:pt x="454106" y="112196"/>
                </a:cubicBezTo>
                <a:cubicBezTo>
                  <a:pt x="448850" y="104304"/>
                  <a:pt x="446222" y="94516"/>
                  <a:pt x="446222" y="82831"/>
                </a:cubicBezTo>
                <a:cubicBezTo>
                  <a:pt x="446222" y="68515"/>
                  <a:pt x="450088" y="57120"/>
                  <a:pt x="457819" y="48648"/>
                </a:cubicBezTo>
                <a:cubicBezTo>
                  <a:pt x="465550" y="40174"/>
                  <a:pt x="474611" y="35937"/>
                  <a:pt x="485001" y="35937"/>
                </a:cubicBezTo>
                <a:cubicBezTo>
                  <a:pt x="493679" y="35937"/>
                  <a:pt x="501212" y="39497"/>
                  <a:pt x="507598" y="46617"/>
                </a:cubicBezTo>
                <a:cubicBezTo>
                  <a:pt x="513985" y="53737"/>
                  <a:pt x="517423" y="64295"/>
                  <a:pt x="517912" y="78290"/>
                </a:cubicBezTo>
                <a:moveTo>
                  <a:pt x="495360" y="72240"/>
                </a:moveTo>
                <a:cubicBezTo>
                  <a:pt x="495360" y="62400"/>
                  <a:pt x="494825" y="55647"/>
                  <a:pt x="493756" y="51980"/>
                </a:cubicBezTo>
                <a:cubicBezTo>
                  <a:pt x="492686" y="48313"/>
                  <a:pt x="491021" y="45532"/>
                  <a:pt x="488759" y="43637"/>
                </a:cubicBezTo>
                <a:cubicBezTo>
                  <a:pt x="487476" y="42537"/>
                  <a:pt x="485765" y="41987"/>
                  <a:pt x="483625" y="41987"/>
                </a:cubicBezTo>
                <a:cubicBezTo>
                  <a:pt x="480447" y="41987"/>
                  <a:pt x="477850" y="43546"/>
                  <a:pt x="475833" y="46663"/>
                </a:cubicBezTo>
                <a:cubicBezTo>
                  <a:pt x="472227" y="52102"/>
                  <a:pt x="470424" y="59558"/>
                  <a:pt x="470424" y="69031"/>
                </a:cubicBezTo>
                <a:lnTo>
                  <a:pt x="470424" y="72240"/>
                </a:lnTo>
                <a:lnTo>
                  <a:pt x="495360" y="72240"/>
                </a:lnTo>
                <a:close/>
                <a:moveTo>
                  <a:pt x="566226" y="38503"/>
                </a:moveTo>
                <a:lnTo>
                  <a:pt x="566226" y="49871"/>
                </a:lnTo>
                <a:cubicBezTo>
                  <a:pt x="570932" y="44703"/>
                  <a:pt x="575286" y="41088"/>
                  <a:pt x="579290" y="39028"/>
                </a:cubicBezTo>
                <a:cubicBezTo>
                  <a:pt x="583293" y="36967"/>
                  <a:pt x="587678" y="35937"/>
                  <a:pt x="592445" y="35937"/>
                </a:cubicBezTo>
                <a:cubicBezTo>
                  <a:pt x="597945" y="35937"/>
                  <a:pt x="602560" y="37228"/>
                  <a:pt x="606288" y="39810"/>
                </a:cubicBezTo>
                <a:cubicBezTo>
                  <a:pt x="610016" y="42392"/>
                  <a:pt x="612888" y="46326"/>
                  <a:pt x="614905" y="51613"/>
                </a:cubicBezTo>
                <a:cubicBezTo>
                  <a:pt x="619795" y="46080"/>
                  <a:pt x="624485" y="42084"/>
                  <a:pt x="628977" y="39626"/>
                </a:cubicBezTo>
                <a:cubicBezTo>
                  <a:pt x="633469" y="37167"/>
                  <a:pt x="638160" y="35937"/>
                  <a:pt x="643049" y="35937"/>
                </a:cubicBezTo>
                <a:cubicBezTo>
                  <a:pt x="648978" y="35937"/>
                  <a:pt x="653699" y="37298"/>
                  <a:pt x="657213" y="40022"/>
                </a:cubicBezTo>
                <a:cubicBezTo>
                  <a:pt x="660727" y="42745"/>
                  <a:pt x="663172" y="46203"/>
                  <a:pt x="664547" y="50395"/>
                </a:cubicBezTo>
                <a:cubicBezTo>
                  <a:pt x="665922" y="54588"/>
                  <a:pt x="666610" y="61273"/>
                  <a:pt x="666610" y="70452"/>
                </a:cubicBezTo>
                <a:lnTo>
                  <a:pt x="666610" y="105609"/>
                </a:lnTo>
                <a:cubicBezTo>
                  <a:pt x="666610" y="112210"/>
                  <a:pt x="667206" y="116305"/>
                  <a:pt x="668397" y="117894"/>
                </a:cubicBezTo>
                <a:cubicBezTo>
                  <a:pt x="669589" y="119483"/>
                  <a:pt x="672080" y="120522"/>
                  <a:pt x="675869" y="121011"/>
                </a:cubicBezTo>
                <a:lnTo>
                  <a:pt x="675869" y="124311"/>
                </a:lnTo>
                <a:lnTo>
                  <a:pt x="631590" y="124311"/>
                </a:lnTo>
                <a:lnTo>
                  <a:pt x="631590" y="121011"/>
                </a:lnTo>
                <a:cubicBezTo>
                  <a:pt x="635074" y="120705"/>
                  <a:pt x="637641" y="119361"/>
                  <a:pt x="639291" y="116977"/>
                </a:cubicBezTo>
                <a:cubicBezTo>
                  <a:pt x="640391" y="115327"/>
                  <a:pt x="640941" y="111538"/>
                  <a:pt x="640941" y="105609"/>
                </a:cubicBezTo>
                <a:lnTo>
                  <a:pt x="640941" y="68756"/>
                </a:lnTo>
                <a:cubicBezTo>
                  <a:pt x="640941" y="61117"/>
                  <a:pt x="640635" y="56258"/>
                  <a:pt x="640024" y="54180"/>
                </a:cubicBezTo>
                <a:cubicBezTo>
                  <a:pt x="639413" y="52102"/>
                  <a:pt x="638450" y="50559"/>
                  <a:pt x="637136" y="49550"/>
                </a:cubicBezTo>
                <a:cubicBezTo>
                  <a:pt x="635822" y="48542"/>
                  <a:pt x="634279" y="48038"/>
                  <a:pt x="632507" y="48038"/>
                </a:cubicBezTo>
                <a:cubicBezTo>
                  <a:pt x="629879" y="48038"/>
                  <a:pt x="627220" y="49000"/>
                  <a:pt x="624531" y="50925"/>
                </a:cubicBezTo>
                <a:cubicBezTo>
                  <a:pt x="621842" y="52851"/>
                  <a:pt x="619122" y="55738"/>
                  <a:pt x="616372" y="59589"/>
                </a:cubicBezTo>
                <a:lnTo>
                  <a:pt x="616372" y="105609"/>
                </a:lnTo>
                <a:cubicBezTo>
                  <a:pt x="616372" y="111782"/>
                  <a:pt x="616892" y="115663"/>
                  <a:pt x="617930" y="117252"/>
                </a:cubicBezTo>
                <a:cubicBezTo>
                  <a:pt x="619336" y="119513"/>
                  <a:pt x="622025" y="120766"/>
                  <a:pt x="625998" y="121011"/>
                </a:cubicBezTo>
                <a:lnTo>
                  <a:pt x="625998" y="124311"/>
                </a:lnTo>
                <a:lnTo>
                  <a:pt x="581627" y="124311"/>
                </a:lnTo>
                <a:lnTo>
                  <a:pt x="581627" y="121011"/>
                </a:lnTo>
                <a:cubicBezTo>
                  <a:pt x="584011" y="120889"/>
                  <a:pt x="585890" y="120293"/>
                  <a:pt x="587265" y="119223"/>
                </a:cubicBezTo>
                <a:cubicBezTo>
                  <a:pt x="588640" y="118154"/>
                  <a:pt x="589557" y="116870"/>
                  <a:pt x="590015" y="115373"/>
                </a:cubicBezTo>
                <a:cubicBezTo>
                  <a:pt x="590474" y="113875"/>
                  <a:pt x="590703" y="110621"/>
                  <a:pt x="590703" y="105609"/>
                </a:cubicBezTo>
                <a:lnTo>
                  <a:pt x="590703" y="68699"/>
                </a:lnTo>
                <a:cubicBezTo>
                  <a:pt x="590703" y="60924"/>
                  <a:pt x="590397" y="56057"/>
                  <a:pt x="589786" y="54100"/>
                </a:cubicBezTo>
                <a:cubicBezTo>
                  <a:pt x="589175" y="52140"/>
                  <a:pt x="588151" y="50609"/>
                  <a:pt x="586715" y="49507"/>
                </a:cubicBezTo>
                <a:cubicBezTo>
                  <a:pt x="585279" y="48405"/>
                  <a:pt x="583736" y="47854"/>
                  <a:pt x="582086" y="47854"/>
                </a:cubicBezTo>
                <a:cubicBezTo>
                  <a:pt x="579641" y="47854"/>
                  <a:pt x="577410" y="48501"/>
                  <a:pt x="575393" y="49794"/>
                </a:cubicBezTo>
                <a:cubicBezTo>
                  <a:pt x="572521" y="51704"/>
                  <a:pt x="569465" y="54969"/>
                  <a:pt x="566226" y="59589"/>
                </a:cubicBezTo>
                <a:lnTo>
                  <a:pt x="566226" y="105609"/>
                </a:lnTo>
                <a:cubicBezTo>
                  <a:pt x="566226" y="111660"/>
                  <a:pt x="566822" y="115648"/>
                  <a:pt x="568014" y="117573"/>
                </a:cubicBezTo>
                <a:cubicBezTo>
                  <a:pt x="569205" y="119498"/>
                  <a:pt x="571696" y="120644"/>
                  <a:pt x="575485" y="121011"/>
                </a:cubicBezTo>
                <a:lnTo>
                  <a:pt x="575485" y="124311"/>
                </a:lnTo>
                <a:lnTo>
                  <a:pt x="531298" y="124311"/>
                </a:lnTo>
                <a:lnTo>
                  <a:pt x="531298" y="121011"/>
                </a:lnTo>
                <a:cubicBezTo>
                  <a:pt x="534904" y="120644"/>
                  <a:pt x="537471" y="119483"/>
                  <a:pt x="538998" y="117527"/>
                </a:cubicBezTo>
                <a:cubicBezTo>
                  <a:pt x="540037" y="116183"/>
                  <a:pt x="540557" y="112210"/>
                  <a:pt x="540557" y="105609"/>
                </a:cubicBezTo>
                <a:lnTo>
                  <a:pt x="540557" y="57205"/>
                </a:lnTo>
                <a:cubicBezTo>
                  <a:pt x="540557" y="50648"/>
                  <a:pt x="539961" y="46566"/>
                  <a:pt x="538769" y="44958"/>
                </a:cubicBezTo>
                <a:cubicBezTo>
                  <a:pt x="537577" y="43350"/>
                  <a:pt x="535087" y="42298"/>
                  <a:pt x="531298" y="41804"/>
                </a:cubicBezTo>
                <a:lnTo>
                  <a:pt x="531298" y="38503"/>
                </a:lnTo>
                <a:lnTo>
                  <a:pt x="566226" y="385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—">
            <a:extLst xmlns:a="http://schemas.openxmlformats.org/drawingml/2006/main">
              <a:ext uri="{FF2B5EF4-FFF2-40B4-BE49-F238E27FC236}">
                <a16:creationId xmlns:a16="http://schemas.microsoft.com/office/drawing/2014/main" id="{06B1E45B-7327-438D-B45D-E43DF25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27" y="2562501"/>
            <a:ext cx="191325" cy="11184"/>
          </a:xfrm>
          <a:custGeom xmlns:a="http://schemas.openxmlformats.org/drawingml/2006/main">
            <a:pathLst>
              <a:path w="191325" h="11184">
                <a:moveTo>
                  <a:pt x="191325" y="11184"/>
                </a:moveTo>
                <a:lnTo>
                  <a:pt x="0" y="11184"/>
                </a:lnTo>
                <a:lnTo>
                  <a:pt x="0" y="0"/>
                </a:lnTo>
                <a:lnTo>
                  <a:pt x="191325" y="0"/>
                </a:lnTo>
                <a:lnTo>
                  <a:pt x="191325" y="11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—">
            <a:extLst xmlns:a="http://schemas.openxmlformats.org/drawingml/2006/main">
              <a:ext uri="{FF2B5EF4-FFF2-40B4-BE49-F238E27FC236}">
                <a16:creationId xmlns:a16="http://schemas.microsoft.com/office/drawing/2014/main" id="{E2C91036-5023-4C42-A1AB-B4574CBA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27" y="2605120"/>
            <a:ext cx="191325" cy="11184"/>
          </a:xfrm>
          <a:custGeom xmlns:a="http://schemas.openxmlformats.org/drawingml/2006/main">
            <a:pathLst>
              <a:path w="191325" h="11184">
                <a:moveTo>
                  <a:pt x="191325" y="11184"/>
                </a:moveTo>
                <a:lnTo>
                  <a:pt x="0" y="11184"/>
                </a:lnTo>
                <a:lnTo>
                  <a:pt x="0" y="0"/>
                </a:lnTo>
                <a:lnTo>
                  <a:pt x="191325" y="0"/>
                </a:lnTo>
                <a:lnTo>
                  <a:pt x="191325" y="11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——">
            <a:extLst xmlns:a="http://schemas.openxmlformats.org/drawingml/2006/main">
              <a:ext uri="{FF2B5EF4-FFF2-40B4-BE49-F238E27FC236}">
                <a16:creationId xmlns:a16="http://schemas.microsoft.com/office/drawing/2014/main" id="{1437E10E-F8DE-4FDB-B75A-43C1827C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27" y="2647739"/>
            <a:ext cx="379075" cy="11184"/>
          </a:xfrm>
          <a:custGeom xmlns:a="http://schemas.openxmlformats.org/drawingml/2006/main">
            <a:pathLst>
              <a:path w="379075" h="11184">
                <a:moveTo>
                  <a:pt x="0" y="0"/>
                </a:moveTo>
                <a:lnTo>
                  <a:pt x="0" y="11184"/>
                </a:lnTo>
                <a:lnTo>
                  <a:pt x="187750" y="11184"/>
                </a:lnTo>
                <a:lnTo>
                  <a:pt x="191325" y="11184"/>
                </a:lnTo>
                <a:lnTo>
                  <a:pt x="379075" y="11184"/>
                </a:lnTo>
                <a:lnTo>
                  <a:pt x="379075" y="0"/>
                </a:lnTo>
                <a:lnTo>
                  <a:pt x="191325" y="0"/>
                </a:lnTo>
                <a:lnTo>
                  <a:pt x="187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▸">
            <a:extLst xmlns:a="http://schemas.openxmlformats.org/drawingml/2006/main">
              <a:ext uri="{FF2B5EF4-FFF2-40B4-BE49-F238E27FC236}">
                <a16:creationId xmlns:a16="http://schemas.microsoft.com/office/drawing/2014/main" id="{06B1CE4D-A636-472F-8DDF-89E8EBA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312" y="2790217"/>
            <a:ext cx="66739" cy="71140"/>
          </a:xfrm>
          <a:custGeom xmlns:a="http://schemas.openxmlformats.org/drawingml/2006/main">
            <a:pathLst>
              <a:path w="66739" h="71140">
                <a:moveTo>
                  <a:pt x="66739" y="35203"/>
                </a:moveTo>
                <a:lnTo>
                  <a:pt x="0" y="71140"/>
                </a:lnTo>
                <a:lnTo>
                  <a:pt x="0" y="0"/>
                </a:lnTo>
                <a:lnTo>
                  <a:pt x="66739" y="352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Code">
            <a:extLst xmlns:a="http://schemas.openxmlformats.org/drawingml/2006/main">
              <a:ext uri="{FF2B5EF4-FFF2-40B4-BE49-F238E27FC236}">
                <a16:creationId xmlns:a16="http://schemas.microsoft.com/office/drawing/2014/main" id="{B9DBE4EF-1755-4197-A3A6-32F5C0A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31" y="2765831"/>
            <a:ext cx="404256" cy="129812"/>
          </a:xfrm>
          <a:custGeom xmlns:a="http://schemas.openxmlformats.org/drawingml/2006/main">
            <a:pathLst>
              <a:path w="404256" h="129812">
                <a:moveTo>
                  <a:pt x="117894" y="0"/>
                </a:moveTo>
                <a:lnTo>
                  <a:pt x="117894" y="43087"/>
                </a:lnTo>
                <a:lnTo>
                  <a:pt x="114319" y="43087"/>
                </a:lnTo>
                <a:cubicBezTo>
                  <a:pt x="111629" y="31783"/>
                  <a:pt x="106618" y="23120"/>
                  <a:pt x="99284" y="17100"/>
                </a:cubicBezTo>
                <a:cubicBezTo>
                  <a:pt x="91950" y="11078"/>
                  <a:pt x="83638" y="8067"/>
                  <a:pt x="74348" y="8067"/>
                </a:cubicBezTo>
                <a:cubicBezTo>
                  <a:pt x="66586" y="8067"/>
                  <a:pt x="59466" y="10298"/>
                  <a:pt x="52988" y="14760"/>
                </a:cubicBezTo>
                <a:cubicBezTo>
                  <a:pt x="46510" y="19221"/>
                  <a:pt x="41773" y="25058"/>
                  <a:pt x="38778" y="32270"/>
                </a:cubicBezTo>
                <a:cubicBezTo>
                  <a:pt x="34928" y="41498"/>
                  <a:pt x="33003" y="51766"/>
                  <a:pt x="33003" y="63072"/>
                </a:cubicBezTo>
                <a:cubicBezTo>
                  <a:pt x="33003" y="74196"/>
                  <a:pt x="34409" y="84326"/>
                  <a:pt x="37220" y="93463"/>
                </a:cubicBezTo>
                <a:cubicBezTo>
                  <a:pt x="40031" y="102599"/>
                  <a:pt x="44432" y="109506"/>
                  <a:pt x="50421" y="114181"/>
                </a:cubicBezTo>
                <a:cubicBezTo>
                  <a:pt x="56411" y="118856"/>
                  <a:pt x="64172" y="121194"/>
                  <a:pt x="73707" y="121194"/>
                </a:cubicBezTo>
                <a:cubicBezTo>
                  <a:pt x="81529" y="121194"/>
                  <a:pt x="88695" y="119483"/>
                  <a:pt x="95204" y="116060"/>
                </a:cubicBezTo>
                <a:cubicBezTo>
                  <a:pt x="101713" y="112638"/>
                  <a:pt x="108574" y="106740"/>
                  <a:pt x="115785" y="98367"/>
                </a:cubicBezTo>
                <a:lnTo>
                  <a:pt x="115785" y="109093"/>
                </a:lnTo>
                <a:cubicBezTo>
                  <a:pt x="108818" y="116366"/>
                  <a:pt x="101560" y="121637"/>
                  <a:pt x="94013" y="124907"/>
                </a:cubicBezTo>
                <a:cubicBezTo>
                  <a:pt x="86465" y="128177"/>
                  <a:pt x="77649" y="129812"/>
                  <a:pt x="67564" y="129812"/>
                </a:cubicBezTo>
                <a:cubicBezTo>
                  <a:pt x="54302" y="129812"/>
                  <a:pt x="42522" y="127157"/>
                  <a:pt x="32224" y="121847"/>
                </a:cubicBezTo>
                <a:cubicBezTo>
                  <a:pt x="21926" y="116538"/>
                  <a:pt x="13980" y="108910"/>
                  <a:pt x="8388" y="98963"/>
                </a:cubicBezTo>
                <a:cubicBezTo>
                  <a:pt x="2796" y="89014"/>
                  <a:pt x="0" y="78425"/>
                  <a:pt x="0" y="67195"/>
                </a:cubicBezTo>
                <a:cubicBezTo>
                  <a:pt x="0" y="55355"/>
                  <a:pt x="3102" y="44126"/>
                  <a:pt x="9305" y="33507"/>
                </a:cubicBezTo>
                <a:cubicBezTo>
                  <a:pt x="15508" y="22886"/>
                  <a:pt x="23881" y="14647"/>
                  <a:pt x="34424" y="8789"/>
                </a:cubicBezTo>
                <a:cubicBezTo>
                  <a:pt x="44967" y="2930"/>
                  <a:pt x="56166" y="0"/>
                  <a:pt x="68023" y="0"/>
                </a:cubicBezTo>
                <a:cubicBezTo>
                  <a:pt x="76762" y="0"/>
                  <a:pt x="85991" y="1895"/>
                  <a:pt x="95709" y="5684"/>
                </a:cubicBezTo>
                <a:cubicBezTo>
                  <a:pt x="101331" y="7884"/>
                  <a:pt x="104907" y="8984"/>
                  <a:pt x="106434" y="8984"/>
                </a:cubicBezTo>
                <a:cubicBezTo>
                  <a:pt x="108390" y="8984"/>
                  <a:pt x="110086" y="8266"/>
                  <a:pt x="111522" y="6830"/>
                </a:cubicBezTo>
                <a:cubicBezTo>
                  <a:pt x="112959" y="5394"/>
                  <a:pt x="113891" y="3117"/>
                  <a:pt x="114319" y="0"/>
                </a:cubicBezTo>
                <a:lnTo>
                  <a:pt x="117894" y="0"/>
                </a:lnTo>
                <a:close/>
                <a:moveTo>
                  <a:pt x="175878" y="38687"/>
                </a:moveTo>
                <a:cubicBezTo>
                  <a:pt x="183334" y="38687"/>
                  <a:pt x="190271" y="40614"/>
                  <a:pt x="196688" y="44468"/>
                </a:cubicBezTo>
                <a:cubicBezTo>
                  <a:pt x="203105" y="48322"/>
                  <a:pt x="207979" y="53798"/>
                  <a:pt x="211310" y="60895"/>
                </a:cubicBezTo>
                <a:cubicBezTo>
                  <a:pt x="214641" y="67992"/>
                  <a:pt x="216306" y="75762"/>
                  <a:pt x="216306" y="84203"/>
                </a:cubicBezTo>
                <a:cubicBezTo>
                  <a:pt x="216306" y="96377"/>
                  <a:pt x="213220" y="106563"/>
                  <a:pt x="207047" y="114763"/>
                </a:cubicBezTo>
                <a:cubicBezTo>
                  <a:pt x="199591" y="124673"/>
                  <a:pt x="189293" y="129628"/>
                  <a:pt x="176153" y="129628"/>
                </a:cubicBezTo>
                <a:cubicBezTo>
                  <a:pt x="163257" y="129628"/>
                  <a:pt x="153326" y="125101"/>
                  <a:pt x="146359" y="116046"/>
                </a:cubicBezTo>
                <a:cubicBezTo>
                  <a:pt x="139391" y="106991"/>
                  <a:pt x="135908" y="96499"/>
                  <a:pt x="135908" y="84570"/>
                </a:cubicBezTo>
                <a:cubicBezTo>
                  <a:pt x="135908" y="72274"/>
                  <a:pt x="139468" y="61553"/>
                  <a:pt x="146588" y="52406"/>
                </a:cubicBezTo>
                <a:cubicBezTo>
                  <a:pt x="153708" y="43260"/>
                  <a:pt x="163471" y="38687"/>
                  <a:pt x="175878" y="38687"/>
                </a:cubicBezTo>
                <a:moveTo>
                  <a:pt x="176245" y="45104"/>
                </a:moveTo>
                <a:cubicBezTo>
                  <a:pt x="173128" y="45104"/>
                  <a:pt x="170454" y="46282"/>
                  <a:pt x="168223" y="48639"/>
                </a:cubicBezTo>
                <a:cubicBezTo>
                  <a:pt x="165992" y="50994"/>
                  <a:pt x="164525" y="55644"/>
                  <a:pt x="163823" y="62588"/>
                </a:cubicBezTo>
                <a:cubicBezTo>
                  <a:pt x="163120" y="69533"/>
                  <a:pt x="162768" y="79185"/>
                  <a:pt x="162768" y="91546"/>
                </a:cubicBezTo>
                <a:cubicBezTo>
                  <a:pt x="162768" y="98093"/>
                  <a:pt x="163196" y="104212"/>
                  <a:pt x="164052" y="109904"/>
                </a:cubicBezTo>
                <a:cubicBezTo>
                  <a:pt x="164724" y="114247"/>
                  <a:pt x="166160" y="117551"/>
                  <a:pt x="168361" y="119816"/>
                </a:cubicBezTo>
                <a:cubicBezTo>
                  <a:pt x="170561" y="122079"/>
                  <a:pt x="173067" y="123211"/>
                  <a:pt x="175878" y="123211"/>
                </a:cubicBezTo>
                <a:cubicBezTo>
                  <a:pt x="178628" y="123211"/>
                  <a:pt x="180920" y="122446"/>
                  <a:pt x="182753" y="120916"/>
                </a:cubicBezTo>
                <a:cubicBezTo>
                  <a:pt x="185137" y="118836"/>
                  <a:pt x="186726" y="115930"/>
                  <a:pt x="187521" y="112196"/>
                </a:cubicBezTo>
                <a:cubicBezTo>
                  <a:pt x="188743" y="106384"/>
                  <a:pt x="189354" y="94636"/>
                  <a:pt x="189354" y="76952"/>
                </a:cubicBezTo>
                <a:cubicBezTo>
                  <a:pt x="189354" y="66551"/>
                  <a:pt x="188773" y="59408"/>
                  <a:pt x="187612" y="55523"/>
                </a:cubicBezTo>
                <a:cubicBezTo>
                  <a:pt x="186451" y="51637"/>
                  <a:pt x="184740" y="48806"/>
                  <a:pt x="182478" y="47032"/>
                </a:cubicBezTo>
                <a:cubicBezTo>
                  <a:pt x="180889" y="45747"/>
                  <a:pt x="178811" y="45104"/>
                  <a:pt x="176245" y="45104"/>
                </a:cubicBezTo>
                <a:close/>
                <a:moveTo>
                  <a:pt x="312657" y="2750"/>
                </a:moveTo>
                <a:lnTo>
                  <a:pt x="312657" y="101392"/>
                </a:lnTo>
                <a:cubicBezTo>
                  <a:pt x="312657" y="107987"/>
                  <a:pt x="312841" y="111889"/>
                  <a:pt x="313207" y="113098"/>
                </a:cubicBezTo>
                <a:cubicBezTo>
                  <a:pt x="313696" y="115096"/>
                  <a:pt x="314628" y="116579"/>
                  <a:pt x="316004" y="117547"/>
                </a:cubicBezTo>
                <a:cubicBezTo>
                  <a:pt x="317379" y="118514"/>
                  <a:pt x="319777" y="119118"/>
                  <a:pt x="323200" y="119361"/>
                </a:cubicBezTo>
                <a:lnTo>
                  <a:pt x="323200" y="122661"/>
                </a:lnTo>
                <a:lnTo>
                  <a:pt x="286988" y="129628"/>
                </a:lnTo>
                <a:lnTo>
                  <a:pt x="286988" y="116060"/>
                </a:lnTo>
                <a:cubicBezTo>
                  <a:pt x="282649" y="121316"/>
                  <a:pt x="278784" y="124892"/>
                  <a:pt x="275392" y="126786"/>
                </a:cubicBezTo>
                <a:cubicBezTo>
                  <a:pt x="272000" y="128681"/>
                  <a:pt x="268165" y="129628"/>
                  <a:pt x="263886" y="129628"/>
                </a:cubicBezTo>
                <a:cubicBezTo>
                  <a:pt x="252947" y="129628"/>
                  <a:pt x="244299" y="124734"/>
                  <a:pt x="237942" y="114946"/>
                </a:cubicBezTo>
                <a:cubicBezTo>
                  <a:pt x="232809" y="106993"/>
                  <a:pt x="230242" y="97235"/>
                  <a:pt x="230242" y="85673"/>
                </a:cubicBezTo>
                <a:cubicBezTo>
                  <a:pt x="230242" y="76435"/>
                  <a:pt x="231831" y="68160"/>
                  <a:pt x="235009" y="60849"/>
                </a:cubicBezTo>
                <a:cubicBezTo>
                  <a:pt x="238187" y="53538"/>
                  <a:pt x="242541" y="48017"/>
                  <a:pt x="248072" y="44285"/>
                </a:cubicBezTo>
                <a:cubicBezTo>
                  <a:pt x="253604" y="40553"/>
                  <a:pt x="259547" y="38687"/>
                  <a:pt x="265903" y="38687"/>
                </a:cubicBezTo>
                <a:cubicBezTo>
                  <a:pt x="269998" y="38687"/>
                  <a:pt x="273634" y="39488"/>
                  <a:pt x="276813" y="41090"/>
                </a:cubicBezTo>
                <a:cubicBezTo>
                  <a:pt x="279991" y="42693"/>
                  <a:pt x="283383" y="45497"/>
                  <a:pt x="286988" y="49504"/>
                </a:cubicBezTo>
                <a:lnTo>
                  <a:pt x="286988" y="23652"/>
                </a:lnTo>
                <a:cubicBezTo>
                  <a:pt x="286988" y="17113"/>
                  <a:pt x="286713" y="13171"/>
                  <a:pt x="286163" y="11826"/>
                </a:cubicBezTo>
                <a:cubicBezTo>
                  <a:pt x="285430" y="10054"/>
                  <a:pt x="284330" y="8740"/>
                  <a:pt x="282863" y="7884"/>
                </a:cubicBezTo>
                <a:cubicBezTo>
                  <a:pt x="281396" y="7028"/>
                  <a:pt x="278646" y="6601"/>
                  <a:pt x="274612" y="6601"/>
                </a:cubicBezTo>
                <a:lnTo>
                  <a:pt x="274612" y="2750"/>
                </a:lnTo>
                <a:lnTo>
                  <a:pt x="312657" y="2750"/>
                </a:lnTo>
                <a:moveTo>
                  <a:pt x="286988" y="60689"/>
                </a:moveTo>
                <a:cubicBezTo>
                  <a:pt x="282466" y="52132"/>
                  <a:pt x="276935" y="47854"/>
                  <a:pt x="270395" y="47854"/>
                </a:cubicBezTo>
                <a:cubicBezTo>
                  <a:pt x="268134" y="47854"/>
                  <a:pt x="266270" y="48465"/>
                  <a:pt x="264803" y="49688"/>
                </a:cubicBezTo>
                <a:cubicBezTo>
                  <a:pt x="262542" y="51582"/>
                  <a:pt x="260693" y="54913"/>
                  <a:pt x="259257" y="59680"/>
                </a:cubicBezTo>
                <a:cubicBezTo>
                  <a:pt x="257821" y="64447"/>
                  <a:pt x="257102" y="71751"/>
                  <a:pt x="257102" y="81591"/>
                </a:cubicBezTo>
                <a:cubicBezTo>
                  <a:pt x="257102" y="92408"/>
                  <a:pt x="257897" y="100415"/>
                  <a:pt x="259486" y="105609"/>
                </a:cubicBezTo>
                <a:cubicBezTo>
                  <a:pt x="261075" y="110804"/>
                  <a:pt x="263245" y="114563"/>
                  <a:pt x="265995" y="116885"/>
                </a:cubicBezTo>
                <a:cubicBezTo>
                  <a:pt x="267401" y="118047"/>
                  <a:pt x="269326" y="118627"/>
                  <a:pt x="271770" y="118627"/>
                </a:cubicBezTo>
                <a:cubicBezTo>
                  <a:pt x="277149" y="118627"/>
                  <a:pt x="282221" y="114397"/>
                  <a:pt x="286988" y="105936"/>
                </a:cubicBezTo>
                <a:lnTo>
                  <a:pt x="286988" y="60689"/>
                </a:lnTo>
                <a:close/>
                <a:moveTo>
                  <a:pt x="404256" y="81041"/>
                </a:moveTo>
                <a:lnTo>
                  <a:pt x="357226" y="81041"/>
                </a:lnTo>
                <a:cubicBezTo>
                  <a:pt x="357777" y="92439"/>
                  <a:pt x="360802" y="101447"/>
                  <a:pt x="366302" y="108065"/>
                </a:cubicBezTo>
                <a:cubicBezTo>
                  <a:pt x="370519" y="113151"/>
                  <a:pt x="375592" y="115694"/>
                  <a:pt x="381520" y="115694"/>
                </a:cubicBezTo>
                <a:cubicBezTo>
                  <a:pt x="385187" y="115694"/>
                  <a:pt x="388518" y="114670"/>
                  <a:pt x="391513" y="112623"/>
                </a:cubicBezTo>
                <a:cubicBezTo>
                  <a:pt x="394508" y="110575"/>
                  <a:pt x="397716" y="106893"/>
                  <a:pt x="401139" y="101576"/>
                </a:cubicBezTo>
                <a:lnTo>
                  <a:pt x="404256" y="103593"/>
                </a:lnTo>
                <a:cubicBezTo>
                  <a:pt x="399611" y="113066"/>
                  <a:pt x="394477" y="119773"/>
                  <a:pt x="388854" y="123715"/>
                </a:cubicBezTo>
                <a:cubicBezTo>
                  <a:pt x="383232" y="127657"/>
                  <a:pt x="376723" y="129628"/>
                  <a:pt x="369328" y="129628"/>
                </a:cubicBezTo>
                <a:cubicBezTo>
                  <a:pt x="356615" y="129628"/>
                  <a:pt x="346989" y="124734"/>
                  <a:pt x="340450" y="114946"/>
                </a:cubicBezTo>
                <a:cubicBezTo>
                  <a:pt x="335194" y="107054"/>
                  <a:pt x="332566" y="97266"/>
                  <a:pt x="332566" y="85581"/>
                </a:cubicBezTo>
                <a:cubicBezTo>
                  <a:pt x="332566" y="71265"/>
                  <a:pt x="336432" y="59870"/>
                  <a:pt x="344163" y="51398"/>
                </a:cubicBezTo>
                <a:cubicBezTo>
                  <a:pt x="351894" y="42924"/>
                  <a:pt x="360955" y="38687"/>
                  <a:pt x="371344" y="38687"/>
                </a:cubicBezTo>
                <a:cubicBezTo>
                  <a:pt x="380023" y="38687"/>
                  <a:pt x="387556" y="42247"/>
                  <a:pt x="393942" y="49367"/>
                </a:cubicBezTo>
                <a:cubicBezTo>
                  <a:pt x="400329" y="56487"/>
                  <a:pt x="403767" y="67045"/>
                  <a:pt x="404256" y="81041"/>
                </a:cubicBezTo>
                <a:moveTo>
                  <a:pt x="381704" y="74990"/>
                </a:moveTo>
                <a:cubicBezTo>
                  <a:pt x="381704" y="65150"/>
                  <a:pt x="381169" y="58397"/>
                  <a:pt x="380099" y="54730"/>
                </a:cubicBezTo>
                <a:cubicBezTo>
                  <a:pt x="379030" y="51063"/>
                  <a:pt x="377364" y="48282"/>
                  <a:pt x="375103" y="46387"/>
                </a:cubicBezTo>
                <a:cubicBezTo>
                  <a:pt x="373820" y="45287"/>
                  <a:pt x="372108" y="44737"/>
                  <a:pt x="369969" y="44737"/>
                </a:cubicBezTo>
                <a:cubicBezTo>
                  <a:pt x="366791" y="44737"/>
                  <a:pt x="364194" y="46296"/>
                  <a:pt x="362177" y="49413"/>
                </a:cubicBezTo>
                <a:cubicBezTo>
                  <a:pt x="358571" y="54852"/>
                  <a:pt x="356768" y="62308"/>
                  <a:pt x="356768" y="71781"/>
                </a:cubicBezTo>
                <a:lnTo>
                  <a:pt x="356768" y="74990"/>
                </a:lnTo>
                <a:lnTo>
                  <a:pt x="381704" y="749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——">
            <a:extLst xmlns:a="http://schemas.openxmlformats.org/drawingml/2006/main">
              <a:ext uri="{FF2B5EF4-FFF2-40B4-BE49-F238E27FC236}">
                <a16:creationId xmlns:a16="http://schemas.microsoft.com/office/drawing/2014/main" id="{EFF3DC0A-9B53-4722-AA05-590D739A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26" y="2920728"/>
            <a:ext cx="379075" cy="11184"/>
          </a:xfrm>
          <a:custGeom xmlns:a="http://schemas.openxmlformats.org/drawingml/2006/main">
            <a:pathLst>
              <a:path w="379075" h="11184">
                <a:moveTo>
                  <a:pt x="0" y="0"/>
                </a:moveTo>
                <a:lnTo>
                  <a:pt x="0" y="11184"/>
                </a:lnTo>
                <a:lnTo>
                  <a:pt x="187750" y="11184"/>
                </a:lnTo>
                <a:lnTo>
                  <a:pt x="191325" y="11184"/>
                </a:lnTo>
                <a:lnTo>
                  <a:pt x="379075" y="11184"/>
                </a:lnTo>
                <a:lnTo>
                  <a:pt x="379075" y="0"/>
                </a:lnTo>
                <a:lnTo>
                  <a:pt x="191325" y="0"/>
                </a:lnTo>
                <a:lnTo>
                  <a:pt x="187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——">
            <a:extLst xmlns:a="http://schemas.openxmlformats.org/drawingml/2006/main">
              <a:ext uri="{FF2B5EF4-FFF2-40B4-BE49-F238E27FC236}">
                <a16:creationId xmlns:a16="http://schemas.microsoft.com/office/drawing/2014/main" id="{B2F63386-737C-443B-816D-DC8187D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626" y="2963347"/>
            <a:ext cx="379075" cy="11184"/>
          </a:xfrm>
          <a:custGeom xmlns:a="http://schemas.openxmlformats.org/drawingml/2006/main">
            <a:pathLst>
              <a:path w="379075" h="11184">
                <a:moveTo>
                  <a:pt x="0" y="0"/>
                </a:moveTo>
                <a:lnTo>
                  <a:pt x="0" y="11184"/>
                </a:lnTo>
                <a:lnTo>
                  <a:pt x="187750" y="11184"/>
                </a:lnTo>
                <a:lnTo>
                  <a:pt x="191325" y="11184"/>
                </a:lnTo>
                <a:lnTo>
                  <a:pt x="379075" y="11184"/>
                </a:lnTo>
                <a:lnTo>
                  <a:pt x="379075" y="0"/>
                </a:lnTo>
                <a:lnTo>
                  <a:pt x="191325" y="0"/>
                </a:lnTo>
                <a:lnTo>
                  <a:pt x="187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▸">
            <a:extLst xmlns:a="http://schemas.openxmlformats.org/drawingml/2006/main">
              <a:ext uri="{FF2B5EF4-FFF2-40B4-BE49-F238E27FC236}">
                <a16:creationId xmlns:a16="http://schemas.microsoft.com/office/drawing/2014/main" id="{2753A717-ACF4-462D-88D3-BD33D49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311" y="3097376"/>
            <a:ext cx="66739" cy="71140"/>
          </a:xfrm>
          <a:custGeom xmlns:a="http://schemas.openxmlformats.org/drawingml/2006/main">
            <a:pathLst>
              <a:path w="66739" h="71140">
                <a:moveTo>
                  <a:pt x="66739" y="35203"/>
                </a:moveTo>
                <a:lnTo>
                  <a:pt x="0" y="71140"/>
                </a:lnTo>
                <a:lnTo>
                  <a:pt x="0" y="0"/>
                </a:lnTo>
                <a:lnTo>
                  <a:pt x="66739" y="352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Strategy">
            <a:extLst xmlns:a="http://schemas.openxmlformats.org/drawingml/2006/main">
              <a:ext uri="{FF2B5EF4-FFF2-40B4-BE49-F238E27FC236}">
                <a16:creationId xmlns:a16="http://schemas.microsoft.com/office/drawing/2014/main" id="{867AE14A-8C9E-4F68-8D6E-74AD617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921" y="3072991"/>
            <a:ext cx="654038" cy="167582"/>
          </a:xfrm>
          <a:custGeom xmlns:a="http://schemas.openxmlformats.org/drawingml/2006/main">
            <a:pathLst>
              <a:path w="654038" h="167582">
                <a:moveTo>
                  <a:pt x="78474" y="0"/>
                </a:moveTo>
                <a:lnTo>
                  <a:pt x="79482" y="41437"/>
                </a:lnTo>
                <a:lnTo>
                  <a:pt x="75723" y="41437"/>
                </a:lnTo>
                <a:cubicBezTo>
                  <a:pt x="73951" y="31074"/>
                  <a:pt x="69596" y="22738"/>
                  <a:pt x="62660" y="16430"/>
                </a:cubicBezTo>
                <a:cubicBezTo>
                  <a:pt x="55723" y="10121"/>
                  <a:pt x="48221" y="6967"/>
                  <a:pt x="40154" y="6967"/>
                </a:cubicBezTo>
                <a:cubicBezTo>
                  <a:pt x="33920" y="6967"/>
                  <a:pt x="28985" y="8628"/>
                  <a:pt x="25348" y="11949"/>
                </a:cubicBezTo>
                <a:cubicBezTo>
                  <a:pt x="21712" y="15269"/>
                  <a:pt x="19893" y="19091"/>
                  <a:pt x="19893" y="23417"/>
                </a:cubicBezTo>
                <a:cubicBezTo>
                  <a:pt x="19893" y="26158"/>
                  <a:pt x="20535" y="28595"/>
                  <a:pt x="21819" y="30728"/>
                </a:cubicBezTo>
                <a:cubicBezTo>
                  <a:pt x="23591" y="33591"/>
                  <a:pt x="26433" y="36424"/>
                  <a:pt x="30344" y="39225"/>
                </a:cubicBezTo>
                <a:cubicBezTo>
                  <a:pt x="33217" y="41236"/>
                  <a:pt x="39848" y="44801"/>
                  <a:pt x="50238" y="49920"/>
                </a:cubicBezTo>
                <a:cubicBezTo>
                  <a:pt x="64784" y="57048"/>
                  <a:pt x="74593" y="63781"/>
                  <a:pt x="79665" y="70120"/>
                </a:cubicBezTo>
                <a:cubicBezTo>
                  <a:pt x="84677" y="76457"/>
                  <a:pt x="87183" y="83709"/>
                  <a:pt x="87183" y="91875"/>
                </a:cubicBezTo>
                <a:cubicBezTo>
                  <a:pt x="87183" y="102235"/>
                  <a:pt x="83134" y="111147"/>
                  <a:pt x="75036" y="118613"/>
                </a:cubicBezTo>
                <a:cubicBezTo>
                  <a:pt x="66938" y="126079"/>
                  <a:pt x="56655" y="129812"/>
                  <a:pt x="44187" y="129812"/>
                </a:cubicBezTo>
                <a:cubicBezTo>
                  <a:pt x="40276" y="129812"/>
                  <a:pt x="36578" y="129414"/>
                  <a:pt x="33095" y="128620"/>
                </a:cubicBezTo>
                <a:cubicBezTo>
                  <a:pt x="29611" y="127825"/>
                  <a:pt x="25241" y="126328"/>
                  <a:pt x="19985" y="124128"/>
                </a:cubicBezTo>
                <a:cubicBezTo>
                  <a:pt x="17052" y="122905"/>
                  <a:pt x="14637" y="122294"/>
                  <a:pt x="12743" y="122294"/>
                </a:cubicBezTo>
                <a:cubicBezTo>
                  <a:pt x="11154" y="122294"/>
                  <a:pt x="9473" y="122913"/>
                  <a:pt x="7701" y="124151"/>
                </a:cubicBezTo>
                <a:cubicBezTo>
                  <a:pt x="5928" y="125388"/>
                  <a:pt x="4492" y="127275"/>
                  <a:pt x="3392" y="129812"/>
                </a:cubicBezTo>
                <a:lnTo>
                  <a:pt x="0" y="129812"/>
                </a:lnTo>
                <a:lnTo>
                  <a:pt x="0" y="82874"/>
                </a:lnTo>
                <a:lnTo>
                  <a:pt x="3392" y="82874"/>
                </a:lnTo>
                <a:cubicBezTo>
                  <a:pt x="6081" y="96045"/>
                  <a:pt x="11261" y="106091"/>
                  <a:pt x="18931" y="113012"/>
                </a:cubicBezTo>
                <a:cubicBezTo>
                  <a:pt x="26601" y="119934"/>
                  <a:pt x="34867" y="123394"/>
                  <a:pt x="43729" y="123394"/>
                </a:cubicBezTo>
                <a:cubicBezTo>
                  <a:pt x="50574" y="123394"/>
                  <a:pt x="56029" y="121536"/>
                  <a:pt x="60093" y="117819"/>
                </a:cubicBezTo>
                <a:cubicBezTo>
                  <a:pt x="64157" y="114103"/>
                  <a:pt x="66189" y="109777"/>
                  <a:pt x="66189" y="104842"/>
                </a:cubicBezTo>
                <a:cubicBezTo>
                  <a:pt x="66189" y="101918"/>
                  <a:pt x="65410" y="99085"/>
                  <a:pt x="63852" y="96345"/>
                </a:cubicBezTo>
                <a:cubicBezTo>
                  <a:pt x="62293" y="93602"/>
                  <a:pt x="59925" y="90997"/>
                  <a:pt x="56747" y="88529"/>
                </a:cubicBezTo>
                <a:cubicBezTo>
                  <a:pt x="53569" y="86062"/>
                  <a:pt x="47946" y="82848"/>
                  <a:pt x="39879" y="78889"/>
                </a:cubicBezTo>
                <a:cubicBezTo>
                  <a:pt x="28572" y="73345"/>
                  <a:pt x="20443" y="68620"/>
                  <a:pt x="15493" y="64714"/>
                </a:cubicBezTo>
                <a:cubicBezTo>
                  <a:pt x="10543" y="60808"/>
                  <a:pt x="6738" y="56445"/>
                  <a:pt x="4080" y="51624"/>
                </a:cubicBezTo>
                <a:cubicBezTo>
                  <a:pt x="1421" y="46804"/>
                  <a:pt x="92" y="41495"/>
                  <a:pt x="92" y="35699"/>
                </a:cubicBezTo>
                <a:cubicBezTo>
                  <a:pt x="92" y="25813"/>
                  <a:pt x="3728" y="17392"/>
                  <a:pt x="11001" y="10437"/>
                </a:cubicBezTo>
                <a:cubicBezTo>
                  <a:pt x="18274" y="3479"/>
                  <a:pt x="27441" y="0"/>
                  <a:pt x="38503" y="0"/>
                </a:cubicBezTo>
                <a:cubicBezTo>
                  <a:pt x="42537" y="0"/>
                  <a:pt x="46449" y="495"/>
                  <a:pt x="50238" y="1484"/>
                </a:cubicBezTo>
                <a:cubicBezTo>
                  <a:pt x="53110" y="2225"/>
                  <a:pt x="56609" y="3599"/>
                  <a:pt x="60735" y="5606"/>
                </a:cubicBezTo>
                <a:cubicBezTo>
                  <a:pt x="64860" y="7614"/>
                  <a:pt x="67748" y="8617"/>
                  <a:pt x="69398" y="8617"/>
                </a:cubicBezTo>
                <a:cubicBezTo>
                  <a:pt x="70987" y="8617"/>
                  <a:pt x="72240" y="8124"/>
                  <a:pt x="73157" y="7136"/>
                </a:cubicBezTo>
                <a:cubicBezTo>
                  <a:pt x="74073" y="6147"/>
                  <a:pt x="74929" y="3768"/>
                  <a:pt x="75723" y="0"/>
                </a:cubicBezTo>
                <a:lnTo>
                  <a:pt x="78474" y="0"/>
                </a:lnTo>
                <a:close/>
                <a:moveTo>
                  <a:pt x="132944" y="9718"/>
                </a:moveTo>
                <a:lnTo>
                  <a:pt x="132944" y="41254"/>
                </a:lnTo>
                <a:lnTo>
                  <a:pt x="153296" y="41254"/>
                </a:lnTo>
                <a:lnTo>
                  <a:pt x="153296" y="50238"/>
                </a:lnTo>
                <a:lnTo>
                  <a:pt x="132944" y="50238"/>
                </a:lnTo>
                <a:lnTo>
                  <a:pt x="132944" y="103277"/>
                </a:lnTo>
                <a:cubicBezTo>
                  <a:pt x="132944" y="108241"/>
                  <a:pt x="133173" y="111443"/>
                  <a:pt x="133631" y="112883"/>
                </a:cubicBezTo>
                <a:cubicBezTo>
                  <a:pt x="134090" y="114323"/>
                  <a:pt x="134900" y="115488"/>
                  <a:pt x="136061" y="116378"/>
                </a:cubicBezTo>
                <a:cubicBezTo>
                  <a:pt x="137222" y="117266"/>
                  <a:pt x="138292" y="117711"/>
                  <a:pt x="139269" y="117711"/>
                </a:cubicBezTo>
                <a:cubicBezTo>
                  <a:pt x="143242" y="117711"/>
                  <a:pt x="147001" y="114655"/>
                  <a:pt x="150545" y="108543"/>
                </a:cubicBezTo>
                <a:lnTo>
                  <a:pt x="153296" y="110580"/>
                </a:lnTo>
                <a:cubicBezTo>
                  <a:pt x="148345" y="122423"/>
                  <a:pt x="140308" y="128345"/>
                  <a:pt x="129185" y="128345"/>
                </a:cubicBezTo>
                <a:cubicBezTo>
                  <a:pt x="123746" y="128345"/>
                  <a:pt x="119147" y="126827"/>
                  <a:pt x="115388" y="123793"/>
                </a:cubicBezTo>
                <a:cubicBezTo>
                  <a:pt x="111630" y="120756"/>
                  <a:pt x="109231" y="117367"/>
                  <a:pt x="108192" y="113625"/>
                </a:cubicBezTo>
                <a:cubicBezTo>
                  <a:pt x="107581" y="111540"/>
                  <a:pt x="107275" y="105897"/>
                  <a:pt x="107275" y="96697"/>
                </a:cubicBezTo>
                <a:lnTo>
                  <a:pt x="107275" y="50238"/>
                </a:lnTo>
                <a:lnTo>
                  <a:pt x="96091" y="50238"/>
                </a:lnTo>
                <a:lnTo>
                  <a:pt x="96091" y="47021"/>
                </a:lnTo>
                <a:cubicBezTo>
                  <a:pt x="103791" y="41570"/>
                  <a:pt x="110346" y="35843"/>
                  <a:pt x="115755" y="29840"/>
                </a:cubicBezTo>
                <a:cubicBezTo>
                  <a:pt x="121164" y="23837"/>
                  <a:pt x="125885" y="17130"/>
                  <a:pt x="129919" y="9718"/>
                </a:cubicBezTo>
                <a:lnTo>
                  <a:pt x="132944" y="9718"/>
                </a:lnTo>
                <a:close/>
                <a:moveTo>
                  <a:pt x="194206" y="41254"/>
                </a:moveTo>
                <a:lnTo>
                  <a:pt x="194206" y="60689"/>
                </a:lnTo>
                <a:cubicBezTo>
                  <a:pt x="199890" y="51827"/>
                  <a:pt x="204871" y="45944"/>
                  <a:pt x="209149" y="43041"/>
                </a:cubicBezTo>
                <a:cubicBezTo>
                  <a:pt x="213427" y="40138"/>
                  <a:pt x="217552" y="38687"/>
                  <a:pt x="221525" y="38687"/>
                </a:cubicBezTo>
                <a:cubicBezTo>
                  <a:pt x="224947" y="38687"/>
                  <a:pt x="227682" y="39745"/>
                  <a:pt x="229730" y="41861"/>
                </a:cubicBezTo>
                <a:cubicBezTo>
                  <a:pt x="231777" y="43977"/>
                  <a:pt x="232801" y="46967"/>
                  <a:pt x="232801" y="50831"/>
                </a:cubicBezTo>
                <a:cubicBezTo>
                  <a:pt x="232801" y="54941"/>
                  <a:pt x="231808" y="58131"/>
                  <a:pt x="229822" y="60402"/>
                </a:cubicBezTo>
                <a:cubicBezTo>
                  <a:pt x="227835" y="62671"/>
                  <a:pt x="225436" y="63806"/>
                  <a:pt x="222625" y="63806"/>
                </a:cubicBezTo>
                <a:cubicBezTo>
                  <a:pt x="219386" y="63806"/>
                  <a:pt x="216575" y="62767"/>
                  <a:pt x="214191" y="60689"/>
                </a:cubicBezTo>
                <a:cubicBezTo>
                  <a:pt x="211807" y="58611"/>
                  <a:pt x="210402" y="57450"/>
                  <a:pt x="209974" y="57205"/>
                </a:cubicBezTo>
                <a:cubicBezTo>
                  <a:pt x="209363" y="56838"/>
                  <a:pt x="208660" y="56655"/>
                  <a:pt x="207865" y="56655"/>
                </a:cubicBezTo>
                <a:cubicBezTo>
                  <a:pt x="206093" y="56655"/>
                  <a:pt x="204412" y="57327"/>
                  <a:pt x="202823" y="58672"/>
                </a:cubicBezTo>
                <a:cubicBezTo>
                  <a:pt x="200317" y="60750"/>
                  <a:pt x="198423" y="63714"/>
                  <a:pt x="197139" y="67564"/>
                </a:cubicBezTo>
                <a:cubicBezTo>
                  <a:pt x="195184" y="73493"/>
                  <a:pt x="194206" y="80032"/>
                  <a:pt x="194206" y="87183"/>
                </a:cubicBezTo>
                <a:lnTo>
                  <a:pt x="194206" y="106893"/>
                </a:lnTo>
                <a:lnTo>
                  <a:pt x="194298" y="112027"/>
                </a:lnTo>
                <a:cubicBezTo>
                  <a:pt x="194298" y="115510"/>
                  <a:pt x="194511" y="117741"/>
                  <a:pt x="194939" y="118719"/>
                </a:cubicBezTo>
                <a:cubicBezTo>
                  <a:pt x="195673" y="120369"/>
                  <a:pt x="196757" y="121576"/>
                  <a:pt x="198194" y="122340"/>
                </a:cubicBezTo>
                <a:cubicBezTo>
                  <a:pt x="199630" y="123104"/>
                  <a:pt x="202059" y="123578"/>
                  <a:pt x="205482" y="123761"/>
                </a:cubicBezTo>
                <a:lnTo>
                  <a:pt x="205482" y="127061"/>
                </a:lnTo>
                <a:lnTo>
                  <a:pt x="159186" y="127061"/>
                </a:lnTo>
                <a:lnTo>
                  <a:pt x="159186" y="123761"/>
                </a:lnTo>
                <a:cubicBezTo>
                  <a:pt x="162914" y="123455"/>
                  <a:pt x="165435" y="122432"/>
                  <a:pt x="166749" y="120690"/>
                </a:cubicBezTo>
                <a:cubicBezTo>
                  <a:pt x="168063" y="118948"/>
                  <a:pt x="168720" y="114349"/>
                  <a:pt x="168720" y="106893"/>
                </a:cubicBezTo>
                <a:lnTo>
                  <a:pt x="168720" y="59405"/>
                </a:lnTo>
                <a:cubicBezTo>
                  <a:pt x="168720" y="54485"/>
                  <a:pt x="168476" y="51349"/>
                  <a:pt x="167987" y="49997"/>
                </a:cubicBezTo>
                <a:cubicBezTo>
                  <a:pt x="167376" y="48274"/>
                  <a:pt x="166489" y="47014"/>
                  <a:pt x="165328" y="46216"/>
                </a:cubicBezTo>
                <a:cubicBezTo>
                  <a:pt x="164167" y="45415"/>
                  <a:pt x="162120" y="44861"/>
                  <a:pt x="159186" y="44554"/>
                </a:cubicBezTo>
                <a:lnTo>
                  <a:pt x="159186" y="41254"/>
                </a:lnTo>
                <a:lnTo>
                  <a:pt x="194206" y="41254"/>
                </a:lnTo>
                <a:close/>
                <a:moveTo>
                  <a:pt x="282748" y="114410"/>
                </a:moveTo>
                <a:cubicBezTo>
                  <a:pt x="272297" y="123700"/>
                  <a:pt x="262916" y="128345"/>
                  <a:pt x="254604" y="128345"/>
                </a:cubicBezTo>
                <a:cubicBezTo>
                  <a:pt x="249715" y="128345"/>
                  <a:pt x="245651" y="126736"/>
                  <a:pt x="242411" y="123518"/>
                </a:cubicBezTo>
                <a:cubicBezTo>
                  <a:pt x="239172" y="120297"/>
                  <a:pt x="237553" y="116266"/>
                  <a:pt x="237553" y="111422"/>
                </a:cubicBezTo>
                <a:cubicBezTo>
                  <a:pt x="237553" y="104860"/>
                  <a:pt x="240364" y="98957"/>
                  <a:pt x="245987" y="93715"/>
                </a:cubicBezTo>
                <a:cubicBezTo>
                  <a:pt x="251609" y="88472"/>
                  <a:pt x="263863" y="81497"/>
                  <a:pt x="282748" y="72790"/>
                </a:cubicBezTo>
                <a:lnTo>
                  <a:pt x="282748" y="64172"/>
                </a:lnTo>
                <a:cubicBezTo>
                  <a:pt x="282748" y="57694"/>
                  <a:pt x="282397" y="53615"/>
                  <a:pt x="281694" y="51934"/>
                </a:cubicBezTo>
                <a:cubicBezTo>
                  <a:pt x="280991" y="50253"/>
                  <a:pt x="279662" y="48786"/>
                  <a:pt x="277706" y="47533"/>
                </a:cubicBezTo>
                <a:cubicBezTo>
                  <a:pt x="275751" y="46281"/>
                  <a:pt x="273550" y="45654"/>
                  <a:pt x="271106" y="45654"/>
                </a:cubicBezTo>
                <a:cubicBezTo>
                  <a:pt x="267133" y="45654"/>
                  <a:pt x="263863" y="46540"/>
                  <a:pt x="261296" y="48313"/>
                </a:cubicBezTo>
                <a:cubicBezTo>
                  <a:pt x="259707" y="49413"/>
                  <a:pt x="258913" y="50696"/>
                  <a:pt x="258913" y="52163"/>
                </a:cubicBezTo>
                <a:cubicBezTo>
                  <a:pt x="258913" y="53446"/>
                  <a:pt x="259769" y="55035"/>
                  <a:pt x="261480" y="56930"/>
                </a:cubicBezTo>
                <a:cubicBezTo>
                  <a:pt x="263802" y="59558"/>
                  <a:pt x="264963" y="62094"/>
                  <a:pt x="264963" y="64539"/>
                </a:cubicBezTo>
                <a:cubicBezTo>
                  <a:pt x="264963" y="67534"/>
                  <a:pt x="263848" y="70085"/>
                  <a:pt x="261617" y="72194"/>
                </a:cubicBezTo>
                <a:cubicBezTo>
                  <a:pt x="259387" y="74302"/>
                  <a:pt x="256468" y="75357"/>
                  <a:pt x="252862" y="75357"/>
                </a:cubicBezTo>
                <a:cubicBezTo>
                  <a:pt x="249012" y="75357"/>
                  <a:pt x="245788" y="74196"/>
                  <a:pt x="243191" y="71873"/>
                </a:cubicBezTo>
                <a:cubicBezTo>
                  <a:pt x="240593" y="69551"/>
                  <a:pt x="239295" y="66831"/>
                  <a:pt x="239295" y="63714"/>
                </a:cubicBezTo>
                <a:cubicBezTo>
                  <a:pt x="239295" y="59314"/>
                  <a:pt x="241036" y="55112"/>
                  <a:pt x="244520" y="51109"/>
                </a:cubicBezTo>
                <a:cubicBezTo>
                  <a:pt x="248004" y="47106"/>
                  <a:pt x="252862" y="44034"/>
                  <a:pt x="259096" y="41895"/>
                </a:cubicBezTo>
                <a:cubicBezTo>
                  <a:pt x="265330" y="39756"/>
                  <a:pt x="271809" y="38687"/>
                  <a:pt x="278531" y="38687"/>
                </a:cubicBezTo>
                <a:cubicBezTo>
                  <a:pt x="286660" y="38687"/>
                  <a:pt x="293092" y="40418"/>
                  <a:pt x="297829" y="43881"/>
                </a:cubicBezTo>
                <a:cubicBezTo>
                  <a:pt x="302565" y="47341"/>
                  <a:pt x="305637" y="51093"/>
                  <a:pt x="307042" y="55137"/>
                </a:cubicBezTo>
                <a:cubicBezTo>
                  <a:pt x="307898" y="57709"/>
                  <a:pt x="308326" y="63620"/>
                  <a:pt x="308326" y="72870"/>
                </a:cubicBezTo>
                <a:lnTo>
                  <a:pt x="308326" y="106225"/>
                </a:lnTo>
                <a:cubicBezTo>
                  <a:pt x="308326" y="110146"/>
                  <a:pt x="308478" y="112613"/>
                  <a:pt x="308784" y="113625"/>
                </a:cubicBezTo>
                <a:cubicBezTo>
                  <a:pt x="309090" y="114636"/>
                  <a:pt x="309548" y="115386"/>
                  <a:pt x="310159" y="115877"/>
                </a:cubicBezTo>
                <a:cubicBezTo>
                  <a:pt x="310770" y="116366"/>
                  <a:pt x="311473" y="116610"/>
                  <a:pt x="312268" y="116610"/>
                </a:cubicBezTo>
                <a:cubicBezTo>
                  <a:pt x="313857" y="116610"/>
                  <a:pt x="315476" y="115480"/>
                  <a:pt x="317126" y="113218"/>
                </a:cubicBezTo>
                <a:lnTo>
                  <a:pt x="319877" y="115419"/>
                </a:lnTo>
                <a:cubicBezTo>
                  <a:pt x="316821" y="119941"/>
                  <a:pt x="313658" y="123226"/>
                  <a:pt x="310388" y="125274"/>
                </a:cubicBezTo>
                <a:cubicBezTo>
                  <a:pt x="307119" y="127321"/>
                  <a:pt x="303406" y="128345"/>
                  <a:pt x="299250" y="128345"/>
                </a:cubicBezTo>
                <a:cubicBezTo>
                  <a:pt x="294361" y="128345"/>
                  <a:pt x="290541" y="127191"/>
                  <a:pt x="287791" y="124884"/>
                </a:cubicBezTo>
                <a:cubicBezTo>
                  <a:pt x="285040" y="122577"/>
                  <a:pt x="283360" y="119086"/>
                  <a:pt x="282748" y="114410"/>
                </a:cubicBezTo>
                <a:moveTo>
                  <a:pt x="282748" y="107626"/>
                </a:moveTo>
                <a:lnTo>
                  <a:pt x="282748" y="78949"/>
                </a:lnTo>
                <a:cubicBezTo>
                  <a:pt x="275353" y="83310"/>
                  <a:pt x="269853" y="87977"/>
                  <a:pt x="266247" y="92953"/>
                </a:cubicBezTo>
                <a:cubicBezTo>
                  <a:pt x="263863" y="96268"/>
                  <a:pt x="262672" y="99615"/>
                  <a:pt x="262672" y="102994"/>
                </a:cubicBezTo>
                <a:cubicBezTo>
                  <a:pt x="262672" y="105819"/>
                  <a:pt x="263680" y="108306"/>
                  <a:pt x="265697" y="110457"/>
                </a:cubicBezTo>
                <a:cubicBezTo>
                  <a:pt x="267225" y="112115"/>
                  <a:pt x="269364" y="112943"/>
                  <a:pt x="272114" y="112943"/>
                </a:cubicBezTo>
                <a:cubicBezTo>
                  <a:pt x="275170" y="112943"/>
                  <a:pt x="278715" y="111171"/>
                  <a:pt x="282748" y="107626"/>
                </a:cubicBezTo>
                <a:close/>
                <a:moveTo>
                  <a:pt x="363331" y="9718"/>
                </a:moveTo>
                <a:lnTo>
                  <a:pt x="363331" y="41254"/>
                </a:lnTo>
                <a:lnTo>
                  <a:pt x="383683" y="41254"/>
                </a:lnTo>
                <a:lnTo>
                  <a:pt x="383683" y="50238"/>
                </a:lnTo>
                <a:lnTo>
                  <a:pt x="363331" y="50238"/>
                </a:lnTo>
                <a:lnTo>
                  <a:pt x="363331" y="103277"/>
                </a:lnTo>
                <a:cubicBezTo>
                  <a:pt x="363331" y="108241"/>
                  <a:pt x="363560" y="111443"/>
                  <a:pt x="364018" y="112883"/>
                </a:cubicBezTo>
                <a:cubicBezTo>
                  <a:pt x="364477" y="114323"/>
                  <a:pt x="365286" y="115488"/>
                  <a:pt x="366448" y="116378"/>
                </a:cubicBezTo>
                <a:cubicBezTo>
                  <a:pt x="367609" y="117266"/>
                  <a:pt x="368678" y="117711"/>
                  <a:pt x="369656" y="117711"/>
                </a:cubicBezTo>
                <a:cubicBezTo>
                  <a:pt x="373629" y="117711"/>
                  <a:pt x="377388" y="114655"/>
                  <a:pt x="380932" y="108543"/>
                </a:cubicBezTo>
                <a:lnTo>
                  <a:pt x="383683" y="110580"/>
                </a:lnTo>
                <a:cubicBezTo>
                  <a:pt x="378732" y="122423"/>
                  <a:pt x="370695" y="128345"/>
                  <a:pt x="359572" y="128345"/>
                </a:cubicBezTo>
                <a:cubicBezTo>
                  <a:pt x="354133" y="128345"/>
                  <a:pt x="349534" y="126827"/>
                  <a:pt x="345775" y="123793"/>
                </a:cubicBezTo>
                <a:cubicBezTo>
                  <a:pt x="342016" y="120756"/>
                  <a:pt x="339617" y="117367"/>
                  <a:pt x="338578" y="113625"/>
                </a:cubicBezTo>
                <a:cubicBezTo>
                  <a:pt x="337967" y="111540"/>
                  <a:pt x="337662" y="105897"/>
                  <a:pt x="337662" y="96697"/>
                </a:cubicBezTo>
                <a:lnTo>
                  <a:pt x="337662" y="50238"/>
                </a:lnTo>
                <a:lnTo>
                  <a:pt x="326477" y="50238"/>
                </a:lnTo>
                <a:lnTo>
                  <a:pt x="326477" y="47021"/>
                </a:lnTo>
                <a:cubicBezTo>
                  <a:pt x="334178" y="41570"/>
                  <a:pt x="340733" y="35843"/>
                  <a:pt x="346142" y="29840"/>
                </a:cubicBezTo>
                <a:cubicBezTo>
                  <a:pt x="351550" y="23837"/>
                  <a:pt x="356272" y="17130"/>
                  <a:pt x="360305" y="9718"/>
                </a:cubicBezTo>
                <a:lnTo>
                  <a:pt x="363331" y="9718"/>
                </a:lnTo>
                <a:close/>
                <a:moveTo>
                  <a:pt x="461630" y="81041"/>
                </a:moveTo>
                <a:lnTo>
                  <a:pt x="414601" y="81041"/>
                </a:lnTo>
                <a:cubicBezTo>
                  <a:pt x="415151" y="92439"/>
                  <a:pt x="418176" y="101447"/>
                  <a:pt x="423676" y="108065"/>
                </a:cubicBezTo>
                <a:cubicBezTo>
                  <a:pt x="427893" y="113151"/>
                  <a:pt x="432966" y="115694"/>
                  <a:pt x="438894" y="115694"/>
                </a:cubicBezTo>
                <a:cubicBezTo>
                  <a:pt x="442561" y="115694"/>
                  <a:pt x="445892" y="114670"/>
                  <a:pt x="448887" y="112623"/>
                </a:cubicBezTo>
                <a:cubicBezTo>
                  <a:pt x="451882" y="110575"/>
                  <a:pt x="455090" y="106893"/>
                  <a:pt x="458513" y="101576"/>
                </a:cubicBezTo>
                <a:lnTo>
                  <a:pt x="461630" y="103593"/>
                </a:lnTo>
                <a:cubicBezTo>
                  <a:pt x="456985" y="113066"/>
                  <a:pt x="451851" y="119773"/>
                  <a:pt x="446228" y="123715"/>
                </a:cubicBezTo>
                <a:cubicBezTo>
                  <a:pt x="440606" y="127657"/>
                  <a:pt x="434097" y="129628"/>
                  <a:pt x="426702" y="129628"/>
                </a:cubicBezTo>
                <a:cubicBezTo>
                  <a:pt x="413989" y="129628"/>
                  <a:pt x="404364" y="124734"/>
                  <a:pt x="397824" y="114946"/>
                </a:cubicBezTo>
                <a:cubicBezTo>
                  <a:pt x="392568" y="107054"/>
                  <a:pt x="389940" y="97266"/>
                  <a:pt x="389940" y="85581"/>
                </a:cubicBezTo>
                <a:cubicBezTo>
                  <a:pt x="389940" y="71265"/>
                  <a:pt x="393806" y="59870"/>
                  <a:pt x="401537" y="51398"/>
                </a:cubicBezTo>
                <a:cubicBezTo>
                  <a:pt x="409268" y="42924"/>
                  <a:pt x="418329" y="38687"/>
                  <a:pt x="428719" y="38687"/>
                </a:cubicBezTo>
                <a:cubicBezTo>
                  <a:pt x="437397" y="38687"/>
                  <a:pt x="444930" y="42247"/>
                  <a:pt x="451316" y="49367"/>
                </a:cubicBezTo>
                <a:cubicBezTo>
                  <a:pt x="457703" y="56487"/>
                  <a:pt x="461141" y="67045"/>
                  <a:pt x="461630" y="81041"/>
                </a:cubicBezTo>
                <a:moveTo>
                  <a:pt x="439078" y="74990"/>
                </a:moveTo>
                <a:cubicBezTo>
                  <a:pt x="439078" y="65150"/>
                  <a:pt x="438543" y="58397"/>
                  <a:pt x="437474" y="54730"/>
                </a:cubicBezTo>
                <a:cubicBezTo>
                  <a:pt x="436404" y="51063"/>
                  <a:pt x="434739" y="48282"/>
                  <a:pt x="432477" y="46387"/>
                </a:cubicBezTo>
                <a:cubicBezTo>
                  <a:pt x="431194" y="45287"/>
                  <a:pt x="429483" y="44737"/>
                  <a:pt x="427343" y="44737"/>
                </a:cubicBezTo>
                <a:cubicBezTo>
                  <a:pt x="424165" y="44737"/>
                  <a:pt x="421568" y="46296"/>
                  <a:pt x="419551" y="49413"/>
                </a:cubicBezTo>
                <a:cubicBezTo>
                  <a:pt x="415945" y="54852"/>
                  <a:pt x="414142" y="62308"/>
                  <a:pt x="414142" y="71781"/>
                </a:cubicBezTo>
                <a:lnTo>
                  <a:pt x="414142" y="74990"/>
                </a:lnTo>
                <a:lnTo>
                  <a:pt x="439078" y="74990"/>
                </a:lnTo>
                <a:close/>
                <a:moveTo>
                  <a:pt x="529360" y="42354"/>
                </a:moveTo>
                <a:lnTo>
                  <a:pt x="558238" y="42354"/>
                </a:lnTo>
                <a:lnTo>
                  <a:pt x="558238" y="52438"/>
                </a:lnTo>
                <a:lnTo>
                  <a:pt x="541828" y="52438"/>
                </a:lnTo>
                <a:cubicBezTo>
                  <a:pt x="544823" y="55433"/>
                  <a:pt x="546901" y="58152"/>
                  <a:pt x="548062" y="60597"/>
                </a:cubicBezTo>
                <a:cubicBezTo>
                  <a:pt x="549529" y="63897"/>
                  <a:pt x="550262" y="67350"/>
                  <a:pt x="550262" y="70956"/>
                </a:cubicBezTo>
                <a:cubicBezTo>
                  <a:pt x="550262" y="77068"/>
                  <a:pt x="548566" y="82370"/>
                  <a:pt x="545174" y="86862"/>
                </a:cubicBezTo>
                <a:cubicBezTo>
                  <a:pt x="541782" y="91354"/>
                  <a:pt x="537168" y="94868"/>
                  <a:pt x="531331" y="97405"/>
                </a:cubicBezTo>
                <a:cubicBezTo>
                  <a:pt x="525494" y="99941"/>
                  <a:pt x="520315" y="101209"/>
                  <a:pt x="515792" y="101209"/>
                </a:cubicBezTo>
                <a:cubicBezTo>
                  <a:pt x="515426" y="101209"/>
                  <a:pt x="511759" y="101056"/>
                  <a:pt x="504791" y="100751"/>
                </a:cubicBezTo>
                <a:cubicBezTo>
                  <a:pt x="502041" y="100751"/>
                  <a:pt x="499734" y="101647"/>
                  <a:pt x="497870" y="103441"/>
                </a:cubicBezTo>
                <a:cubicBezTo>
                  <a:pt x="496006" y="105234"/>
                  <a:pt x="495074" y="107376"/>
                  <a:pt x="495074" y="109867"/>
                </a:cubicBezTo>
                <a:cubicBezTo>
                  <a:pt x="495074" y="112055"/>
                  <a:pt x="495914" y="113849"/>
                  <a:pt x="497595" y="115247"/>
                </a:cubicBezTo>
                <a:cubicBezTo>
                  <a:pt x="499275" y="116645"/>
                  <a:pt x="502010" y="117344"/>
                  <a:pt x="505800" y="117344"/>
                </a:cubicBezTo>
                <a:lnTo>
                  <a:pt x="521659" y="117160"/>
                </a:lnTo>
                <a:cubicBezTo>
                  <a:pt x="534494" y="117160"/>
                  <a:pt x="543325" y="118569"/>
                  <a:pt x="548153" y="121386"/>
                </a:cubicBezTo>
                <a:cubicBezTo>
                  <a:pt x="555060" y="125303"/>
                  <a:pt x="558513" y="131334"/>
                  <a:pt x="558513" y="139478"/>
                </a:cubicBezTo>
                <a:cubicBezTo>
                  <a:pt x="558513" y="144682"/>
                  <a:pt x="556924" y="149412"/>
                  <a:pt x="553746" y="153667"/>
                </a:cubicBezTo>
                <a:cubicBezTo>
                  <a:pt x="550568" y="157922"/>
                  <a:pt x="546381" y="161060"/>
                  <a:pt x="541186" y="163081"/>
                </a:cubicBezTo>
                <a:cubicBezTo>
                  <a:pt x="533302" y="166081"/>
                  <a:pt x="524226" y="167582"/>
                  <a:pt x="513959" y="167582"/>
                </a:cubicBezTo>
                <a:cubicBezTo>
                  <a:pt x="506258" y="167582"/>
                  <a:pt x="499230" y="166833"/>
                  <a:pt x="492873" y="165336"/>
                </a:cubicBezTo>
                <a:cubicBezTo>
                  <a:pt x="486517" y="163838"/>
                  <a:pt x="481964" y="161759"/>
                  <a:pt x="479214" y="159099"/>
                </a:cubicBezTo>
                <a:cubicBezTo>
                  <a:pt x="476464" y="156440"/>
                  <a:pt x="475089" y="153643"/>
                  <a:pt x="475089" y="150708"/>
                </a:cubicBezTo>
                <a:cubicBezTo>
                  <a:pt x="475089" y="147896"/>
                  <a:pt x="476143" y="145374"/>
                  <a:pt x="478251" y="143142"/>
                </a:cubicBezTo>
                <a:cubicBezTo>
                  <a:pt x="480360" y="140911"/>
                  <a:pt x="484287" y="139032"/>
                  <a:pt x="490032" y="137504"/>
                </a:cubicBezTo>
                <a:cubicBezTo>
                  <a:pt x="482086" y="133592"/>
                  <a:pt x="478114" y="128154"/>
                  <a:pt x="478114" y="121188"/>
                </a:cubicBezTo>
                <a:cubicBezTo>
                  <a:pt x="478114" y="116971"/>
                  <a:pt x="479733" y="112878"/>
                  <a:pt x="482973" y="108907"/>
                </a:cubicBezTo>
                <a:cubicBezTo>
                  <a:pt x="486212" y="104934"/>
                  <a:pt x="491346" y="101481"/>
                  <a:pt x="498374" y="98548"/>
                </a:cubicBezTo>
                <a:cubicBezTo>
                  <a:pt x="490184" y="95549"/>
                  <a:pt x="484256" y="91601"/>
                  <a:pt x="480589" y="86704"/>
                </a:cubicBezTo>
                <a:cubicBezTo>
                  <a:pt x="476922" y="81807"/>
                  <a:pt x="475089" y="76146"/>
                  <a:pt x="475089" y="69719"/>
                </a:cubicBezTo>
                <a:cubicBezTo>
                  <a:pt x="475089" y="61334"/>
                  <a:pt x="478511" y="54066"/>
                  <a:pt x="485356" y="47914"/>
                </a:cubicBezTo>
                <a:cubicBezTo>
                  <a:pt x="492201" y="41763"/>
                  <a:pt x="501002" y="38687"/>
                  <a:pt x="511759" y="38687"/>
                </a:cubicBezTo>
                <a:cubicBezTo>
                  <a:pt x="517442" y="38687"/>
                  <a:pt x="523310" y="39909"/>
                  <a:pt x="529360" y="42354"/>
                </a:cubicBezTo>
                <a:moveTo>
                  <a:pt x="513500" y="44554"/>
                </a:moveTo>
                <a:cubicBezTo>
                  <a:pt x="509956" y="44554"/>
                  <a:pt x="506961" y="46339"/>
                  <a:pt x="504516" y="49908"/>
                </a:cubicBezTo>
                <a:cubicBezTo>
                  <a:pt x="502072" y="53476"/>
                  <a:pt x="500849" y="60873"/>
                  <a:pt x="500849" y="72099"/>
                </a:cubicBezTo>
                <a:cubicBezTo>
                  <a:pt x="500849" y="81189"/>
                  <a:pt x="502056" y="87426"/>
                  <a:pt x="504470" y="90813"/>
                </a:cubicBezTo>
                <a:cubicBezTo>
                  <a:pt x="506884" y="94199"/>
                  <a:pt x="509742" y="95892"/>
                  <a:pt x="513042" y="95892"/>
                </a:cubicBezTo>
                <a:cubicBezTo>
                  <a:pt x="516709" y="95892"/>
                  <a:pt x="519765" y="94214"/>
                  <a:pt x="522209" y="90858"/>
                </a:cubicBezTo>
                <a:cubicBezTo>
                  <a:pt x="524654" y="87503"/>
                  <a:pt x="525876" y="80975"/>
                  <a:pt x="525876" y="71274"/>
                </a:cubicBezTo>
                <a:cubicBezTo>
                  <a:pt x="525876" y="60355"/>
                  <a:pt x="524501" y="52913"/>
                  <a:pt x="521751" y="48946"/>
                </a:cubicBezTo>
                <a:cubicBezTo>
                  <a:pt x="519795" y="46018"/>
                  <a:pt x="517045" y="44554"/>
                  <a:pt x="513500" y="44554"/>
                </a:cubicBezTo>
                <a:moveTo>
                  <a:pt x="508092" y="139712"/>
                </a:moveTo>
                <a:cubicBezTo>
                  <a:pt x="501858" y="139712"/>
                  <a:pt x="497732" y="140230"/>
                  <a:pt x="495715" y="141265"/>
                </a:cubicBezTo>
                <a:cubicBezTo>
                  <a:pt x="492232" y="143150"/>
                  <a:pt x="490490" y="145706"/>
                  <a:pt x="490490" y="148932"/>
                </a:cubicBezTo>
                <a:cubicBezTo>
                  <a:pt x="490490" y="152035"/>
                  <a:pt x="492293" y="154849"/>
                  <a:pt x="495899" y="157374"/>
                </a:cubicBezTo>
                <a:cubicBezTo>
                  <a:pt x="499505" y="159901"/>
                  <a:pt x="506289" y="161164"/>
                  <a:pt x="516251" y="161164"/>
                </a:cubicBezTo>
                <a:cubicBezTo>
                  <a:pt x="524746" y="161164"/>
                  <a:pt x="531423" y="160039"/>
                  <a:pt x="536282" y="157787"/>
                </a:cubicBezTo>
                <a:cubicBezTo>
                  <a:pt x="541140" y="155535"/>
                  <a:pt x="543570" y="152370"/>
                  <a:pt x="543570" y="148293"/>
                </a:cubicBezTo>
                <a:cubicBezTo>
                  <a:pt x="543570" y="146772"/>
                  <a:pt x="543111" y="145495"/>
                  <a:pt x="542195" y="144460"/>
                </a:cubicBezTo>
                <a:cubicBezTo>
                  <a:pt x="540544" y="142634"/>
                  <a:pt x="538054" y="141386"/>
                  <a:pt x="534723" y="140715"/>
                </a:cubicBezTo>
                <a:cubicBezTo>
                  <a:pt x="531392" y="140047"/>
                  <a:pt x="522515" y="139712"/>
                  <a:pt x="508092" y="139712"/>
                </a:cubicBezTo>
                <a:close/>
                <a:moveTo>
                  <a:pt x="607559" y="130628"/>
                </a:moveTo>
                <a:lnTo>
                  <a:pt x="579873" y="66948"/>
                </a:lnTo>
                <a:cubicBezTo>
                  <a:pt x="575717" y="57303"/>
                  <a:pt x="572646" y="51375"/>
                  <a:pt x="570659" y="49163"/>
                </a:cubicBezTo>
                <a:cubicBezTo>
                  <a:pt x="568673" y="46950"/>
                  <a:pt x="566274" y="45413"/>
                  <a:pt x="563463" y="44554"/>
                </a:cubicBezTo>
                <a:lnTo>
                  <a:pt x="563463" y="41254"/>
                </a:lnTo>
                <a:lnTo>
                  <a:pt x="609025" y="41254"/>
                </a:lnTo>
                <a:lnTo>
                  <a:pt x="609025" y="44554"/>
                </a:lnTo>
                <a:cubicBezTo>
                  <a:pt x="606031" y="44676"/>
                  <a:pt x="603922" y="45260"/>
                  <a:pt x="602700" y="46304"/>
                </a:cubicBezTo>
                <a:cubicBezTo>
                  <a:pt x="601477" y="47347"/>
                  <a:pt x="600866" y="48606"/>
                  <a:pt x="600866" y="50080"/>
                </a:cubicBezTo>
                <a:cubicBezTo>
                  <a:pt x="600866" y="52412"/>
                  <a:pt x="602394" y="57017"/>
                  <a:pt x="605450" y="63895"/>
                </a:cubicBezTo>
                <a:lnTo>
                  <a:pt x="620118" y="97605"/>
                </a:lnTo>
                <a:lnTo>
                  <a:pt x="630111" y="71555"/>
                </a:lnTo>
                <a:cubicBezTo>
                  <a:pt x="633716" y="62279"/>
                  <a:pt x="635519" y="55828"/>
                  <a:pt x="635519" y="52203"/>
                </a:cubicBezTo>
                <a:cubicBezTo>
                  <a:pt x="635519" y="49930"/>
                  <a:pt x="634771" y="48118"/>
                  <a:pt x="633273" y="46766"/>
                </a:cubicBezTo>
                <a:cubicBezTo>
                  <a:pt x="631776" y="45413"/>
                  <a:pt x="629133" y="44676"/>
                  <a:pt x="625343" y="44554"/>
                </a:cubicBezTo>
                <a:lnTo>
                  <a:pt x="625343" y="41254"/>
                </a:lnTo>
                <a:lnTo>
                  <a:pt x="654038" y="41254"/>
                </a:lnTo>
                <a:lnTo>
                  <a:pt x="654038" y="44554"/>
                </a:lnTo>
                <a:cubicBezTo>
                  <a:pt x="651226" y="44861"/>
                  <a:pt x="648934" y="45952"/>
                  <a:pt x="647162" y="47826"/>
                </a:cubicBezTo>
                <a:cubicBezTo>
                  <a:pt x="645390" y="49699"/>
                  <a:pt x="642426" y="56073"/>
                  <a:pt x="638270" y="66948"/>
                </a:cubicBezTo>
                <a:lnTo>
                  <a:pt x="613792" y="130545"/>
                </a:lnTo>
                <a:cubicBezTo>
                  <a:pt x="607620" y="146435"/>
                  <a:pt x="603036" y="156214"/>
                  <a:pt x="600041" y="159881"/>
                </a:cubicBezTo>
                <a:cubicBezTo>
                  <a:pt x="595824" y="165015"/>
                  <a:pt x="590538" y="167582"/>
                  <a:pt x="584181" y="167582"/>
                </a:cubicBezTo>
                <a:cubicBezTo>
                  <a:pt x="579109" y="167582"/>
                  <a:pt x="574999" y="166130"/>
                  <a:pt x="571851" y="163227"/>
                </a:cubicBezTo>
                <a:cubicBezTo>
                  <a:pt x="568704" y="160324"/>
                  <a:pt x="567130" y="156825"/>
                  <a:pt x="567130" y="152730"/>
                </a:cubicBezTo>
                <a:cubicBezTo>
                  <a:pt x="567130" y="149186"/>
                  <a:pt x="568215" y="146252"/>
                  <a:pt x="570384" y="143930"/>
                </a:cubicBezTo>
                <a:cubicBezTo>
                  <a:pt x="572554" y="141607"/>
                  <a:pt x="575228" y="140446"/>
                  <a:pt x="578406" y="140446"/>
                </a:cubicBezTo>
                <a:cubicBezTo>
                  <a:pt x="581462" y="140446"/>
                  <a:pt x="583922" y="141418"/>
                  <a:pt x="585786" y="143362"/>
                </a:cubicBezTo>
                <a:cubicBezTo>
                  <a:pt x="587650" y="145308"/>
                  <a:pt x="588612" y="148318"/>
                  <a:pt x="588674" y="152392"/>
                </a:cubicBezTo>
                <a:cubicBezTo>
                  <a:pt x="588735" y="154703"/>
                  <a:pt x="589010" y="156193"/>
                  <a:pt x="589499" y="156861"/>
                </a:cubicBezTo>
                <a:cubicBezTo>
                  <a:pt x="589988" y="157530"/>
                  <a:pt x="590690" y="157864"/>
                  <a:pt x="591607" y="157864"/>
                </a:cubicBezTo>
                <a:cubicBezTo>
                  <a:pt x="593074" y="157864"/>
                  <a:pt x="594632" y="156982"/>
                  <a:pt x="596283" y="155217"/>
                </a:cubicBezTo>
                <a:cubicBezTo>
                  <a:pt x="598727" y="152662"/>
                  <a:pt x="601600" y="146821"/>
                  <a:pt x="604900" y="137696"/>
                </a:cubicBezTo>
                <a:lnTo>
                  <a:pt x="607559" y="1306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—">
            <a:extLst xmlns:a="http://schemas.openxmlformats.org/drawingml/2006/main">
              <a:ext uri="{FF2B5EF4-FFF2-40B4-BE49-F238E27FC236}">
                <a16:creationId xmlns:a16="http://schemas.microsoft.com/office/drawing/2014/main" id="{1DDEAC6E-EABA-4214-997B-6F0CC9E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39" y="3227887"/>
            <a:ext cx="191325" cy="11184"/>
          </a:xfrm>
          <a:custGeom xmlns:a="http://schemas.openxmlformats.org/drawingml/2006/main">
            <a:pathLst>
              <a:path w="191325" h="11184">
                <a:moveTo>
                  <a:pt x="191325" y="11184"/>
                </a:moveTo>
                <a:lnTo>
                  <a:pt x="0" y="11184"/>
                </a:lnTo>
                <a:lnTo>
                  <a:pt x="0" y="0"/>
                </a:lnTo>
                <a:lnTo>
                  <a:pt x="191325" y="0"/>
                </a:lnTo>
                <a:lnTo>
                  <a:pt x="191325" y="1118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—">
            <a:extLst xmlns:a="http://schemas.openxmlformats.org/drawingml/2006/main">
              <a:ext uri="{FF2B5EF4-FFF2-40B4-BE49-F238E27FC236}">
                <a16:creationId xmlns:a16="http://schemas.microsoft.com/office/drawing/2014/main" id="{82C82908-C2F6-4531-8F64-1A26ED8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39" y="3270507"/>
            <a:ext cx="191325" cy="11184"/>
          </a:xfrm>
          <a:custGeom xmlns:a="http://schemas.openxmlformats.org/drawingml/2006/main">
            <a:pathLst>
              <a:path w="191325" h="11184">
                <a:moveTo>
                  <a:pt x="191325" y="11184"/>
                </a:moveTo>
                <a:lnTo>
                  <a:pt x="0" y="11184"/>
                </a:lnTo>
                <a:lnTo>
                  <a:pt x="0" y="0"/>
                </a:lnTo>
                <a:lnTo>
                  <a:pt x="191325" y="0"/>
                </a:lnTo>
                <a:lnTo>
                  <a:pt x="191325" y="1118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——">
            <a:extLst xmlns:a="http://schemas.openxmlformats.org/drawingml/2006/main">
              <a:ext uri="{FF2B5EF4-FFF2-40B4-BE49-F238E27FC236}">
                <a16:creationId xmlns:a16="http://schemas.microsoft.com/office/drawing/2014/main" id="{79013C00-5F12-492C-8540-A851179C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39" y="3313126"/>
            <a:ext cx="379076" cy="11184"/>
          </a:xfrm>
          <a:custGeom xmlns:a="http://schemas.openxmlformats.org/drawingml/2006/main">
            <a:pathLst>
              <a:path w="379076" h="11184">
                <a:moveTo>
                  <a:pt x="0" y="0"/>
                </a:moveTo>
                <a:lnTo>
                  <a:pt x="0" y="11184"/>
                </a:lnTo>
                <a:lnTo>
                  <a:pt x="187750" y="11184"/>
                </a:lnTo>
                <a:lnTo>
                  <a:pt x="191325" y="11184"/>
                </a:lnTo>
                <a:lnTo>
                  <a:pt x="379076" y="11184"/>
                </a:lnTo>
                <a:lnTo>
                  <a:pt x="379076" y="0"/>
                </a:lnTo>
                <a:lnTo>
                  <a:pt x="191325" y="0"/>
                </a:lnTo>
                <a:lnTo>
                  <a:pt x="187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e3553c23743ce"/>
          <a:stretch xmlns:a="http://schemas.openxmlformats.org/drawingml/2006/main"/>
        </p:blipFill>
        <p:spPr>
          <a:xfrm xmlns:a="http://schemas.openxmlformats.org/drawingml/2006/main">
            <a:off x="10853353" y="2736362"/>
            <a:ext cx="264556" cy="264556"/>
          </a:xfrm>
          <a:prstGeom xmlns:a="http://schemas.openxmlformats.org/drawingml/2006/main" prst="rect">
            <a:avLst/>
          </a:prstGeom>
        </p:spPr>
      </p:pic>
      <p:pic>
        <p:nvPicPr>
          <p:cNvPr id="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88721f18b46b7"/>
          <a:stretch xmlns:a="http://schemas.openxmlformats.org/drawingml/2006/main"/>
        </p:blipFill>
        <p:spPr>
          <a:xfrm xmlns:a="http://schemas.openxmlformats.org/drawingml/2006/main">
            <a:off x="458824" y="415097"/>
            <a:ext cx="3370968" cy="1007005"/>
          </a:xfrm>
          <a:prstGeom xmlns:a="http://schemas.openxmlformats.org/drawingml/2006/main" prst="rect">
            <a:avLst/>
          </a:prstGeom>
        </p:spPr>
      </p:pic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3C56A-D446-41F4-B623-10BB2DC1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4" y="457758"/>
            <a:ext cx="3225888" cy="861944"/>
          </a:xfrm>
          <a:custGeom xmlns:a="http://schemas.openxmlformats.org/drawingml/2006/main">
            <a:pathLst>
              <a:path w="3225888" h="861944">
                <a:moveTo>
                  <a:pt x="0" y="0"/>
                </a:moveTo>
                <a:lnTo>
                  <a:pt x="3225888" y="0"/>
                </a:lnTo>
                <a:lnTo>
                  <a:pt x="3225888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BA476-8DEC-4A64-8665-B9548D7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4" y="457758"/>
            <a:ext cx="3225888" cy="861944"/>
          </a:xfrm>
          <a:custGeom xmlns:a="http://schemas.openxmlformats.org/drawingml/2006/main">
            <a:pathLst>
              <a:path w="3225888" h="861944" fill="none">
                <a:moveTo>
                  <a:pt x="0" y="0"/>
                </a:moveTo>
                <a:lnTo>
                  <a:pt x="3225888" y="0"/>
                </a:lnTo>
                <a:lnTo>
                  <a:pt x="3225888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D0D0D"/>
            </a:solidFill>
            <a:miter/>
          </a:ln>
        </p:spPr>
      </p:sp>
      <p:pic>
        <p:nvPicPr>
          <p:cNvPr id="3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7e5b649964d39"/>
          <a:stretch xmlns:a="http://schemas.openxmlformats.org/drawingml/2006/main"/>
        </p:blipFill>
        <p:spPr>
          <a:xfrm xmlns:a="http://schemas.openxmlformats.org/drawingml/2006/main">
            <a:off x="766051" y="636974"/>
            <a:ext cx="520580" cy="520580"/>
          </a:xfrm>
          <a:prstGeom xmlns:a="http://schemas.openxmlformats.org/drawingml/2006/main" prst="rect">
            <a:avLst/>
          </a:prstGeom>
        </p:spPr>
      </p:pic>
      <p:sp>
        <p:nvSpPr>
          <p:cNvPr id="132" name="Text Problemdescription">
            <a:extLst xmlns:a="http://schemas.openxmlformats.org/drawingml/2006/main">
              <a:ext uri="{FF2B5EF4-FFF2-40B4-BE49-F238E27FC236}">
                <a16:creationId xmlns:a16="http://schemas.microsoft.com/office/drawing/2014/main" id="{FD2966D9-89EC-40BC-9182-6618529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630" y="815072"/>
            <a:ext cx="1851293" cy="209269"/>
          </a:xfrm>
          <a:custGeom xmlns:a="http://schemas.openxmlformats.org/drawingml/2006/main">
            <a:pathLst>
              <a:path w="1851293" h="209269">
                <a:moveTo>
                  <a:pt x="43429" y="88433"/>
                </a:moveTo>
                <a:lnTo>
                  <a:pt x="43429" y="132948"/>
                </a:lnTo>
                <a:cubicBezTo>
                  <a:pt x="43429" y="142565"/>
                  <a:pt x="44479" y="148539"/>
                  <a:pt x="46579" y="150869"/>
                </a:cubicBezTo>
                <a:cubicBezTo>
                  <a:pt x="49429" y="154174"/>
                  <a:pt x="53742" y="155826"/>
                  <a:pt x="59518" y="155826"/>
                </a:cubicBezTo>
                <a:lnTo>
                  <a:pt x="65368" y="155826"/>
                </a:lnTo>
                <a:lnTo>
                  <a:pt x="65368" y="159989"/>
                </a:lnTo>
                <a:lnTo>
                  <a:pt x="0" y="159989"/>
                </a:lnTo>
                <a:lnTo>
                  <a:pt x="0" y="155826"/>
                </a:lnTo>
                <a:lnTo>
                  <a:pt x="5738" y="155826"/>
                </a:lnTo>
                <a:cubicBezTo>
                  <a:pt x="12189" y="155826"/>
                  <a:pt x="16802" y="153726"/>
                  <a:pt x="19577" y="149526"/>
                </a:cubicBezTo>
                <a:cubicBezTo>
                  <a:pt x="21077" y="147201"/>
                  <a:pt x="21827" y="141688"/>
                  <a:pt x="21827" y="132987"/>
                </a:cubicBezTo>
                <a:lnTo>
                  <a:pt x="21827" y="34428"/>
                </a:lnTo>
                <a:cubicBezTo>
                  <a:pt x="21827" y="24827"/>
                  <a:pt x="20814" y="18864"/>
                  <a:pt x="18789" y="16539"/>
                </a:cubicBezTo>
                <a:cubicBezTo>
                  <a:pt x="15864" y="13239"/>
                  <a:pt x="11514" y="11589"/>
                  <a:pt x="5738" y="11589"/>
                </a:cubicBezTo>
                <a:lnTo>
                  <a:pt x="0" y="11589"/>
                </a:lnTo>
                <a:lnTo>
                  <a:pt x="0" y="7426"/>
                </a:lnTo>
                <a:lnTo>
                  <a:pt x="55917" y="7426"/>
                </a:lnTo>
                <a:cubicBezTo>
                  <a:pt x="69569" y="7426"/>
                  <a:pt x="80332" y="8831"/>
                  <a:pt x="88208" y="11641"/>
                </a:cubicBezTo>
                <a:cubicBezTo>
                  <a:pt x="96084" y="14449"/>
                  <a:pt x="102722" y="19186"/>
                  <a:pt x="108122" y="25853"/>
                </a:cubicBezTo>
                <a:cubicBezTo>
                  <a:pt x="113523" y="32519"/>
                  <a:pt x="116223" y="40422"/>
                  <a:pt x="116223" y="49561"/>
                </a:cubicBezTo>
                <a:cubicBezTo>
                  <a:pt x="116223" y="61995"/>
                  <a:pt x="112116" y="72108"/>
                  <a:pt x="103903" y="79900"/>
                </a:cubicBezTo>
                <a:cubicBezTo>
                  <a:pt x="95690" y="87689"/>
                  <a:pt x="84083" y="91583"/>
                  <a:pt x="69081" y="91583"/>
                </a:cubicBezTo>
                <a:cubicBezTo>
                  <a:pt x="65406" y="91583"/>
                  <a:pt x="61430" y="91321"/>
                  <a:pt x="57155" y="90796"/>
                </a:cubicBezTo>
                <a:cubicBezTo>
                  <a:pt x="52880" y="90271"/>
                  <a:pt x="48304" y="89483"/>
                  <a:pt x="43429" y="88433"/>
                </a:cubicBezTo>
                <a:moveTo>
                  <a:pt x="43429" y="81907"/>
                </a:moveTo>
                <a:cubicBezTo>
                  <a:pt x="47404" y="82657"/>
                  <a:pt x="50930" y="83220"/>
                  <a:pt x="54005" y="83595"/>
                </a:cubicBezTo>
                <a:cubicBezTo>
                  <a:pt x="57080" y="83970"/>
                  <a:pt x="59705" y="84158"/>
                  <a:pt x="61881" y="84158"/>
                </a:cubicBezTo>
                <a:cubicBezTo>
                  <a:pt x="69681" y="84158"/>
                  <a:pt x="76413" y="81138"/>
                  <a:pt x="82076" y="75100"/>
                </a:cubicBezTo>
                <a:cubicBezTo>
                  <a:pt x="87739" y="69062"/>
                  <a:pt x="90571" y="61243"/>
                  <a:pt x="90571" y="51642"/>
                </a:cubicBezTo>
                <a:cubicBezTo>
                  <a:pt x="90571" y="45042"/>
                  <a:pt x="89220" y="38910"/>
                  <a:pt x="86520" y="33247"/>
                </a:cubicBezTo>
                <a:cubicBezTo>
                  <a:pt x="83820" y="27584"/>
                  <a:pt x="79995" y="23346"/>
                  <a:pt x="75044" y="20533"/>
                </a:cubicBezTo>
                <a:cubicBezTo>
                  <a:pt x="70094" y="17720"/>
                  <a:pt x="64468" y="16314"/>
                  <a:pt x="58168" y="16314"/>
                </a:cubicBezTo>
                <a:cubicBezTo>
                  <a:pt x="54342" y="16314"/>
                  <a:pt x="49429" y="17027"/>
                  <a:pt x="43429" y="18452"/>
                </a:cubicBezTo>
                <a:lnTo>
                  <a:pt x="43429" y="81907"/>
                </a:lnTo>
                <a:close/>
                <a:moveTo>
                  <a:pt x="161550" y="54005"/>
                </a:moveTo>
                <a:lnTo>
                  <a:pt x="161550" y="77182"/>
                </a:lnTo>
                <a:cubicBezTo>
                  <a:pt x="170176" y="61731"/>
                  <a:pt x="179026" y="54005"/>
                  <a:pt x="188102" y="54005"/>
                </a:cubicBezTo>
                <a:cubicBezTo>
                  <a:pt x="192228" y="54005"/>
                  <a:pt x="195640" y="55261"/>
                  <a:pt x="198341" y="57774"/>
                </a:cubicBezTo>
                <a:cubicBezTo>
                  <a:pt x="201041" y="60287"/>
                  <a:pt x="202391" y="63193"/>
                  <a:pt x="202391" y="66493"/>
                </a:cubicBezTo>
                <a:cubicBezTo>
                  <a:pt x="202391" y="69419"/>
                  <a:pt x="201416" y="71894"/>
                  <a:pt x="199466" y="73919"/>
                </a:cubicBezTo>
                <a:cubicBezTo>
                  <a:pt x="197515" y="75944"/>
                  <a:pt x="195190" y="76957"/>
                  <a:pt x="192490" y="76957"/>
                </a:cubicBezTo>
                <a:cubicBezTo>
                  <a:pt x="189865" y="76957"/>
                  <a:pt x="186921" y="75663"/>
                  <a:pt x="183658" y="73075"/>
                </a:cubicBezTo>
                <a:cubicBezTo>
                  <a:pt x="180395" y="70488"/>
                  <a:pt x="177976" y="69194"/>
                  <a:pt x="176401" y="69194"/>
                </a:cubicBezTo>
                <a:cubicBezTo>
                  <a:pt x="175051" y="69194"/>
                  <a:pt x="173588" y="69941"/>
                  <a:pt x="172013" y="71437"/>
                </a:cubicBezTo>
                <a:cubicBezTo>
                  <a:pt x="168638" y="74505"/>
                  <a:pt x="165150" y="79555"/>
                  <a:pt x="161550" y="86587"/>
                </a:cubicBezTo>
                <a:lnTo>
                  <a:pt x="161550" y="135852"/>
                </a:lnTo>
                <a:cubicBezTo>
                  <a:pt x="161550" y="141536"/>
                  <a:pt x="162262" y="145838"/>
                  <a:pt x="163687" y="148756"/>
                </a:cubicBezTo>
                <a:cubicBezTo>
                  <a:pt x="164663" y="150776"/>
                  <a:pt x="166388" y="152460"/>
                  <a:pt x="168863" y="153808"/>
                </a:cubicBezTo>
                <a:cubicBezTo>
                  <a:pt x="171338" y="155154"/>
                  <a:pt x="174901" y="155826"/>
                  <a:pt x="179551" y="155826"/>
                </a:cubicBezTo>
                <a:lnTo>
                  <a:pt x="179551" y="159989"/>
                </a:lnTo>
                <a:lnTo>
                  <a:pt x="126784" y="159989"/>
                </a:lnTo>
                <a:lnTo>
                  <a:pt x="126784" y="155826"/>
                </a:lnTo>
                <a:cubicBezTo>
                  <a:pt x="132035" y="155826"/>
                  <a:pt x="135935" y="155004"/>
                  <a:pt x="138485" y="153358"/>
                </a:cubicBezTo>
                <a:cubicBezTo>
                  <a:pt x="140360" y="152160"/>
                  <a:pt x="141673" y="150251"/>
                  <a:pt x="142423" y="147631"/>
                </a:cubicBezTo>
                <a:cubicBezTo>
                  <a:pt x="142798" y="146358"/>
                  <a:pt x="142986" y="142728"/>
                  <a:pt x="142986" y="136742"/>
                </a:cubicBezTo>
                <a:lnTo>
                  <a:pt x="142986" y="96889"/>
                </a:lnTo>
                <a:cubicBezTo>
                  <a:pt x="142986" y="84913"/>
                  <a:pt x="142742" y="77785"/>
                  <a:pt x="142254" y="75505"/>
                </a:cubicBezTo>
                <a:cubicBezTo>
                  <a:pt x="141767" y="73222"/>
                  <a:pt x="140867" y="71556"/>
                  <a:pt x="139554" y="70509"/>
                </a:cubicBezTo>
                <a:cubicBezTo>
                  <a:pt x="138241" y="69461"/>
                  <a:pt x="136610" y="68937"/>
                  <a:pt x="134660" y="68937"/>
                </a:cubicBezTo>
                <a:cubicBezTo>
                  <a:pt x="132335" y="68937"/>
                  <a:pt x="129709" y="69498"/>
                  <a:pt x="126784" y="70621"/>
                </a:cubicBezTo>
                <a:lnTo>
                  <a:pt x="125659" y="66578"/>
                </a:lnTo>
                <a:lnTo>
                  <a:pt x="156824" y="54005"/>
                </a:lnTo>
                <a:lnTo>
                  <a:pt x="161550" y="54005"/>
                </a:lnTo>
                <a:close/>
                <a:moveTo>
                  <a:pt x="258601" y="54005"/>
                </a:moveTo>
                <a:cubicBezTo>
                  <a:pt x="274202" y="54005"/>
                  <a:pt x="286728" y="59924"/>
                  <a:pt x="296179" y="71764"/>
                </a:cubicBezTo>
                <a:cubicBezTo>
                  <a:pt x="304205" y="81878"/>
                  <a:pt x="308218" y="93492"/>
                  <a:pt x="308218" y="106607"/>
                </a:cubicBezTo>
                <a:cubicBezTo>
                  <a:pt x="308218" y="115823"/>
                  <a:pt x="306005" y="125152"/>
                  <a:pt x="301579" y="134594"/>
                </a:cubicBezTo>
                <a:cubicBezTo>
                  <a:pt x="297154" y="144033"/>
                  <a:pt x="291060" y="151150"/>
                  <a:pt x="283297" y="155946"/>
                </a:cubicBezTo>
                <a:cubicBezTo>
                  <a:pt x="275533" y="160742"/>
                  <a:pt x="266889" y="163140"/>
                  <a:pt x="257363" y="163140"/>
                </a:cubicBezTo>
                <a:cubicBezTo>
                  <a:pt x="241837" y="163140"/>
                  <a:pt x="229498" y="156957"/>
                  <a:pt x="220347" y="144593"/>
                </a:cubicBezTo>
                <a:cubicBezTo>
                  <a:pt x="212621" y="134179"/>
                  <a:pt x="208759" y="122491"/>
                  <a:pt x="208759" y="109529"/>
                </a:cubicBezTo>
                <a:cubicBezTo>
                  <a:pt x="208759" y="100087"/>
                  <a:pt x="211103" y="90702"/>
                  <a:pt x="215791" y="81373"/>
                </a:cubicBezTo>
                <a:cubicBezTo>
                  <a:pt x="220478" y="72044"/>
                  <a:pt x="226648" y="65150"/>
                  <a:pt x="234298" y="60692"/>
                </a:cubicBezTo>
                <a:cubicBezTo>
                  <a:pt x="241949" y="56234"/>
                  <a:pt x="250050" y="54005"/>
                  <a:pt x="258601" y="54005"/>
                </a:cubicBezTo>
                <a:moveTo>
                  <a:pt x="255113" y="61430"/>
                </a:moveTo>
                <a:cubicBezTo>
                  <a:pt x="251137" y="61430"/>
                  <a:pt x="247143" y="62611"/>
                  <a:pt x="243130" y="64971"/>
                </a:cubicBezTo>
                <a:cubicBezTo>
                  <a:pt x="239118" y="67331"/>
                  <a:pt x="235874" y="71471"/>
                  <a:pt x="233398" y="77389"/>
                </a:cubicBezTo>
                <a:cubicBezTo>
                  <a:pt x="230923" y="83308"/>
                  <a:pt x="229686" y="90912"/>
                  <a:pt x="229686" y="100201"/>
                </a:cubicBezTo>
                <a:cubicBezTo>
                  <a:pt x="229686" y="115183"/>
                  <a:pt x="232667" y="128107"/>
                  <a:pt x="238630" y="138971"/>
                </a:cubicBezTo>
                <a:cubicBezTo>
                  <a:pt x="244593" y="149833"/>
                  <a:pt x="252450" y="155264"/>
                  <a:pt x="262201" y="155264"/>
                </a:cubicBezTo>
                <a:cubicBezTo>
                  <a:pt x="269477" y="155264"/>
                  <a:pt x="275477" y="152267"/>
                  <a:pt x="280203" y="146274"/>
                </a:cubicBezTo>
                <a:cubicBezTo>
                  <a:pt x="284928" y="140280"/>
                  <a:pt x="287291" y="129980"/>
                  <a:pt x="287291" y="115372"/>
                </a:cubicBezTo>
                <a:cubicBezTo>
                  <a:pt x="287291" y="97091"/>
                  <a:pt x="283353" y="82707"/>
                  <a:pt x="275477" y="72217"/>
                </a:cubicBezTo>
                <a:cubicBezTo>
                  <a:pt x="270152" y="65026"/>
                  <a:pt x="263364" y="61430"/>
                  <a:pt x="255113" y="61430"/>
                </a:cubicBezTo>
                <a:close/>
                <a:moveTo>
                  <a:pt x="355909" y="74819"/>
                </a:moveTo>
                <a:cubicBezTo>
                  <a:pt x="365885" y="60943"/>
                  <a:pt x="376649" y="54005"/>
                  <a:pt x="388200" y="54005"/>
                </a:cubicBezTo>
                <a:cubicBezTo>
                  <a:pt x="398776" y="54005"/>
                  <a:pt x="408001" y="58519"/>
                  <a:pt x="415877" y="67548"/>
                </a:cubicBezTo>
                <a:cubicBezTo>
                  <a:pt x="423753" y="76577"/>
                  <a:pt x="427691" y="88922"/>
                  <a:pt x="427691" y="104582"/>
                </a:cubicBezTo>
                <a:cubicBezTo>
                  <a:pt x="427691" y="122864"/>
                  <a:pt x="421615" y="137588"/>
                  <a:pt x="409464" y="148752"/>
                </a:cubicBezTo>
                <a:cubicBezTo>
                  <a:pt x="399038" y="158344"/>
                  <a:pt x="387412" y="163140"/>
                  <a:pt x="374586" y="163140"/>
                </a:cubicBezTo>
                <a:cubicBezTo>
                  <a:pt x="368585" y="163140"/>
                  <a:pt x="362491" y="162052"/>
                  <a:pt x="356303" y="159877"/>
                </a:cubicBezTo>
                <a:cubicBezTo>
                  <a:pt x="350115" y="157702"/>
                  <a:pt x="343796" y="154439"/>
                  <a:pt x="337345" y="150088"/>
                </a:cubicBezTo>
                <a:lnTo>
                  <a:pt x="337345" y="43316"/>
                </a:lnTo>
                <a:cubicBezTo>
                  <a:pt x="337345" y="31615"/>
                  <a:pt x="337064" y="24415"/>
                  <a:pt x="336501" y="21714"/>
                </a:cubicBezTo>
                <a:cubicBezTo>
                  <a:pt x="335939" y="19014"/>
                  <a:pt x="335057" y="17177"/>
                  <a:pt x="333857" y="16201"/>
                </a:cubicBezTo>
                <a:cubicBezTo>
                  <a:pt x="332657" y="15226"/>
                  <a:pt x="331157" y="14739"/>
                  <a:pt x="329357" y="14739"/>
                </a:cubicBezTo>
                <a:cubicBezTo>
                  <a:pt x="327257" y="14739"/>
                  <a:pt x="324631" y="15339"/>
                  <a:pt x="321481" y="16539"/>
                </a:cubicBezTo>
                <a:lnTo>
                  <a:pt x="319906" y="12601"/>
                </a:lnTo>
                <a:lnTo>
                  <a:pt x="350846" y="0"/>
                </a:lnTo>
                <a:lnTo>
                  <a:pt x="355909" y="0"/>
                </a:lnTo>
                <a:lnTo>
                  <a:pt x="355909" y="74819"/>
                </a:lnTo>
                <a:moveTo>
                  <a:pt x="355909" y="81988"/>
                </a:moveTo>
                <a:lnTo>
                  <a:pt x="355909" y="143482"/>
                </a:lnTo>
                <a:cubicBezTo>
                  <a:pt x="359735" y="147221"/>
                  <a:pt x="363691" y="150044"/>
                  <a:pt x="367779" y="151952"/>
                </a:cubicBezTo>
                <a:cubicBezTo>
                  <a:pt x="371867" y="153860"/>
                  <a:pt x="376049" y="154814"/>
                  <a:pt x="380324" y="154814"/>
                </a:cubicBezTo>
                <a:cubicBezTo>
                  <a:pt x="387150" y="154814"/>
                  <a:pt x="393506" y="151074"/>
                  <a:pt x="399394" y="143594"/>
                </a:cubicBezTo>
                <a:cubicBezTo>
                  <a:pt x="405282" y="136113"/>
                  <a:pt x="408226" y="125227"/>
                  <a:pt x="408226" y="110938"/>
                </a:cubicBezTo>
                <a:cubicBezTo>
                  <a:pt x="408226" y="97772"/>
                  <a:pt x="405282" y="87655"/>
                  <a:pt x="399394" y="80585"/>
                </a:cubicBezTo>
                <a:cubicBezTo>
                  <a:pt x="393506" y="73516"/>
                  <a:pt x="386812" y="69981"/>
                  <a:pt x="379311" y="69981"/>
                </a:cubicBezTo>
                <a:cubicBezTo>
                  <a:pt x="375336" y="69981"/>
                  <a:pt x="371361" y="70991"/>
                  <a:pt x="367385" y="73012"/>
                </a:cubicBezTo>
                <a:cubicBezTo>
                  <a:pt x="364385" y="74507"/>
                  <a:pt x="360560" y="77500"/>
                  <a:pt x="355909" y="81988"/>
                </a:cubicBezTo>
                <a:close/>
                <a:moveTo>
                  <a:pt x="482583" y="0"/>
                </a:moveTo>
                <a:lnTo>
                  <a:pt x="482583" y="136601"/>
                </a:lnTo>
                <a:cubicBezTo>
                  <a:pt x="482583" y="143047"/>
                  <a:pt x="483052" y="147320"/>
                  <a:pt x="483990" y="149420"/>
                </a:cubicBezTo>
                <a:cubicBezTo>
                  <a:pt x="484927" y="151518"/>
                  <a:pt x="486371" y="153111"/>
                  <a:pt x="488321" y="154199"/>
                </a:cubicBezTo>
                <a:cubicBezTo>
                  <a:pt x="490271" y="155284"/>
                  <a:pt x="493909" y="155826"/>
                  <a:pt x="499235" y="155826"/>
                </a:cubicBezTo>
                <a:lnTo>
                  <a:pt x="499235" y="159989"/>
                </a:lnTo>
                <a:lnTo>
                  <a:pt x="448718" y="159989"/>
                </a:lnTo>
                <a:lnTo>
                  <a:pt x="448718" y="155826"/>
                </a:lnTo>
                <a:cubicBezTo>
                  <a:pt x="453443" y="155826"/>
                  <a:pt x="456668" y="155340"/>
                  <a:pt x="458394" y="154367"/>
                </a:cubicBezTo>
                <a:cubicBezTo>
                  <a:pt x="460119" y="153392"/>
                  <a:pt x="461469" y="151781"/>
                  <a:pt x="462444" y="149533"/>
                </a:cubicBezTo>
                <a:cubicBezTo>
                  <a:pt x="463419" y="147283"/>
                  <a:pt x="463907" y="142972"/>
                  <a:pt x="463907" y="136601"/>
                </a:cubicBezTo>
                <a:lnTo>
                  <a:pt x="463907" y="43060"/>
                </a:lnTo>
                <a:cubicBezTo>
                  <a:pt x="463907" y="31443"/>
                  <a:pt x="463644" y="24305"/>
                  <a:pt x="463119" y="21644"/>
                </a:cubicBezTo>
                <a:cubicBezTo>
                  <a:pt x="462594" y="18981"/>
                  <a:pt x="461750" y="17164"/>
                  <a:pt x="460588" y="16191"/>
                </a:cubicBezTo>
                <a:cubicBezTo>
                  <a:pt x="459425" y="15216"/>
                  <a:pt x="457944" y="14728"/>
                  <a:pt x="456143" y="14728"/>
                </a:cubicBezTo>
                <a:cubicBezTo>
                  <a:pt x="454193" y="14728"/>
                  <a:pt x="451718" y="15328"/>
                  <a:pt x="448718" y="16528"/>
                </a:cubicBezTo>
                <a:lnTo>
                  <a:pt x="446805" y="12591"/>
                </a:lnTo>
                <a:lnTo>
                  <a:pt x="477520" y="0"/>
                </a:lnTo>
                <a:lnTo>
                  <a:pt x="482583" y="0"/>
                </a:lnTo>
                <a:close/>
                <a:moveTo>
                  <a:pt x="532743" y="95859"/>
                </a:moveTo>
                <a:cubicBezTo>
                  <a:pt x="532668" y="111125"/>
                  <a:pt x="536381" y="123099"/>
                  <a:pt x="543881" y="131781"/>
                </a:cubicBezTo>
                <a:cubicBezTo>
                  <a:pt x="551382" y="140461"/>
                  <a:pt x="560195" y="144800"/>
                  <a:pt x="570321" y="144800"/>
                </a:cubicBezTo>
                <a:cubicBezTo>
                  <a:pt x="577072" y="144800"/>
                  <a:pt x="582941" y="142944"/>
                  <a:pt x="587929" y="139231"/>
                </a:cubicBezTo>
                <a:cubicBezTo>
                  <a:pt x="592917" y="135518"/>
                  <a:pt x="597099" y="129162"/>
                  <a:pt x="600474" y="120161"/>
                </a:cubicBezTo>
                <a:lnTo>
                  <a:pt x="603962" y="122411"/>
                </a:lnTo>
                <a:cubicBezTo>
                  <a:pt x="602387" y="132687"/>
                  <a:pt x="597811" y="142044"/>
                  <a:pt x="590235" y="150482"/>
                </a:cubicBezTo>
                <a:cubicBezTo>
                  <a:pt x="582660" y="158920"/>
                  <a:pt x="573171" y="163140"/>
                  <a:pt x="561770" y="163140"/>
                </a:cubicBezTo>
                <a:cubicBezTo>
                  <a:pt x="549394" y="163140"/>
                  <a:pt x="538800" y="158331"/>
                  <a:pt x="529986" y="148714"/>
                </a:cubicBezTo>
                <a:cubicBezTo>
                  <a:pt x="521173" y="139094"/>
                  <a:pt x="516766" y="126162"/>
                  <a:pt x="516766" y="109919"/>
                </a:cubicBezTo>
                <a:cubicBezTo>
                  <a:pt x="516766" y="92330"/>
                  <a:pt x="521286" y="78614"/>
                  <a:pt x="530324" y="68772"/>
                </a:cubicBezTo>
                <a:cubicBezTo>
                  <a:pt x="539362" y="58927"/>
                  <a:pt x="550707" y="54005"/>
                  <a:pt x="564358" y="54005"/>
                </a:cubicBezTo>
                <a:cubicBezTo>
                  <a:pt x="575909" y="54005"/>
                  <a:pt x="585397" y="57802"/>
                  <a:pt x="592823" y="65396"/>
                </a:cubicBezTo>
                <a:cubicBezTo>
                  <a:pt x="600249" y="72989"/>
                  <a:pt x="603962" y="83143"/>
                  <a:pt x="603962" y="95859"/>
                </a:cubicBezTo>
                <a:lnTo>
                  <a:pt x="532743" y="95859"/>
                </a:lnTo>
                <a:moveTo>
                  <a:pt x="532743" y="89333"/>
                </a:moveTo>
                <a:lnTo>
                  <a:pt x="580447" y="89333"/>
                </a:lnTo>
                <a:cubicBezTo>
                  <a:pt x="580072" y="82732"/>
                  <a:pt x="579284" y="78082"/>
                  <a:pt x="578084" y="75382"/>
                </a:cubicBezTo>
                <a:cubicBezTo>
                  <a:pt x="576209" y="71181"/>
                  <a:pt x="573415" y="67881"/>
                  <a:pt x="569702" y="65481"/>
                </a:cubicBezTo>
                <a:cubicBezTo>
                  <a:pt x="565990" y="63081"/>
                  <a:pt x="562108" y="61881"/>
                  <a:pt x="558058" y="61881"/>
                </a:cubicBezTo>
                <a:cubicBezTo>
                  <a:pt x="551832" y="61881"/>
                  <a:pt x="546263" y="64299"/>
                  <a:pt x="541350" y="69137"/>
                </a:cubicBezTo>
                <a:cubicBezTo>
                  <a:pt x="536437" y="73975"/>
                  <a:pt x="533568" y="80707"/>
                  <a:pt x="532743" y="89333"/>
                </a:cubicBezTo>
                <a:close/>
                <a:moveTo>
                  <a:pt x="648441" y="75944"/>
                </a:moveTo>
                <a:cubicBezTo>
                  <a:pt x="655941" y="68444"/>
                  <a:pt x="660367" y="64131"/>
                  <a:pt x="661717" y="63006"/>
                </a:cubicBezTo>
                <a:cubicBezTo>
                  <a:pt x="665092" y="60155"/>
                  <a:pt x="668730" y="57943"/>
                  <a:pt x="672630" y="56368"/>
                </a:cubicBezTo>
                <a:cubicBezTo>
                  <a:pt x="676531" y="54792"/>
                  <a:pt x="680393" y="54005"/>
                  <a:pt x="684219" y="54005"/>
                </a:cubicBezTo>
                <a:cubicBezTo>
                  <a:pt x="690669" y="54005"/>
                  <a:pt x="696220" y="55880"/>
                  <a:pt x="700870" y="59630"/>
                </a:cubicBezTo>
                <a:cubicBezTo>
                  <a:pt x="705521" y="63381"/>
                  <a:pt x="708633" y="68819"/>
                  <a:pt x="710209" y="75944"/>
                </a:cubicBezTo>
                <a:cubicBezTo>
                  <a:pt x="717934" y="66943"/>
                  <a:pt x="724460" y="61037"/>
                  <a:pt x="729785" y="58224"/>
                </a:cubicBezTo>
                <a:cubicBezTo>
                  <a:pt x="735111" y="55411"/>
                  <a:pt x="740586" y="54005"/>
                  <a:pt x="746212" y="54005"/>
                </a:cubicBezTo>
                <a:cubicBezTo>
                  <a:pt x="751687" y="54005"/>
                  <a:pt x="756544" y="55409"/>
                  <a:pt x="760782" y="58217"/>
                </a:cubicBezTo>
                <a:cubicBezTo>
                  <a:pt x="765020" y="61023"/>
                  <a:pt x="768376" y="65606"/>
                  <a:pt x="770851" y="71968"/>
                </a:cubicBezTo>
                <a:cubicBezTo>
                  <a:pt x="772502" y="76309"/>
                  <a:pt x="773327" y="83119"/>
                  <a:pt x="773327" y="92399"/>
                </a:cubicBezTo>
                <a:lnTo>
                  <a:pt x="773327" y="136629"/>
                </a:lnTo>
                <a:cubicBezTo>
                  <a:pt x="773327" y="143066"/>
                  <a:pt x="773814" y="147482"/>
                  <a:pt x="774789" y="149877"/>
                </a:cubicBezTo>
                <a:cubicBezTo>
                  <a:pt x="775539" y="151523"/>
                  <a:pt x="776927" y="152926"/>
                  <a:pt x="778952" y="154086"/>
                </a:cubicBezTo>
                <a:cubicBezTo>
                  <a:pt x="780977" y="155246"/>
                  <a:pt x="784278" y="155826"/>
                  <a:pt x="788853" y="155826"/>
                </a:cubicBezTo>
                <a:lnTo>
                  <a:pt x="788853" y="159989"/>
                </a:lnTo>
                <a:lnTo>
                  <a:pt x="737999" y="159989"/>
                </a:lnTo>
                <a:lnTo>
                  <a:pt x="737999" y="155826"/>
                </a:lnTo>
                <a:lnTo>
                  <a:pt x="740136" y="155826"/>
                </a:lnTo>
                <a:cubicBezTo>
                  <a:pt x="744562" y="155826"/>
                  <a:pt x="748012" y="154969"/>
                  <a:pt x="750487" y="153253"/>
                </a:cubicBezTo>
                <a:cubicBezTo>
                  <a:pt x="752212" y="152057"/>
                  <a:pt x="753450" y="150154"/>
                  <a:pt x="754200" y="147543"/>
                </a:cubicBezTo>
                <a:cubicBezTo>
                  <a:pt x="754500" y="146275"/>
                  <a:pt x="754650" y="142656"/>
                  <a:pt x="754650" y="136686"/>
                </a:cubicBezTo>
                <a:lnTo>
                  <a:pt x="754650" y="92582"/>
                </a:lnTo>
                <a:cubicBezTo>
                  <a:pt x="754650" y="84223"/>
                  <a:pt x="753637" y="78328"/>
                  <a:pt x="751612" y="74897"/>
                </a:cubicBezTo>
                <a:cubicBezTo>
                  <a:pt x="748687" y="70120"/>
                  <a:pt x="743999" y="67731"/>
                  <a:pt x="737549" y="67731"/>
                </a:cubicBezTo>
                <a:cubicBezTo>
                  <a:pt x="733573" y="67731"/>
                  <a:pt x="729579" y="68720"/>
                  <a:pt x="725566" y="70699"/>
                </a:cubicBezTo>
                <a:cubicBezTo>
                  <a:pt x="721553" y="72674"/>
                  <a:pt x="716697" y="76350"/>
                  <a:pt x="710996" y="81724"/>
                </a:cubicBezTo>
                <a:lnTo>
                  <a:pt x="710771" y="82955"/>
                </a:lnTo>
                <a:lnTo>
                  <a:pt x="710996" y="87768"/>
                </a:lnTo>
                <a:lnTo>
                  <a:pt x="710996" y="136686"/>
                </a:lnTo>
                <a:cubicBezTo>
                  <a:pt x="710996" y="143701"/>
                  <a:pt x="711390" y="148067"/>
                  <a:pt x="712177" y="149783"/>
                </a:cubicBezTo>
                <a:cubicBezTo>
                  <a:pt x="712965" y="151498"/>
                  <a:pt x="714446" y="152935"/>
                  <a:pt x="716622" y="154093"/>
                </a:cubicBezTo>
                <a:cubicBezTo>
                  <a:pt x="718797" y="155249"/>
                  <a:pt x="722510" y="155826"/>
                  <a:pt x="727760" y="155826"/>
                </a:cubicBezTo>
                <a:lnTo>
                  <a:pt x="727760" y="159989"/>
                </a:lnTo>
                <a:lnTo>
                  <a:pt x="675668" y="159989"/>
                </a:lnTo>
                <a:lnTo>
                  <a:pt x="675668" y="155826"/>
                </a:lnTo>
                <a:cubicBezTo>
                  <a:pt x="681368" y="155826"/>
                  <a:pt x="685288" y="155155"/>
                  <a:pt x="687425" y="153812"/>
                </a:cubicBezTo>
                <a:cubicBezTo>
                  <a:pt x="689563" y="152469"/>
                  <a:pt x="691044" y="150454"/>
                  <a:pt x="691869" y="147768"/>
                </a:cubicBezTo>
                <a:cubicBezTo>
                  <a:pt x="692244" y="146497"/>
                  <a:pt x="692432" y="142803"/>
                  <a:pt x="692432" y="136686"/>
                </a:cubicBezTo>
                <a:lnTo>
                  <a:pt x="692432" y="92582"/>
                </a:lnTo>
                <a:cubicBezTo>
                  <a:pt x="692432" y="84223"/>
                  <a:pt x="691194" y="78216"/>
                  <a:pt x="688719" y="74559"/>
                </a:cubicBezTo>
                <a:cubicBezTo>
                  <a:pt x="685419" y="69782"/>
                  <a:pt x="680806" y="67394"/>
                  <a:pt x="674880" y="67394"/>
                </a:cubicBezTo>
                <a:cubicBezTo>
                  <a:pt x="670830" y="67394"/>
                  <a:pt x="666817" y="68475"/>
                  <a:pt x="662842" y="70639"/>
                </a:cubicBezTo>
                <a:cubicBezTo>
                  <a:pt x="656616" y="73923"/>
                  <a:pt x="651816" y="77617"/>
                  <a:pt x="648441" y="81721"/>
                </a:cubicBezTo>
                <a:lnTo>
                  <a:pt x="648441" y="136686"/>
                </a:lnTo>
                <a:cubicBezTo>
                  <a:pt x="648441" y="143401"/>
                  <a:pt x="648909" y="147767"/>
                  <a:pt x="649847" y="149783"/>
                </a:cubicBezTo>
                <a:cubicBezTo>
                  <a:pt x="650785" y="151796"/>
                  <a:pt x="652172" y="153307"/>
                  <a:pt x="654010" y="154315"/>
                </a:cubicBezTo>
                <a:cubicBezTo>
                  <a:pt x="655847" y="155322"/>
                  <a:pt x="659579" y="155826"/>
                  <a:pt x="665205" y="155826"/>
                </a:cubicBezTo>
                <a:lnTo>
                  <a:pt x="665205" y="159989"/>
                </a:lnTo>
                <a:lnTo>
                  <a:pt x="614237" y="159989"/>
                </a:lnTo>
                <a:lnTo>
                  <a:pt x="614237" y="155826"/>
                </a:lnTo>
                <a:cubicBezTo>
                  <a:pt x="618963" y="155826"/>
                  <a:pt x="622263" y="155321"/>
                  <a:pt x="624138" y="154311"/>
                </a:cubicBezTo>
                <a:cubicBezTo>
                  <a:pt x="626014" y="153301"/>
                  <a:pt x="627439" y="151692"/>
                  <a:pt x="628414" y="149484"/>
                </a:cubicBezTo>
                <a:cubicBezTo>
                  <a:pt x="629389" y="147276"/>
                  <a:pt x="629876" y="142991"/>
                  <a:pt x="629876" y="136629"/>
                </a:cubicBezTo>
                <a:lnTo>
                  <a:pt x="629876" y="97339"/>
                </a:lnTo>
                <a:cubicBezTo>
                  <a:pt x="629876" y="86036"/>
                  <a:pt x="629539" y="78739"/>
                  <a:pt x="628864" y="75449"/>
                </a:cubicBezTo>
                <a:cubicBezTo>
                  <a:pt x="628339" y="72978"/>
                  <a:pt x="627514" y="71275"/>
                  <a:pt x="626389" y="70340"/>
                </a:cubicBezTo>
                <a:cubicBezTo>
                  <a:pt x="625263" y="69405"/>
                  <a:pt x="623726" y="68937"/>
                  <a:pt x="621776" y="68937"/>
                </a:cubicBezTo>
                <a:cubicBezTo>
                  <a:pt x="619675" y="68937"/>
                  <a:pt x="617163" y="69498"/>
                  <a:pt x="614237" y="70621"/>
                </a:cubicBezTo>
                <a:lnTo>
                  <a:pt x="612550" y="66578"/>
                </a:lnTo>
                <a:lnTo>
                  <a:pt x="643603" y="54005"/>
                </a:lnTo>
                <a:lnTo>
                  <a:pt x="648441" y="54005"/>
                </a:lnTo>
                <a:lnTo>
                  <a:pt x="648441" y="75944"/>
                </a:lnTo>
                <a:close/>
                <a:moveTo>
                  <a:pt x="903932" y="148401"/>
                </a:moveTo>
                <a:cubicBezTo>
                  <a:pt x="898907" y="153651"/>
                  <a:pt x="893994" y="157420"/>
                  <a:pt x="889193" y="159708"/>
                </a:cubicBezTo>
                <a:cubicBezTo>
                  <a:pt x="884393" y="161996"/>
                  <a:pt x="879218" y="163140"/>
                  <a:pt x="873667" y="163140"/>
                </a:cubicBezTo>
                <a:cubicBezTo>
                  <a:pt x="862416" y="163140"/>
                  <a:pt x="852590" y="158443"/>
                  <a:pt x="844189" y="149051"/>
                </a:cubicBezTo>
                <a:cubicBezTo>
                  <a:pt x="835789" y="139657"/>
                  <a:pt x="831588" y="127585"/>
                  <a:pt x="831588" y="112837"/>
                </a:cubicBezTo>
                <a:cubicBezTo>
                  <a:pt x="831588" y="98091"/>
                  <a:pt x="836239" y="84599"/>
                  <a:pt x="845540" y="72362"/>
                </a:cubicBezTo>
                <a:cubicBezTo>
                  <a:pt x="854840" y="60124"/>
                  <a:pt x="866804" y="54005"/>
                  <a:pt x="881430" y="54005"/>
                </a:cubicBezTo>
                <a:cubicBezTo>
                  <a:pt x="890506" y="54005"/>
                  <a:pt x="898007" y="56893"/>
                  <a:pt x="903932" y="62668"/>
                </a:cubicBezTo>
                <a:lnTo>
                  <a:pt x="903932" y="43612"/>
                </a:lnTo>
                <a:cubicBezTo>
                  <a:pt x="903932" y="31786"/>
                  <a:pt x="903651" y="24518"/>
                  <a:pt x="903088" y="21806"/>
                </a:cubicBezTo>
                <a:cubicBezTo>
                  <a:pt x="902526" y="19094"/>
                  <a:pt x="901645" y="17249"/>
                  <a:pt x="900444" y="16272"/>
                </a:cubicBezTo>
                <a:cubicBezTo>
                  <a:pt x="899244" y="15292"/>
                  <a:pt x="897744" y="14802"/>
                  <a:pt x="895944" y="14802"/>
                </a:cubicBezTo>
                <a:cubicBezTo>
                  <a:pt x="893994" y="14802"/>
                  <a:pt x="891406" y="15405"/>
                  <a:pt x="888181" y="16609"/>
                </a:cubicBezTo>
                <a:lnTo>
                  <a:pt x="886718" y="12654"/>
                </a:lnTo>
                <a:lnTo>
                  <a:pt x="917433" y="0"/>
                </a:lnTo>
                <a:lnTo>
                  <a:pt x="922496" y="0"/>
                </a:lnTo>
                <a:lnTo>
                  <a:pt x="922496" y="119148"/>
                </a:lnTo>
                <a:cubicBezTo>
                  <a:pt x="922496" y="131224"/>
                  <a:pt x="922778" y="138594"/>
                  <a:pt x="923340" y="141256"/>
                </a:cubicBezTo>
                <a:cubicBezTo>
                  <a:pt x="923903" y="143919"/>
                  <a:pt x="924803" y="145776"/>
                  <a:pt x="926040" y="146826"/>
                </a:cubicBezTo>
                <a:cubicBezTo>
                  <a:pt x="927278" y="147876"/>
                  <a:pt x="928722" y="148401"/>
                  <a:pt x="930372" y="148401"/>
                </a:cubicBezTo>
                <a:cubicBezTo>
                  <a:pt x="932397" y="148401"/>
                  <a:pt x="935098" y="147763"/>
                  <a:pt x="938473" y="146488"/>
                </a:cubicBezTo>
                <a:lnTo>
                  <a:pt x="939710" y="150426"/>
                </a:lnTo>
                <a:lnTo>
                  <a:pt x="909108" y="163140"/>
                </a:lnTo>
                <a:lnTo>
                  <a:pt x="903932" y="163140"/>
                </a:lnTo>
                <a:lnTo>
                  <a:pt x="903932" y="148401"/>
                </a:lnTo>
                <a:moveTo>
                  <a:pt x="903932" y="140550"/>
                </a:moveTo>
                <a:lnTo>
                  <a:pt x="903932" y="87579"/>
                </a:lnTo>
                <a:cubicBezTo>
                  <a:pt x="903482" y="82490"/>
                  <a:pt x="902132" y="77851"/>
                  <a:pt x="899882" y="73662"/>
                </a:cubicBezTo>
                <a:cubicBezTo>
                  <a:pt x="897632" y="69471"/>
                  <a:pt x="894650" y="66311"/>
                  <a:pt x="890937" y="64180"/>
                </a:cubicBezTo>
                <a:cubicBezTo>
                  <a:pt x="887225" y="62047"/>
                  <a:pt x="883605" y="60980"/>
                  <a:pt x="880080" y="60980"/>
                </a:cubicBezTo>
                <a:cubicBezTo>
                  <a:pt x="873480" y="60980"/>
                  <a:pt x="867592" y="63936"/>
                  <a:pt x="862416" y="69848"/>
                </a:cubicBezTo>
                <a:cubicBezTo>
                  <a:pt x="855590" y="77627"/>
                  <a:pt x="852178" y="88999"/>
                  <a:pt x="852178" y="103963"/>
                </a:cubicBezTo>
                <a:cubicBezTo>
                  <a:pt x="852178" y="119077"/>
                  <a:pt x="855478" y="130656"/>
                  <a:pt x="862079" y="138700"/>
                </a:cubicBezTo>
                <a:cubicBezTo>
                  <a:pt x="868679" y="146742"/>
                  <a:pt x="876030" y="150763"/>
                  <a:pt x="884131" y="150763"/>
                </a:cubicBezTo>
                <a:cubicBezTo>
                  <a:pt x="890956" y="150763"/>
                  <a:pt x="897557" y="147359"/>
                  <a:pt x="903932" y="140550"/>
                </a:cubicBezTo>
                <a:close/>
                <a:moveTo>
                  <a:pt x="967938" y="95859"/>
                </a:moveTo>
                <a:cubicBezTo>
                  <a:pt x="967863" y="111125"/>
                  <a:pt x="971576" y="123099"/>
                  <a:pt x="979077" y="131781"/>
                </a:cubicBezTo>
                <a:cubicBezTo>
                  <a:pt x="986577" y="140461"/>
                  <a:pt x="995391" y="144800"/>
                  <a:pt x="1005517" y="144800"/>
                </a:cubicBezTo>
                <a:cubicBezTo>
                  <a:pt x="1012267" y="144800"/>
                  <a:pt x="1018136" y="142944"/>
                  <a:pt x="1023124" y="139231"/>
                </a:cubicBezTo>
                <a:cubicBezTo>
                  <a:pt x="1028112" y="135518"/>
                  <a:pt x="1032294" y="129162"/>
                  <a:pt x="1035669" y="120161"/>
                </a:cubicBezTo>
                <a:lnTo>
                  <a:pt x="1039157" y="122411"/>
                </a:lnTo>
                <a:cubicBezTo>
                  <a:pt x="1037582" y="132687"/>
                  <a:pt x="1033007" y="142044"/>
                  <a:pt x="1025431" y="150482"/>
                </a:cubicBezTo>
                <a:cubicBezTo>
                  <a:pt x="1017855" y="158920"/>
                  <a:pt x="1008367" y="163140"/>
                  <a:pt x="996966" y="163140"/>
                </a:cubicBezTo>
                <a:cubicBezTo>
                  <a:pt x="984590" y="163140"/>
                  <a:pt x="973995" y="158331"/>
                  <a:pt x="965182" y="148714"/>
                </a:cubicBezTo>
                <a:cubicBezTo>
                  <a:pt x="956368" y="139094"/>
                  <a:pt x="951962" y="126162"/>
                  <a:pt x="951962" y="109919"/>
                </a:cubicBezTo>
                <a:cubicBezTo>
                  <a:pt x="951962" y="92330"/>
                  <a:pt x="956481" y="78614"/>
                  <a:pt x="965519" y="68772"/>
                </a:cubicBezTo>
                <a:cubicBezTo>
                  <a:pt x="974558" y="58927"/>
                  <a:pt x="985902" y="54005"/>
                  <a:pt x="999554" y="54005"/>
                </a:cubicBezTo>
                <a:cubicBezTo>
                  <a:pt x="1011105" y="54005"/>
                  <a:pt x="1020593" y="57802"/>
                  <a:pt x="1028019" y="65396"/>
                </a:cubicBezTo>
                <a:cubicBezTo>
                  <a:pt x="1035444" y="72989"/>
                  <a:pt x="1039157" y="83143"/>
                  <a:pt x="1039157" y="95859"/>
                </a:cubicBezTo>
                <a:lnTo>
                  <a:pt x="967938" y="95859"/>
                </a:lnTo>
                <a:moveTo>
                  <a:pt x="967938" y="89333"/>
                </a:moveTo>
                <a:lnTo>
                  <a:pt x="1015642" y="89333"/>
                </a:lnTo>
                <a:cubicBezTo>
                  <a:pt x="1015267" y="82732"/>
                  <a:pt x="1014480" y="78082"/>
                  <a:pt x="1013280" y="75382"/>
                </a:cubicBezTo>
                <a:cubicBezTo>
                  <a:pt x="1011405" y="71181"/>
                  <a:pt x="1008611" y="67881"/>
                  <a:pt x="1004898" y="65481"/>
                </a:cubicBezTo>
                <a:cubicBezTo>
                  <a:pt x="1001185" y="63081"/>
                  <a:pt x="997303" y="61881"/>
                  <a:pt x="993253" y="61881"/>
                </a:cubicBezTo>
                <a:cubicBezTo>
                  <a:pt x="987027" y="61881"/>
                  <a:pt x="981458" y="64299"/>
                  <a:pt x="976545" y="69137"/>
                </a:cubicBezTo>
                <a:cubicBezTo>
                  <a:pt x="971632" y="73975"/>
                  <a:pt x="968763" y="80707"/>
                  <a:pt x="967938" y="89333"/>
                </a:cubicBezTo>
                <a:close/>
                <a:moveTo>
                  <a:pt x="1119640" y="54005"/>
                </a:moveTo>
                <a:lnTo>
                  <a:pt x="1119640" y="88883"/>
                </a:lnTo>
                <a:lnTo>
                  <a:pt x="1115927" y="88883"/>
                </a:lnTo>
                <a:cubicBezTo>
                  <a:pt x="1113077" y="77944"/>
                  <a:pt x="1109420" y="70503"/>
                  <a:pt x="1104957" y="66560"/>
                </a:cubicBezTo>
                <a:cubicBezTo>
                  <a:pt x="1100494" y="62615"/>
                  <a:pt x="1094812" y="60643"/>
                  <a:pt x="1087912" y="60643"/>
                </a:cubicBezTo>
                <a:cubicBezTo>
                  <a:pt x="1082661" y="60643"/>
                  <a:pt x="1078423" y="62029"/>
                  <a:pt x="1075198" y="64802"/>
                </a:cubicBezTo>
                <a:cubicBezTo>
                  <a:pt x="1071973" y="67573"/>
                  <a:pt x="1070360" y="70645"/>
                  <a:pt x="1070360" y="74018"/>
                </a:cubicBezTo>
                <a:cubicBezTo>
                  <a:pt x="1070360" y="78213"/>
                  <a:pt x="1071560" y="81809"/>
                  <a:pt x="1073961" y="84804"/>
                </a:cubicBezTo>
                <a:cubicBezTo>
                  <a:pt x="1076286" y="87877"/>
                  <a:pt x="1081011" y="91137"/>
                  <a:pt x="1088137" y="94582"/>
                </a:cubicBezTo>
                <a:lnTo>
                  <a:pt x="1104563" y="102563"/>
                </a:lnTo>
                <a:cubicBezTo>
                  <a:pt x="1119790" y="109980"/>
                  <a:pt x="1127403" y="119758"/>
                  <a:pt x="1127403" y="131897"/>
                </a:cubicBezTo>
                <a:cubicBezTo>
                  <a:pt x="1127403" y="141261"/>
                  <a:pt x="1123859" y="148810"/>
                  <a:pt x="1116771" y="154543"/>
                </a:cubicBezTo>
                <a:cubicBezTo>
                  <a:pt x="1109682" y="160274"/>
                  <a:pt x="1101750" y="163140"/>
                  <a:pt x="1092975" y="163140"/>
                </a:cubicBezTo>
                <a:cubicBezTo>
                  <a:pt x="1086674" y="163140"/>
                  <a:pt x="1079473" y="162014"/>
                  <a:pt x="1071373" y="159764"/>
                </a:cubicBezTo>
                <a:cubicBezTo>
                  <a:pt x="1068898" y="159014"/>
                  <a:pt x="1066872" y="158639"/>
                  <a:pt x="1065297" y="158639"/>
                </a:cubicBezTo>
                <a:cubicBezTo>
                  <a:pt x="1063572" y="158639"/>
                  <a:pt x="1062222" y="159614"/>
                  <a:pt x="1061247" y="161564"/>
                </a:cubicBezTo>
                <a:lnTo>
                  <a:pt x="1057534" y="161564"/>
                </a:lnTo>
                <a:lnTo>
                  <a:pt x="1057534" y="124661"/>
                </a:lnTo>
                <a:lnTo>
                  <a:pt x="1061247" y="124661"/>
                </a:lnTo>
                <a:cubicBezTo>
                  <a:pt x="1063347" y="135200"/>
                  <a:pt x="1067360" y="143141"/>
                  <a:pt x="1073285" y="148485"/>
                </a:cubicBezTo>
                <a:cubicBezTo>
                  <a:pt x="1079211" y="153829"/>
                  <a:pt x="1085849" y="156501"/>
                  <a:pt x="1093200" y="156501"/>
                </a:cubicBezTo>
                <a:cubicBezTo>
                  <a:pt x="1098375" y="156501"/>
                  <a:pt x="1102594" y="154985"/>
                  <a:pt x="1105857" y="151952"/>
                </a:cubicBezTo>
                <a:cubicBezTo>
                  <a:pt x="1109120" y="148916"/>
                  <a:pt x="1110751" y="145263"/>
                  <a:pt x="1110751" y="140993"/>
                </a:cubicBezTo>
                <a:cubicBezTo>
                  <a:pt x="1110751" y="135822"/>
                  <a:pt x="1108932" y="131476"/>
                  <a:pt x="1105295" y="127956"/>
                </a:cubicBezTo>
                <a:cubicBezTo>
                  <a:pt x="1101657" y="124435"/>
                  <a:pt x="1094400" y="119978"/>
                  <a:pt x="1083524" y="114584"/>
                </a:cubicBezTo>
                <a:cubicBezTo>
                  <a:pt x="1072648" y="109189"/>
                  <a:pt x="1065522" y="104318"/>
                  <a:pt x="1062147" y="99972"/>
                </a:cubicBezTo>
                <a:cubicBezTo>
                  <a:pt x="1058772" y="95702"/>
                  <a:pt x="1057084" y="90307"/>
                  <a:pt x="1057084" y="83788"/>
                </a:cubicBezTo>
                <a:cubicBezTo>
                  <a:pt x="1057084" y="75322"/>
                  <a:pt x="1059991" y="68242"/>
                  <a:pt x="1065804" y="62549"/>
                </a:cubicBezTo>
                <a:cubicBezTo>
                  <a:pt x="1071617" y="56853"/>
                  <a:pt x="1079136" y="54005"/>
                  <a:pt x="1088362" y="54005"/>
                </a:cubicBezTo>
                <a:cubicBezTo>
                  <a:pt x="1092412" y="54005"/>
                  <a:pt x="1097325" y="54867"/>
                  <a:pt x="1103101" y="56593"/>
                </a:cubicBezTo>
                <a:cubicBezTo>
                  <a:pt x="1106926" y="57718"/>
                  <a:pt x="1109476" y="58280"/>
                  <a:pt x="1110751" y="58280"/>
                </a:cubicBezTo>
                <a:cubicBezTo>
                  <a:pt x="1111951" y="58280"/>
                  <a:pt x="1112889" y="58018"/>
                  <a:pt x="1113564" y="57493"/>
                </a:cubicBezTo>
                <a:cubicBezTo>
                  <a:pt x="1114239" y="56968"/>
                  <a:pt x="1115027" y="55805"/>
                  <a:pt x="1115927" y="54005"/>
                </a:cubicBezTo>
                <a:lnTo>
                  <a:pt x="1119640" y="54005"/>
                </a:lnTo>
                <a:close/>
                <a:moveTo>
                  <a:pt x="1225914" y="120836"/>
                </a:moveTo>
                <a:cubicBezTo>
                  <a:pt x="1223139" y="134412"/>
                  <a:pt x="1217701" y="144857"/>
                  <a:pt x="1209600" y="152170"/>
                </a:cubicBezTo>
                <a:cubicBezTo>
                  <a:pt x="1201500" y="159483"/>
                  <a:pt x="1192536" y="163140"/>
                  <a:pt x="1182710" y="163140"/>
                </a:cubicBezTo>
                <a:cubicBezTo>
                  <a:pt x="1171009" y="163140"/>
                  <a:pt x="1160808" y="158232"/>
                  <a:pt x="1152108" y="148418"/>
                </a:cubicBezTo>
                <a:cubicBezTo>
                  <a:pt x="1143407" y="138602"/>
                  <a:pt x="1139057" y="125339"/>
                  <a:pt x="1139057" y="108628"/>
                </a:cubicBezTo>
                <a:cubicBezTo>
                  <a:pt x="1139057" y="92443"/>
                  <a:pt x="1143876" y="79294"/>
                  <a:pt x="1153514" y="69180"/>
                </a:cubicBezTo>
                <a:cubicBezTo>
                  <a:pt x="1163152" y="59063"/>
                  <a:pt x="1174722" y="54005"/>
                  <a:pt x="1188223" y="54005"/>
                </a:cubicBezTo>
                <a:cubicBezTo>
                  <a:pt x="1198349" y="54005"/>
                  <a:pt x="1206675" y="56678"/>
                  <a:pt x="1213201" y="62025"/>
                </a:cubicBezTo>
                <a:cubicBezTo>
                  <a:pt x="1219726" y="67369"/>
                  <a:pt x="1222989" y="72919"/>
                  <a:pt x="1222989" y="78676"/>
                </a:cubicBezTo>
                <a:cubicBezTo>
                  <a:pt x="1222989" y="81517"/>
                  <a:pt x="1222070" y="83816"/>
                  <a:pt x="1220233" y="85574"/>
                </a:cubicBezTo>
                <a:cubicBezTo>
                  <a:pt x="1218395" y="87330"/>
                  <a:pt x="1215826" y="88208"/>
                  <a:pt x="1212526" y="88208"/>
                </a:cubicBezTo>
                <a:cubicBezTo>
                  <a:pt x="1208100" y="88208"/>
                  <a:pt x="1204762" y="86783"/>
                  <a:pt x="1202512" y="83932"/>
                </a:cubicBezTo>
                <a:cubicBezTo>
                  <a:pt x="1201237" y="82357"/>
                  <a:pt x="1200393" y="79357"/>
                  <a:pt x="1199981" y="74932"/>
                </a:cubicBezTo>
                <a:cubicBezTo>
                  <a:pt x="1199568" y="70506"/>
                  <a:pt x="1198049" y="67131"/>
                  <a:pt x="1195424" y="64806"/>
                </a:cubicBezTo>
                <a:cubicBezTo>
                  <a:pt x="1192799" y="62556"/>
                  <a:pt x="1189161" y="61430"/>
                  <a:pt x="1184511" y="61430"/>
                </a:cubicBezTo>
                <a:cubicBezTo>
                  <a:pt x="1177010" y="61430"/>
                  <a:pt x="1170972" y="64206"/>
                  <a:pt x="1166396" y="69756"/>
                </a:cubicBezTo>
                <a:cubicBezTo>
                  <a:pt x="1160321" y="77107"/>
                  <a:pt x="1157283" y="86820"/>
                  <a:pt x="1157283" y="98896"/>
                </a:cubicBezTo>
                <a:cubicBezTo>
                  <a:pt x="1157283" y="111197"/>
                  <a:pt x="1160302" y="122055"/>
                  <a:pt x="1166340" y="131468"/>
                </a:cubicBezTo>
                <a:cubicBezTo>
                  <a:pt x="1172378" y="140881"/>
                  <a:pt x="1180535" y="145588"/>
                  <a:pt x="1190811" y="145588"/>
                </a:cubicBezTo>
                <a:cubicBezTo>
                  <a:pt x="1198162" y="145588"/>
                  <a:pt x="1204762" y="143075"/>
                  <a:pt x="1210613" y="138050"/>
                </a:cubicBezTo>
                <a:cubicBezTo>
                  <a:pt x="1214738" y="134600"/>
                  <a:pt x="1218751" y="128336"/>
                  <a:pt x="1222651" y="119261"/>
                </a:cubicBezTo>
                <a:lnTo>
                  <a:pt x="1225914" y="120836"/>
                </a:lnTo>
                <a:close/>
                <a:moveTo>
                  <a:pt x="1270933" y="54005"/>
                </a:moveTo>
                <a:lnTo>
                  <a:pt x="1270933" y="77182"/>
                </a:lnTo>
                <a:cubicBezTo>
                  <a:pt x="1279559" y="61731"/>
                  <a:pt x="1288410" y="54005"/>
                  <a:pt x="1297485" y="54005"/>
                </a:cubicBezTo>
                <a:cubicBezTo>
                  <a:pt x="1301611" y="54005"/>
                  <a:pt x="1305024" y="55261"/>
                  <a:pt x="1307724" y="57774"/>
                </a:cubicBezTo>
                <a:cubicBezTo>
                  <a:pt x="1310424" y="60287"/>
                  <a:pt x="1311774" y="63193"/>
                  <a:pt x="1311774" y="66493"/>
                </a:cubicBezTo>
                <a:cubicBezTo>
                  <a:pt x="1311774" y="69419"/>
                  <a:pt x="1310799" y="71894"/>
                  <a:pt x="1308849" y="73919"/>
                </a:cubicBezTo>
                <a:cubicBezTo>
                  <a:pt x="1306899" y="75944"/>
                  <a:pt x="1304574" y="76957"/>
                  <a:pt x="1301873" y="76957"/>
                </a:cubicBezTo>
                <a:cubicBezTo>
                  <a:pt x="1299248" y="76957"/>
                  <a:pt x="1296304" y="75663"/>
                  <a:pt x="1293041" y="73075"/>
                </a:cubicBezTo>
                <a:cubicBezTo>
                  <a:pt x="1289778" y="70488"/>
                  <a:pt x="1287359" y="69194"/>
                  <a:pt x="1285784" y="69194"/>
                </a:cubicBezTo>
                <a:cubicBezTo>
                  <a:pt x="1284434" y="69194"/>
                  <a:pt x="1282972" y="69941"/>
                  <a:pt x="1281396" y="71437"/>
                </a:cubicBezTo>
                <a:cubicBezTo>
                  <a:pt x="1278021" y="74505"/>
                  <a:pt x="1274533" y="79555"/>
                  <a:pt x="1270933" y="86587"/>
                </a:cubicBezTo>
                <a:lnTo>
                  <a:pt x="1270933" y="135852"/>
                </a:lnTo>
                <a:cubicBezTo>
                  <a:pt x="1270933" y="141536"/>
                  <a:pt x="1271646" y="145838"/>
                  <a:pt x="1273071" y="148756"/>
                </a:cubicBezTo>
                <a:cubicBezTo>
                  <a:pt x="1274046" y="150776"/>
                  <a:pt x="1275771" y="152460"/>
                  <a:pt x="1278246" y="153808"/>
                </a:cubicBezTo>
                <a:cubicBezTo>
                  <a:pt x="1280721" y="155154"/>
                  <a:pt x="1284284" y="155826"/>
                  <a:pt x="1288935" y="155826"/>
                </a:cubicBezTo>
                <a:lnTo>
                  <a:pt x="1288935" y="159989"/>
                </a:lnTo>
                <a:lnTo>
                  <a:pt x="1236167" y="159989"/>
                </a:lnTo>
                <a:lnTo>
                  <a:pt x="1236167" y="155826"/>
                </a:lnTo>
                <a:cubicBezTo>
                  <a:pt x="1241418" y="155826"/>
                  <a:pt x="1245318" y="155004"/>
                  <a:pt x="1247868" y="153358"/>
                </a:cubicBezTo>
                <a:cubicBezTo>
                  <a:pt x="1249744" y="152160"/>
                  <a:pt x="1251056" y="150251"/>
                  <a:pt x="1251806" y="147631"/>
                </a:cubicBezTo>
                <a:cubicBezTo>
                  <a:pt x="1252181" y="146358"/>
                  <a:pt x="1252369" y="142728"/>
                  <a:pt x="1252369" y="136742"/>
                </a:cubicBezTo>
                <a:lnTo>
                  <a:pt x="1252369" y="96889"/>
                </a:lnTo>
                <a:cubicBezTo>
                  <a:pt x="1252369" y="84913"/>
                  <a:pt x="1252125" y="77785"/>
                  <a:pt x="1251638" y="75505"/>
                </a:cubicBezTo>
                <a:cubicBezTo>
                  <a:pt x="1251150" y="73222"/>
                  <a:pt x="1250250" y="71556"/>
                  <a:pt x="1248937" y="70509"/>
                </a:cubicBezTo>
                <a:cubicBezTo>
                  <a:pt x="1247625" y="69461"/>
                  <a:pt x="1245993" y="68937"/>
                  <a:pt x="1244043" y="68937"/>
                </a:cubicBezTo>
                <a:cubicBezTo>
                  <a:pt x="1241718" y="68937"/>
                  <a:pt x="1239093" y="69498"/>
                  <a:pt x="1236167" y="70621"/>
                </a:cubicBezTo>
                <a:lnTo>
                  <a:pt x="1235042" y="66578"/>
                </a:lnTo>
                <a:lnTo>
                  <a:pt x="1266208" y="54005"/>
                </a:lnTo>
                <a:lnTo>
                  <a:pt x="1270933" y="54005"/>
                </a:lnTo>
                <a:close/>
                <a:moveTo>
                  <a:pt x="1343794" y="0"/>
                </a:moveTo>
                <a:cubicBezTo>
                  <a:pt x="1346945" y="0"/>
                  <a:pt x="1349626" y="1112"/>
                  <a:pt x="1351839" y="3337"/>
                </a:cubicBezTo>
                <a:cubicBezTo>
                  <a:pt x="1354052" y="5559"/>
                  <a:pt x="1355158" y="8253"/>
                  <a:pt x="1355158" y="11420"/>
                </a:cubicBezTo>
                <a:cubicBezTo>
                  <a:pt x="1355158" y="14586"/>
                  <a:pt x="1354052" y="17301"/>
                  <a:pt x="1351839" y="19563"/>
                </a:cubicBezTo>
                <a:cubicBezTo>
                  <a:pt x="1349626" y="21822"/>
                  <a:pt x="1346945" y="22952"/>
                  <a:pt x="1343794" y="22952"/>
                </a:cubicBezTo>
                <a:cubicBezTo>
                  <a:pt x="1340644" y="22952"/>
                  <a:pt x="1337944" y="21822"/>
                  <a:pt x="1335694" y="19563"/>
                </a:cubicBezTo>
                <a:cubicBezTo>
                  <a:pt x="1333443" y="17301"/>
                  <a:pt x="1332318" y="14586"/>
                  <a:pt x="1332318" y="11420"/>
                </a:cubicBezTo>
                <a:cubicBezTo>
                  <a:pt x="1332318" y="8253"/>
                  <a:pt x="1333425" y="5559"/>
                  <a:pt x="1335637" y="3337"/>
                </a:cubicBezTo>
                <a:cubicBezTo>
                  <a:pt x="1337850" y="1112"/>
                  <a:pt x="1340569" y="0"/>
                  <a:pt x="1343794" y="0"/>
                </a:cubicBezTo>
                <a:moveTo>
                  <a:pt x="1353133" y="54005"/>
                </a:moveTo>
                <a:lnTo>
                  <a:pt x="1353133" y="136629"/>
                </a:lnTo>
                <a:cubicBezTo>
                  <a:pt x="1353133" y="143066"/>
                  <a:pt x="1353602" y="147351"/>
                  <a:pt x="1354539" y="149484"/>
                </a:cubicBezTo>
                <a:cubicBezTo>
                  <a:pt x="1355477" y="151617"/>
                  <a:pt x="1356864" y="153207"/>
                  <a:pt x="1358702" y="154255"/>
                </a:cubicBezTo>
                <a:cubicBezTo>
                  <a:pt x="1360540" y="155303"/>
                  <a:pt x="1363896" y="155826"/>
                  <a:pt x="1368772" y="155826"/>
                </a:cubicBezTo>
                <a:lnTo>
                  <a:pt x="1368772" y="159989"/>
                </a:lnTo>
                <a:lnTo>
                  <a:pt x="1318705" y="159989"/>
                </a:lnTo>
                <a:lnTo>
                  <a:pt x="1318705" y="155826"/>
                </a:lnTo>
                <a:cubicBezTo>
                  <a:pt x="1323730" y="155826"/>
                  <a:pt x="1327105" y="155340"/>
                  <a:pt x="1328831" y="154367"/>
                </a:cubicBezTo>
                <a:cubicBezTo>
                  <a:pt x="1330556" y="153395"/>
                  <a:pt x="1331925" y="151785"/>
                  <a:pt x="1332937" y="149540"/>
                </a:cubicBezTo>
                <a:cubicBezTo>
                  <a:pt x="1333950" y="147294"/>
                  <a:pt x="1334456" y="142991"/>
                  <a:pt x="1334456" y="136629"/>
                </a:cubicBezTo>
                <a:lnTo>
                  <a:pt x="1334456" y="97001"/>
                </a:lnTo>
                <a:cubicBezTo>
                  <a:pt x="1334456" y="85849"/>
                  <a:pt x="1334119" y="78627"/>
                  <a:pt x="1333443" y="75336"/>
                </a:cubicBezTo>
                <a:cubicBezTo>
                  <a:pt x="1332918" y="72940"/>
                  <a:pt x="1332093" y="71275"/>
                  <a:pt x="1330968" y="70340"/>
                </a:cubicBezTo>
                <a:cubicBezTo>
                  <a:pt x="1329843" y="69405"/>
                  <a:pt x="1328306" y="68937"/>
                  <a:pt x="1326355" y="68937"/>
                </a:cubicBezTo>
                <a:cubicBezTo>
                  <a:pt x="1324255" y="68937"/>
                  <a:pt x="1321705" y="69498"/>
                  <a:pt x="1318705" y="70621"/>
                </a:cubicBezTo>
                <a:lnTo>
                  <a:pt x="1317130" y="66578"/>
                </a:lnTo>
                <a:lnTo>
                  <a:pt x="1348182" y="54005"/>
                </a:lnTo>
                <a:lnTo>
                  <a:pt x="1353133" y="54005"/>
                </a:lnTo>
                <a:close/>
                <a:moveTo>
                  <a:pt x="1369902" y="67067"/>
                </a:moveTo>
                <a:lnTo>
                  <a:pt x="1401630" y="54230"/>
                </a:lnTo>
                <a:lnTo>
                  <a:pt x="1405905" y="54230"/>
                </a:lnTo>
                <a:lnTo>
                  <a:pt x="1405905" y="78307"/>
                </a:lnTo>
                <a:cubicBezTo>
                  <a:pt x="1411231" y="69231"/>
                  <a:pt x="1416575" y="62912"/>
                  <a:pt x="1421938" y="59349"/>
                </a:cubicBezTo>
                <a:cubicBezTo>
                  <a:pt x="1427301" y="55786"/>
                  <a:pt x="1432945" y="54005"/>
                  <a:pt x="1438871" y="54005"/>
                </a:cubicBezTo>
                <a:cubicBezTo>
                  <a:pt x="1449222" y="54005"/>
                  <a:pt x="1457847" y="58050"/>
                  <a:pt x="1464748" y="66142"/>
                </a:cubicBezTo>
                <a:cubicBezTo>
                  <a:pt x="1473224" y="76033"/>
                  <a:pt x="1477462" y="88922"/>
                  <a:pt x="1477462" y="104807"/>
                </a:cubicBezTo>
                <a:cubicBezTo>
                  <a:pt x="1477462" y="122564"/>
                  <a:pt x="1472361" y="137251"/>
                  <a:pt x="1462160" y="148865"/>
                </a:cubicBezTo>
                <a:cubicBezTo>
                  <a:pt x="1453760" y="158381"/>
                  <a:pt x="1443184" y="163140"/>
                  <a:pt x="1430432" y="163140"/>
                </a:cubicBezTo>
                <a:cubicBezTo>
                  <a:pt x="1424882" y="163140"/>
                  <a:pt x="1420081" y="162352"/>
                  <a:pt x="1416031" y="160777"/>
                </a:cubicBezTo>
                <a:cubicBezTo>
                  <a:pt x="1413031" y="159652"/>
                  <a:pt x="1409656" y="157402"/>
                  <a:pt x="1405905" y="154026"/>
                </a:cubicBezTo>
                <a:lnTo>
                  <a:pt x="1405905" y="185417"/>
                </a:lnTo>
                <a:cubicBezTo>
                  <a:pt x="1405905" y="192467"/>
                  <a:pt x="1406337" y="196949"/>
                  <a:pt x="1407199" y="198862"/>
                </a:cubicBezTo>
                <a:cubicBezTo>
                  <a:pt x="1408062" y="200774"/>
                  <a:pt x="1409562" y="202293"/>
                  <a:pt x="1411699" y="203418"/>
                </a:cubicBezTo>
                <a:cubicBezTo>
                  <a:pt x="1413837" y="204543"/>
                  <a:pt x="1417719" y="205106"/>
                  <a:pt x="1423344" y="205106"/>
                </a:cubicBezTo>
                <a:lnTo>
                  <a:pt x="1423344" y="209269"/>
                </a:lnTo>
                <a:lnTo>
                  <a:pt x="1369339" y="209269"/>
                </a:lnTo>
                <a:lnTo>
                  <a:pt x="1369339" y="205106"/>
                </a:lnTo>
                <a:lnTo>
                  <a:pt x="1372152" y="205106"/>
                </a:lnTo>
                <a:cubicBezTo>
                  <a:pt x="1376278" y="205181"/>
                  <a:pt x="1379803" y="204392"/>
                  <a:pt x="1382728" y="202740"/>
                </a:cubicBezTo>
                <a:cubicBezTo>
                  <a:pt x="1384153" y="201915"/>
                  <a:pt x="1385260" y="200582"/>
                  <a:pt x="1386047" y="198742"/>
                </a:cubicBezTo>
                <a:cubicBezTo>
                  <a:pt x="1386835" y="196904"/>
                  <a:pt x="1387229" y="192233"/>
                  <a:pt x="1387229" y="184727"/>
                </a:cubicBezTo>
                <a:lnTo>
                  <a:pt x="1387229" y="87220"/>
                </a:lnTo>
                <a:cubicBezTo>
                  <a:pt x="1387229" y="80540"/>
                  <a:pt x="1386929" y="76299"/>
                  <a:pt x="1386328" y="74499"/>
                </a:cubicBezTo>
                <a:cubicBezTo>
                  <a:pt x="1385728" y="72697"/>
                  <a:pt x="1384772" y="71345"/>
                  <a:pt x="1383459" y="70445"/>
                </a:cubicBezTo>
                <a:cubicBezTo>
                  <a:pt x="1382147" y="69543"/>
                  <a:pt x="1380365" y="69092"/>
                  <a:pt x="1378115" y="69092"/>
                </a:cubicBezTo>
                <a:cubicBezTo>
                  <a:pt x="1376315" y="69092"/>
                  <a:pt x="1374027" y="69617"/>
                  <a:pt x="1371252" y="70667"/>
                </a:cubicBezTo>
                <a:lnTo>
                  <a:pt x="1369902" y="67067"/>
                </a:lnTo>
                <a:moveTo>
                  <a:pt x="1405905" y="85149"/>
                </a:moveTo>
                <a:lnTo>
                  <a:pt x="1405905" y="123578"/>
                </a:lnTo>
                <a:cubicBezTo>
                  <a:pt x="1405905" y="131895"/>
                  <a:pt x="1406243" y="137363"/>
                  <a:pt x="1406918" y="139984"/>
                </a:cubicBezTo>
                <a:cubicBezTo>
                  <a:pt x="1407968" y="144329"/>
                  <a:pt x="1410537" y="148150"/>
                  <a:pt x="1414625" y="151446"/>
                </a:cubicBezTo>
                <a:cubicBezTo>
                  <a:pt x="1418713" y="154741"/>
                  <a:pt x="1423869" y="156389"/>
                  <a:pt x="1430095" y="156389"/>
                </a:cubicBezTo>
                <a:cubicBezTo>
                  <a:pt x="1437596" y="156389"/>
                  <a:pt x="1443671" y="153467"/>
                  <a:pt x="1448322" y="147624"/>
                </a:cubicBezTo>
                <a:cubicBezTo>
                  <a:pt x="1454397" y="139985"/>
                  <a:pt x="1457435" y="129235"/>
                  <a:pt x="1457435" y="115376"/>
                </a:cubicBezTo>
                <a:cubicBezTo>
                  <a:pt x="1457435" y="99645"/>
                  <a:pt x="1453985" y="87548"/>
                  <a:pt x="1447084" y="79084"/>
                </a:cubicBezTo>
                <a:cubicBezTo>
                  <a:pt x="1442283" y="73241"/>
                  <a:pt x="1436583" y="70319"/>
                  <a:pt x="1429982" y="70319"/>
                </a:cubicBezTo>
                <a:cubicBezTo>
                  <a:pt x="1426382" y="70319"/>
                  <a:pt x="1422819" y="71218"/>
                  <a:pt x="1419294" y="73016"/>
                </a:cubicBezTo>
                <a:cubicBezTo>
                  <a:pt x="1416594" y="74363"/>
                  <a:pt x="1412131" y="78408"/>
                  <a:pt x="1405905" y="85149"/>
                </a:cubicBezTo>
                <a:close/>
                <a:moveTo>
                  <a:pt x="1526728" y="22952"/>
                </a:moveTo>
                <a:lnTo>
                  <a:pt x="1526728" y="56930"/>
                </a:lnTo>
                <a:lnTo>
                  <a:pt x="1550805" y="56930"/>
                </a:lnTo>
                <a:lnTo>
                  <a:pt x="1550805" y="64806"/>
                </a:lnTo>
                <a:lnTo>
                  <a:pt x="1526728" y="64806"/>
                </a:lnTo>
                <a:lnTo>
                  <a:pt x="1526728" y="131545"/>
                </a:lnTo>
                <a:cubicBezTo>
                  <a:pt x="1526728" y="138214"/>
                  <a:pt x="1527685" y="142710"/>
                  <a:pt x="1529597" y="145032"/>
                </a:cubicBezTo>
                <a:cubicBezTo>
                  <a:pt x="1531510" y="147353"/>
                  <a:pt x="1533966" y="148513"/>
                  <a:pt x="1536967" y="148513"/>
                </a:cubicBezTo>
                <a:cubicBezTo>
                  <a:pt x="1539442" y="148513"/>
                  <a:pt x="1541842" y="147744"/>
                  <a:pt x="1544167" y="146207"/>
                </a:cubicBezTo>
                <a:cubicBezTo>
                  <a:pt x="1546493" y="144669"/>
                  <a:pt x="1548293" y="142400"/>
                  <a:pt x="1549568" y="139400"/>
                </a:cubicBezTo>
                <a:lnTo>
                  <a:pt x="1553956" y="139400"/>
                </a:lnTo>
                <a:cubicBezTo>
                  <a:pt x="1551330" y="146772"/>
                  <a:pt x="1547618" y="152347"/>
                  <a:pt x="1542817" y="156125"/>
                </a:cubicBezTo>
                <a:cubicBezTo>
                  <a:pt x="1538017" y="159901"/>
                  <a:pt x="1533066" y="161789"/>
                  <a:pt x="1527966" y="161789"/>
                </a:cubicBezTo>
                <a:cubicBezTo>
                  <a:pt x="1524516" y="161789"/>
                  <a:pt x="1521140" y="160832"/>
                  <a:pt x="1517840" y="158917"/>
                </a:cubicBezTo>
                <a:cubicBezTo>
                  <a:pt x="1514540" y="157002"/>
                  <a:pt x="1512102" y="154262"/>
                  <a:pt x="1510527" y="150697"/>
                </a:cubicBezTo>
                <a:cubicBezTo>
                  <a:pt x="1508952" y="147129"/>
                  <a:pt x="1508164" y="141628"/>
                  <a:pt x="1508164" y="134193"/>
                </a:cubicBezTo>
                <a:lnTo>
                  <a:pt x="1508164" y="64806"/>
                </a:lnTo>
                <a:lnTo>
                  <a:pt x="1491850" y="64806"/>
                </a:lnTo>
                <a:lnTo>
                  <a:pt x="1491850" y="61093"/>
                </a:lnTo>
                <a:cubicBezTo>
                  <a:pt x="1495976" y="59438"/>
                  <a:pt x="1500195" y="56636"/>
                  <a:pt x="1504508" y="52686"/>
                </a:cubicBezTo>
                <a:cubicBezTo>
                  <a:pt x="1508820" y="48737"/>
                  <a:pt x="1512665" y="44054"/>
                  <a:pt x="1516040" y="38637"/>
                </a:cubicBezTo>
                <a:cubicBezTo>
                  <a:pt x="1517765" y="35779"/>
                  <a:pt x="1520165" y="30551"/>
                  <a:pt x="1523240" y="22952"/>
                </a:cubicBezTo>
                <a:lnTo>
                  <a:pt x="1526728" y="22952"/>
                </a:lnTo>
                <a:close/>
                <a:moveTo>
                  <a:pt x="1591289" y="0"/>
                </a:moveTo>
                <a:cubicBezTo>
                  <a:pt x="1594439" y="0"/>
                  <a:pt x="1597121" y="1112"/>
                  <a:pt x="1599334" y="3337"/>
                </a:cubicBezTo>
                <a:cubicBezTo>
                  <a:pt x="1601546" y="5559"/>
                  <a:pt x="1602653" y="8253"/>
                  <a:pt x="1602653" y="11420"/>
                </a:cubicBezTo>
                <a:cubicBezTo>
                  <a:pt x="1602653" y="14586"/>
                  <a:pt x="1601546" y="17301"/>
                  <a:pt x="1599334" y="19563"/>
                </a:cubicBezTo>
                <a:cubicBezTo>
                  <a:pt x="1597121" y="21822"/>
                  <a:pt x="1594439" y="22952"/>
                  <a:pt x="1591289" y="22952"/>
                </a:cubicBezTo>
                <a:cubicBezTo>
                  <a:pt x="1588139" y="22952"/>
                  <a:pt x="1585439" y="21822"/>
                  <a:pt x="1583188" y="19563"/>
                </a:cubicBezTo>
                <a:cubicBezTo>
                  <a:pt x="1580938" y="17301"/>
                  <a:pt x="1579813" y="14586"/>
                  <a:pt x="1579813" y="11420"/>
                </a:cubicBezTo>
                <a:cubicBezTo>
                  <a:pt x="1579813" y="8253"/>
                  <a:pt x="1580919" y="5559"/>
                  <a:pt x="1583132" y="3337"/>
                </a:cubicBezTo>
                <a:cubicBezTo>
                  <a:pt x="1585345" y="1112"/>
                  <a:pt x="1588064" y="0"/>
                  <a:pt x="1591289" y="0"/>
                </a:cubicBezTo>
                <a:moveTo>
                  <a:pt x="1600627" y="54005"/>
                </a:moveTo>
                <a:lnTo>
                  <a:pt x="1600627" y="136629"/>
                </a:lnTo>
                <a:cubicBezTo>
                  <a:pt x="1600627" y="143066"/>
                  <a:pt x="1601096" y="147351"/>
                  <a:pt x="1602034" y="149484"/>
                </a:cubicBezTo>
                <a:cubicBezTo>
                  <a:pt x="1602971" y="151617"/>
                  <a:pt x="1604359" y="153207"/>
                  <a:pt x="1606197" y="154255"/>
                </a:cubicBezTo>
                <a:cubicBezTo>
                  <a:pt x="1608034" y="155303"/>
                  <a:pt x="1611391" y="155826"/>
                  <a:pt x="1616266" y="155826"/>
                </a:cubicBezTo>
                <a:lnTo>
                  <a:pt x="1616266" y="159989"/>
                </a:lnTo>
                <a:lnTo>
                  <a:pt x="1566199" y="159989"/>
                </a:lnTo>
                <a:lnTo>
                  <a:pt x="1566199" y="155826"/>
                </a:lnTo>
                <a:cubicBezTo>
                  <a:pt x="1571225" y="155826"/>
                  <a:pt x="1574600" y="155340"/>
                  <a:pt x="1576325" y="154367"/>
                </a:cubicBezTo>
                <a:cubicBezTo>
                  <a:pt x="1578050" y="153395"/>
                  <a:pt x="1579419" y="151785"/>
                  <a:pt x="1580432" y="149540"/>
                </a:cubicBezTo>
                <a:cubicBezTo>
                  <a:pt x="1581445" y="147294"/>
                  <a:pt x="1581951" y="142991"/>
                  <a:pt x="1581951" y="136629"/>
                </a:cubicBezTo>
                <a:lnTo>
                  <a:pt x="1581951" y="97001"/>
                </a:lnTo>
                <a:cubicBezTo>
                  <a:pt x="1581951" y="85849"/>
                  <a:pt x="1581613" y="78627"/>
                  <a:pt x="1580938" y="75336"/>
                </a:cubicBezTo>
                <a:cubicBezTo>
                  <a:pt x="1580413" y="72940"/>
                  <a:pt x="1579588" y="71275"/>
                  <a:pt x="1578463" y="70340"/>
                </a:cubicBezTo>
                <a:cubicBezTo>
                  <a:pt x="1577338" y="69405"/>
                  <a:pt x="1575800" y="68937"/>
                  <a:pt x="1573850" y="68937"/>
                </a:cubicBezTo>
                <a:cubicBezTo>
                  <a:pt x="1571750" y="68937"/>
                  <a:pt x="1569200" y="69498"/>
                  <a:pt x="1566199" y="70621"/>
                </a:cubicBezTo>
                <a:lnTo>
                  <a:pt x="1564624" y="66578"/>
                </a:lnTo>
                <a:lnTo>
                  <a:pt x="1595677" y="54005"/>
                </a:lnTo>
                <a:lnTo>
                  <a:pt x="1600627" y="54005"/>
                </a:lnTo>
                <a:close/>
                <a:moveTo>
                  <a:pt x="1675227" y="54005"/>
                </a:moveTo>
                <a:cubicBezTo>
                  <a:pt x="1690829" y="54005"/>
                  <a:pt x="1703355" y="59924"/>
                  <a:pt x="1712805" y="71764"/>
                </a:cubicBezTo>
                <a:cubicBezTo>
                  <a:pt x="1720831" y="81878"/>
                  <a:pt x="1724844" y="93492"/>
                  <a:pt x="1724844" y="106607"/>
                </a:cubicBezTo>
                <a:cubicBezTo>
                  <a:pt x="1724844" y="115823"/>
                  <a:pt x="1722631" y="125152"/>
                  <a:pt x="1718206" y="134594"/>
                </a:cubicBezTo>
                <a:cubicBezTo>
                  <a:pt x="1713781" y="144033"/>
                  <a:pt x="1707686" y="151150"/>
                  <a:pt x="1699923" y="155946"/>
                </a:cubicBezTo>
                <a:cubicBezTo>
                  <a:pt x="1692160" y="160742"/>
                  <a:pt x="1683515" y="163140"/>
                  <a:pt x="1673990" y="163140"/>
                </a:cubicBezTo>
                <a:cubicBezTo>
                  <a:pt x="1658463" y="163140"/>
                  <a:pt x="1646125" y="156957"/>
                  <a:pt x="1636974" y="144593"/>
                </a:cubicBezTo>
                <a:cubicBezTo>
                  <a:pt x="1629248" y="134179"/>
                  <a:pt x="1625385" y="122491"/>
                  <a:pt x="1625385" y="109529"/>
                </a:cubicBezTo>
                <a:cubicBezTo>
                  <a:pt x="1625385" y="100087"/>
                  <a:pt x="1627729" y="90702"/>
                  <a:pt x="1632417" y="81373"/>
                </a:cubicBezTo>
                <a:cubicBezTo>
                  <a:pt x="1637105" y="72044"/>
                  <a:pt x="1643274" y="65150"/>
                  <a:pt x="1650925" y="60692"/>
                </a:cubicBezTo>
                <a:cubicBezTo>
                  <a:pt x="1658576" y="56234"/>
                  <a:pt x="1666676" y="54005"/>
                  <a:pt x="1675227" y="54005"/>
                </a:cubicBezTo>
                <a:moveTo>
                  <a:pt x="1671739" y="61430"/>
                </a:moveTo>
                <a:cubicBezTo>
                  <a:pt x="1667764" y="61430"/>
                  <a:pt x="1663770" y="62611"/>
                  <a:pt x="1659757" y="64971"/>
                </a:cubicBezTo>
                <a:cubicBezTo>
                  <a:pt x="1655744" y="67331"/>
                  <a:pt x="1652500" y="71471"/>
                  <a:pt x="1650025" y="77389"/>
                </a:cubicBezTo>
                <a:cubicBezTo>
                  <a:pt x="1647550" y="83308"/>
                  <a:pt x="1646312" y="90912"/>
                  <a:pt x="1646312" y="100201"/>
                </a:cubicBezTo>
                <a:cubicBezTo>
                  <a:pt x="1646312" y="115183"/>
                  <a:pt x="1649294" y="128107"/>
                  <a:pt x="1655257" y="138971"/>
                </a:cubicBezTo>
                <a:cubicBezTo>
                  <a:pt x="1661220" y="149833"/>
                  <a:pt x="1669077" y="155264"/>
                  <a:pt x="1678827" y="155264"/>
                </a:cubicBezTo>
                <a:cubicBezTo>
                  <a:pt x="1686103" y="155264"/>
                  <a:pt x="1692104" y="152267"/>
                  <a:pt x="1696829" y="146274"/>
                </a:cubicBezTo>
                <a:cubicBezTo>
                  <a:pt x="1701554" y="140280"/>
                  <a:pt x="1703917" y="129980"/>
                  <a:pt x="1703917" y="115372"/>
                </a:cubicBezTo>
                <a:cubicBezTo>
                  <a:pt x="1703917" y="97091"/>
                  <a:pt x="1699979" y="82707"/>
                  <a:pt x="1692104" y="72217"/>
                </a:cubicBezTo>
                <a:cubicBezTo>
                  <a:pt x="1686778" y="65026"/>
                  <a:pt x="1679990" y="61430"/>
                  <a:pt x="1671739" y="61430"/>
                </a:cubicBezTo>
                <a:close/>
                <a:moveTo>
                  <a:pt x="1774336" y="75832"/>
                </a:moveTo>
                <a:cubicBezTo>
                  <a:pt x="1786412" y="61280"/>
                  <a:pt x="1797925" y="54005"/>
                  <a:pt x="1808876" y="54005"/>
                </a:cubicBezTo>
                <a:cubicBezTo>
                  <a:pt x="1814502" y="54005"/>
                  <a:pt x="1819340" y="55409"/>
                  <a:pt x="1823390" y="58217"/>
                </a:cubicBezTo>
                <a:cubicBezTo>
                  <a:pt x="1827440" y="61023"/>
                  <a:pt x="1830666" y="65644"/>
                  <a:pt x="1833066" y="72080"/>
                </a:cubicBezTo>
                <a:cubicBezTo>
                  <a:pt x="1834716" y="76569"/>
                  <a:pt x="1835541" y="83454"/>
                  <a:pt x="1835541" y="92736"/>
                </a:cubicBezTo>
                <a:lnTo>
                  <a:pt x="1835541" y="136629"/>
                </a:lnTo>
                <a:cubicBezTo>
                  <a:pt x="1835541" y="143141"/>
                  <a:pt x="1836066" y="147557"/>
                  <a:pt x="1837116" y="149877"/>
                </a:cubicBezTo>
                <a:cubicBezTo>
                  <a:pt x="1837941" y="151748"/>
                  <a:pt x="1839273" y="153207"/>
                  <a:pt x="1841110" y="154255"/>
                </a:cubicBezTo>
                <a:cubicBezTo>
                  <a:pt x="1842948" y="155303"/>
                  <a:pt x="1846342" y="155826"/>
                  <a:pt x="1851293" y="155826"/>
                </a:cubicBezTo>
                <a:lnTo>
                  <a:pt x="1851293" y="159989"/>
                </a:lnTo>
                <a:lnTo>
                  <a:pt x="1800326" y="159989"/>
                </a:lnTo>
                <a:lnTo>
                  <a:pt x="1800326" y="155826"/>
                </a:lnTo>
                <a:lnTo>
                  <a:pt x="1802463" y="155826"/>
                </a:lnTo>
                <a:cubicBezTo>
                  <a:pt x="1807264" y="155826"/>
                  <a:pt x="1810620" y="155099"/>
                  <a:pt x="1812533" y="153643"/>
                </a:cubicBezTo>
                <a:cubicBezTo>
                  <a:pt x="1814446" y="152187"/>
                  <a:pt x="1815777" y="150043"/>
                  <a:pt x="1816527" y="147209"/>
                </a:cubicBezTo>
                <a:cubicBezTo>
                  <a:pt x="1816827" y="146088"/>
                  <a:pt x="1816977" y="142581"/>
                  <a:pt x="1816977" y="136686"/>
                </a:cubicBezTo>
                <a:lnTo>
                  <a:pt x="1816977" y="94709"/>
                </a:lnTo>
                <a:cubicBezTo>
                  <a:pt x="1816977" y="85382"/>
                  <a:pt x="1815758" y="78611"/>
                  <a:pt x="1813320" y="74394"/>
                </a:cubicBezTo>
                <a:cubicBezTo>
                  <a:pt x="1810883" y="70177"/>
                  <a:pt x="1806776" y="68069"/>
                  <a:pt x="1801001" y="68069"/>
                </a:cubicBezTo>
                <a:cubicBezTo>
                  <a:pt x="1792075" y="68069"/>
                  <a:pt x="1783187" y="72919"/>
                  <a:pt x="1774336" y="82621"/>
                </a:cubicBezTo>
                <a:lnTo>
                  <a:pt x="1774336" y="136686"/>
                </a:lnTo>
                <a:cubicBezTo>
                  <a:pt x="1774336" y="143626"/>
                  <a:pt x="1774748" y="147917"/>
                  <a:pt x="1775573" y="149557"/>
                </a:cubicBezTo>
                <a:cubicBezTo>
                  <a:pt x="1776623" y="151721"/>
                  <a:pt x="1778067" y="153307"/>
                  <a:pt x="1779905" y="154315"/>
                </a:cubicBezTo>
                <a:cubicBezTo>
                  <a:pt x="1781743" y="155322"/>
                  <a:pt x="1785474" y="155826"/>
                  <a:pt x="1791100" y="155826"/>
                </a:cubicBezTo>
                <a:lnTo>
                  <a:pt x="1791100" y="159989"/>
                </a:lnTo>
                <a:lnTo>
                  <a:pt x="1740133" y="159989"/>
                </a:lnTo>
                <a:lnTo>
                  <a:pt x="1740133" y="155826"/>
                </a:lnTo>
                <a:lnTo>
                  <a:pt x="1742383" y="155826"/>
                </a:lnTo>
                <a:cubicBezTo>
                  <a:pt x="1747633" y="155826"/>
                  <a:pt x="1751177" y="154499"/>
                  <a:pt x="1753015" y="151843"/>
                </a:cubicBezTo>
                <a:cubicBezTo>
                  <a:pt x="1754853" y="149185"/>
                  <a:pt x="1755772" y="144114"/>
                  <a:pt x="1755772" y="136629"/>
                </a:cubicBezTo>
                <a:lnTo>
                  <a:pt x="1755772" y="98460"/>
                </a:lnTo>
                <a:cubicBezTo>
                  <a:pt x="1755772" y="86112"/>
                  <a:pt x="1755490" y="78592"/>
                  <a:pt x="1754928" y="75899"/>
                </a:cubicBezTo>
                <a:cubicBezTo>
                  <a:pt x="1754365" y="73203"/>
                  <a:pt x="1753503" y="71369"/>
                  <a:pt x="1752340" y="70396"/>
                </a:cubicBezTo>
                <a:cubicBezTo>
                  <a:pt x="1751177" y="69423"/>
                  <a:pt x="1749621" y="68937"/>
                  <a:pt x="1747671" y="68937"/>
                </a:cubicBezTo>
                <a:cubicBezTo>
                  <a:pt x="1745571" y="68937"/>
                  <a:pt x="1743058" y="69498"/>
                  <a:pt x="1740133" y="70621"/>
                </a:cubicBezTo>
                <a:lnTo>
                  <a:pt x="1738445" y="66578"/>
                </a:lnTo>
                <a:lnTo>
                  <a:pt x="1769498" y="54005"/>
                </a:lnTo>
                <a:lnTo>
                  <a:pt x="1774336" y="54005"/>
                </a:lnTo>
                <a:lnTo>
                  <a:pt x="1774336" y="75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e6db2a49f4c22"/>
          <a:stretch xmlns:a="http://schemas.openxmlformats.org/drawingml/2006/main"/>
        </p:blipFill>
        <p:spPr>
          <a:xfrm xmlns:a="http://schemas.openxmlformats.org/drawingml/2006/main">
            <a:off x="8993616" y="4050613"/>
            <a:ext cx="4035234" cy="3021069"/>
          </a:xfrm>
          <a:prstGeom xmlns:a="http://schemas.openxmlformats.org/drawingml/2006/main" prst="rect">
            <a:avLst/>
          </a:prstGeom>
        </p:spPr>
      </p:pic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FC0BE-8FF0-4702-A7B7-3471329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590" y="4093280"/>
            <a:ext cx="3900082" cy="2875990"/>
          </a:xfrm>
          <a:custGeom xmlns:a="http://schemas.openxmlformats.org/drawingml/2006/main">
            <a:pathLst>
              <a:path w="3900082" h="2875990">
                <a:moveTo>
                  <a:pt x="0" y="479346"/>
                </a:moveTo>
                <a:cubicBezTo>
                  <a:pt x="0" y="214618"/>
                  <a:pt x="214604" y="0"/>
                  <a:pt x="479346" y="0"/>
                </a:cubicBezTo>
                <a:lnTo>
                  <a:pt x="3420736" y="0"/>
                </a:lnTo>
                <a:cubicBezTo>
                  <a:pt x="3685477" y="0"/>
                  <a:pt x="3900082" y="214618"/>
                  <a:pt x="3900082" y="479346"/>
                </a:cubicBezTo>
                <a:lnTo>
                  <a:pt x="3900082" y="2396658"/>
                </a:lnTo>
                <a:cubicBezTo>
                  <a:pt x="3900082" y="2661386"/>
                  <a:pt x="3685477" y="2875990"/>
                  <a:pt x="3420736" y="2875990"/>
                </a:cubicBezTo>
                <a:lnTo>
                  <a:pt x="479346" y="2875990"/>
                </a:lnTo>
                <a:cubicBezTo>
                  <a:pt x="214604" y="2875990"/>
                  <a:pt x="0" y="2661386"/>
                  <a:pt x="0" y="2396658"/>
                </a:cubicBezTo>
                <a:lnTo>
                  <a:pt x="0" y="4793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187D5-1CF9-4D9D-A143-10962F48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590" y="4093280"/>
            <a:ext cx="3900082" cy="2875990"/>
          </a:xfrm>
          <a:custGeom xmlns:a="http://schemas.openxmlformats.org/drawingml/2006/main">
            <a:pathLst>
              <a:path w="3900082" h="2875990" fill="none">
                <a:moveTo>
                  <a:pt x="0" y="479346"/>
                </a:moveTo>
                <a:cubicBezTo>
                  <a:pt x="0" y="214618"/>
                  <a:pt x="214604" y="0"/>
                  <a:pt x="479346" y="0"/>
                </a:cubicBezTo>
                <a:lnTo>
                  <a:pt x="3420736" y="0"/>
                </a:lnTo>
                <a:cubicBezTo>
                  <a:pt x="3685477" y="0"/>
                  <a:pt x="3900082" y="214618"/>
                  <a:pt x="3900082" y="479346"/>
                </a:cubicBezTo>
                <a:lnTo>
                  <a:pt x="3900082" y="2396644"/>
                </a:lnTo>
                <a:cubicBezTo>
                  <a:pt x="3900082" y="2661386"/>
                  <a:pt x="3685477" y="2875990"/>
                  <a:pt x="3420736" y="2875990"/>
                </a:cubicBezTo>
                <a:lnTo>
                  <a:pt x="479346" y="2875990"/>
                </a:lnTo>
                <a:cubicBezTo>
                  <a:pt x="214604" y="2875990"/>
                  <a:pt x="0" y="2661386"/>
                  <a:pt x="0" y="2396644"/>
                </a:cubicBezTo>
                <a:lnTo>
                  <a:pt x="0" y="479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sp>
        <p:nvSpPr>
          <p:cNvPr id="136" name="Text 5.Dir">
            <a:extLst xmlns:a="http://schemas.openxmlformats.org/drawingml/2006/main">
              <a:ext uri="{FF2B5EF4-FFF2-40B4-BE49-F238E27FC236}">
                <a16:creationId xmlns:a16="http://schemas.microsoft.com/office/drawing/2014/main" id="{211A992D-7236-480E-8602-A5A2842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506" y="4246725"/>
            <a:ext cx="613102" cy="176766"/>
          </a:xfrm>
          <a:custGeom xmlns:a="http://schemas.openxmlformats.org/drawingml/2006/main">
            <a:pathLst>
              <a:path w="613102" h="176766">
                <a:moveTo>
                  <a:pt x="30378" y="3750"/>
                </a:moveTo>
                <a:lnTo>
                  <a:pt x="109760" y="3750"/>
                </a:lnTo>
                <a:lnTo>
                  <a:pt x="97134" y="36003"/>
                </a:lnTo>
                <a:lnTo>
                  <a:pt x="30378" y="36003"/>
                </a:lnTo>
                <a:lnTo>
                  <a:pt x="24002" y="53005"/>
                </a:lnTo>
                <a:cubicBezTo>
                  <a:pt x="52755" y="54086"/>
                  <a:pt x="74882" y="61236"/>
                  <a:pt x="90383" y="74456"/>
                </a:cubicBezTo>
                <a:cubicBezTo>
                  <a:pt x="103134" y="85350"/>
                  <a:pt x="109510" y="98905"/>
                  <a:pt x="109510" y="115120"/>
                </a:cubicBezTo>
                <a:cubicBezTo>
                  <a:pt x="109510" y="125511"/>
                  <a:pt x="106551" y="135676"/>
                  <a:pt x="100634" y="145615"/>
                </a:cubicBezTo>
                <a:cubicBezTo>
                  <a:pt x="94717" y="155550"/>
                  <a:pt x="86383" y="163227"/>
                  <a:pt x="75632" y="168644"/>
                </a:cubicBezTo>
                <a:cubicBezTo>
                  <a:pt x="64881" y="174059"/>
                  <a:pt x="53088" y="176766"/>
                  <a:pt x="40254" y="176766"/>
                </a:cubicBezTo>
                <a:cubicBezTo>
                  <a:pt x="26419" y="176766"/>
                  <a:pt x="15793" y="174173"/>
                  <a:pt x="8376" y="168988"/>
                </a:cubicBezTo>
                <a:cubicBezTo>
                  <a:pt x="3209" y="165305"/>
                  <a:pt x="625" y="161122"/>
                  <a:pt x="625" y="156440"/>
                </a:cubicBezTo>
                <a:cubicBezTo>
                  <a:pt x="625" y="152843"/>
                  <a:pt x="1979" y="149664"/>
                  <a:pt x="4688" y="146904"/>
                </a:cubicBezTo>
                <a:cubicBezTo>
                  <a:pt x="7396" y="144143"/>
                  <a:pt x="10543" y="142763"/>
                  <a:pt x="14126" y="142763"/>
                </a:cubicBezTo>
                <a:cubicBezTo>
                  <a:pt x="17377" y="142763"/>
                  <a:pt x="20669" y="143429"/>
                  <a:pt x="24002" y="144763"/>
                </a:cubicBezTo>
                <a:cubicBezTo>
                  <a:pt x="27336" y="146096"/>
                  <a:pt x="33045" y="149597"/>
                  <a:pt x="41129" y="155264"/>
                </a:cubicBezTo>
                <a:cubicBezTo>
                  <a:pt x="46212" y="158764"/>
                  <a:pt x="50588" y="161181"/>
                  <a:pt x="54255" y="162515"/>
                </a:cubicBezTo>
                <a:cubicBezTo>
                  <a:pt x="56838" y="163515"/>
                  <a:pt x="59755" y="164015"/>
                  <a:pt x="63006" y="164015"/>
                </a:cubicBezTo>
                <a:cubicBezTo>
                  <a:pt x="69840" y="164015"/>
                  <a:pt x="75653" y="161517"/>
                  <a:pt x="80445" y="156522"/>
                </a:cubicBezTo>
                <a:cubicBezTo>
                  <a:pt x="85237" y="151524"/>
                  <a:pt x="87633" y="145527"/>
                  <a:pt x="87633" y="138532"/>
                </a:cubicBezTo>
                <a:cubicBezTo>
                  <a:pt x="87633" y="123971"/>
                  <a:pt x="80299" y="112139"/>
                  <a:pt x="65631" y="103037"/>
                </a:cubicBezTo>
                <a:cubicBezTo>
                  <a:pt x="50963" y="93934"/>
                  <a:pt x="32461" y="89383"/>
                  <a:pt x="10126" y="89383"/>
                </a:cubicBezTo>
                <a:cubicBezTo>
                  <a:pt x="7876" y="89383"/>
                  <a:pt x="4500" y="89425"/>
                  <a:pt x="0" y="89508"/>
                </a:cubicBezTo>
                <a:lnTo>
                  <a:pt x="30378" y="3750"/>
                </a:lnTo>
                <a:close/>
                <a:moveTo>
                  <a:pt x="151389" y="134762"/>
                </a:moveTo>
                <a:cubicBezTo>
                  <a:pt x="157223" y="134762"/>
                  <a:pt x="162161" y="136810"/>
                  <a:pt x="166203" y="140907"/>
                </a:cubicBezTo>
                <a:cubicBezTo>
                  <a:pt x="170245" y="145001"/>
                  <a:pt x="172266" y="149933"/>
                  <a:pt x="172266" y="155701"/>
                </a:cubicBezTo>
                <a:cubicBezTo>
                  <a:pt x="172266" y="161470"/>
                  <a:pt x="170224" y="166382"/>
                  <a:pt x="166140" y="170437"/>
                </a:cubicBezTo>
                <a:cubicBezTo>
                  <a:pt x="162056" y="174490"/>
                  <a:pt x="157139" y="176516"/>
                  <a:pt x="151389" y="176516"/>
                </a:cubicBezTo>
                <a:cubicBezTo>
                  <a:pt x="145638" y="176516"/>
                  <a:pt x="140742" y="174490"/>
                  <a:pt x="136700" y="170437"/>
                </a:cubicBezTo>
                <a:cubicBezTo>
                  <a:pt x="132658" y="166382"/>
                  <a:pt x="130637" y="161470"/>
                  <a:pt x="130637" y="155701"/>
                </a:cubicBezTo>
                <a:cubicBezTo>
                  <a:pt x="130637" y="149933"/>
                  <a:pt x="132658" y="145001"/>
                  <a:pt x="136700" y="140907"/>
                </a:cubicBezTo>
                <a:cubicBezTo>
                  <a:pt x="140742" y="136810"/>
                  <a:pt x="145638" y="134762"/>
                  <a:pt x="151389" y="134762"/>
                </a:cubicBezTo>
                <a:close/>
                <a:moveTo>
                  <a:pt x="250695" y="173265"/>
                </a:moveTo>
                <a:lnTo>
                  <a:pt x="250695" y="168765"/>
                </a:lnTo>
                <a:lnTo>
                  <a:pt x="256320" y="168765"/>
                </a:lnTo>
                <a:cubicBezTo>
                  <a:pt x="261237" y="168765"/>
                  <a:pt x="265008" y="167990"/>
                  <a:pt x="267634" y="166441"/>
                </a:cubicBezTo>
                <a:cubicBezTo>
                  <a:pt x="270259" y="164891"/>
                  <a:pt x="272197" y="162776"/>
                  <a:pt x="273447" y="160096"/>
                </a:cubicBezTo>
                <a:cubicBezTo>
                  <a:pt x="274197" y="158336"/>
                  <a:pt x="274572" y="153058"/>
                  <a:pt x="274572" y="144263"/>
                </a:cubicBezTo>
                <a:lnTo>
                  <a:pt x="274572" y="32753"/>
                </a:lnTo>
                <a:cubicBezTo>
                  <a:pt x="274572" y="24041"/>
                  <a:pt x="274113" y="18597"/>
                  <a:pt x="273197" y="16419"/>
                </a:cubicBezTo>
                <a:cubicBezTo>
                  <a:pt x="272280" y="14240"/>
                  <a:pt x="270426" y="12333"/>
                  <a:pt x="267634" y="10700"/>
                </a:cubicBezTo>
                <a:cubicBezTo>
                  <a:pt x="264842" y="9067"/>
                  <a:pt x="261071" y="8251"/>
                  <a:pt x="256320" y="8251"/>
                </a:cubicBezTo>
                <a:lnTo>
                  <a:pt x="250695" y="8251"/>
                </a:lnTo>
                <a:lnTo>
                  <a:pt x="250695" y="3750"/>
                </a:lnTo>
                <a:lnTo>
                  <a:pt x="326576" y="3750"/>
                </a:lnTo>
                <a:cubicBezTo>
                  <a:pt x="346828" y="3750"/>
                  <a:pt x="363121" y="6501"/>
                  <a:pt x="375456" y="12001"/>
                </a:cubicBezTo>
                <a:cubicBezTo>
                  <a:pt x="390540" y="18752"/>
                  <a:pt x="401979" y="28961"/>
                  <a:pt x="409771" y="42629"/>
                </a:cubicBezTo>
                <a:cubicBezTo>
                  <a:pt x="417564" y="56297"/>
                  <a:pt x="421460" y="71756"/>
                  <a:pt x="421460" y="89008"/>
                </a:cubicBezTo>
                <a:cubicBezTo>
                  <a:pt x="421460" y="100926"/>
                  <a:pt x="419543" y="111906"/>
                  <a:pt x="415709" y="121948"/>
                </a:cubicBezTo>
                <a:cubicBezTo>
                  <a:pt x="411876" y="131991"/>
                  <a:pt x="406917" y="140283"/>
                  <a:pt x="400833" y="146826"/>
                </a:cubicBezTo>
                <a:cubicBezTo>
                  <a:pt x="394749" y="153368"/>
                  <a:pt x="387728" y="158618"/>
                  <a:pt x="379769" y="162577"/>
                </a:cubicBezTo>
                <a:cubicBezTo>
                  <a:pt x="371810" y="166536"/>
                  <a:pt x="362080" y="169598"/>
                  <a:pt x="350579" y="171765"/>
                </a:cubicBezTo>
                <a:cubicBezTo>
                  <a:pt x="345495" y="172765"/>
                  <a:pt x="337494" y="173265"/>
                  <a:pt x="326576" y="173265"/>
                </a:cubicBezTo>
                <a:lnTo>
                  <a:pt x="250695" y="173265"/>
                </a:lnTo>
                <a:moveTo>
                  <a:pt x="315325" y="13251"/>
                </a:moveTo>
                <a:lnTo>
                  <a:pt x="315325" y="145404"/>
                </a:lnTo>
                <a:cubicBezTo>
                  <a:pt x="315325" y="152399"/>
                  <a:pt x="315659" y="156688"/>
                  <a:pt x="316326" y="158272"/>
                </a:cubicBezTo>
                <a:cubicBezTo>
                  <a:pt x="316992" y="159853"/>
                  <a:pt x="318117" y="161059"/>
                  <a:pt x="319701" y="161889"/>
                </a:cubicBezTo>
                <a:cubicBezTo>
                  <a:pt x="321951" y="163140"/>
                  <a:pt x="325201" y="163765"/>
                  <a:pt x="329452" y="163765"/>
                </a:cubicBezTo>
                <a:cubicBezTo>
                  <a:pt x="343370" y="163765"/>
                  <a:pt x="353996" y="159018"/>
                  <a:pt x="361330" y="149525"/>
                </a:cubicBezTo>
                <a:cubicBezTo>
                  <a:pt x="371330" y="136701"/>
                  <a:pt x="376331" y="116799"/>
                  <a:pt x="376331" y="89821"/>
                </a:cubicBezTo>
                <a:cubicBezTo>
                  <a:pt x="376331" y="68087"/>
                  <a:pt x="372914" y="50725"/>
                  <a:pt x="366080" y="37734"/>
                </a:cubicBezTo>
                <a:cubicBezTo>
                  <a:pt x="360663" y="27574"/>
                  <a:pt x="353704" y="20662"/>
                  <a:pt x="345203" y="16998"/>
                </a:cubicBezTo>
                <a:cubicBezTo>
                  <a:pt x="339203" y="14417"/>
                  <a:pt x="329243" y="13168"/>
                  <a:pt x="315325" y="13251"/>
                </a:cubicBezTo>
                <a:close/>
                <a:moveTo>
                  <a:pt x="471815" y="0"/>
                </a:moveTo>
                <a:cubicBezTo>
                  <a:pt x="477232" y="0"/>
                  <a:pt x="481816" y="1903"/>
                  <a:pt x="485566" y="5708"/>
                </a:cubicBezTo>
                <a:cubicBezTo>
                  <a:pt x="489317" y="9510"/>
                  <a:pt x="491192" y="14087"/>
                  <a:pt x="491192" y="19439"/>
                </a:cubicBezTo>
                <a:cubicBezTo>
                  <a:pt x="491192" y="24791"/>
                  <a:pt x="489296" y="29349"/>
                  <a:pt x="485504" y="33112"/>
                </a:cubicBezTo>
                <a:cubicBezTo>
                  <a:pt x="481712" y="36873"/>
                  <a:pt x="477149" y="38753"/>
                  <a:pt x="471815" y="38753"/>
                </a:cubicBezTo>
                <a:cubicBezTo>
                  <a:pt x="466481" y="38753"/>
                  <a:pt x="461939" y="36873"/>
                  <a:pt x="458189" y="33112"/>
                </a:cubicBezTo>
                <a:cubicBezTo>
                  <a:pt x="454439" y="29349"/>
                  <a:pt x="452564" y="24791"/>
                  <a:pt x="452564" y="19439"/>
                </a:cubicBezTo>
                <a:cubicBezTo>
                  <a:pt x="452564" y="14087"/>
                  <a:pt x="454439" y="9510"/>
                  <a:pt x="458189" y="5708"/>
                </a:cubicBezTo>
                <a:cubicBezTo>
                  <a:pt x="461939" y="1903"/>
                  <a:pt x="466481" y="0"/>
                  <a:pt x="471815" y="0"/>
                </a:cubicBezTo>
                <a:moveTo>
                  <a:pt x="489317" y="56255"/>
                </a:moveTo>
                <a:lnTo>
                  <a:pt x="489317" y="149013"/>
                </a:lnTo>
                <a:cubicBezTo>
                  <a:pt x="489317" y="157264"/>
                  <a:pt x="490275" y="162535"/>
                  <a:pt x="492192" y="164827"/>
                </a:cubicBezTo>
                <a:cubicBezTo>
                  <a:pt x="494109" y="167119"/>
                  <a:pt x="497859" y="168432"/>
                  <a:pt x="503443" y="168765"/>
                </a:cubicBezTo>
                <a:lnTo>
                  <a:pt x="503443" y="173265"/>
                </a:lnTo>
                <a:lnTo>
                  <a:pt x="440312" y="173265"/>
                </a:lnTo>
                <a:lnTo>
                  <a:pt x="440312" y="168765"/>
                </a:lnTo>
                <a:cubicBezTo>
                  <a:pt x="445480" y="168598"/>
                  <a:pt x="449313" y="167098"/>
                  <a:pt x="451813" y="164265"/>
                </a:cubicBezTo>
                <a:cubicBezTo>
                  <a:pt x="453480" y="162348"/>
                  <a:pt x="454314" y="157264"/>
                  <a:pt x="454314" y="149013"/>
                </a:cubicBezTo>
                <a:lnTo>
                  <a:pt x="454314" y="80757"/>
                </a:lnTo>
                <a:cubicBezTo>
                  <a:pt x="454314" y="72402"/>
                  <a:pt x="453355" y="67065"/>
                  <a:pt x="451438" y="64744"/>
                </a:cubicBezTo>
                <a:cubicBezTo>
                  <a:pt x="449522" y="62424"/>
                  <a:pt x="445813" y="61094"/>
                  <a:pt x="440312" y="60755"/>
                </a:cubicBezTo>
                <a:lnTo>
                  <a:pt x="440312" y="56255"/>
                </a:lnTo>
                <a:lnTo>
                  <a:pt x="489317" y="56255"/>
                </a:lnTo>
                <a:close/>
                <a:moveTo>
                  <a:pt x="560473" y="56255"/>
                </a:moveTo>
                <a:lnTo>
                  <a:pt x="560473" y="82757"/>
                </a:lnTo>
                <a:cubicBezTo>
                  <a:pt x="568223" y="70673"/>
                  <a:pt x="575016" y="62651"/>
                  <a:pt x="580849" y="58693"/>
                </a:cubicBezTo>
                <a:cubicBezTo>
                  <a:pt x="586683" y="54734"/>
                  <a:pt x="592309" y="52755"/>
                  <a:pt x="597726" y="52755"/>
                </a:cubicBezTo>
                <a:cubicBezTo>
                  <a:pt x="602393" y="52755"/>
                  <a:pt x="606123" y="54198"/>
                  <a:pt x="608914" y="57083"/>
                </a:cubicBezTo>
                <a:cubicBezTo>
                  <a:pt x="611706" y="59969"/>
                  <a:pt x="613102" y="64046"/>
                  <a:pt x="613102" y="69315"/>
                </a:cubicBezTo>
                <a:cubicBezTo>
                  <a:pt x="613102" y="74919"/>
                  <a:pt x="611748" y="79270"/>
                  <a:pt x="609039" y="82367"/>
                </a:cubicBezTo>
                <a:cubicBezTo>
                  <a:pt x="606331" y="85461"/>
                  <a:pt x="603060" y="87008"/>
                  <a:pt x="599226" y="87008"/>
                </a:cubicBezTo>
                <a:cubicBezTo>
                  <a:pt x="594809" y="87008"/>
                  <a:pt x="590975" y="85591"/>
                  <a:pt x="587725" y="82757"/>
                </a:cubicBezTo>
                <a:cubicBezTo>
                  <a:pt x="584475" y="79924"/>
                  <a:pt x="582558" y="78340"/>
                  <a:pt x="581975" y="78007"/>
                </a:cubicBezTo>
                <a:cubicBezTo>
                  <a:pt x="581141" y="77507"/>
                  <a:pt x="580183" y="77257"/>
                  <a:pt x="579099" y="77257"/>
                </a:cubicBezTo>
                <a:cubicBezTo>
                  <a:pt x="576682" y="77257"/>
                  <a:pt x="574391" y="78174"/>
                  <a:pt x="572224" y="80007"/>
                </a:cubicBezTo>
                <a:cubicBezTo>
                  <a:pt x="568807" y="82841"/>
                  <a:pt x="566223" y="86883"/>
                  <a:pt x="564473" y="92133"/>
                </a:cubicBezTo>
                <a:cubicBezTo>
                  <a:pt x="561806" y="100217"/>
                  <a:pt x="560473" y="109135"/>
                  <a:pt x="560473" y="118886"/>
                </a:cubicBezTo>
                <a:lnTo>
                  <a:pt x="560473" y="145763"/>
                </a:lnTo>
                <a:lnTo>
                  <a:pt x="560598" y="152764"/>
                </a:lnTo>
                <a:cubicBezTo>
                  <a:pt x="560598" y="157514"/>
                  <a:pt x="560889" y="160556"/>
                  <a:pt x="561473" y="161889"/>
                </a:cubicBezTo>
                <a:cubicBezTo>
                  <a:pt x="562473" y="164140"/>
                  <a:pt x="563952" y="165786"/>
                  <a:pt x="565911" y="166827"/>
                </a:cubicBezTo>
                <a:cubicBezTo>
                  <a:pt x="567869" y="167869"/>
                  <a:pt x="571182" y="168515"/>
                  <a:pt x="575849" y="168765"/>
                </a:cubicBezTo>
                <a:lnTo>
                  <a:pt x="575849" y="173265"/>
                </a:lnTo>
                <a:lnTo>
                  <a:pt x="512718" y="173265"/>
                </a:lnTo>
                <a:lnTo>
                  <a:pt x="512718" y="168765"/>
                </a:lnTo>
                <a:cubicBezTo>
                  <a:pt x="517802" y="168348"/>
                  <a:pt x="521240" y="166952"/>
                  <a:pt x="523032" y="164577"/>
                </a:cubicBezTo>
                <a:cubicBezTo>
                  <a:pt x="524824" y="162202"/>
                  <a:pt x="525720" y="155931"/>
                  <a:pt x="525720" y="145763"/>
                </a:cubicBezTo>
                <a:lnTo>
                  <a:pt x="525720" y="81007"/>
                </a:lnTo>
                <a:cubicBezTo>
                  <a:pt x="525720" y="74298"/>
                  <a:pt x="525386" y="70022"/>
                  <a:pt x="524719" y="68178"/>
                </a:cubicBezTo>
                <a:cubicBezTo>
                  <a:pt x="523886" y="65829"/>
                  <a:pt x="522678" y="64110"/>
                  <a:pt x="521094" y="63021"/>
                </a:cubicBezTo>
                <a:cubicBezTo>
                  <a:pt x="519511" y="61930"/>
                  <a:pt x="516719" y="61175"/>
                  <a:pt x="512718" y="60755"/>
                </a:cubicBezTo>
                <a:lnTo>
                  <a:pt x="512718" y="56255"/>
                </a:lnTo>
                <a:lnTo>
                  <a:pt x="560473" y="5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ctnextiteration">
            <a:extLst xmlns:a="http://schemas.openxmlformats.org/drawingml/2006/main">
              <a:ext uri="{FF2B5EF4-FFF2-40B4-BE49-F238E27FC236}">
                <a16:creationId xmlns:a16="http://schemas.microsoft.com/office/drawing/2014/main" id="{FDDA433B-151A-4FF2-9A32-C7721156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7" y="4246725"/>
            <a:ext cx="1814378" cy="176766"/>
          </a:xfrm>
          <a:custGeom xmlns:a="http://schemas.openxmlformats.org/drawingml/2006/main">
            <a:pathLst>
              <a:path w="1814378" h="176766">
                <a:moveTo>
                  <a:pt x="97759" y="110510"/>
                </a:moveTo>
                <a:lnTo>
                  <a:pt x="33628" y="110510"/>
                </a:lnTo>
                <a:cubicBezTo>
                  <a:pt x="34378" y="126053"/>
                  <a:pt x="38503" y="138337"/>
                  <a:pt x="46004" y="147361"/>
                </a:cubicBezTo>
                <a:cubicBezTo>
                  <a:pt x="51755" y="154296"/>
                  <a:pt x="58672" y="157764"/>
                  <a:pt x="66756" y="157764"/>
                </a:cubicBezTo>
                <a:cubicBezTo>
                  <a:pt x="71756" y="157764"/>
                  <a:pt x="76298" y="156368"/>
                  <a:pt x="80382" y="153576"/>
                </a:cubicBezTo>
                <a:cubicBezTo>
                  <a:pt x="84466" y="150784"/>
                  <a:pt x="88841" y="145763"/>
                  <a:pt x="93508" y="138512"/>
                </a:cubicBezTo>
                <a:lnTo>
                  <a:pt x="97759" y="141263"/>
                </a:lnTo>
                <a:cubicBezTo>
                  <a:pt x="91425" y="154180"/>
                  <a:pt x="84424" y="163327"/>
                  <a:pt x="76757" y="168703"/>
                </a:cubicBezTo>
                <a:cubicBezTo>
                  <a:pt x="69090" y="174078"/>
                  <a:pt x="60214" y="176766"/>
                  <a:pt x="50129" y="176766"/>
                </a:cubicBezTo>
                <a:cubicBezTo>
                  <a:pt x="32795" y="176766"/>
                  <a:pt x="19668" y="170092"/>
                  <a:pt x="10751" y="156744"/>
                </a:cubicBezTo>
                <a:cubicBezTo>
                  <a:pt x="3584" y="145983"/>
                  <a:pt x="0" y="132636"/>
                  <a:pt x="0" y="116702"/>
                </a:cubicBezTo>
                <a:cubicBezTo>
                  <a:pt x="0" y="97179"/>
                  <a:pt x="5271" y="81641"/>
                  <a:pt x="15814" y="70088"/>
                </a:cubicBezTo>
                <a:cubicBezTo>
                  <a:pt x="26357" y="58533"/>
                  <a:pt x="38712" y="52755"/>
                  <a:pt x="52880" y="52755"/>
                </a:cubicBezTo>
                <a:cubicBezTo>
                  <a:pt x="64714" y="52755"/>
                  <a:pt x="74986" y="57609"/>
                  <a:pt x="83695" y="67319"/>
                </a:cubicBezTo>
                <a:cubicBezTo>
                  <a:pt x="92404" y="77028"/>
                  <a:pt x="97092" y="91425"/>
                  <a:pt x="97759" y="110510"/>
                </a:cubicBezTo>
                <a:moveTo>
                  <a:pt x="67006" y="102259"/>
                </a:moveTo>
                <a:cubicBezTo>
                  <a:pt x="67006" y="88841"/>
                  <a:pt x="66277" y="79632"/>
                  <a:pt x="64818" y="74632"/>
                </a:cubicBezTo>
                <a:cubicBezTo>
                  <a:pt x="63360" y="69631"/>
                  <a:pt x="61089" y="65839"/>
                  <a:pt x="58005" y="63256"/>
                </a:cubicBezTo>
                <a:cubicBezTo>
                  <a:pt x="56255" y="61756"/>
                  <a:pt x="53921" y="61005"/>
                  <a:pt x="51005" y="61005"/>
                </a:cubicBezTo>
                <a:cubicBezTo>
                  <a:pt x="46671" y="61005"/>
                  <a:pt x="43129" y="63131"/>
                  <a:pt x="40379" y="67381"/>
                </a:cubicBezTo>
                <a:cubicBezTo>
                  <a:pt x="35461" y="74798"/>
                  <a:pt x="33003" y="84966"/>
                  <a:pt x="33003" y="97884"/>
                </a:cubicBezTo>
                <a:lnTo>
                  <a:pt x="33003" y="102259"/>
                </a:lnTo>
                <a:lnTo>
                  <a:pt x="67006" y="102259"/>
                </a:lnTo>
                <a:close/>
                <a:moveTo>
                  <a:pt x="205067" y="143040"/>
                </a:moveTo>
                <a:lnTo>
                  <a:pt x="208943" y="146036"/>
                </a:lnTo>
                <a:cubicBezTo>
                  <a:pt x="203442" y="156405"/>
                  <a:pt x="196587" y="164119"/>
                  <a:pt x="188378" y="169179"/>
                </a:cubicBezTo>
                <a:cubicBezTo>
                  <a:pt x="180169" y="174237"/>
                  <a:pt x="171439" y="176766"/>
                  <a:pt x="162188" y="176766"/>
                </a:cubicBezTo>
                <a:cubicBezTo>
                  <a:pt x="146604" y="176766"/>
                  <a:pt x="134144" y="170885"/>
                  <a:pt x="124810" y="159124"/>
                </a:cubicBezTo>
                <a:cubicBezTo>
                  <a:pt x="115476" y="147360"/>
                  <a:pt x="110809" y="133219"/>
                  <a:pt x="110809" y="116702"/>
                </a:cubicBezTo>
                <a:cubicBezTo>
                  <a:pt x="110809" y="100766"/>
                  <a:pt x="115059" y="86750"/>
                  <a:pt x="123560" y="74655"/>
                </a:cubicBezTo>
                <a:cubicBezTo>
                  <a:pt x="133811" y="60055"/>
                  <a:pt x="147937" y="52755"/>
                  <a:pt x="165939" y="52755"/>
                </a:cubicBezTo>
                <a:cubicBezTo>
                  <a:pt x="178023" y="52755"/>
                  <a:pt x="187628" y="55806"/>
                  <a:pt x="194754" y="61908"/>
                </a:cubicBezTo>
                <a:cubicBezTo>
                  <a:pt x="201879" y="68007"/>
                  <a:pt x="205442" y="74818"/>
                  <a:pt x="205442" y="82339"/>
                </a:cubicBezTo>
                <a:cubicBezTo>
                  <a:pt x="205442" y="87103"/>
                  <a:pt x="204005" y="90905"/>
                  <a:pt x="201129" y="93747"/>
                </a:cubicBezTo>
                <a:cubicBezTo>
                  <a:pt x="198254" y="96588"/>
                  <a:pt x="194483" y="98009"/>
                  <a:pt x="189816" y="98009"/>
                </a:cubicBezTo>
                <a:cubicBezTo>
                  <a:pt x="184899" y="98009"/>
                  <a:pt x="180836" y="96378"/>
                  <a:pt x="177627" y="93118"/>
                </a:cubicBezTo>
                <a:cubicBezTo>
                  <a:pt x="174419" y="89854"/>
                  <a:pt x="172439" y="84041"/>
                  <a:pt x="171689" y="75679"/>
                </a:cubicBezTo>
                <a:cubicBezTo>
                  <a:pt x="171189" y="70410"/>
                  <a:pt x="169981" y="66730"/>
                  <a:pt x="168064" y="64639"/>
                </a:cubicBezTo>
                <a:cubicBezTo>
                  <a:pt x="166147" y="62550"/>
                  <a:pt x="163897" y="61505"/>
                  <a:pt x="161313" y="61505"/>
                </a:cubicBezTo>
                <a:cubicBezTo>
                  <a:pt x="157313" y="61505"/>
                  <a:pt x="153896" y="63631"/>
                  <a:pt x="151062" y="67881"/>
                </a:cubicBezTo>
                <a:cubicBezTo>
                  <a:pt x="146729" y="74298"/>
                  <a:pt x="144562" y="84133"/>
                  <a:pt x="144562" y="97384"/>
                </a:cubicBezTo>
                <a:cubicBezTo>
                  <a:pt x="144562" y="108385"/>
                  <a:pt x="146312" y="118906"/>
                  <a:pt x="149812" y="128949"/>
                </a:cubicBezTo>
                <a:cubicBezTo>
                  <a:pt x="153313" y="138992"/>
                  <a:pt x="158105" y="146471"/>
                  <a:pt x="164189" y="151389"/>
                </a:cubicBezTo>
                <a:cubicBezTo>
                  <a:pt x="168772" y="154972"/>
                  <a:pt x="174190" y="156764"/>
                  <a:pt x="180440" y="156764"/>
                </a:cubicBezTo>
                <a:cubicBezTo>
                  <a:pt x="184524" y="156764"/>
                  <a:pt x="188399" y="155808"/>
                  <a:pt x="192066" y="153897"/>
                </a:cubicBezTo>
                <a:cubicBezTo>
                  <a:pt x="195733" y="151982"/>
                  <a:pt x="200067" y="148364"/>
                  <a:pt x="205067" y="143040"/>
                </a:cubicBezTo>
                <a:close/>
                <a:moveTo>
                  <a:pt x="266998" y="13251"/>
                </a:moveTo>
                <a:lnTo>
                  <a:pt x="266998" y="56255"/>
                </a:lnTo>
                <a:lnTo>
                  <a:pt x="294751" y="56255"/>
                </a:lnTo>
                <a:lnTo>
                  <a:pt x="294751" y="68506"/>
                </a:lnTo>
                <a:lnTo>
                  <a:pt x="266998" y="68506"/>
                </a:lnTo>
                <a:lnTo>
                  <a:pt x="266998" y="140833"/>
                </a:lnTo>
                <a:cubicBezTo>
                  <a:pt x="266998" y="147602"/>
                  <a:pt x="267311" y="151968"/>
                  <a:pt x="267936" y="153932"/>
                </a:cubicBezTo>
                <a:cubicBezTo>
                  <a:pt x="268561" y="155895"/>
                  <a:pt x="269665" y="157484"/>
                  <a:pt x="271249" y="158698"/>
                </a:cubicBezTo>
                <a:cubicBezTo>
                  <a:pt x="272832" y="159909"/>
                  <a:pt x="274291" y="160514"/>
                  <a:pt x="275624" y="160514"/>
                </a:cubicBezTo>
                <a:cubicBezTo>
                  <a:pt x="281041" y="160514"/>
                  <a:pt x="286167" y="156347"/>
                  <a:pt x="291000" y="148013"/>
                </a:cubicBezTo>
                <a:lnTo>
                  <a:pt x="294751" y="150791"/>
                </a:lnTo>
                <a:cubicBezTo>
                  <a:pt x="288000" y="166941"/>
                  <a:pt x="277041" y="175016"/>
                  <a:pt x="261873" y="175016"/>
                </a:cubicBezTo>
                <a:cubicBezTo>
                  <a:pt x="254455" y="175016"/>
                  <a:pt x="248184" y="172946"/>
                  <a:pt x="243059" y="168808"/>
                </a:cubicBezTo>
                <a:cubicBezTo>
                  <a:pt x="237933" y="164667"/>
                  <a:pt x="234662" y="160046"/>
                  <a:pt x="233245" y="154944"/>
                </a:cubicBezTo>
                <a:cubicBezTo>
                  <a:pt x="232412" y="152100"/>
                  <a:pt x="231995" y="144405"/>
                  <a:pt x="231995" y="131859"/>
                </a:cubicBezTo>
                <a:lnTo>
                  <a:pt x="231995" y="68506"/>
                </a:lnTo>
                <a:lnTo>
                  <a:pt x="216744" y="68506"/>
                </a:lnTo>
                <a:lnTo>
                  <a:pt x="216744" y="64119"/>
                </a:lnTo>
                <a:cubicBezTo>
                  <a:pt x="227245" y="56686"/>
                  <a:pt x="236183" y="48877"/>
                  <a:pt x="243559" y="40691"/>
                </a:cubicBezTo>
                <a:cubicBezTo>
                  <a:pt x="250934" y="32506"/>
                  <a:pt x="257372" y="23359"/>
                  <a:pt x="262873" y="13251"/>
                </a:cubicBezTo>
                <a:lnTo>
                  <a:pt x="266998" y="13251"/>
                </a:lnTo>
                <a:close/>
                <a:moveTo>
                  <a:pt x="438961" y="56255"/>
                </a:moveTo>
                <a:lnTo>
                  <a:pt x="438961" y="71506"/>
                </a:lnTo>
                <a:cubicBezTo>
                  <a:pt x="444961" y="64962"/>
                  <a:pt x="450712" y="60201"/>
                  <a:pt x="456212" y="57224"/>
                </a:cubicBezTo>
                <a:cubicBezTo>
                  <a:pt x="461713" y="54244"/>
                  <a:pt x="467630" y="52755"/>
                  <a:pt x="473964" y="52755"/>
                </a:cubicBezTo>
                <a:cubicBezTo>
                  <a:pt x="481548" y="52755"/>
                  <a:pt x="487840" y="54862"/>
                  <a:pt x="492841" y="59076"/>
                </a:cubicBezTo>
                <a:cubicBezTo>
                  <a:pt x="497841" y="63289"/>
                  <a:pt x="501175" y="68526"/>
                  <a:pt x="502842" y="74784"/>
                </a:cubicBezTo>
                <a:cubicBezTo>
                  <a:pt x="504175" y="79542"/>
                  <a:pt x="504842" y="88681"/>
                  <a:pt x="504842" y="102201"/>
                </a:cubicBezTo>
                <a:lnTo>
                  <a:pt x="504842" y="147763"/>
                </a:lnTo>
                <a:cubicBezTo>
                  <a:pt x="504842" y="156764"/>
                  <a:pt x="505654" y="162369"/>
                  <a:pt x="507280" y="164577"/>
                </a:cubicBezTo>
                <a:cubicBezTo>
                  <a:pt x="508905" y="166786"/>
                  <a:pt x="512301" y="168182"/>
                  <a:pt x="517468" y="168765"/>
                </a:cubicBezTo>
                <a:lnTo>
                  <a:pt x="517468" y="173265"/>
                </a:lnTo>
                <a:lnTo>
                  <a:pt x="458338" y="173265"/>
                </a:lnTo>
                <a:lnTo>
                  <a:pt x="458338" y="168765"/>
                </a:lnTo>
                <a:cubicBezTo>
                  <a:pt x="462755" y="168182"/>
                  <a:pt x="465922" y="166348"/>
                  <a:pt x="467838" y="163265"/>
                </a:cubicBezTo>
                <a:cubicBezTo>
                  <a:pt x="469172" y="161181"/>
                  <a:pt x="469839" y="156014"/>
                  <a:pt x="469839" y="147763"/>
                </a:cubicBezTo>
                <a:lnTo>
                  <a:pt x="469839" y="95759"/>
                </a:lnTo>
                <a:cubicBezTo>
                  <a:pt x="469839" y="86174"/>
                  <a:pt x="469464" y="80132"/>
                  <a:pt x="468714" y="77632"/>
                </a:cubicBezTo>
                <a:cubicBezTo>
                  <a:pt x="467964" y="75132"/>
                  <a:pt x="466693" y="73194"/>
                  <a:pt x="464901" y="71819"/>
                </a:cubicBezTo>
                <a:cubicBezTo>
                  <a:pt x="463109" y="70444"/>
                  <a:pt x="461130" y="69756"/>
                  <a:pt x="458963" y="69756"/>
                </a:cubicBezTo>
                <a:cubicBezTo>
                  <a:pt x="451795" y="69756"/>
                  <a:pt x="445128" y="74923"/>
                  <a:pt x="438961" y="85258"/>
                </a:cubicBezTo>
                <a:lnTo>
                  <a:pt x="438961" y="147763"/>
                </a:lnTo>
                <a:cubicBezTo>
                  <a:pt x="438961" y="156514"/>
                  <a:pt x="439773" y="162056"/>
                  <a:pt x="441399" y="164390"/>
                </a:cubicBezTo>
                <a:cubicBezTo>
                  <a:pt x="443024" y="166723"/>
                  <a:pt x="446045" y="168182"/>
                  <a:pt x="450462" y="168765"/>
                </a:cubicBezTo>
                <a:lnTo>
                  <a:pt x="450462" y="173265"/>
                </a:lnTo>
                <a:lnTo>
                  <a:pt x="391332" y="173265"/>
                </a:lnTo>
                <a:lnTo>
                  <a:pt x="391332" y="168765"/>
                </a:lnTo>
                <a:cubicBezTo>
                  <a:pt x="396249" y="168265"/>
                  <a:pt x="399749" y="166682"/>
                  <a:pt x="401833" y="164015"/>
                </a:cubicBezTo>
                <a:cubicBezTo>
                  <a:pt x="403249" y="162181"/>
                  <a:pt x="403958" y="156764"/>
                  <a:pt x="403958" y="147763"/>
                </a:cubicBezTo>
                <a:lnTo>
                  <a:pt x="403958" y="81757"/>
                </a:lnTo>
                <a:cubicBezTo>
                  <a:pt x="403958" y="72816"/>
                  <a:pt x="403145" y="67249"/>
                  <a:pt x="401520" y="65057"/>
                </a:cubicBezTo>
                <a:cubicBezTo>
                  <a:pt x="399895" y="62864"/>
                  <a:pt x="396499" y="61430"/>
                  <a:pt x="391332" y="60755"/>
                </a:cubicBezTo>
                <a:lnTo>
                  <a:pt x="391332" y="56255"/>
                </a:lnTo>
                <a:lnTo>
                  <a:pt x="438961" y="56255"/>
                </a:lnTo>
                <a:close/>
                <a:moveTo>
                  <a:pt x="626753" y="110510"/>
                </a:moveTo>
                <a:lnTo>
                  <a:pt x="562622" y="110510"/>
                </a:lnTo>
                <a:cubicBezTo>
                  <a:pt x="563372" y="126053"/>
                  <a:pt x="567497" y="138337"/>
                  <a:pt x="574998" y="147361"/>
                </a:cubicBezTo>
                <a:cubicBezTo>
                  <a:pt x="580748" y="154296"/>
                  <a:pt x="587666" y="157764"/>
                  <a:pt x="595750" y="157764"/>
                </a:cubicBezTo>
                <a:cubicBezTo>
                  <a:pt x="600750" y="157764"/>
                  <a:pt x="605292" y="156368"/>
                  <a:pt x="609376" y="153576"/>
                </a:cubicBezTo>
                <a:cubicBezTo>
                  <a:pt x="613460" y="150784"/>
                  <a:pt x="617835" y="145763"/>
                  <a:pt x="622502" y="138512"/>
                </a:cubicBezTo>
                <a:lnTo>
                  <a:pt x="626753" y="141263"/>
                </a:lnTo>
                <a:cubicBezTo>
                  <a:pt x="620419" y="154180"/>
                  <a:pt x="613418" y="163327"/>
                  <a:pt x="605751" y="168703"/>
                </a:cubicBezTo>
                <a:cubicBezTo>
                  <a:pt x="598083" y="174078"/>
                  <a:pt x="589208" y="176766"/>
                  <a:pt x="579123" y="176766"/>
                </a:cubicBezTo>
                <a:cubicBezTo>
                  <a:pt x="561788" y="176766"/>
                  <a:pt x="548662" y="170092"/>
                  <a:pt x="539745" y="156744"/>
                </a:cubicBezTo>
                <a:cubicBezTo>
                  <a:pt x="532577" y="145983"/>
                  <a:pt x="528994" y="132636"/>
                  <a:pt x="528994" y="116702"/>
                </a:cubicBezTo>
                <a:cubicBezTo>
                  <a:pt x="528994" y="97179"/>
                  <a:pt x="534265" y="81641"/>
                  <a:pt x="544808" y="70088"/>
                </a:cubicBezTo>
                <a:cubicBezTo>
                  <a:pt x="555350" y="58533"/>
                  <a:pt x="567706" y="52755"/>
                  <a:pt x="581874" y="52755"/>
                </a:cubicBezTo>
                <a:cubicBezTo>
                  <a:pt x="593708" y="52755"/>
                  <a:pt x="603980" y="57609"/>
                  <a:pt x="612689" y="67319"/>
                </a:cubicBezTo>
                <a:cubicBezTo>
                  <a:pt x="621398" y="77028"/>
                  <a:pt x="626086" y="91425"/>
                  <a:pt x="626753" y="110510"/>
                </a:cubicBezTo>
                <a:moveTo>
                  <a:pt x="596000" y="102259"/>
                </a:moveTo>
                <a:cubicBezTo>
                  <a:pt x="596000" y="88841"/>
                  <a:pt x="595271" y="79632"/>
                  <a:pt x="593812" y="74632"/>
                </a:cubicBezTo>
                <a:cubicBezTo>
                  <a:pt x="592354" y="69631"/>
                  <a:pt x="590083" y="65839"/>
                  <a:pt x="586999" y="63256"/>
                </a:cubicBezTo>
                <a:cubicBezTo>
                  <a:pt x="585249" y="61756"/>
                  <a:pt x="582915" y="61005"/>
                  <a:pt x="579998" y="61005"/>
                </a:cubicBezTo>
                <a:cubicBezTo>
                  <a:pt x="575665" y="61005"/>
                  <a:pt x="572123" y="63131"/>
                  <a:pt x="569372" y="67381"/>
                </a:cubicBezTo>
                <a:cubicBezTo>
                  <a:pt x="564455" y="74798"/>
                  <a:pt x="561997" y="84966"/>
                  <a:pt x="561997" y="97884"/>
                </a:cubicBezTo>
                <a:lnTo>
                  <a:pt x="561997" y="102259"/>
                </a:lnTo>
                <a:lnTo>
                  <a:pt x="596000" y="102259"/>
                </a:lnTo>
                <a:close/>
                <a:moveTo>
                  <a:pt x="707307" y="101564"/>
                </a:moveTo>
                <a:lnTo>
                  <a:pt x="728087" y="140145"/>
                </a:lnTo>
                <a:cubicBezTo>
                  <a:pt x="735087" y="153561"/>
                  <a:pt x="740629" y="162059"/>
                  <a:pt x="744713" y="165640"/>
                </a:cubicBezTo>
                <a:cubicBezTo>
                  <a:pt x="746963" y="167557"/>
                  <a:pt x="750047" y="168598"/>
                  <a:pt x="753964" y="168765"/>
                </a:cubicBezTo>
                <a:lnTo>
                  <a:pt x="753964" y="173265"/>
                </a:lnTo>
                <a:lnTo>
                  <a:pt x="688833" y="173265"/>
                </a:lnTo>
                <a:lnTo>
                  <a:pt x="688833" y="168765"/>
                </a:lnTo>
                <a:cubicBezTo>
                  <a:pt x="693917" y="168348"/>
                  <a:pt x="697063" y="167682"/>
                  <a:pt x="698271" y="166765"/>
                </a:cubicBezTo>
                <a:cubicBezTo>
                  <a:pt x="699480" y="165846"/>
                  <a:pt x="700084" y="164593"/>
                  <a:pt x="700084" y="163007"/>
                </a:cubicBezTo>
                <a:cubicBezTo>
                  <a:pt x="700084" y="160671"/>
                  <a:pt x="698751" y="156998"/>
                  <a:pt x="696084" y="151990"/>
                </a:cubicBezTo>
                <a:lnTo>
                  <a:pt x="685880" y="133043"/>
                </a:lnTo>
                <a:lnTo>
                  <a:pt x="677332" y="145607"/>
                </a:lnTo>
                <a:cubicBezTo>
                  <a:pt x="673415" y="151365"/>
                  <a:pt x="671206" y="154787"/>
                  <a:pt x="670706" y="155873"/>
                </a:cubicBezTo>
                <a:cubicBezTo>
                  <a:pt x="670040" y="157457"/>
                  <a:pt x="669706" y="158875"/>
                  <a:pt x="669706" y="160128"/>
                </a:cubicBezTo>
                <a:cubicBezTo>
                  <a:pt x="669706" y="162047"/>
                  <a:pt x="670102" y="163654"/>
                  <a:pt x="670894" y="164948"/>
                </a:cubicBezTo>
                <a:cubicBezTo>
                  <a:pt x="671686" y="166240"/>
                  <a:pt x="672769" y="167200"/>
                  <a:pt x="674144" y="167827"/>
                </a:cubicBezTo>
                <a:cubicBezTo>
                  <a:pt x="675519" y="168453"/>
                  <a:pt x="678040" y="168765"/>
                  <a:pt x="681707" y="168765"/>
                </a:cubicBezTo>
                <a:lnTo>
                  <a:pt x="681707" y="173265"/>
                </a:lnTo>
                <a:lnTo>
                  <a:pt x="635953" y="173265"/>
                </a:lnTo>
                <a:lnTo>
                  <a:pt x="635953" y="168765"/>
                </a:lnTo>
                <a:cubicBezTo>
                  <a:pt x="641621" y="168765"/>
                  <a:pt x="646808" y="167201"/>
                  <a:pt x="651517" y="164073"/>
                </a:cubicBezTo>
                <a:cubicBezTo>
                  <a:pt x="656226" y="160943"/>
                  <a:pt x="663081" y="152745"/>
                  <a:pt x="672082" y="139481"/>
                </a:cubicBezTo>
                <a:lnTo>
                  <a:pt x="681727" y="125328"/>
                </a:lnTo>
                <a:lnTo>
                  <a:pt x="661581" y="87918"/>
                </a:lnTo>
                <a:cubicBezTo>
                  <a:pt x="654997" y="75677"/>
                  <a:pt x="650080" y="68174"/>
                  <a:pt x="646829" y="65408"/>
                </a:cubicBezTo>
                <a:cubicBezTo>
                  <a:pt x="643579" y="62642"/>
                  <a:pt x="639954" y="61091"/>
                  <a:pt x="635953" y="60755"/>
                </a:cubicBezTo>
                <a:lnTo>
                  <a:pt x="635953" y="56255"/>
                </a:lnTo>
                <a:lnTo>
                  <a:pt x="700709" y="56255"/>
                </a:lnTo>
                <a:lnTo>
                  <a:pt x="700709" y="60755"/>
                </a:lnTo>
                <a:lnTo>
                  <a:pt x="697334" y="60880"/>
                </a:lnTo>
                <a:lnTo>
                  <a:pt x="690833" y="63154"/>
                </a:lnTo>
                <a:cubicBezTo>
                  <a:pt x="690167" y="63743"/>
                  <a:pt x="689833" y="64710"/>
                  <a:pt x="689833" y="66057"/>
                </a:cubicBezTo>
                <a:cubicBezTo>
                  <a:pt x="689833" y="67317"/>
                  <a:pt x="690042" y="68621"/>
                  <a:pt x="690458" y="69967"/>
                </a:cubicBezTo>
                <a:cubicBezTo>
                  <a:pt x="690708" y="70556"/>
                  <a:pt x="691875" y="72827"/>
                  <a:pt x="693959" y="76780"/>
                </a:cubicBezTo>
                <a:lnTo>
                  <a:pt x="703162" y="93868"/>
                </a:lnTo>
                <a:lnTo>
                  <a:pt x="707835" y="87008"/>
                </a:lnTo>
                <a:cubicBezTo>
                  <a:pt x="714502" y="77796"/>
                  <a:pt x="717836" y="71348"/>
                  <a:pt x="717836" y="67662"/>
                </a:cubicBezTo>
                <a:cubicBezTo>
                  <a:pt x="717836" y="65904"/>
                  <a:pt x="717106" y="64419"/>
                  <a:pt x="715648" y="63205"/>
                </a:cubicBezTo>
                <a:cubicBezTo>
                  <a:pt x="714189" y="61991"/>
                  <a:pt x="711585" y="61175"/>
                  <a:pt x="707835" y="60755"/>
                </a:cubicBezTo>
                <a:lnTo>
                  <a:pt x="707835" y="56255"/>
                </a:lnTo>
                <a:lnTo>
                  <a:pt x="749213" y="56255"/>
                </a:lnTo>
                <a:lnTo>
                  <a:pt x="749213" y="60755"/>
                </a:lnTo>
                <a:cubicBezTo>
                  <a:pt x="744130" y="60922"/>
                  <a:pt x="739379" y="62495"/>
                  <a:pt x="734962" y="65475"/>
                </a:cubicBezTo>
                <a:cubicBezTo>
                  <a:pt x="730545" y="68454"/>
                  <a:pt x="725586" y="74224"/>
                  <a:pt x="720086" y="82785"/>
                </a:cubicBezTo>
                <a:lnTo>
                  <a:pt x="707307" y="101564"/>
                </a:lnTo>
                <a:close/>
                <a:moveTo>
                  <a:pt x="804544" y="13251"/>
                </a:moveTo>
                <a:lnTo>
                  <a:pt x="804544" y="56255"/>
                </a:lnTo>
                <a:lnTo>
                  <a:pt x="832296" y="56255"/>
                </a:lnTo>
                <a:lnTo>
                  <a:pt x="832296" y="68506"/>
                </a:lnTo>
                <a:lnTo>
                  <a:pt x="804544" y="68506"/>
                </a:lnTo>
                <a:lnTo>
                  <a:pt x="804544" y="140833"/>
                </a:lnTo>
                <a:cubicBezTo>
                  <a:pt x="804544" y="147602"/>
                  <a:pt x="804856" y="151968"/>
                  <a:pt x="805481" y="153932"/>
                </a:cubicBezTo>
                <a:cubicBezTo>
                  <a:pt x="806106" y="155895"/>
                  <a:pt x="807211" y="157484"/>
                  <a:pt x="808794" y="158698"/>
                </a:cubicBezTo>
                <a:cubicBezTo>
                  <a:pt x="810378" y="159909"/>
                  <a:pt x="811836" y="160514"/>
                  <a:pt x="813169" y="160514"/>
                </a:cubicBezTo>
                <a:cubicBezTo>
                  <a:pt x="818587" y="160514"/>
                  <a:pt x="823712" y="156347"/>
                  <a:pt x="828546" y="148013"/>
                </a:cubicBezTo>
                <a:lnTo>
                  <a:pt x="832296" y="150791"/>
                </a:lnTo>
                <a:cubicBezTo>
                  <a:pt x="825546" y="166941"/>
                  <a:pt x="814586" y="175016"/>
                  <a:pt x="799418" y="175016"/>
                </a:cubicBezTo>
                <a:cubicBezTo>
                  <a:pt x="792001" y="175016"/>
                  <a:pt x="785729" y="172946"/>
                  <a:pt x="780604" y="168808"/>
                </a:cubicBezTo>
                <a:cubicBezTo>
                  <a:pt x="775479" y="164667"/>
                  <a:pt x="772207" y="160046"/>
                  <a:pt x="770791" y="154944"/>
                </a:cubicBezTo>
                <a:cubicBezTo>
                  <a:pt x="769957" y="152100"/>
                  <a:pt x="769541" y="144405"/>
                  <a:pt x="769541" y="131859"/>
                </a:cubicBezTo>
                <a:lnTo>
                  <a:pt x="769541" y="68506"/>
                </a:lnTo>
                <a:lnTo>
                  <a:pt x="754289" y="68506"/>
                </a:lnTo>
                <a:lnTo>
                  <a:pt x="754289" y="64119"/>
                </a:lnTo>
                <a:cubicBezTo>
                  <a:pt x="764790" y="56686"/>
                  <a:pt x="773728" y="48877"/>
                  <a:pt x="781104" y="40691"/>
                </a:cubicBezTo>
                <a:cubicBezTo>
                  <a:pt x="788480" y="32506"/>
                  <a:pt x="794918" y="23359"/>
                  <a:pt x="800418" y="13251"/>
                </a:cubicBezTo>
                <a:lnTo>
                  <a:pt x="804544" y="13251"/>
                </a:lnTo>
                <a:close/>
                <a:moveTo>
                  <a:pt x="948353" y="0"/>
                </a:moveTo>
                <a:cubicBezTo>
                  <a:pt x="953771" y="0"/>
                  <a:pt x="958354" y="1903"/>
                  <a:pt x="962105" y="5708"/>
                </a:cubicBezTo>
                <a:cubicBezTo>
                  <a:pt x="965855" y="9510"/>
                  <a:pt x="967730" y="14087"/>
                  <a:pt x="967730" y="19439"/>
                </a:cubicBezTo>
                <a:cubicBezTo>
                  <a:pt x="967730" y="24791"/>
                  <a:pt x="965834" y="29349"/>
                  <a:pt x="962042" y="33112"/>
                </a:cubicBezTo>
                <a:cubicBezTo>
                  <a:pt x="958250" y="36873"/>
                  <a:pt x="953687" y="38753"/>
                  <a:pt x="948353" y="38753"/>
                </a:cubicBezTo>
                <a:cubicBezTo>
                  <a:pt x="943020" y="38753"/>
                  <a:pt x="938478" y="36873"/>
                  <a:pt x="934727" y="33112"/>
                </a:cubicBezTo>
                <a:cubicBezTo>
                  <a:pt x="930977" y="29349"/>
                  <a:pt x="929102" y="24791"/>
                  <a:pt x="929102" y="19439"/>
                </a:cubicBezTo>
                <a:cubicBezTo>
                  <a:pt x="929102" y="14087"/>
                  <a:pt x="930977" y="9510"/>
                  <a:pt x="934727" y="5708"/>
                </a:cubicBezTo>
                <a:cubicBezTo>
                  <a:pt x="938478" y="1903"/>
                  <a:pt x="943020" y="0"/>
                  <a:pt x="948353" y="0"/>
                </a:cubicBezTo>
                <a:moveTo>
                  <a:pt x="965855" y="56255"/>
                </a:moveTo>
                <a:lnTo>
                  <a:pt x="965855" y="149013"/>
                </a:lnTo>
                <a:cubicBezTo>
                  <a:pt x="965855" y="157264"/>
                  <a:pt x="966813" y="162535"/>
                  <a:pt x="968730" y="164827"/>
                </a:cubicBezTo>
                <a:cubicBezTo>
                  <a:pt x="970647" y="167119"/>
                  <a:pt x="974397" y="168432"/>
                  <a:pt x="979981" y="168765"/>
                </a:cubicBezTo>
                <a:lnTo>
                  <a:pt x="979981" y="173265"/>
                </a:lnTo>
                <a:lnTo>
                  <a:pt x="916851" y="173265"/>
                </a:lnTo>
                <a:lnTo>
                  <a:pt x="916851" y="168765"/>
                </a:lnTo>
                <a:cubicBezTo>
                  <a:pt x="922018" y="168598"/>
                  <a:pt x="925851" y="167098"/>
                  <a:pt x="928352" y="164265"/>
                </a:cubicBezTo>
                <a:cubicBezTo>
                  <a:pt x="930018" y="162348"/>
                  <a:pt x="930852" y="157264"/>
                  <a:pt x="930852" y="149013"/>
                </a:cubicBezTo>
                <a:lnTo>
                  <a:pt x="930852" y="80757"/>
                </a:lnTo>
                <a:cubicBezTo>
                  <a:pt x="930852" y="72402"/>
                  <a:pt x="929893" y="67065"/>
                  <a:pt x="927977" y="64744"/>
                </a:cubicBezTo>
                <a:cubicBezTo>
                  <a:pt x="926060" y="62424"/>
                  <a:pt x="922351" y="61094"/>
                  <a:pt x="916851" y="60755"/>
                </a:cubicBezTo>
                <a:lnTo>
                  <a:pt x="916851" y="56255"/>
                </a:lnTo>
                <a:lnTo>
                  <a:pt x="965855" y="56255"/>
                </a:lnTo>
                <a:close/>
                <a:moveTo>
                  <a:pt x="1034861" y="13251"/>
                </a:moveTo>
                <a:lnTo>
                  <a:pt x="1034861" y="56255"/>
                </a:lnTo>
                <a:lnTo>
                  <a:pt x="1062614" y="56255"/>
                </a:lnTo>
                <a:lnTo>
                  <a:pt x="1062614" y="68506"/>
                </a:lnTo>
                <a:lnTo>
                  <a:pt x="1034861" y="68506"/>
                </a:lnTo>
                <a:lnTo>
                  <a:pt x="1034861" y="140833"/>
                </a:lnTo>
                <a:cubicBezTo>
                  <a:pt x="1034861" y="147602"/>
                  <a:pt x="1035174" y="151968"/>
                  <a:pt x="1035799" y="153932"/>
                </a:cubicBezTo>
                <a:cubicBezTo>
                  <a:pt x="1036424" y="155895"/>
                  <a:pt x="1037528" y="157484"/>
                  <a:pt x="1039112" y="158698"/>
                </a:cubicBezTo>
                <a:cubicBezTo>
                  <a:pt x="1040695" y="159909"/>
                  <a:pt x="1042154" y="160514"/>
                  <a:pt x="1043487" y="160514"/>
                </a:cubicBezTo>
                <a:cubicBezTo>
                  <a:pt x="1048904" y="160514"/>
                  <a:pt x="1054030" y="156347"/>
                  <a:pt x="1058863" y="148013"/>
                </a:cubicBezTo>
                <a:lnTo>
                  <a:pt x="1062614" y="150791"/>
                </a:lnTo>
                <a:cubicBezTo>
                  <a:pt x="1055863" y="166941"/>
                  <a:pt x="1044904" y="175016"/>
                  <a:pt x="1029736" y="175016"/>
                </a:cubicBezTo>
                <a:cubicBezTo>
                  <a:pt x="1022319" y="175016"/>
                  <a:pt x="1016047" y="172946"/>
                  <a:pt x="1010922" y="168808"/>
                </a:cubicBezTo>
                <a:cubicBezTo>
                  <a:pt x="1005796" y="164667"/>
                  <a:pt x="1002525" y="160046"/>
                  <a:pt x="1001108" y="154944"/>
                </a:cubicBezTo>
                <a:cubicBezTo>
                  <a:pt x="1000275" y="152100"/>
                  <a:pt x="999858" y="144405"/>
                  <a:pt x="999858" y="131859"/>
                </a:cubicBezTo>
                <a:lnTo>
                  <a:pt x="999858" y="68506"/>
                </a:lnTo>
                <a:lnTo>
                  <a:pt x="984607" y="68506"/>
                </a:lnTo>
                <a:lnTo>
                  <a:pt x="984607" y="64119"/>
                </a:lnTo>
                <a:cubicBezTo>
                  <a:pt x="995108" y="56686"/>
                  <a:pt x="1004046" y="48877"/>
                  <a:pt x="1011422" y="40691"/>
                </a:cubicBezTo>
                <a:cubicBezTo>
                  <a:pt x="1018797" y="32506"/>
                  <a:pt x="1025235" y="23359"/>
                  <a:pt x="1030736" y="13251"/>
                </a:cubicBezTo>
                <a:lnTo>
                  <a:pt x="1034861" y="13251"/>
                </a:lnTo>
                <a:close/>
                <a:moveTo>
                  <a:pt x="1172747" y="110510"/>
                </a:moveTo>
                <a:lnTo>
                  <a:pt x="1108616" y="110510"/>
                </a:lnTo>
                <a:cubicBezTo>
                  <a:pt x="1109366" y="126053"/>
                  <a:pt x="1113492" y="138337"/>
                  <a:pt x="1120992" y="147361"/>
                </a:cubicBezTo>
                <a:cubicBezTo>
                  <a:pt x="1126743" y="154296"/>
                  <a:pt x="1133660" y="157764"/>
                  <a:pt x="1141744" y="157764"/>
                </a:cubicBezTo>
                <a:cubicBezTo>
                  <a:pt x="1146745" y="157764"/>
                  <a:pt x="1151287" y="156368"/>
                  <a:pt x="1155371" y="153576"/>
                </a:cubicBezTo>
                <a:cubicBezTo>
                  <a:pt x="1159454" y="150784"/>
                  <a:pt x="1163830" y="145763"/>
                  <a:pt x="1168497" y="138512"/>
                </a:cubicBezTo>
                <a:lnTo>
                  <a:pt x="1172747" y="141263"/>
                </a:lnTo>
                <a:cubicBezTo>
                  <a:pt x="1166413" y="154180"/>
                  <a:pt x="1159413" y="163327"/>
                  <a:pt x="1151745" y="168703"/>
                </a:cubicBezTo>
                <a:cubicBezTo>
                  <a:pt x="1144078" y="174078"/>
                  <a:pt x="1135202" y="176766"/>
                  <a:pt x="1125118" y="176766"/>
                </a:cubicBezTo>
                <a:cubicBezTo>
                  <a:pt x="1107783" y="176766"/>
                  <a:pt x="1094657" y="170092"/>
                  <a:pt x="1085739" y="156744"/>
                </a:cubicBezTo>
                <a:cubicBezTo>
                  <a:pt x="1078572" y="145983"/>
                  <a:pt x="1074988" y="132636"/>
                  <a:pt x="1074988" y="116702"/>
                </a:cubicBezTo>
                <a:cubicBezTo>
                  <a:pt x="1074988" y="97179"/>
                  <a:pt x="1080260" y="81641"/>
                  <a:pt x="1090802" y="70088"/>
                </a:cubicBezTo>
                <a:cubicBezTo>
                  <a:pt x="1101345" y="58533"/>
                  <a:pt x="1113700" y="52755"/>
                  <a:pt x="1127868" y="52755"/>
                </a:cubicBezTo>
                <a:cubicBezTo>
                  <a:pt x="1139702" y="52755"/>
                  <a:pt x="1149974" y="57609"/>
                  <a:pt x="1158683" y="67319"/>
                </a:cubicBezTo>
                <a:cubicBezTo>
                  <a:pt x="1167392" y="77028"/>
                  <a:pt x="1172080" y="91425"/>
                  <a:pt x="1172747" y="110510"/>
                </a:cubicBezTo>
                <a:moveTo>
                  <a:pt x="1141994" y="102259"/>
                </a:moveTo>
                <a:cubicBezTo>
                  <a:pt x="1141994" y="88841"/>
                  <a:pt x="1141265" y="79632"/>
                  <a:pt x="1139807" y="74632"/>
                </a:cubicBezTo>
                <a:cubicBezTo>
                  <a:pt x="1138348" y="69631"/>
                  <a:pt x="1136077" y="65839"/>
                  <a:pt x="1132994" y="63256"/>
                </a:cubicBezTo>
                <a:cubicBezTo>
                  <a:pt x="1131243" y="61756"/>
                  <a:pt x="1128910" y="61005"/>
                  <a:pt x="1125993" y="61005"/>
                </a:cubicBezTo>
                <a:cubicBezTo>
                  <a:pt x="1121659" y="61005"/>
                  <a:pt x="1118117" y="63131"/>
                  <a:pt x="1115367" y="67381"/>
                </a:cubicBezTo>
                <a:cubicBezTo>
                  <a:pt x="1110450" y="74798"/>
                  <a:pt x="1107991" y="84966"/>
                  <a:pt x="1107991" y="97884"/>
                </a:cubicBezTo>
                <a:lnTo>
                  <a:pt x="1107991" y="102259"/>
                </a:lnTo>
                <a:lnTo>
                  <a:pt x="1141994" y="102259"/>
                </a:lnTo>
                <a:close/>
                <a:moveTo>
                  <a:pt x="1233177" y="56255"/>
                </a:moveTo>
                <a:lnTo>
                  <a:pt x="1233177" y="82757"/>
                </a:lnTo>
                <a:cubicBezTo>
                  <a:pt x="1240927" y="70673"/>
                  <a:pt x="1247720" y="62651"/>
                  <a:pt x="1253554" y="58693"/>
                </a:cubicBezTo>
                <a:cubicBezTo>
                  <a:pt x="1259387" y="54734"/>
                  <a:pt x="1265013" y="52755"/>
                  <a:pt x="1270430" y="52755"/>
                </a:cubicBezTo>
                <a:cubicBezTo>
                  <a:pt x="1275097" y="52755"/>
                  <a:pt x="1278827" y="54198"/>
                  <a:pt x="1281619" y="57083"/>
                </a:cubicBezTo>
                <a:cubicBezTo>
                  <a:pt x="1284410" y="59969"/>
                  <a:pt x="1285806" y="64046"/>
                  <a:pt x="1285806" y="69315"/>
                </a:cubicBezTo>
                <a:cubicBezTo>
                  <a:pt x="1285806" y="74919"/>
                  <a:pt x="1284452" y="79270"/>
                  <a:pt x="1281744" y="82367"/>
                </a:cubicBezTo>
                <a:cubicBezTo>
                  <a:pt x="1279035" y="85461"/>
                  <a:pt x="1275764" y="87008"/>
                  <a:pt x="1271930" y="87008"/>
                </a:cubicBezTo>
                <a:cubicBezTo>
                  <a:pt x="1267513" y="87008"/>
                  <a:pt x="1263679" y="85591"/>
                  <a:pt x="1260429" y="82757"/>
                </a:cubicBezTo>
                <a:cubicBezTo>
                  <a:pt x="1257179" y="79924"/>
                  <a:pt x="1255262" y="78340"/>
                  <a:pt x="1254679" y="78007"/>
                </a:cubicBezTo>
                <a:cubicBezTo>
                  <a:pt x="1253845" y="77507"/>
                  <a:pt x="1252887" y="77257"/>
                  <a:pt x="1251803" y="77257"/>
                </a:cubicBezTo>
                <a:cubicBezTo>
                  <a:pt x="1249387" y="77257"/>
                  <a:pt x="1247095" y="78174"/>
                  <a:pt x="1244928" y="80007"/>
                </a:cubicBezTo>
                <a:cubicBezTo>
                  <a:pt x="1241511" y="82841"/>
                  <a:pt x="1238927" y="86883"/>
                  <a:pt x="1237177" y="92133"/>
                </a:cubicBezTo>
                <a:cubicBezTo>
                  <a:pt x="1234510" y="100217"/>
                  <a:pt x="1233177" y="109135"/>
                  <a:pt x="1233177" y="118886"/>
                </a:cubicBezTo>
                <a:lnTo>
                  <a:pt x="1233177" y="145763"/>
                </a:lnTo>
                <a:lnTo>
                  <a:pt x="1233302" y="152764"/>
                </a:lnTo>
                <a:cubicBezTo>
                  <a:pt x="1233302" y="157514"/>
                  <a:pt x="1233593" y="160556"/>
                  <a:pt x="1234177" y="161889"/>
                </a:cubicBezTo>
                <a:cubicBezTo>
                  <a:pt x="1235177" y="164140"/>
                  <a:pt x="1236656" y="165786"/>
                  <a:pt x="1238615" y="166827"/>
                </a:cubicBezTo>
                <a:cubicBezTo>
                  <a:pt x="1240573" y="167869"/>
                  <a:pt x="1243886" y="168515"/>
                  <a:pt x="1248553" y="168765"/>
                </a:cubicBezTo>
                <a:lnTo>
                  <a:pt x="1248553" y="173265"/>
                </a:lnTo>
                <a:lnTo>
                  <a:pt x="1185422" y="173265"/>
                </a:lnTo>
                <a:lnTo>
                  <a:pt x="1185422" y="168765"/>
                </a:lnTo>
                <a:cubicBezTo>
                  <a:pt x="1190506" y="168348"/>
                  <a:pt x="1193944" y="166952"/>
                  <a:pt x="1195736" y="164577"/>
                </a:cubicBezTo>
                <a:cubicBezTo>
                  <a:pt x="1197528" y="162202"/>
                  <a:pt x="1198424" y="155931"/>
                  <a:pt x="1198424" y="145763"/>
                </a:cubicBezTo>
                <a:lnTo>
                  <a:pt x="1198424" y="81007"/>
                </a:lnTo>
                <a:cubicBezTo>
                  <a:pt x="1198424" y="74298"/>
                  <a:pt x="1198090" y="70022"/>
                  <a:pt x="1197424" y="68178"/>
                </a:cubicBezTo>
                <a:cubicBezTo>
                  <a:pt x="1196590" y="65829"/>
                  <a:pt x="1195382" y="64110"/>
                  <a:pt x="1193798" y="63021"/>
                </a:cubicBezTo>
                <a:cubicBezTo>
                  <a:pt x="1192215" y="61930"/>
                  <a:pt x="1189423" y="61175"/>
                  <a:pt x="1185422" y="60755"/>
                </a:cubicBezTo>
                <a:lnTo>
                  <a:pt x="1185422" y="56255"/>
                </a:lnTo>
                <a:lnTo>
                  <a:pt x="1233177" y="56255"/>
                </a:lnTo>
                <a:close/>
                <a:moveTo>
                  <a:pt x="1351588" y="156014"/>
                </a:moveTo>
                <a:cubicBezTo>
                  <a:pt x="1337336" y="168682"/>
                  <a:pt x="1324543" y="175016"/>
                  <a:pt x="1313209" y="175016"/>
                </a:cubicBezTo>
                <a:cubicBezTo>
                  <a:pt x="1306542" y="175016"/>
                  <a:pt x="1301000" y="172821"/>
                  <a:pt x="1296583" y="168433"/>
                </a:cubicBezTo>
                <a:cubicBezTo>
                  <a:pt x="1292166" y="164042"/>
                  <a:pt x="1289957" y="158544"/>
                  <a:pt x="1289957" y="151939"/>
                </a:cubicBezTo>
                <a:cubicBezTo>
                  <a:pt x="1289957" y="142991"/>
                  <a:pt x="1293791" y="134942"/>
                  <a:pt x="1301458" y="127793"/>
                </a:cubicBezTo>
                <a:cubicBezTo>
                  <a:pt x="1309125" y="120644"/>
                  <a:pt x="1325835" y="111132"/>
                  <a:pt x="1351588" y="99259"/>
                </a:cubicBezTo>
                <a:lnTo>
                  <a:pt x="1351588" y="87508"/>
                </a:lnTo>
                <a:cubicBezTo>
                  <a:pt x="1351588" y="78674"/>
                  <a:pt x="1351108" y="73111"/>
                  <a:pt x="1350150" y="70819"/>
                </a:cubicBezTo>
                <a:cubicBezTo>
                  <a:pt x="1349191" y="68527"/>
                  <a:pt x="1347379" y="66527"/>
                  <a:pt x="1344712" y="64818"/>
                </a:cubicBezTo>
                <a:cubicBezTo>
                  <a:pt x="1342045" y="63110"/>
                  <a:pt x="1339045" y="62256"/>
                  <a:pt x="1335711" y="62256"/>
                </a:cubicBezTo>
                <a:cubicBezTo>
                  <a:pt x="1330294" y="62256"/>
                  <a:pt x="1325835" y="63464"/>
                  <a:pt x="1322335" y="65881"/>
                </a:cubicBezTo>
                <a:cubicBezTo>
                  <a:pt x="1320168" y="67381"/>
                  <a:pt x="1319085" y="69131"/>
                  <a:pt x="1319085" y="71131"/>
                </a:cubicBezTo>
                <a:cubicBezTo>
                  <a:pt x="1319085" y="72882"/>
                  <a:pt x="1320251" y="75048"/>
                  <a:pt x="1322585" y="77632"/>
                </a:cubicBezTo>
                <a:cubicBezTo>
                  <a:pt x="1325752" y="81216"/>
                  <a:pt x="1327335" y="84674"/>
                  <a:pt x="1327335" y="88008"/>
                </a:cubicBezTo>
                <a:cubicBezTo>
                  <a:pt x="1327335" y="92092"/>
                  <a:pt x="1325814" y="95571"/>
                  <a:pt x="1322772" y="98446"/>
                </a:cubicBezTo>
                <a:cubicBezTo>
                  <a:pt x="1319731" y="101322"/>
                  <a:pt x="1315751" y="102759"/>
                  <a:pt x="1310834" y="102759"/>
                </a:cubicBezTo>
                <a:cubicBezTo>
                  <a:pt x="1305583" y="102759"/>
                  <a:pt x="1301187" y="101176"/>
                  <a:pt x="1297645" y="98009"/>
                </a:cubicBezTo>
                <a:cubicBezTo>
                  <a:pt x="1294103" y="94842"/>
                  <a:pt x="1292332" y="91133"/>
                  <a:pt x="1292332" y="86883"/>
                </a:cubicBezTo>
                <a:cubicBezTo>
                  <a:pt x="1292332" y="80882"/>
                  <a:pt x="1294707" y="75153"/>
                  <a:pt x="1299458" y="69694"/>
                </a:cubicBezTo>
                <a:cubicBezTo>
                  <a:pt x="1304208" y="64235"/>
                  <a:pt x="1310834" y="60047"/>
                  <a:pt x="1319335" y="57130"/>
                </a:cubicBezTo>
                <a:cubicBezTo>
                  <a:pt x="1327835" y="54213"/>
                  <a:pt x="1336670" y="52755"/>
                  <a:pt x="1345837" y="52755"/>
                </a:cubicBezTo>
                <a:cubicBezTo>
                  <a:pt x="1356921" y="52755"/>
                  <a:pt x="1365693" y="55116"/>
                  <a:pt x="1372152" y="59837"/>
                </a:cubicBezTo>
                <a:cubicBezTo>
                  <a:pt x="1378611" y="64557"/>
                  <a:pt x="1382799" y="69673"/>
                  <a:pt x="1384715" y="75186"/>
                </a:cubicBezTo>
                <a:cubicBezTo>
                  <a:pt x="1385882" y="78695"/>
                  <a:pt x="1386466" y="86755"/>
                  <a:pt x="1386466" y="99368"/>
                </a:cubicBezTo>
                <a:lnTo>
                  <a:pt x="1386466" y="144853"/>
                </a:lnTo>
                <a:cubicBezTo>
                  <a:pt x="1386466" y="150200"/>
                  <a:pt x="1386674" y="153563"/>
                  <a:pt x="1387091" y="154944"/>
                </a:cubicBezTo>
                <a:cubicBezTo>
                  <a:pt x="1387507" y="156321"/>
                  <a:pt x="1388132" y="157345"/>
                  <a:pt x="1388966" y="158014"/>
                </a:cubicBezTo>
                <a:cubicBezTo>
                  <a:pt x="1389799" y="158681"/>
                  <a:pt x="1390758" y="159014"/>
                  <a:pt x="1391841" y="159014"/>
                </a:cubicBezTo>
                <a:cubicBezTo>
                  <a:pt x="1394008" y="159014"/>
                  <a:pt x="1396217" y="157472"/>
                  <a:pt x="1398467" y="154389"/>
                </a:cubicBezTo>
                <a:lnTo>
                  <a:pt x="1402217" y="157389"/>
                </a:lnTo>
                <a:cubicBezTo>
                  <a:pt x="1398050" y="163556"/>
                  <a:pt x="1393737" y="168036"/>
                  <a:pt x="1389278" y="170828"/>
                </a:cubicBezTo>
                <a:cubicBezTo>
                  <a:pt x="1384820" y="173620"/>
                  <a:pt x="1379757" y="175016"/>
                  <a:pt x="1374090" y="175016"/>
                </a:cubicBezTo>
                <a:cubicBezTo>
                  <a:pt x="1367422" y="175016"/>
                  <a:pt x="1362213" y="173443"/>
                  <a:pt x="1358463" y="170296"/>
                </a:cubicBezTo>
                <a:cubicBezTo>
                  <a:pt x="1354713" y="167150"/>
                  <a:pt x="1352421" y="162389"/>
                  <a:pt x="1351588" y="156014"/>
                </a:cubicBezTo>
                <a:moveTo>
                  <a:pt x="1351588" y="146763"/>
                </a:moveTo>
                <a:lnTo>
                  <a:pt x="1351588" y="107658"/>
                </a:lnTo>
                <a:cubicBezTo>
                  <a:pt x="1341503" y="113604"/>
                  <a:pt x="1334003" y="119969"/>
                  <a:pt x="1329086" y="126753"/>
                </a:cubicBezTo>
                <a:cubicBezTo>
                  <a:pt x="1325835" y="131275"/>
                  <a:pt x="1324210" y="135839"/>
                  <a:pt x="1324210" y="140446"/>
                </a:cubicBezTo>
                <a:cubicBezTo>
                  <a:pt x="1324210" y="144298"/>
                  <a:pt x="1325585" y="147690"/>
                  <a:pt x="1328335" y="150623"/>
                </a:cubicBezTo>
                <a:cubicBezTo>
                  <a:pt x="1330419" y="152883"/>
                  <a:pt x="1333336" y="154014"/>
                  <a:pt x="1337086" y="154014"/>
                </a:cubicBezTo>
                <a:cubicBezTo>
                  <a:pt x="1341253" y="154014"/>
                  <a:pt x="1346087" y="151597"/>
                  <a:pt x="1351588" y="146763"/>
                </a:cubicBezTo>
                <a:close/>
                <a:moveTo>
                  <a:pt x="1452947" y="13251"/>
                </a:moveTo>
                <a:lnTo>
                  <a:pt x="1452947" y="56255"/>
                </a:lnTo>
                <a:lnTo>
                  <a:pt x="1480699" y="56255"/>
                </a:lnTo>
                <a:lnTo>
                  <a:pt x="1480699" y="68506"/>
                </a:lnTo>
                <a:lnTo>
                  <a:pt x="1452947" y="68506"/>
                </a:lnTo>
                <a:lnTo>
                  <a:pt x="1452947" y="140833"/>
                </a:lnTo>
                <a:cubicBezTo>
                  <a:pt x="1452947" y="147602"/>
                  <a:pt x="1453260" y="151968"/>
                  <a:pt x="1453885" y="153932"/>
                </a:cubicBezTo>
                <a:cubicBezTo>
                  <a:pt x="1454510" y="155895"/>
                  <a:pt x="1455614" y="157484"/>
                  <a:pt x="1457197" y="158698"/>
                </a:cubicBezTo>
                <a:cubicBezTo>
                  <a:pt x="1458781" y="159909"/>
                  <a:pt x="1460239" y="160514"/>
                  <a:pt x="1461573" y="160514"/>
                </a:cubicBezTo>
                <a:cubicBezTo>
                  <a:pt x="1466990" y="160514"/>
                  <a:pt x="1472115" y="156347"/>
                  <a:pt x="1476949" y="148013"/>
                </a:cubicBezTo>
                <a:lnTo>
                  <a:pt x="1480699" y="150791"/>
                </a:lnTo>
                <a:cubicBezTo>
                  <a:pt x="1473949" y="166941"/>
                  <a:pt x="1462990" y="175016"/>
                  <a:pt x="1447822" y="175016"/>
                </a:cubicBezTo>
                <a:cubicBezTo>
                  <a:pt x="1440404" y="175016"/>
                  <a:pt x="1434133" y="172946"/>
                  <a:pt x="1429007" y="168808"/>
                </a:cubicBezTo>
                <a:cubicBezTo>
                  <a:pt x="1423882" y="164667"/>
                  <a:pt x="1420611" y="160046"/>
                  <a:pt x="1419194" y="154944"/>
                </a:cubicBezTo>
                <a:cubicBezTo>
                  <a:pt x="1418361" y="152100"/>
                  <a:pt x="1417944" y="144405"/>
                  <a:pt x="1417944" y="131859"/>
                </a:cubicBezTo>
                <a:lnTo>
                  <a:pt x="1417944" y="68506"/>
                </a:lnTo>
                <a:lnTo>
                  <a:pt x="1402692" y="68506"/>
                </a:lnTo>
                <a:lnTo>
                  <a:pt x="1402692" y="64119"/>
                </a:lnTo>
                <a:cubicBezTo>
                  <a:pt x="1413193" y="56686"/>
                  <a:pt x="1422132" y="48877"/>
                  <a:pt x="1429507" y="40691"/>
                </a:cubicBezTo>
                <a:cubicBezTo>
                  <a:pt x="1436883" y="32506"/>
                  <a:pt x="1443321" y="23359"/>
                  <a:pt x="1448822" y="13251"/>
                </a:cubicBezTo>
                <a:lnTo>
                  <a:pt x="1452947" y="13251"/>
                </a:lnTo>
                <a:close/>
                <a:moveTo>
                  <a:pt x="1519951" y="0"/>
                </a:moveTo>
                <a:cubicBezTo>
                  <a:pt x="1525368" y="0"/>
                  <a:pt x="1529952" y="1903"/>
                  <a:pt x="1533702" y="5708"/>
                </a:cubicBezTo>
                <a:cubicBezTo>
                  <a:pt x="1537453" y="9510"/>
                  <a:pt x="1539328" y="14087"/>
                  <a:pt x="1539328" y="19439"/>
                </a:cubicBezTo>
                <a:cubicBezTo>
                  <a:pt x="1539328" y="24791"/>
                  <a:pt x="1537432" y="29349"/>
                  <a:pt x="1533640" y="33112"/>
                </a:cubicBezTo>
                <a:cubicBezTo>
                  <a:pt x="1529848" y="36873"/>
                  <a:pt x="1525285" y="38753"/>
                  <a:pt x="1519951" y="38753"/>
                </a:cubicBezTo>
                <a:cubicBezTo>
                  <a:pt x="1514617" y="38753"/>
                  <a:pt x="1510075" y="36873"/>
                  <a:pt x="1506325" y="33112"/>
                </a:cubicBezTo>
                <a:cubicBezTo>
                  <a:pt x="1502575" y="29349"/>
                  <a:pt x="1500699" y="24791"/>
                  <a:pt x="1500699" y="19439"/>
                </a:cubicBezTo>
                <a:cubicBezTo>
                  <a:pt x="1500699" y="14087"/>
                  <a:pt x="1502575" y="9510"/>
                  <a:pt x="1506325" y="5708"/>
                </a:cubicBezTo>
                <a:cubicBezTo>
                  <a:pt x="1510075" y="1903"/>
                  <a:pt x="1514617" y="0"/>
                  <a:pt x="1519951" y="0"/>
                </a:cubicBezTo>
                <a:moveTo>
                  <a:pt x="1537453" y="56255"/>
                </a:moveTo>
                <a:lnTo>
                  <a:pt x="1537453" y="149013"/>
                </a:lnTo>
                <a:cubicBezTo>
                  <a:pt x="1537453" y="157264"/>
                  <a:pt x="1538411" y="162535"/>
                  <a:pt x="1540328" y="164827"/>
                </a:cubicBezTo>
                <a:cubicBezTo>
                  <a:pt x="1542245" y="167119"/>
                  <a:pt x="1545995" y="168432"/>
                  <a:pt x="1551579" y="168765"/>
                </a:cubicBezTo>
                <a:lnTo>
                  <a:pt x="1551579" y="173265"/>
                </a:lnTo>
                <a:lnTo>
                  <a:pt x="1488448" y="173265"/>
                </a:lnTo>
                <a:lnTo>
                  <a:pt x="1488448" y="168765"/>
                </a:lnTo>
                <a:cubicBezTo>
                  <a:pt x="1493615" y="168598"/>
                  <a:pt x="1497449" y="167098"/>
                  <a:pt x="1499949" y="164265"/>
                </a:cubicBezTo>
                <a:cubicBezTo>
                  <a:pt x="1501616" y="162348"/>
                  <a:pt x="1502450" y="157264"/>
                  <a:pt x="1502450" y="149013"/>
                </a:cubicBezTo>
                <a:lnTo>
                  <a:pt x="1502450" y="80757"/>
                </a:lnTo>
                <a:cubicBezTo>
                  <a:pt x="1502450" y="72402"/>
                  <a:pt x="1501491" y="67065"/>
                  <a:pt x="1499574" y="64744"/>
                </a:cubicBezTo>
                <a:cubicBezTo>
                  <a:pt x="1497657" y="62424"/>
                  <a:pt x="1493949" y="61094"/>
                  <a:pt x="1488448" y="60755"/>
                </a:cubicBezTo>
                <a:lnTo>
                  <a:pt x="1488448" y="56255"/>
                </a:lnTo>
                <a:lnTo>
                  <a:pt x="1537453" y="56255"/>
                </a:lnTo>
                <a:close/>
                <a:moveTo>
                  <a:pt x="1615234" y="52755"/>
                </a:moveTo>
                <a:cubicBezTo>
                  <a:pt x="1625402" y="52755"/>
                  <a:pt x="1634861" y="55383"/>
                  <a:pt x="1643612" y="60638"/>
                </a:cubicBezTo>
                <a:cubicBezTo>
                  <a:pt x="1652363" y="65894"/>
                  <a:pt x="1659009" y="73361"/>
                  <a:pt x="1663551" y="83039"/>
                </a:cubicBezTo>
                <a:cubicBezTo>
                  <a:pt x="1668093" y="92717"/>
                  <a:pt x="1670364" y="103311"/>
                  <a:pt x="1670364" y="114823"/>
                </a:cubicBezTo>
                <a:cubicBezTo>
                  <a:pt x="1670364" y="131423"/>
                  <a:pt x="1666156" y="145314"/>
                  <a:pt x="1657738" y="156494"/>
                </a:cubicBezTo>
                <a:cubicBezTo>
                  <a:pt x="1647571" y="170009"/>
                  <a:pt x="1633528" y="176766"/>
                  <a:pt x="1615609" y="176766"/>
                </a:cubicBezTo>
                <a:cubicBezTo>
                  <a:pt x="1598025" y="176766"/>
                  <a:pt x="1584482" y="170592"/>
                  <a:pt x="1574981" y="158245"/>
                </a:cubicBezTo>
                <a:cubicBezTo>
                  <a:pt x="1565480" y="145897"/>
                  <a:pt x="1560730" y="131590"/>
                  <a:pt x="1560730" y="115323"/>
                </a:cubicBezTo>
                <a:cubicBezTo>
                  <a:pt x="1560730" y="98556"/>
                  <a:pt x="1565584" y="83936"/>
                  <a:pt x="1575293" y="71463"/>
                </a:cubicBezTo>
                <a:cubicBezTo>
                  <a:pt x="1585003" y="58991"/>
                  <a:pt x="1598316" y="52755"/>
                  <a:pt x="1615234" y="52755"/>
                </a:cubicBezTo>
                <a:moveTo>
                  <a:pt x="1615734" y="61505"/>
                </a:moveTo>
                <a:cubicBezTo>
                  <a:pt x="1611484" y="61505"/>
                  <a:pt x="1607838" y="63112"/>
                  <a:pt x="1604796" y="66326"/>
                </a:cubicBezTo>
                <a:cubicBezTo>
                  <a:pt x="1601754" y="69537"/>
                  <a:pt x="1599754" y="75878"/>
                  <a:pt x="1598795" y="85347"/>
                </a:cubicBezTo>
                <a:cubicBezTo>
                  <a:pt x="1597837" y="94817"/>
                  <a:pt x="1597358" y="107980"/>
                  <a:pt x="1597358" y="124835"/>
                </a:cubicBezTo>
                <a:cubicBezTo>
                  <a:pt x="1597358" y="133763"/>
                  <a:pt x="1597941" y="142108"/>
                  <a:pt x="1599108" y="149869"/>
                </a:cubicBezTo>
                <a:cubicBezTo>
                  <a:pt x="1600025" y="155791"/>
                  <a:pt x="1601983" y="160297"/>
                  <a:pt x="1604983" y="163386"/>
                </a:cubicBezTo>
                <a:cubicBezTo>
                  <a:pt x="1607984" y="166472"/>
                  <a:pt x="1611401" y="168015"/>
                  <a:pt x="1615234" y="168015"/>
                </a:cubicBezTo>
                <a:cubicBezTo>
                  <a:pt x="1618985" y="168015"/>
                  <a:pt x="1622110" y="166972"/>
                  <a:pt x="1624610" y="164886"/>
                </a:cubicBezTo>
                <a:cubicBezTo>
                  <a:pt x="1627861" y="162050"/>
                  <a:pt x="1630027" y="158086"/>
                  <a:pt x="1631111" y="152994"/>
                </a:cubicBezTo>
                <a:cubicBezTo>
                  <a:pt x="1632778" y="145069"/>
                  <a:pt x="1633611" y="129049"/>
                  <a:pt x="1633611" y="104935"/>
                </a:cubicBezTo>
                <a:cubicBezTo>
                  <a:pt x="1633611" y="90752"/>
                  <a:pt x="1632819" y="81011"/>
                  <a:pt x="1631236" y="75714"/>
                </a:cubicBezTo>
                <a:cubicBezTo>
                  <a:pt x="1629652" y="70414"/>
                  <a:pt x="1627319" y="66554"/>
                  <a:pt x="1624235" y="64135"/>
                </a:cubicBezTo>
                <a:cubicBezTo>
                  <a:pt x="1622068" y="62382"/>
                  <a:pt x="1619235" y="61505"/>
                  <a:pt x="1615734" y="61505"/>
                </a:cubicBezTo>
                <a:close/>
                <a:moveTo>
                  <a:pt x="1735871" y="56255"/>
                </a:moveTo>
                <a:lnTo>
                  <a:pt x="1735871" y="71506"/>
                </a:lnTo>
                <a:cubicBezTo>
                  <a:pt x="1741871" y="64962"/>
                  <a:pt x="1747622" y="60201"/>
                  <a:pt x="1753122" y="57224"/>
                </a:cubicBezTo>
                <a:cubicBezTo>
                  <a:pt x="1758623" y="54244"/>
                  <a:pt x="1764540" y="52755"/>
                  <a:pt x="1770874" y="52755"/>
                </a:cubicBezTo>
                <a:cubicBezTo>
                  <a:pt x="1778458" y="52755"/>
                  <a:pt x="1784750" y="54862"/>
                  <a:pt x="1789751" y="59076"/>
                </a:cubicBezTo>
                <a:cubicBezTo>
                  <a:pt x="1794751" y="63289"/>
                  <a:pt x="1798085" y="68526"/>
                  <a:pt x="1799751" y="74784"/>
                </a:cubicBezTo>
                <a:cubicBezTo>
                  <a:pt x="1801085" y="79542"/>
                  <a:pt x="1801752" y="88681"/>
                  <a:pt x="1801752" y="102201"/>
                </a:cubicBezTo>
                <a:lnTo>
                  <a:pt x="1801752" y="147763"/>
                </a:lnTo>
                <a:cubicBezTo>
                  <a:pt x="1801752" y="156764"/>
                  <a:pt x="1802564" y="162369"/>
                  <a:pt x="1804189" y="164577"/>
                </a:cubicBezTo>
                <a:cubicBezTo>
                  <a:pt x="1805814" y="166786"/>
                  <a:pt x="1809211" y="168182"/>
                  <a:pt x="1814378" y="168765"/>
                </a:cubicBezTo>
                <a:lnTo>
                  <a:pt x="1814378" y="173265"/>
                </a:lnTo>
                <a:lnTo>
                  <a:pt x="1755247" y="173265"/>
                </a:lnTo>
                <a:lnTo>
                  <a:pt x="1755247" y="168765"/>
                </a:lnTo>
                <a:cubicBezTo>
                  <a:pt x="1759665" y="168182"/>
                  <a:pt x="1762831" y="166348"/>
                  <a:pt x="1764748" y="163265"/>
                </a:cubicBezTo>
                <a:cubicBezTo>
                  <a:pt x="1766082" y="161181"/>
                  <a:pt x="1766748" y="156014"/>
                  <a:pt x="1766748" y="147763"/>
                </a:cubicBezTo>
                <a:lnTo>
                  <a:pt x="1766748" y="95759"/>
                </a:lnTo>
                <a:cubicBezTo>
                  <a:pt x="1766748" y="86174"/>
                  <a:pt x="1766373" y="80132"/>
                  <a:pt x="1765623" y="77632"/>
                </a:cubicBezTo>
                <a:cubicBezTo>
                  <a:pt x="1764873" y="75132"/>
                  <a:pt x="1763602" y="73194"/>
                  <a:pt x="1761811" y="71819"/>
                </a:cubicBezTo>
                <a:cubicBezTo>
                  <a:pt x="1760019" y="70444"/>
                  <a:pt x="1758039" y="69756"/>
                  <a:pt x="1755873" y="69756"/>
                </a:cubicBezTo>
                <a:cubicBezTo>
                  <a:pt x="1748705" y="69756"/>
                  <a:pt x="1742038" y="74923"/>
                  <a:pt x="1735871" y="85258"/>
                </a:cubicBezTo>
                <a:lnTo>
                  <a:pt x="1735871" y="147763"/>
                </a:lnTo>
                <a:cubicBezTo>
                  <a:pt x="1735871" y="156514"/>
                  <a:pt x="1736683" y="162056"/>
                  <a:pt x="1738308" y="164390"/>
                </a:cubicBezTo>
                <a:cubicBezTo>
                  <a:pt x="1739934" y="166723"/>
                  <a:pt x="1742955" y="168182"/>
                  <a:pt x="1747372" y="168765"/>
                </a:cubicBezTo>
                <a:lnTo>
                  <a:pt x="1747372" y="173265"/>
                </a:lnTo>
                <a:lnTo>
                  <a:pt x="1688241" y="173265"/>
                </a:lnTo>
                <a:lnTo>
                  <a:pt x="1688241" y="168765"/>
                </a:lnTo>
                <a:cubicBezTo>
                  <a:pt x="1693159" y="168265"/>
                  <a:pt x="1696659" y="166682"/>
                  <a:pt x="1698742" y="164015"/>
                </a:cubicBezTo>
                <a:cubicBezTo>
                  <a:pt x="1700159" y="162181"/>
                  <a:pt x="1700868" y="156764"/>
                  <a:pt x="1700868" y="147763"/>
                </a:cubicBezTo>
                <a:lnTo>
                  <a:pt x="1700868" y="81757"/>
                </a:lnTo>
                <a:cubicBezTo>
                  <a:pt x="1700868" y="72816"/>
                  <a:pt x="1700055" y="67249"/>
                  <a:pt x="1698430" y="65057"/>
                </a:cubicBezTo>
                <a:cubicBezTo>
                  <a:pt x="1696805" y="62864"/>
                  <a:pt x="1693409" y="61430"/>
                  <a:pt x="1688241" y="60755"/>
                </a:cubicBezTo>
                <a:lnTo>
                  <a:pt x="1688241" y="56255"/>
                </a:lnTo>
                <a:lnTo>
                  <a:pt x="1735871" y="5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AF8F7-F3D3-4258-AE9F-AEF9BF1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024" y="5245386"/>
            <a:ext cx="10" cy="1612944"/>
          </a:xfrm>
          <a:custGeom xmlns:a="http://schemas.openxmlformats.org/drawingml/2006/main">
            <a:pathLst>
              <a:path w="1" h="1612944" fill="none">
                <a:moveTo>
                  <a:pt x="0" y="0"/>
                </a:moveTo>
                <a:lnTo>
                  <a:pt x="0" y="1612944"/>
                </a:lnTo>
              </a:path>
            </a:pathLst>
          </a:custGeom>
          <a:noFill xmlns:a="http://schemas.openxmlformats.org/drawingml/2006/main"/>
          <a:ln xmlns:a="http://schemas.openxmlformats.org/drawingml/2006/main" w="32003" cap="flat">
            <a:solidFill>
              <a:srgbClr val="767171"/>
            </a:solidFill>
            <a:custDash>
              <a:ds d="400000" sp="300000"/>
            </a:custDash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60BD7-58D2-4021-9C39-F4D36C8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806" y="6218274"/>
            <a:ext cx="1612944" cy="477909"/>
          </a:xfrm>
          <a:custGeom xmlns:a="http://schemas.openxmlformats.org/drawingml/2006/main">
            <a:pathLst>
              <a:path w="1612944" h="477909">
                <a:moveTo>
                  <a:pt x="0" y="238955"/>
                </a:moveTo>
                <a:cubicBezTo>
                  <a:pt x="0" y="106989"/>
                  <a:pt x="106989" y="0"/>
                  <a:pt x="238955" y="0"/>
                </a:cubicBezTo>
                <a:lnTo>
                  <a:pt x="1373989" y="0"/>
                </a:lnTo>
                <a:cubicBezTo>
                  <a:pt x="1505955" y="0"/>
                  <a:pt x="1612944" y="106989"/>
                  <a:pt x="1612944" y="238955"/>
                </a:cubicBezTo>
                <a:cubicBezTo>
                  <a:pt x="1612944" y="370920"/>
                  <a:pt x="1505955" y="477909"/>
                  <a:pt x="1373989" y="477909"/>
                </a:cubicBezTo>
                <a:lnTo>
                  <a:pt x="238955" y="477909"/>
                </a:lnTo>
                <a:cubicBezTo>
                  <a:pt x="106989" y="477909"/>
                  <a:pt x="0" y="370920"/>
                  <a:pt x="0" y="238955"/>
                </a:cubicBez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Changeto">
            <a:extLst xmlns:a="http://schemas.openxmlformats.org/drawingml/2006/main">
              <a:ext uri="{FF2B5EF4-FFF2-40B4-BE49-F238E27FC236}">
                <a16:creationId xmlns:a16="http://schemas.microsoft.com/office/drawing/2014/main" id="{D873DA4C-5945-4180-9A06-A14D21C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284" y="6273094"/>
            <a:ext cx="880679" cy="182816"/>
          </a:xfrm>
          <a:custGeom xmlns:a="http://schemas.openxmlformats.org/drawingml/2006/main">
            <a:pathLst>
              <a:path w="880679" h="182816">
                <a:moveTo>
                  <a:pt x="128611" y="0"/>
                </a:moveTo>
                <a:lnTo>
                  <a:pt x="128611" y="47004"/>
                </a:lnTo>
                <a:lnTo>
                  <a:pt x="124711" y="47004"/>
                </a:lnTo>
                <a:cubicBezTo>
                  <a:pt x="121778" y="34672"/>
                  <a:pt x="116310" y="25222"/>
                  <a:pt x="108310" y="18655"/>
                </a:cubicBezTo>
                <a:cubicBezTo>
                  <a:pt x="100309" y="12085"/>
                  <a:pt x="91241" y="8801"/>
                  <a:pt x="81107" y="8801"/>
                </a:cubicBezTo>
                <a:cubicBezTo>
                  <a:pt x="72640" y="8801"/>
                  <a:pt x="64872" y="11234"/>
                  <a:pt x="57805" y="16101"/>
                </a:cubicBezTo>
                <a:cubicBezTo>
                  <a:pt x="50738" y="20969"/>
                  <a:pt x="45571" y="27336"/>
                  <a:pt x="42304" y="35203"/>
                </a:cubicBezTo>
                <a:cubicBezTo>
                  <a:pt x="38103" y="45271"/>
                  <a:pt x="36003" y="56472"/>
                  <a:pt x="36003" y="68806"/>
                </a:cubicBezTo>
                <a:cubicBezTo>
                  <a:pt x="36003" y="80941"/>
                  <a:pt x="37537" y="91992"/>
                  <a:pt x="40604" y="101959"/>
                </a:cubicBezTo>
                <a:cubicBezTo>
                  <a:pt x="43671" y="111927"/>
                  <a:pt x="48471" y="119461"/>
                  <a:pt x="55005" y="124561"/>
                </a:cubicBezTo>
                <a:cubicBezTo>
                  <a:pt x="61539" y="129662"/>
                  <a:pt x="70006" y="132212"/>
                  <a:pt x="80407" y="132212"/>
                </a:cubicBezTo>
                <a:cubicBezTo>
                  <a:pt x="88941" y="132212"/>
                  <a:pt x="96759" y="130345"/>
                  <a:pt x="103859" y="126611"/>
                </a:cubicBezTo>
                <a:cubicBezTo>
                  <a:pt x="110960" y="122878"/>
                  <a:pt x="118444" y="116444"/>
                  <a:pt x="126311" y="107310"/>
                </a:cubicBezTo>
                <a:lnTo>
                  <a:pt x="126311" y="119011"/>
                </a:lnTo>
                <a:cubicBezTo>
                  <a:pt x="118711" y="126945"/>
                  <a:pt x="110793" y="132695"/>
                  <a:pt x="102559" y="136262"/>
                </a:cubicBezTo>
                <a:cubicBezTo>
                  <a:pt x="94325" y="139829"/>
                  <a:pt x="84708" y="141613"/>
                  <a:pt x="73707" y="141613"/>
                </a:cubicBezTo>
                <a:cubicBezTo>
                  <a:pt x="59239" y="141613"/>
                  <a:pt x="46387" y="138717"/>
                  <a:pt x="35153" y="132924"/>
                </a:cubicBezTo>
                <a:cubicBezTo>
                  <a:pt x="23919" y="127132"/>
                  <a:pt x="15251" y="118811"/>
                  <a:pt x="9151" y="107960"/>
                </a:cubicBezTo>
                <a:cubicBezTo>
                  <a:pt x="3050" y="97107"/>
                  <a:pt x="0" y="85555"/>
                  <a:pt x="0" y="73303"/>
                </a:cubicBezTo>
                <a:cubicBezTo>
                  <a:pt x="0" y="60388"/>
                  <a:pt x="3384" y="48138"/>
                  <a:pt x="10151" y="36553"/>
                </a:cubicBezTo>
                <a:cubicBezTo>
                  <a:pt x="16918" y="24967"/>
                  <a:pt x="26052" y="15979"/>
                  <a:pt x="37553" y="9588"/>
                </a:cubicBezTo>
                <a:cubicBezTo>
                  <a:pt x="49054" y="3196"/>
                  <a:pt x="61272" y="0"/>
                  <a:pt x="74207" y="0"/>
                </a:cubicBezTo>
                <a:cubicBezTo>
                  <a:pt x="83741" y="0"/>
                  <a:pt x="93808" y="2067"/>
                  <a:pt x="104409" y="6201"/>
                </a:cubicBezTo>
                <a:cubicBezTo>
                  <a:pt x="110543" y="8601"/>
                  <a:pt x="114444" y="9801"/>
                  <a:pt x="116110" y="9801"/>
                </a:cubicBezTo>
                <a:cubicBezTo>
                  <a:pt x="118244" y="9801"/>
                  <a:pt x="120094" y="9017"/>
                  <a:pt x="121661" y="7451"/>
                </a:cubicBezTo>
                <a:cubicBezTo>
                  <a:pt x="123228" y="5884"/>
                  <a:pt x="124244" y="3400"/>
                  <a:pt x="124711" y="0"/>
                </a:cubicBezTo>
                <a:lnTo>
                  <a:pt x="128611" y="0"/>
                </a:lnTo>
                <a:close/>
                <a:moveTo>
                  <a:pt x="182076" y="3000"/>
                </a:moveTo>
                <a:lnTo>
                  <a:pt x="182076" y="57105"/>
                </a:lnTo>
                <a:cubicBezTo>
                  <a:pt x="187210" y="51667"/>
                  <a:pt x="191910" y="47824"/>
                  <a:pt x="196177" y="45576"/>
                </a:cubicBezTo>
                <a:cubicBezTo>
                  <a:pt x="200444" y="43328"/>
                  <a:pt x="204878" y="42204"/>
                  <a:pt x="209478" y="42204"/>
                </a:cubicBezTo>
                <a:cubicBezTo>
                  <a:pt x="215346" y="42204"/>
                  <a:pt x="220363" y="43871"/>
                  <a:pt x="224530" y="47204"/>
                </a:cubicBezTo>
                <a:cubicBezTo>
                  <a:pt x="228697" y="50538"/>
                  <a:pt x="231464" y="54455"/>
                  <a:pt x="232831" y="58955"/>
                </a:cubicBezTo>
                <a:cubicBezTo>
                  <a:pt x="234197" y="63456"/>
                  <a:pt x="234881" y="71040"/>
                  <a:pt x="234881" y="81707"/>
                </a:cubicBezTo>
                <a:lnTo>
                  <a:pt x="234881" y="118211"/>
                </a:lnTo>
                <a:cubicBezTo>
                  <a:pt x="234881" y="125388"/>
                  <a:pt x="235547" y="129866"/>
                  <a:pt x="236881" y="131643"/>
                </a:cubicBezTo>
                <a:cubicBezTo>
                  <a:pt x="238214" y="133420"/>
                  <a:pt x="240915" y="134543"/>
                  <a:pt x="244982" y="135012"/>
                </a:cubicBezTo>
                <a:lnTo>
                  <a:pt x="244982" y="138612"/>
                </a:lnTo>
                <a:lnTo>
                  <a:pt x="197577" y="138612"/>
                </a:lnTo>
                <a:lnTo>
                  <a:pt x="197577" y="135012"/>
                </a:lnTo>
                <a:cubicBezTo>
                  <a:pt x="200911" y="134543"/>
                  <a:pt x="203411" y="133201"/>
                  <a:pt x="205078" y="130987"/>
                </a:cubicBezTo>
                <a:cubicBezTo>
                  <a:pt x="206278" y="129243"/>
                  <a:pt x="206878" y="124984"/>
                  <a:pt x="206878" y="118211"/>
                </a:cubicBezTo>
                <a:lnTo>
                  <a:pt x="206878" y="76572"/>
                </a:lnTo>
                <a:cubicBezTo>
                  <a:pt x="206878" y="68851"/>
                  <a:pt x="206578" y="64009"/>
                  <a:pt x="205978" y="62046"/>
                </a:cubicBezTo>
                <a:cubicBezTo>
                  <a:pt x="205378" y="60081"/>
                  <a:pt x="204361" y="58550"/>
                  <a:pt x="202928" y="57452"/>
                </a:cubicBezTo>
                <a:cubicBezTo>
                  <a:pt x="201494" y="56354"/>
                  <a:pt x="199878" y="55805"/>
                  <a:pt x="198077" y="55805"/>
                </a:cubicBezTo>
                <a:cubicBezTo>
                  <a:pt x="195411" y="55805"/>
                  <a:pt x="192810" y="56722"/>
                  <a:pt x="190277" y="58555"/>
                </a:cubicBezTo>
                <a:cubicBezTo>
                  <a:pt x="187743" y="60389"/>
                  <a:pt x="185010" y="63606"/>
                  <a:pt x="182076" y="68206"/>
                </a:cubicBezTo>
                <a:lnTo>
                  <a:pt x="182076" y="118211"/>
                </a:lnTo>
                <a:cubicBezTo>
                  <a:pt x="182076" y="124917"/>
                  <a:pt x="182576" y="129109"/>
                  <a:pt x="183576" y="130787"/>
                </a:cubicBezTo>
                <a:cubicBezTo>
                  <a:pt x="184843" y="133066"/>
                  <a:pt x="187443" y="134475"/>
                  <a:pt x="191377" y="135012"/>
                </a:cubicBezTo>
                <a:lnTo>
                  <a:pt x="191377" y="138612"/>
                </a:lnTo>
                <a:lnTo>
                  <a:pt x="143973" y="138612"/>
                </a:lnTo>
                <a:lnTo>
                  <a:pt x="143973" y="135012"/>
                </a:lnTo>
                <a:cubicBezTo>
                  <a:pt x="147906" y="134610"/>
                  <a:pt x="150707" y="133336"/>
                  <a:pt x="152373" y="131190"/>
                </a:cubicBezTo>
                <a:cubicBezTo>
                  <a:pt x="153507" y="129715"/>
                  <a:pt x="154074" y="125388"/>
                  <a:pt x="154074" y="118211"/>
                </a:cubicBezTo>
                <a:lnTo>
                  <a:pt x="154074" y="23402"/>
                </a:lnTo>
                <a:cubicBezTo>
                  <a:pt x="154074" y="16249"/>
                  <a:pt x="153423" y="11796"/>
                  <a:pt x="152123" y="10042"/>
                </a:cubicBezTo>
                <a:cubicBezTo>
                  <a:pt x="150823" y="8287"/>
                  <a:pt x="148106" y="7140"/>
                  <a:pt x="143973" y="6601"/>
                </a:cubicBezTo>
                <a:lnTo>
                  <a:pt x="143973" y="3000"/>
                </a:lnTo>
                <a:lnTo>
                  <a:pt x="182076" y="3000"/>
                </a:lnTo>
                <a:close/>
                <a:moveTo>
                  <a:pt x="306428" y="124811"/>
                </a:moveTo>
                <a:cubicBezTo>
                  <a:pt x="295027" y="134945"/>
                  <a:pt x="284792" y="140012"/>
                  <a:pt x="275725" y="140012"/>
                </a:cubicBezTo>
                <a:cubicBezTo>
                  <a:pt x="270391" y="140012"/>
                  <a:pt x="265957" y="138257"/>
                  <a:pt x="262424" y="134746"/>
                </a:cubicBezTo>
                <a:cubicBezTo>
                  <a:pt x="258890" y="131234"/>
                  <a:pt x="257123" y="126835"/>
                  <a:pt x="257123" y="121551"/>
                </a:cubicBezTo>
                <a:cubicBezTo>
                  <a:pt x="257123" y="114392"/>
                  <a:pt x="260190" y="107953"/>
                  <a:pt x="266324" y="102234"/>
                </a:cubicBezTo>
                <a:cubicBezTo>
                  <a:pt x="272458" y="96515"/>
                  <a:pt x="285826" y="88906"/>
                  <a:pt x="306428" y="79407"/>
                </a:cubicBezTo>
                <a:lnTo>
                  <a:pt x="306428" y="70006"/>
                </a:lnTo>
                <a:cubicBezTo>
                  <a:pt x="306428" y="62939"/>
                  <a:pt x="306044" y="58489"/>
                  <a:pt x="305278" y="56655"/>
                </a:cubicBezTo>
                <a:cubicBezTo>
                  <a:pt x="304511" y="54822"/>
                  <a:pt x="303061" y="53221"/>
                  <a:pt x="300927" y="51855"/>
                </a:cubicBezTo>
                <a:cubicBezTo>
                  <a:pt x="298794" y="50488"/>
                  <a:pt x="296393" y="49804"/>
                  <a:pt x="293727" y="49804"/>
                </a:cubicBezTo>
                <a:cubicBezTo>
                  <a:pt x="289393" y="49804"/>
                  <a:pt x="285826" y="50771"/>
                  <a:pt x="283026" y="52705"/>
                </a:cubicBezTo>
                <a:cubicBezTo>
                  <a:pt x="281292" y="53905"/>
                  <a:pt x="280425" y="55305"/>
                  <a:pt x="280425" y="56905"/>
                </a:cubicBezTo>
                <a:cubicBezTo>
                  <a:pt x="280425" y="58305"/>
                  <a:pt x="281359" y="60039"/>
                  <a:pt x="283226" y="62106"/>
                </a:cubicBezTo>
                <a:cubicBezTo>
                  <a:pt x="285759" y="64972"/>
                  <a:pt x="287026" y="67739"/>
                  <a:pt x="287026" y="70406"/>
                </a:cubicBezTo>
                <a:cubicBezTo>
                  <a:pt x="287026" y="73673"/>
                  <a:pt x="285809" y="76457"/>
                  <a:pt x="283376" y="78757"/>
                </a:cubicBezTo>
                <a:cubicBezTo>
                  <a:pt x="280942" y="81057"/>
                  <a:pt x="277758" y="82207"/>
                  <a:pt x="273825" y="82207"/>
                </a:cubicBezTo>
                <a:cubicBezTo>
                  <a:pt x="269624" y="82207"/>
                  <a:pt x="266107" y="80941"/>
                  <a:pt x="263274" y="78407"/>
                </a:cubicBezTo>
                <a:cubicBezTo>
                  <a:pt x="260440" y="75873"/>
                  <a:pt x="259023" y="72907"/>
                  <a:pt x="259023" y="69506"/>
                </a:cubicBezTo>
                <a:cubicBezTo>
                  <a:pt x="259023" y="64706"/>
                  <a:pt x="260924" y="60122"/>
                  <a:pt x="264724" y="55755"/>
                </a:cubicBezTo>
                <a:cubicBezTo>
                  <a:pt x="268524" y="51388"/>
                  <a:pt x="273825" y="48038"/>
                  <a:pt x="280625" y="45704"/>
                </a:cubicBezTo>
                <a:cubicBezTo>
                  <a:pt x="287426" y="43371"/>
                  <a:pt x="294493" y="42204"/>
                  <a:pt x="301827" y="42204"/>
                </a:cubicBezTo>
                <a:cubicBezTo>
                  <a:pt x="310695" y="42204"/>
                  <a:pt x="317712" y="44092"/>
                  <a:pt x="322879" y="47870"/>
                </a:cubicBezTo>
                <a:cubicBezTo>
                  <a:pt x="328046" y="51645"/>
                  <a:pt x="331397" y="55738"/>
                  <a:pt x="332930" y="60149"/>
                </a:cubicBezTo>
                <a:cubicBezTo>
                  <a:pt x="333863" y="62956"/>
                  <a:pt x="334330" y="69404"/>
                  <a:pt x="334330" y="79495"/>
                </a:cubicBezTo>
                <a:lnTo>
                  <a:pt x="334330" y="115882"/>
                </a:lnTo>
                <a:cubicBezTo>
                  <a:pt x="334330" y="120160"/>
                  <a:pt x="334497" y="122851"/>
                  <a:pt x="334830" y="123955"/>
                </a:cubicBezTo>
                <a:cubicBezTo>
                  <a:pt x="335164" y="125057"/>
                  <a:pt x="335664" y="125876"/>
                  <a:pt x="336330" y="126411"/>
                </a:cubicBezTo>
                <a:cubicBezTo>
                  <a:pt x="336997" y="126945"/>
                  <a:pt x="337764" y="127211"/>
                  <a:pt x="338631" y="127211"/>
                </a:cubicBezTo>
                <a:cubicBezTo>
                  <a:pt x="340364" y="127211"/>
                  <a:pt x="342131" y="125978"/>
                  <a:pt x="343931" y="123511"/>
                </a:cubicBezTo>
                <a:lnTo>
                  <a:pt x="346931" y="125911"/>
                </a:lnTo>
                <a:cubicBezTo>
                  <a:pt x="343598" y="130845"/>
                  <a:pt x="340147" y="134429"/>
                  <a:pt x="336580" y="136662"/>
                </a:cubicBezTo>
                <a:cubicBezTo>
                  <a:pt x="333013" y="138896"/>
                  <a:pt x="328963" y="140012"/>
                  <a:pt x="324429" y="140012"/>
                </a:cubicBezTo>
                <a:cubicBezTo>
                  <a:pt x="319095" y="140012"/>
                  <a:pt x="314928" y="138754"/>
                  <a:pt x="311928" y="136237"/>
                </a:cubicBezTo>
                <a:cubicBezTo>
                  <a:pt x="308928" y="133720"/>
                  <a:pt x="307094" y="129912"/>
                  <a:pt x="306428" y="124811"/>
                </a:cubicBezTo>
                <a:moveTo>
                  <a:pt x="306428" y="117410"/>
                </a:moveTo>
                <a:lnTo>
                  <a:pt x="306428" y="86126"/>
                </a:lnTo>
                <a:cubicBezTo>
                  <a:pt x="298360" y="90883"/>
                  <a:pt x="292360" y="95975"/>
                  <a:pt x="288426" y="101403"/>
                </a:cubicBezTo>
                <a:cubicBezTo>
                  <a:pt x="285826" y="105020"/>
                  <a:pt x="284526" y="108671"/>
                  <a:pt x="284526" y="112357"/>
                </a:cubicBezTo>
                <a:cubicBezTo>
                  <a:pt x="284526" y="115438"/>
                  <a:pt x="285626" y="118152"/>
                  <a:pt x="287826" y="120498"/>
                </a:cubicBezTo>
                <a:cubicBezTo>
                  <a:pt x="289493" y="122307"/>
                  <a:pt x="291826" y="123211"/>
                  <a:pt x="294827" y="123211"/>
                </a:cubicBezTo>
                <a:cubicBezTo>
                  <a:pt x="298160" y="123211"/>
                  <a:pt x="302027" y="121277"/>
                  <a:pt x="306428" y="117410"/>
                </a:cubicBezTo>
                <a:close/>
                <a:moveTo>
                  <a:pt x="395435" y="45004"/>
                </a:moveTo>
                <a:lnTo>
                  <a:pt x="395435" y="57205"/>
                </a:lnTo>
                <a:cubicBezTo>
                  <a:pt x="400235" y="51969"/>
                  <a:pt x="404836" y="48161"/>
                  <a:pt x="409236" y="45779"/>
                </a:cubicBezTo>
                <a:cubicBezTo>
                  <a:pt x="413636" y="43396"/>
                  <a:pt x="418370" y="42204"/>
                  <a:pt x="423437" y="42204"/>
                </a:cubicBezTo>
                <a:cubicBezTo>
                  <a:pt x="429504" y="42204"/>
                  <a:pt x="434538" y="43889"/>
                  <a:pt x="438539" y="47260"/>
                </a:cubicBezTo>
                <a:cubicBezTo>
                  <a:pt x="442539" y="50632"/>
                  <a:pt x="445206" y="54821"/>
                  <a:pt x="446539" y="59827"/>
                </a:cubicBezTo>
                <a:cubicBezTo>
                  <a:pt x="447606" y="63634"/>
                  <a:pt x="448139" y="70945"/>
                  <a:pt x="448139" y="81760"/>
                </a:cubicBezTo>
                <a:lnTo>
                  <a:pt x="448139" y="118211"/>
                </a:lnTo>
                <a:cubicBezTo>
                  <a:pt x="448139" y="125411"/>
                  <a:pt x="448789" y="129895"/>
                  <a:pt x="450090" y="131662"/>
                </a:cubicBezTo>
                <a:cubicBezTo>
                  <a:pt x="451390" y="133429"/>
                  <a:pt x="454107" y="134545"/>
                  <a:pt x="458240" y="135012"/>
                </a:cubicBezTo>
                <a:lnTo>
                  <a:pt x="458240" y="138612"/>
                </a:lnTo>
                <a:lnTo>
                  <a:pt x="410936" y="138612"/>
                </a:lnTo>
                <a:lnTo>
                  <a:pt x="410936" y="135012"/>
                </a:lnTo>
                <a:cubicBezTo>
                  <a:pt x="414470" y="134545"/>
                  <a:pt x="417003" y="133079"/>
                  <a:pt x="418537" y="130612"/>
                </a:cubicBezTo>
                <a:cubicBezTo>
                  <a:pt x="419604" y="128945"/>
                  <a:pt x="420137" y="124811"/>
                  <a:pt x="420137" y="118211"/>
                </a:cubicBezTo>
                <a:lnTo>
                  <a:pt x="420137" y="76607"/>
                </a:lnTo>
                <a:cubicBezTo>
                  <a:pt x="420137" y="68939"/>
                  <a:pt x="419837" y="64106"/>
                  <a:pt x="419237" y="62106"/>
                </a:cubicBezTo>
                <a:cubicBezTo>
                  <a:pt x="418637" y="60105"/>
                  <a:pt x="417620" y="58555"/>
                  <a:pt x="416187" y="57455"/>
                </a:cubicBezTo>
                <a:cubicBezTo>
                  <a:pt x="414753" y="56355"/>
                  <a:pt x="413170" y="55805"/>
                  <a:pt x="411436" y="55805"/>
                </a:cubicBezTo>
                <a:cubicBezTo>
                  <a:pt x="405702" y="55805"/>
                  <a:pt x="400368" y="59939"/>
                  <a:pt x="395435" y="68206"/>
                </a:cubicBezTo>
                <a:lnTo>
                  <a:pt x="395435" y="118211"/>
                </a:lnTo>
                <a:cubicBezTo>
                  <a:pt x="395435" y="125211"/>
                  <a:pt x="396085" y="129645"/>
                  <a:pt x="397385" y="131512"/>
                </a:cubicBezTo>
                <a:cubicBezTo>
                  <a:pt x="398685" y="133379"/>
                  <a:pt x="401102" y="134545"/>
                  <a:pt x="404635" y="135012"/>
                </a:cubicBezTo>
                <a:lnTo>
                  <a:pt x="404635" y="138612"/>
                </a:lnTo>
                <a:lnTo>
                  <a:pt x="357331" y="138612"/>
                </a:lnTo>
                <a:lnTo>
                  <a:pt x="357331" y="135012"/>
                </a:lnTo>
                <a:cubicBezTo>
                  <a:pt x="361265" y="134612"/>
                  <a:pt x="364065" y="133345"/>
                  <a:pt x="365732" y="131212"/>
                </a:cubicBezTo>
                <a:cubicBezTo>
                  <a:pt x="366865" y="129745"/>
                  <a:pt x="367432" y="125411"/>
                  <a:pt x="367432" y="118211"/>
                </a:cubicBezTo>
                <a:lnTo>
                  <a:pt x="367432" y="65406"/>
                </a:lnTo>
                <a:cubicBezTo>
                  <a:pt x="367432" y="58253"/>
                  <a:pt x="366782" y="53800"/>
                  <a:pt x="365482" y="52045"/>
                </a:cubicBezTo>
                <a:cubicBezTo>
                  <a:pt x="364182" y="50291"/>
                  <a:pt x="361465" y="49144"/>
                  <a:pt x="357331" y="48604"/>
                </a:cubicBezTo>
                <a:lnTo>
                  <a:pt x="357331" y="45004"/>
                </a:lnTo>
                <a:lnTo>
                  <a:pt x="395435" y="45004"/>
                </a:lnTo>
                <a:close/>
                <a:moveTo>
                  <a:pt x="528188" y="46204"/>
                </a:moveTo>
                <a:lnTo>
                  <a:pt x="559690" y="46204"/>
                </a:lnTo>
                <a:lnTo>
                  <a:pt x="559690" y="57205"/>
                </a:lnTo>
                <a:lnTo>
                  <a:pt x="541789" y="57205"/>
                </a:lnTo>
                <a:cubicBezTo>
                  <a:pt x="545056" y="60472"/>
                  <a:pt x="547323" y="63439"/>
                  <a:pt x="548589" y="66106"/>
                </a:cubicBezTo>
                <a:cubicBezTo>
                  <a:pt x="550190" y="69706"/>
                  <a:pt x="550990" y="73473"/>
                  <a:pt x="550990" y="77407"/>
                </a:cubicBezTo>
                <a:cubicBezTo>
                  <a:pt x="550990" y="84074"/>
                  <a:pt x="549140" y="89858"/>
                  <a:pt x="545439" y="94758"/>
                </a:cubicBezTo>
                <a:cubicBezTo>
                  <a:pt x="541739" y="99659"/>
                  <a:pt x="536705" y="103493"/>
                  <a:pt x="530338" y="106259"/>
                </a:cubicBezTo>
                <a:cubicBezTo>
                  <a:pt x="523971" y="109026"/>
                  <a:pt x="518320" y="110410"/>
                  <a:pt x="513386" y="110410"/>
                </a:cubicBezTo>
                <a:cubicBezTo>
                  <a:pt x="512986" y="110410"/>
                  <a:pt x="508986" y="110243"/>
                  <a:pt x="501385" y="109910"/>
                </a:cubicBezTo>
                <a:cubicBezTo>
                  <a:pt x="498385" y="109910"/>
                  <a:pt x="495868" y="110888"/>
                  <a:pt x="493835" y="112844"/>
                </a:cubicBezTo>
                <a:cubicBezTo>
                  <a:pt x="491801" y="114801"/>
                  <a:pt x="490784" y="117138"/>
                  <a:pt x="490784" y="119854"/>
                </a:cubicBezTo>
                <a:cubicBezTo>
                  <a:pt x="490784" y="122242"/>
                  <a:pt x="491701" y="124199"/>
                  <a:pt x="493535" y="125724"/>
                </a:cubicBezTo>
                <a:cubicBezTo>
                  <a:pt x="495368" y="127249"/>
                  <a:pt x="498352" y="128011"/>
                  <a:pt x="502485" y="128011"/>
                </a:cubicBezTo>
                <a:lnTo>
                  <a:pt x="519787" y="127811"/>
                </a:lnTo>
                <a:cubicBezTo>
                  <a:pt x="533788" y="127811"/>
                  <a:pt x="543422" y="129348"/>
                  <a:pt x="548689" y="132421"/>
                </a:cubicBezTo>
                <a:cubicBezTo>
                  <a:pt x="556223" y="136694"/>
                  <a:pt x="559990" y="143273"/>
                  <a:pt x="559990" y="152157"/>
                </a:cubicBezTo>
                <a:cubicBezTo>
                  <a:pt x="559990" y="157835"/>
                  <a:pt x="558257" y="162995"/>
                  <a:pt x="554790" y="167637"/>
                </a:cubicBezTo>
                <a:cubicBezTo>
                  <a:pt x="551323" y="172279"/>
                  <a:pt x="546756" y="175702"/>
                  <a:pt x="541089" y="177907"/>
                </a:cubicBezTo>
                <a:cubicBezTo>
                  <a:pt x="532488" y="181180"/>
                  <a:pt x="522587" y="182816"/>
                  <a:pt x="511386" y="182816"/>
                </a:cubicBezTo>
                <a:cubicBezTo>
                  <a:pt x="502985" y="182816"/>
                  <a:pt x="495318" y="182000"/>
                  <a:pt x="488384" y="180366"/>
                </a:cubicBezTo>
                <a:cubicBezTo>
                  <a:pt x="481450" y="178733"/>
                  <a:pt x="476483" y="176465"/>
                  <a:pt x="473483" y="173562"/>
                </a:cubicBezTo>
                <a:cubicBezTo>
                  <a:pt x="470482" y="170662"/>
                  <a:pt x="468982" y="167611"/>
                  <a:pt x="468982" y="164408"/>
                </a:cubicBezTo>
                <a:cubicBezTo>
                  <a:pt x="468982" y="161341"/>
                  <a:pt x="470132" y="158590"/>
                  <a:pt x="472433" y="156155"/>
                </a:cubicBezTo>
                <a:cubicBezTo>
                  <a:pt x="474733" y="153721"/>
                  <a:pt x="479017" y="151671"/>
                  <a:pt x="485284" y="150004"/>
                </a:cubicBezTo>
                <a:cubicBezTo>
                  <a:pt x="476616" y="145737"/>
                  <a:pt x="472283" y="139804"/>
                  <a:pt x="472283" y="132206"/>
                </a:cubicBezTo>
                <a:cubicBezTo>
                  <a:pt x="472283" y="127605"/>
                  <a:pt x="474049" y="123139"/>
                  <a:pt x="477583" y="118807"/>
                </a:cubicBezTo>
                <a:cubicBezTo>
                  <a:pt x="481117" y="114474"/>
                  <a:pt x="486717" y="110707"/>
                  <a:pt x="494385" y="107506"/>
                </a:cubicBezTo>
                <a:cubicBezTo>
                  <a:pt x="485450" y="104235"/>
                  <a:pt x="478983" y="99929"/>
                  <a:pt x="474983" y="94587"/>
                </a:cubicBezTo>
                <a:cubicBezTo>
                  <a:pt x="470983" y="89244"/>
                  <a:pt x="468982" y="83068"/>
                  <a:pt x="468982" y="76057"/>
                </a:cubicBezTo>
                <a:cubicBezTo>
                  <a:pt x="468982" y="66910"/>
                  <a:pt x="472716" y="58981"/>
                  <a:pt x="480183" y="52270"/>
                </a:cubicBezTo>
                <a:cubicBezTo>
                  <a:pt x="487651" y="45559"/>
                  <a:pt x="497252" y="42204"/>
                  <a:pt x="508986" y="42204"/>
                </a:cubicBezTo>
                <a:cubicBezTo>
                  <a:pt x="515186" y="42204"/>
                  <a:pt x="521587" y="43537"/>
                  <a:pt x="528188" y="46204"/>
                </a:cubicBezTo>
                <a:moveTo>
                  <a:pt x="510886" y="48604"/>
                </a:moveTo>
                <a:cubicBezTo>
                  <a:pt x="507019" y="48604"/>
                  <a:pt x="503752" y="50551"/>
                  <a:pt x="501085" y="54445"/>
                </a:cubicBezTo>
                <a:cubicBezTo>
                  <a:pt x="498418" y="58337"/>
                  <a:pt x="497085" y="66407"/>
                  <a:pt x="497085" y="78654"/>
                </a:cubicBezTo>
                <a:cubicBezTo>
                  <a:pt x="497085" y="88569"/>
                  <a:pt x="498402" y="95374"/>
                  <a:pt x="501035" y="99068"/>
                </a:cubicBezTo>
                <a:cubicBezTo>
                  <a:pt x="503669" y="102762"/>
                  <a:pt x="506786" y="104609"/>
                  <a:pt x="510386" y="104609"/>
                </a:cubicBezTo>
                <a:cubicBezTo>
                  <a:pt x="514386" y="104609"/>
                  <a:pt x="517720" y="102779"/>
                  <a:pt x="520387" y="99118"/>
                </a:cubicBezTo>
                <a:cubicBezTo>
                  <a:pt x="523054" y="95457"/>
                  <a:pt x="524387" y="88336"/>
                  <a:pt x="524387" y="77754"/>
                </a:cubicBezTo>
                <a:cubicBezTo>
                  <a:pt x="524387" y="65842"/>
                  <a:pt x="522887" y="57723"/>
                  <a:pt x="519887" y="53395"/>
                </a:cubicBezTo>
                <a:cubicBezTo>
                  <a:pt x="517753" y="50201"/>
                  <a:pt x="514753" y="48604"/>
                  <a:pt x="510886" y="48604"/>
                </a:cubicBezTo>
                <a:moveTo>
                  <a:pt x="504986" y="152414"/>
                </a:moveTo>
                <a:cubicBezTo>
                  <a:pt x="498185" y="152414"/>
                  <a:pt x="493685" y="152978"/>
                  <a:pt x="491484" y="154108"/>
                </a:cubicBezTo>
                <a:cubicBezTo>
                  <a:pt x="487684" y="156164"/>
                  <a:pt x="485784" y="158952"/>
                  <a:pt x="485784" y="162471"/>
                </a:cubicBezTo>
                <a:cubicBezTo>
                  <a:pt x="485784" y="165856"/>
                  <a:pt x="487751" y="168927"/>
                  <a:pt x="491684" y="171681"/>
                </a:cubicBezTo>
                <a:cubicBezTo>
                  <a:pt x="495618" y="174437"/>
                  <a:pt x="503019" y="175816"/>
                  <a:pt x="513886" y="175816"/>
                </a:cubicBezTo>
                <a:cubicBezTo>
                  <a:pt x="523154" y="175816"/>
                  <a:pt x="530438" y="174587"/>
                  <a:pt x="535738" y="172131"/>
                </a:cubicBezTo>
                <a:cubicBezTo>
                  <a:pt x="541039" y="169675"/>
                  <a:pt x="543689" y="166222"/>
                  <a:pt x="543689" y="161774"/>
                </a:cubicBezTo>
                <a:cubicBezTo>
                  <a:pt x="543689" y="160115"/>
                  <a:pt x="543189" y="158721"/>
                  <a:pt x="542189" y="157592"/>
                </a:cubicBezTo>
                <a:cubicBezTo>
                  <a:pt x="540389" y="155600"/>
                  <a:pt x="537672" y="154239"/>
                  <a:pt x="534038" y="153507"/>
                </a:cubicBezTo>
                <a:cubicBezTo>
                  <a:pt x="530404" y="152778"/>
                  <a:pt x="520720" y="152414"/>
                  <a:pt x="504986" y="152414"/>
                </a:cubicBezTo>
                <a:close/>
                <a:moveTo>
                  <a:pt x="649798" y="88408"/>
                </a:moveTo>
                <a:lnTo>
                  <a:pt x="598494" y="88408"/>
                </a:lnTo>
                <a:cubicBezTo>
                  <a:pt x="599094" y="100842"/>
                  <a:pt x="602394" y="110669"/>
                  <a:pt x="608395" y="117889"/>
                </a:cubicBezTo>
                <a:cubicBezTo>
                  <a:pt x="612995" y="123437"/>
                  <a:pt x="618529" y="126211"/>
                  <a:pt x="624996" y="126211"/>
                </a:cubicBezTo>
                <a:cubicBezTo>
                  <a:pt x="628997" y="126211"/>
                  <a:pt x="632630" y="125094"/>
                  <a:pt x="635897" y="122861"/>
                </a:cubicBezTo>
                <a:cubicBezTo>
                  <a:pt x="639164" y="120627"/>
                  <a:pt x="642664" y="116610"/>
                  <a:pt x="646398" y="110810"/>
                </a:cubicBezTo>
                <a:lnTo>
                  <a:pt x="649798" y="113010"/>
                </a:lnTo>
                <a:cubicBezTo>
                  <a:pt x="644731" y="123344"/>
                  <a:pt x="639131" y="130662"/>
                  <a:pt x="632997" y="134962"/>
                </a:cubicBezTo>
                <a:cubicBezTo>
                  <a:pt x="626863" y="139262"/>
                  <a:pt x="619762" y="141413"/>
                  <a:pt x="611695" y="141413"/>
                </a:cubicBezTo>
                <a:cubicBezTo>
                  <a:pt x="597827" y="141413"/>
                  <a:pt x="587326" y="136074"/>
                  <a:pt x="580192" y="125396"/>
                </a:cubicBezTo>
                <a:cubicBezTo>
                  <a:pt x="574458" y="116786"/>
                  <a:pt x="571591" y="106108"/>
                  <a:pt x="571591" y="93361"/>
                </a:cubicBezTo>
                <a:cubicBezTo>
                  <a:pt x="571591" y="77743"/>
                  <a:pt x="575808" y="65313"/>
                  <a:pt x="584243" y="56071"/>
                </a:cubicBezTo>
                <a:cubicBezTo>
                  <a:pt x="592677" y="46826"/>
                  <a:pt x="602561" y="42204"/>
                  <a:pt x="613895" y="42204"/>
                </a:cubicBezTo>
                <a:cubicBezTo>
                  <a:pt x="623363" y="42204"/>
                  <a:pt x="631580" y="46087"/>
                  <a:pt x="638547" y="53855"/>
                </a:cubicBezTo>
                <a:cubicBezTo>
                  <a:pt x="645515" y="61622"/>
                  <a:pt x="649265" y="73140"/>
                  <a:pt x="649798" y="88408"/>
                </a:cubicBezTo>
                <a:moveTo>
                  <a:pt x="625196" y="81807"/>
                </a:moveTo>
                <a:cubicBezTo>
                  <a:pt x="625196" y="71073"/>
                  <a:pt x="624613" y="63706"/>
                  <a:pt x="623446" y="59705"/>
                </a:cubicBezTo>
                <a:cubicBezTo>
                  <a:pt x="622279" y="55705"/>
                  <a:pt x="620462" y="52671"/>
                  <a:pt x="617996" y="50605"/>
                </a:cubicBezTo>
                <a:cubicBezTo>
                  <a:pt x="616595" y="49404"/>
                  <a:pt x="614729" y="48804"/>
                  <a:pt x="612395" y="48804"/>
                </a:cubicBezTo>
                <a:cubicBezTo>
                  <a:pt x="608928" y="48804"/>
                  <a:pt x="606095" y="50505"/>
                  <a:pt x="603894" y="53905"/>
                </a:cubicBezTo>
                <a:cubicBezTo>
                  <a:pt x="599961" y="59839"/>
                  <a:pt x="597994" y="67973"/>
                  <a:pt x="597994" y="78307"/>
                </a:cubicBezTo>
                <a:lnTo>
                  <a:pt x="597994" y="81807"/>
                </a:lnTo>
                <a:lnTo>
                  <a:pt x="625196" y="81807"/>
                </a:lnTo>
                <a:close/>
                <a:moveTo>
                  <a:pt x="761370" y="10601"/>
                </a:moveTo>
                <a:lnTo>
                  <a:pt x="761370" y="45004"/>
                </a:lnTo>
                <a:lnTo>
                  <a:pt x="783572" y="45004"/>
                </a:lnTo>
                <a:lnTo>
                  <a:pt x="783572" y="54805"/>
                </a:lnTo>
                <a:lnTo>
                  <a:pt x="761370" y="54805"/>
                </a:lnTo>
                <a:lnTo>
                  <a:pt x="761370" y="112666"/>
                </a:lnTo>
                <a:cubicBezTo>
                  <a:pt x="761370" y="118081"/>
                  <a:pt x="761620" y="121574"/>
                  <a:pt x="762120" y="123145"/>
                </a:cubicBezTo>
                <a:cubicBezTo>
                  <a:pt x="762620" y="124716"/>
                  <a:pt x="763503" y="125987"/>
                  <a:pt x="764770" y="126958"/>
                </a:cubicBezTo>
                <a:cubicBezTo>
                  <a:pt x="766037" y="127927"/>
                  <a:pt x="767204" y="128411"/>
                  <a:pt x="768270" y="128411"/>
                </a:cubicBezTo>
                <a:cubicBezTo>
                  <a:pt x="772604" y="128411"/>
                  <a:pt x="776705" y="125078"/>
                  <a:pt x="780572" y="118411"/>
                </a:cubicBezTo>
                <a:lnTo>
                  <a:pt x="783572" y="120633"/>
                </a:lnTo>
                <a:cubicBezTo>
                  <a:pt x="778171" y="133553"/>
                  <a:pt x="769404" y="140012"/>
                  <a:pt x="757270" y="140012"/>
                </a:cubicBezTo>
                <a:cubicBezTo>
                  <a:pt x="751336" y="140012"/>
                  <a:pt x="746319" y="138357"/>
                  <a:pt x="742218" y="135046"/>
                </a:cubicBezTo>
                <a:cubicBezTo>
                  <a:pt x="738118" y="131734"/>
                  <a:pt x="735501" y="128036"/>
                  <a:pt x="734367" y="123955"/>
                </a:cubicBezTo>
                <a:cubicBezTo>
                  <a:pt x="733701" y="121680"/>
                  <a:pt x="733367" y="115524"/>
                  <a:pt x="733367" y="105488"/>
                </a:cubicBezTo>
                <a:lnTo>
                  <a:pt x="733367" y="54805"/>
                </a:lnTo>
                <a:lnTo>
                  <a:pt x="721166" y="54805"/>
                </a:lnTo>
                <a:lnTo>
                  <a:pt x="721166" y="51295"/>
                </a:lnTo>
                <a:cubicBezTo>
                  <a:pt x="729567" y="45349"/>
                  <a:pt x="736718" y="39101"/>
                  <a:pt x="742618" y="32553"/>
                </a:cubicBezTo>
                <a:cubicBezTo>
                  <a:pt x="748519" y="26004"/>
                  <a:pt x="753669" y="18687"/>
                  <a:pt x="758070" y="10601"/>
                </a:cubicBezTo>
                <a:lnTo>
                  <a:pt x="761370" y="10601"/>
                </a:lnTo>
                <a:close/>
                <a:moveTo>
                  <a:pt x="836575" y="42204"/>
                </a:moveTo>
                <a:cubicBezTo>
                  <a:pt x="844709" y="42204"/>
                  <a:pt x="852277" y="44306"/>
                  <a:pt x="859277" y="48511"/>
                </a:cubicBezTo>
                <a:cubicBezTo>
                  <a:pt x="866278" y="52715"/>
                  <a:pt x="871595" y="58689"/>
                  <a:pt x="875229" y="66431"/>
                </a:cubicBezTo>
                <a:cubicBezTo>
                  <a:pt x="878862" y="74173"/>
                  <a:pt x="880679" y="82649"/>
                  <a:pt x="880679" y="91858"/>
                </a:cubicBezTo>
                <a:cubicBezTo>
                  <a:pt x="880679" y="105139"/>
                  <a:pt x="877312" y="116251"/>
                  <a:pt x="870578" y="125196"/>
                </a:cubicBezTo>
                <a:cubicBezTo>
                  <a:pt x="862444" y="136007"/>
                  <a:pt x="851210" y="141413"/>
                  <a:pt x="836875" y="141413"/>
                </a:cubicBezTo>
                <a:cubicBezTo>
                  <a:pt x="822807" y="141413"/>
                  <a:pt x="811973" y="136474"/>
                  <a:pt x="804372" y="126596"/>
                </a:cubicBezTo>
                <a:cubicBezTo>
                  <a:pt x="796772" y="116718"/>
                  <a:pt x="792971" y="105272"/>
                  <a:pt x="792971" y="92258"/>
                </a:cubicBezTo>
                <a:cubicBezTo>
                  <a:pt x="792971" y="78845"/>
                  <a:pt x="796855" y="67149"/>
                  <a:pt x="804622" y="57171"/>
                </a:cubicBezTo>
                <a:cubicBezTo>
                  <a:pt x="812390" y="47193"/>
                  <a:pt x="823041" y="42204"/>
                  <a:pt x="836575" y="42204"/>
                </a:cubicBezTo>
                <a:moveTo>
                  <a:pt x="836975" y="49204"/>
                </a:moveTo>
                <a:cubicBezTo>
                  <a:pt x="833575" y="49204"/>
                  <a:pt x="830658" y="50490"/>
                  <a:pt x="828225" y="53061"/>
                </a:cubicBezTo>
                <a:cubicBezTo>
                  <a:pt x="825791" y="55630"/>
                  <a:pt x="824191" y="60702"/>
                  <a:pt x="823424" y="68278"/>
                </a:cubicBezTo>
                <a:cubicBezTo>
                  <a:pt x="822657" y="75854"/>
                  <a:pt x="822274" y="86384"/>
                  <a:pt x="822274" y="99868"/>
                </a:cubicBezTo>
                <a:cubicBezTo>
                  <a:pt x="822274" y="107011"/>
                  <a:pt x="822741" y="113686"/>
                  <a:pt x="823674" y="119895"/>
                </a:cubicBezTo>
                <a:cubicBezTo>
                  <a:pt x="824408" y="124633"/>
                  <a:pt x="825974" y="128237"/>
                  <a:pt x="828375" y="130709"/>
                </a:cubicBezTo>
                <a:cubicBezTo>
                  <a:pt x="830775" y="133178"/>
                  <a:pt x="833508" y="134412"/>
                  <a:pt x="836575" y="134412"/>
                </a:cubicBezTo>
                <a:cubicBezTo>
                  <a:pt x="839576" y="134412"/>
                  <a:pt x="842076" y="133578"/>
                  <a:pt x="844076" y="131909"/>
                </a:cubicBezTo>
                <a:cubicBezTo>
                  <a:pt x="846676" y="129640"/>
                  <a:pt x="848410" y="126469"/>
                  <a:pt x="849276" y="122395"/>
                </a:cubicBezTo>
                <a:cubicBezTo>
                  <a:pt x="850610" y="116055"/>
                  <a:pt x="851277" y="103239"/>
                  <a:pt x="851277" y="83948"/>
                </a:cubicBezTo>
                <a:cubicBezTo>
                  <a:pt x="851277" y="72601"/>
                  <a:pt x="850643" y="64809"/>
                  <a:pt x="849376" y="60571"/>
                </a:cubicBezTo>
                <a:cubicBezTo>
                  <a:pt x="848110" y="56331"/>
                  <a:pt x="846243" y="53243"/>
                  <a:pt x="843776" y="51308"/>
                </a:cubicBezTo>
                <a:cubicBezTo>
                  <a:pt x="842042" y="49905"/>
                  <a:pt x="839776" y="49204"/>
                  <a:pt x="836975" y="492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anotherplan">
            <a:extLst xmlns:a="http://schemas.openxmlformats.org/drawingml/2006/main">
              <a:ext uri="{FF2B5EF4-FFF2-40B4-BE49-F238E27FC236}">
                <a16:creationId xmlns:a16="http://schemas.microsoft.com/office/drawing/2014/main" id="{CF6A0FDC-FAF7-4093-A960-85F2DB5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373" y="6472310"/>
            <a:ext cx="1105678" cy="179416"/>
          </a:xfrm>
          <a:custGeom xmlns:a="http://schemas.openxmlformats.org/drawingml/2006/main">
            <a:pathLst>
              <a:path w="1105678" h="179416">
                <a:moveTo>
                  <a:pt x="49304" y="121811"/>
                </a:moveTo>
                <a:cubicBezTo>
                  <a:pt x="37903" y="131945"/>
                  <a:pt x="27669" y="137012"/>
                  <a:pt x="18602" y="137012"/>
                </a:cubicBezTo>
                <a:cubicBezTo>
                  <a:pt x="13268" y="137012"/>
                  <a:pt x="8834" y="135257"/>
                  <a:pt x="5300" y="131746"/>
                </a:cubicBezTo>
                <a:cubicBezTo>
                  <a:pt x="1767" y="128233"/>
                  <a:pt x="0" y="123835"/>
                  <a:pt x="0" y="118551"/>
                </a:cubicBezTo>
                <a:cubicBezTo>
                  <a:pt x="0" y="111392"/>
                  <a:pt x="3067" y="104953"/>
                  <a:pt x="9201" y="99234"/>
                </a:cubicBezTo>
                <a:cubicBezTo>
                  <a:pt x="15335" y="93515"/>
                  <a:pt x="28703" y="85906"/>
                  <a:pt x="49304" y="76407"/>
                </a:cubicBezTo>
                <a:lnTo>
                  <a:pt x="49304" y="67006"/>
                </a:lnTo>
                <a:cubicBezTo>
                  <a:pt x="49304" y="59939"/>
                  <a:pt x="48921" y="55488"/>
                  <a:pt x="48154" y="53655"/>
                </a:cubicBezTo>
                <a:cubicBezTo>
                  <a:pt x="47388" y="51821"/>
                  <a:pt x="45937" y="50221"/>
                  <a:pt x="43804" y="48854"/>
                </a:cubicBezTo>
                <a:cubicBezTo>
                  <a:pt x="41670" y="47488"/>
                  <a:pt x="39270" y="46804"/>
                  <a:pt x="36603" y="46804"/>
                </a:cubicBezTo>
                <a:cubicBezTo>
                  <a:pt x="32270" y="46804"/>
                  <a:pt x="28703" y="47771"/>
                  <a:pt x="25902" y="49704"/>
                </a:cubicBezTo>
                <a:cubicBezTo>
                  <a:pt x="24169" y="50905"/>
                  <a:pt x="23302" y="52305"/>
                  <a:pt x="23302" y="53905"/>
                </a:cubicBezTo>
                <a:cubicBezTo>
                  <a:pt x="23302" y="55305"/>
                  <a:pt x="24235" y="57038"/>
                  <a:pt x="26102" y="59105"/>
                </a:cubicBezTo>
                <a:cubicBezTo>
                  <a:pt x="28636" y="61972"/>
                  <a:pt x="29903" y="64739"/>
                  <a:pt x="29903" y="67406"/>
                </a:cubicBezTo>
                <a:cubicBezTo>
                  <a:pt x="29903" y="70673"/>
                  <a:pt x="28686" y="73457"/>
                  <a:pt x="26252" y="75757"/>
                </a:cubicBezTo>
                <a:cubicBezTo>
                  <a:pt x="23819" y="78057"/>
                  <a:pt x="20635" y="79207"/>
                  <a:pt x="16701" y="79207"/>
                </a:cubicBezTo>
                <a:cubicBezTo>
                  <a:pt x="12501" y="79207"/>
                  <a:pt x="8984" y="77940"/>
                  <a:pt x="6151" y="75407"/>
                </a:cubicBezTo>
                <a:cubicBezTo>
                  <a:pt x="3317" y="72873"/>
                  <a:pt x="1900" y="69906"/>
                  <a:pt x="1900" y="66506"/>
                </a:cubicBezTo>
                <a:cubicBezTo>
                  <a:pt x="1900" y="61706"/>
                  <a:pt x="3800" y="57122"/>
                  <a:pt x="7601" y="52755"/>
                </a:cubicBezTo>
                <a:cubicBezTo>
                  <a:pt x="11401" y="48388"/>
                  <a:pt x="16701" y="45037"/>
                  <a:pt x="23502" y="42704"/>
                </a:cubicBezTo>
                <a:cubicBezTo>
                  <a:pt x="30303" y="40370"/>
                  <a:pt x="37370" y="39204"/>
                  <a:pt x="44704" y="39204"/>
                </a:cubicBezTo>
                <a:cubicBezTo>
                  <a:pt x="53571" y="39204"/>
                  <a:pt x="60589" y="41092"/>
                  <a:pt x="65756" y="44870"/>
                </a:cubicBezTo>
                <a:cubicBezTo>
                  <a:pt x="70923" y="48645"/>
                  <a:pt x="74273" y="52738"/>
                  <a:pt x="75807" y="57149"/>
                </a:cubicBezTo>
                <a:cubicBezTo>
                  <a:pt x="76740" y="59955"/>
                  <a:pt x="77207" y="66404"/>
                  <a:pt x="77207" y="76494"/>
                </a:cubicBezTo>
                <a:lnTo>
                  <a:pt x="77207" y="112882"/>
                </a:lnTo>
                <a:cubicBezTo>
                  <a:pt x="77207" y="117159"/>
                  <a:pt x="77374" y="119850"/>
                  <a:pt x="77707" y="120955"/>
                </a:cubicBezTo>
                <a:cubicBezTo>
                  <a:pt x="78040" y="122057"/>
                  <a:pt x="78540" y="122876"/>
                  <a:pt x="79207" y="123411"/>
                </a:cubicBezTo>
                <a:cubicBezTo>
                  <a:pt x="79874" y="123944"/>
                  <a:pt x="80641" y="124211"/>
                  <a:pt x="81507" y="124211"/>
                </a:cubicBezTo>
                <a:cubicBezTo>
                  <a:pt x="83241" y="124211"/>
                  <a:pt x="85008" y="122978"/>
                  <a:pt x="86808" y="120511"/>
                </a:cubicBezTo>
                <a:lnTo>
                  <a:pt x="89808" y="122911"/>
                </a:lnTo>
                <a:cubicBezTo>
                  <a:pt x="86474" y="127845"/>
                  <a:pt x="83024" y="131428"/>
                  <a:pt x="79457" y="133662"/>
                </a:cubicBezTo>
                <a:cubicBezTo>
                  <a:pt x="75890" y="135895"/>
                  <a:pt x="71840" y="137012"/>
                  <a:pt x="67306" y="137012"/>
                </a:cubicBezTo>
                <a:cubicBezTo>
                  <a:pt x="61972" y="137012"/>
                  <a:pt x="57805" y="135754"/>
                  <a:pt x="54805" y="133237"/>
                </a:cubicBezTo>
                <a:cubicBezTo>
                  <a:pt x="51805" y="130720"/>
                  <a:pt x="49971" y="126911"/>
                  <a:pt x="49304" y="121811"/>
                </a:cubicBezTo>
                <a:moveTo>
                  <a:pt x="49304" y="114410"/>
                </a:moveTo>
                <a:lnTo>
                  <a:pt x="49304" y="83126"/>
                </a:lnTo>
                <a:cubicBezTo>
                  <a:pt x="41237" y="87883"/>
                  <a:pt x="35236" y="92975"/>
                  <a:pt x="31303" y="98403"/>
                </a:cubicBezTo>
                <a:cubicBezTo>
                  <a:pt x="28703" y="102020"/>
                  <a:pt x="27402" y="105671"/>
                  <a:pt x="27402" y="109357"/>
                </a:cubicBezTo>
                <a:cubicBezTo>
                  <a:pt x="27402" y="112438"/>
                  <a:pt x="28503" y="115152"/>
                  <a:pt x="30703" y="117498"/>
                </a:cubicBezTo>
                <a:cubicBezTo>
                  <a:pt x="32370" y="119306"/>
                  <a:pt x="34703" y="120211"/>
                  <a:pt x="37703" y="120211"/>
                </a:cubicBezTo>
                <a:cubicBezTo>
                  <a:pt x="41037" y="120211"/>
                  <a:pt x="44904" y="118277"/>
                  <a:pt x="49304" y="114410"/>
                </a:cubicBezTo>
                <a:close/>
                <a:moveTo>
                  <a:pt x="138311" y="42004"/>
                </a:moveTo>
                <a:lnTo>
                  <a:pt x="138311" y="54205"/>
                </a:lnTo>
                <a:cubicBezTo>
                  <a:pt x="143112" y="48969"/>
                  <a:pt x="147712" y="45160"/>
                  <a:pt x="152113" y="42779"/>
                </a:cubicBezTo>
                <a:cubicBezTo>
                  <a:pt x="156513" y="40395"/>
                  <a:pt x="161247" y="39204"/>
                  <a:pt x="166314" y="39204"/>
                </a:cubicBezTo>
                <a:cubicBezTo>
                  <a:pt x="172381" y="39204"/>
                  <a:pt x="177415" y="40889"/>
                  <a:pt x="181415" y="44260"/>
                </a:cubicBezTo>
                <a:cubicBezTo>
                  <a:pt x="185416" y="47631"/>
                  <a:pt x="188083" y="51820"/>
                  <a:pt x="189416" y="56827"/>
                </a:cubicBezTo>
                <a:cubicBezTo>
                  <a:pt x="190483" y="60634"/>
                  <a:pt x="191016" y="67945"/>
                  <a:pt x="191016" y="78760"/>
                </a:cubicBezTo>
                <a:lnTo>
                  <a:pt x="191016" y="115210"/>
                </a:lnTo>
                <a:cubicBezTo>
                  <a:pt x="191016" y="122411"/>
                  <a:pt x="191666" y="126895"/>
                  <a:pt x="192966" y="128661"/>
                </a:cubicBezTo>
                <a:cubicBezTo>
                  <a:pt x="194266" y="130428"/>
                  <a:pt x="196983" y="131545"/>
                  <a:pt x="201117" y="132012"/>
                </a:cubicBezTo>
                <a:lnTo>
                  <a:pt x="201117" y="135612"/>
                </a:lnTo>
                <a:lnTo>
                  <a:pt x="153813" y="135612"/>
                </a:lnTo>
                <a:lnTo>
                  <a:pt x="153813" y="132012"/>
                </a:lnTo>
                <a:cubicBezTo>
                  <a:pt x="157346" y="131545"/>
                  <a:pt x="159880" y="130078"/>
                  <a:pt x="161413" y="127611"/>
                </a:cubicBezTo>
                <a:cubicBezTo>
                  <a:pt x="162480" y="125945"/>
                  <a:pt x="163014" y="121811"/>
                  <a:pt x="163014" y="115210"/>
                </a:cubicBezTo>
                <a:lnTo>
                  <a:pt x="163014" y="73607"/>
                </a:lnTo>
                <a:cubicBezTo>
                  <a:pt x="163014" y="65939"/>
                  <a:pt x="162714" y="61105"/>
                  <a:pt x="162114" y="59105"/>
                </a:cubicBezTo>
                <a:cubicBezTo>
                  <a:pt x="161514" y="57105"/>
                  <a:pt x="160497" y="55555"/>
                  <a:pt x="159063" y="54455"/>
                </a:cubicBezTo>
                <a:cubicBezTo>
                  <a:pt x="157630" y="53355"/>
                  <a:pt x="156046" y="52805"/>
                  <a:pt x="154313" y="52805"/>
                </a:cubicBezTo>
                <a:cubicBezTo>
                  <a:pt x="148579" y="52805"/>
                  <a:pt x="143245" y="56938"/>
                  <a:pt x="138311" y="65206"/>
                </a:cubicBezTo>
                <a:lnTo>
                  <a:pt x="138311" y="115210"/>
                </a:lnTo>
                <a:cubicBezTo>
                  <a:pt x="138311" y="122211"/>
                  <a:pt x="138961" y="126645"/>
                  <a:pt x="140262" y="128511"/>
                </a:cubicBezTo>
                <a:cubicBezTo>
                  <a:pt x="141562" y="130378"/>
                  <a:pt x="143979" y="131545"/>
                  <a:pt x="147512" y="132012"/>
                </a:cubicBezTo>
                <a:lnTo>
                  <a:pt x="147512" y="135612"/>
                </a:lnTo>
                <a:lnTo>
                  <a:pt x="100208" y="135612"/>
                </a:lnTo>
                <a:lnTo>
                  <a:pt x="100208" y="132012"/>
                </a:lnTo>
                <a:cubicBezTo>
                  <a:pt x="104142" y="131612"/>
                  <a:pt x="106942" y="130345"/>
                  <a:pt x="108609" y="128211"/>
                </a:cubicBezTo>
                <a:cubicBezTo>
                  <a:pt x="109742" y="126745"/>
                  <a:pt x="110309" y="122411"/>
                  <a:pt x="110309" y="115210"/>
                </a:cubicBezTo>
                <a:lnTo>
                  <a:pt x="110309" y="62406"/>
                </a:lnTo>
                <a:cubicBezTo>
                  <a:pt x="110309" y="55253"/>
                  <a:pt x="109659" y="50799"/>
                  <a:pt x="108359" y="49045"/>
                </a:cubicBezTo>
                <a:cubicBezTo>
                  <a:pt x="107059" y="47291"/>
                  <a:pt x="104342" y="46144"/>
                  <a:pt x="100208" y="45604"/>
                </a:cubicBezTo>
                <a:lnTo>
                  <a:pt x="100208" y="42004"/>
                </a:lnTo>
                <a:lnTo>
                  <a:pt x="138311" y="42004"/>
                </a:lnTo>
                <a:close/>
                <a:moveTo>
                  <a:pt x="255163" y="39204"/>
                </a:moveTo>
                <a:cubicBezTo>
                  <a:pt x="263297" y="39204"/>
                  <a:pt x="270864" y="41306"/>
                  <a:pt x="277865" y="45510"/>
                </a:cubicBezTo>
                <a:cubicBezTo>
                  <a:pt x="284866" y="49715"/>
                  <a:pt x="290183" y="55688"/>
                  <a:pt x="293816" y="63431"/>
                </a:cubicBezTo>
                <a:cubicBezTo>
                  <a:pt x="297450" y="71173"/>
                  <a:pt x="299267" y="79649"/>
                  <a:pt x="299267" y="88858"/>
                </a:cubicBezTo>
                <a:cubicBezTo>
                  <a:pt x="299267" y="102138"/>
                  <a:pt x="295900" y="113251"/>
                  <a:pt x="289166" y="122195"/>
                </a:cubicBezTo>
                <a:cubicBezTo>
                  <a:pt x="281032" y="133007"/>
                  <a:pt x="269798" y="138412"/>
                  <a:pt x="255463" y="138412"/>
                </a:cubicBezTo>
                <a:cubicBezTo>
                  <a:pt x="241395" y="138412"/>
                  <a:pt x="230561" y="133473"/>
                  <a:pt x="222960" y="123595"/>
                </a:cubicBezTo>
                <a:cubicBezTo>
                  <a:pt x="215359" y="113717"/>
                  <a:pt x="211559" y="102272"/>
                  <a:pt x="211559" y="89258"/>
                </a:cubicBezTo>
                <a:cubicBezTo>
                  <a:pt x="211559" y="75844"/>
                  <a:pt x="215443" y="64148"/>
                  <a:pt x="223210" y="54170"/>
                </a:cubicBezTo>
                <a:cubicBezTo>
                  <a:pt x="230977" y="44192"/>
                  <a:pt x="241628" y="39204"/>
                  <a:pt x="255163" y="39204"/>
                </a:cubicBezTo>
                <a:moveTo>
                  <a:pt x="255563" y="46204"/>
                </a:moveTo>
                <a:cubicBezTo>
                  <a:pt x="252163" y="46204"/>
                  <a:pt x="249246" y="47490"/>
                  <a:pt x="246812" y="50061"/>
                </a:cubicBezTo>
                <a:cubicBezTo>
                  <a:pt x="244379" y="52630"/>
                  <a:pt x="242779" y="57702"/>
                  <a:pt x="242012" y="65278"/>
                </a:cubicBezTo>
                <a:cubicBezTo>
                  <a:pt x="241245" y="72853"/>
                  <a:pt x="240862" y="83383"/>
                  <a:pt x="240862" y="96868"/>
                </a:cubicBezTo>
                <a:cubicBezTo>
                  <a:pt x="240862" y="104010"/>
                  <a:pt x="241328" y="110686"/>
                  <a:pt x="242262" y="116895"/>
                </a:cubicBezTo>
                <a:cubicBezTo>
                  <a:pt x="242995" y="121633"/>
                  <a:pt x="244562" y="125237"/>
                  <a:pt x="246962" y="127708"/>
                </a:cubicBezTo>
                <a:cubicBezTo>
                  <a:pt x="249362" y="130177"/>
                  <a:pt x="252096" y="131412"/>
                  <a:pt x="255163" y="131412"/>
                </a:cubicBezTo>
                <a:cubicBezTo>
                  <a:pt x="258163" y="131412"/>
                  <a:pt x="260663" y="130577"/>
                  <a:pt x="262664" y="128908"/>
                </a:cubicBezTo>
                <a:cubicBezTo>
                  <a:pt x="265264" y="126639"/>
                  <a:pt x="266997" y="123468"/>
                  <a:pt x="267864" y="119395"/>
                </a:cubicBezTo>
                <a:cubicBezTo>
                  <a:pt x="269198" y="113055"/>
                  <a:pt x="269864" y="100239"/>
                  <a:pt x="269864" y="80948"/>
                </a:cubicBezTo>
                <a:cubicBezTo>
                  <a:pt x="269864" y="69601"/>
                  <a:pt x="269231" y="61809"/>
                  <a:pt x="267964" y="57571"/>
                </a:cubicBezTo>
                <a:cubicBezTo>
                  <a:pt x="266697" y="53331"/>
                  <a:pt x="264831" y="50243"/>
                  <a:pt x="262364" y="48307"/>
                </a:cubicBezTo>
                <a:cubicBezTo>
                  <a:pt x="260630" y="46905"/>
                  <a:pt x="258363" y="46204"/>
                  <a:pt x="255563" y="46204"/>
                </a:cubicBezTo>
                <a:close/>
                <a:moveTo>
                  <a:pt x="350571" y="7601"/>
                </a:moveTo>
                <a:lnTo>
                  <a:pt x="350571" y="42004"/>
                </a:lnTo>
                <a:lnTo>
                  <a:pt x="372773" y="42004"/>
                </a:lnTo>
                <a:lnTo>
                  <a:pt x="372773" y="51805"/>
                </a:lnTo>
                <a:lnTo>
                  <a:pt x="350571" y="51805"/>
                </a:lnTo>
                <a:lnTo>
                  <a:pt x="350571" y="109666"/>
                </a:lnTo>
                <a:cubicBezTo>
                  <a:pt x="350571" y="115081"/>
                  <a:pt x="350821" y="118574"/>
                  <a:pt x="351321" y="120145"/>
                </a:cubicBezTo>
                <a:cubicBezTo>
                  <a:pt x="351821" y="121716"/>
                  <a:pt x="352705" y="122987"/>
                  <a:pt x="353971" y="123958"/>
                </a:cubicBezTo>
                <a:cubicBezTo>
                  <a:pt x="355238" y="124927"/>
                  <a:pt x="356405" y="125411"/>
                  <a:pt x="357472" y="125411"/>
                </a:cubicBezTo>
                <a:cubicBezTo>
                  <a:pt x="361805" y="125411"/>
                  <a:pt x="365906" y="122078"/>
                  <a:pt x="369773" y="115410"/>
                </a:cubicBezTo>
                <a:lnTo>
                  <a:pt x="372773" y="117632"/>
                </a:lnTo>
                <a:cubicBezTo>
                  <a:pt x="367373" y="130552"/>
                  <a:pt x="358605" y="137012"/>
                  <a:pt x="346471" y="137012"/>
                </a:cubicBezTo>
                <a:cubicBezTo>
                  <a:pt x="340537" y="137012"/>
                  <a:pt x="335520" y="135357"/>
                  <a:pt x="331419" y="132046"/>
                </a:cubicBezTo>
                <a:cubicBezTo>
                  <a:pt x="327319" y="128733"/>
                  <a:pt x="324702" y="125036"/>
                  <a:pt x="323569" y="120955"/>
                </a:cubicBezTo>
                <a:cubicBezTo>
                  <a:pt x="322902" y="118679"/>
                  <a:pt x="322569" y="112524"/>
                  <a:pt x="322569" y="102487"/>
                </a:cubicBezTo>
                <a:lnTo>
                  <a:pt x="322569" y="51805"/>
                </a:lnTo>
                <a:lnTo>
                  <a:pt x="310368" y="51805"/>
                </a:lnTo>
                <a:lnTo>
                  <a:pt x="310368" y="48295"/>
                </a:lnTo>
                <a:cubicBezTo>
                  <a:pt x="318768" y="42349"/>
                  <a:pt x="325919" y="36101"/>
                  <a:pt x="331819" y="29553"/>
                </a:cubicBezTo>
                <a:cubicBezTo>
                  <a:pt x="337720" y="23004"/>
                  <a:pt x="342870" y="15687"/>
                  <a:pt x="347271" y="7601"/>
                </a:cubicBezTo>
                <a:lnTo>
                  <a:pt x="350571" y="7601"/>
                </a:lnTo>
                <a:close/>
                <a:moveTo>
                  <a:pt x="419876" y="0"/>
                </a:moveTo>
                <a:lnTo>
                  <a:pt x="419876" y="54105"/>
                </a:lnTo>
                <a:cubicBezTo>
                  <a:pt x="425010" y="48667"/>
                  <a:pt x="429710" y="44824"/>
                  <a:pt x="433977" y="42576"/>
                </a:cubicBezTo>
                <a:cubicBezTo>
                  <a:pt x="438244" y="40328"/>
                  <a:pt x="442678" y="39204"/>
                  <a:pt x="447278" y="39204"/>
                </a:cubicBezTo>
                <a:cubicBezTo>
                  <a:pt x="453146" y="39204"/>
                  <a:pt x="458163" y="40870"/>
                  <a:pt x="462330" y="44204"/>
                </a:cubicBezTo>
                <a:cubicBezTo>
                  <a:pt x="466497" y="47538"/>
                  <a:pt x="469264" y="51455"/>
                  <a:pt x="470631" y="55955"/>
                </a:cubicBezTo>
                <a:cubicBezTo>
                  <a:pt x="471997" y="60455"/>
                  <a:pt x="472681" y="68039"/>
                  <a:pt x="472681" y="78707"/>
                </a:cubicBezTo>
                <a:lnTo>
                  <a:pt x="472681" y="115210"/>
                </a:lnTo>
                <a:cubicBezTo>
                  <a:pt x="472681" y="122388"/>
                  <a:pt x="473347" y="126865"/>
                  <a:pt x="474681" y="128643"/>
                </a:cubicBezTo>
                <a:cubicBezTo>
                  <a:pt x="476014" y="130420"/>
                  <a:pt x="478715" y="131543"/>
                  <a:pt x="482782" y="132012"/>
                </a:cubicBezTo>
                <a:lnTo>
                  <a:pt x="482782" y="135612"/>
                </a:lnTo>
                <a:lnTo>
                  <a:pt x="435377" y="135612"/>
                </a:lnTo>
                <a:lnTo>
                  <a:pt x="435377" y="132012"/>
                </a:lnTo>
                <a:cubicBezTo>
                  <a:pt x="438711" y="131543"/>
                  <a:pt x="441211" y="130201"/>
                  <a:pt x="442878" y="127986"/>
                </a:cubicBezTo>
                <a:cubicBezTo>
                  <a:pt x="444078" y="126243"/>
                  <a:pt x="444678" y="121984"/>
                  <a:pt x="444678" y="115210"/>
                </a:cubicBezTo>
                <a:lnTo>
                  <a:pt x="444678" y="73572"/>
                </a:lnTo>
                <a:cubicBezTo>
                  <a:pt x="444678" y="65851"/>
                  <a:pt x="444378" y="61009"/>
                  <a:pt x="443778" y="59046"/>
                </a:cubicBezTo>
                <a:cubicBezTo>
                  <a:pt x="443178" y="57081"/>
                  <a:pt x="442161" y="55550"/>
                  <a:pt x="440728" y="54452"/>
                </a:cubicBezTo>
                <a:cubicBezTo>
                  <a:pt x="439294" y="53354"/>
                  <a:pt x="437678" y="52805"/>
                  <a:pt x="435877" y="52805"/>
                </a:cubicBezTo>
                <a:cubicBezTo>
                  <a:pt x="433211" y="52805"/>
                  <a:pt x="430610" y="53721"/>
                  <a:pt x="428077" y="55555"/>
                </a:cubicBezTo>
                <a:cubicBezTo>
                  <a:pt x="425543" y="57388"/>
                  <a:pt x="422810" y="60605"/>
                  <a:pt x="419876" y="65206"/>
                </a:cubicBezTo>
                <a:lnTo>
                  <a:pt x="419876" y="115210"/>
                </a:lnTo>
                <a:cubicBezTo>
                  <a:pt x="419876" y="121917"/>
                  <a:pt x="420376" y="126109"/>
                  <a:pt x="421376" y="127786"/>
                </a:cubicBezTo>
                <a:cubicBezTo>
                  <a:pt x="422643" y="130066"/>
                  <a:pt x="425243" y="131474"/>
                  <a:pt x="429177" y="132012"/>
                </a:cubicBezTo>
                <a:lnTo>
                  <a:pt x="429177" y="135612"/>
                </a:lnTo>
                <a:lnTo>
                  <a:pt x="381773" y="135612"/>
                </a:lnTo>
                <a:lnTo>
                  <a:pt x="381773" y="132012"/>
                </a:lnTo>
                <a:cubicBezTo>
                  <a:pt x="385706" y="131610"/>
                  <a:pt x="388507" y="130336"/>
                  <a:pt x="390173" y="128190"/>
                </a:cubicBezTo>
                <a:cubicBezTo>
                  <a:pt x="391307" y="126714"/>
                  <a:pt x="391874" y="122388"/>
                  <a:pt x="391874" y="115210"/>
                </a:cubicBezTo>
                <a:lnTo>
                  <a:pt x="391874" y="20402"/>
                </a:lnTo>
                <a:cubicBezTo>
                  <a:pt x="391874" y="13249"/>
                  <a:pt x="391223" y="8796"/>
                  <a:pt x="389923" y="7041"/>
                </a:cubicBezTo>
                <a:cubicBezTo>
                  <a:pt x="388623" y="5287"/>
                  <a:pt x="385906" y="4140"/>
                  <a:pt x="381773" y="3600"/>
                </a:cubicBezTo>
                <a:lnTo>
                  <a:pt x="381773" y="0"/>
                </a:lnTo>
                <a:lnTo>
                  <a:pt x="419876" y="0"/>
                </a:lnTo>
                <a:close/>
                <a:moveTo>
                  <a:pt x="571830" y="85408"/>
                </a:moveTo>
                <a:lnTo>
                  <a:pt x="520525" y="85408"/>
                </a:lnTo>
                <a:cubicBezTo>
                  <a:pt x="521125" y="97842"/>
                  <a:pt x="524426" y="107669"/>
                  <a:pt x="530426" y="114888"/>
                </a:cubicBezTo>
                <a:cubicBezTo>
                  <a:pt x="535027" y="120437"/>
                  <a:pt x="540560" y="123211"/>
                  <a:pt x="547028" y="123211"/>
                </a:cubicBezTo>
                <a:cubicBezTo>
                  <a:pt x="551028" y="123211"/>
                  <a:pt x="554662" y="122094"/>
                  <a:pt x="557929" y="119861"/>
                </a:cubicBezTo>
                <a:cubicBezTo>
                  <a:pt x="561196" y="117627"/>
                  <a:pt x="564696" y="113610"/>
                  <a:pt x="568430" y="107810"/>
                </a:cubicBezTo>
                <a:lnTo>
                  <a:pt x="571830" y="110010"/>
                </a:lnTo>
                <a:cubicBezTo>
                  <a:pt x="566763" y="120344"/>
                  <a:pt x="561162" y="127661"/>
                  <a:pt x="555028" y="131962"/>
                </a:cubicBezTo>
                <a:cubicBezTo>
                  <a:pt x="548894" y="136262"/>
                  <a:pt x="541794" y="138412"/>
                  <a:pt x="533726" y="138412"/>
                </a:cubicBezTo>
                <a:cubicBezTo>
                  <a:pt x="519859" y="138412"/>
                  <a:pt x="509358" y="133073"/>
                  <a:pt x="502224" y="122395"/>
                </a:cubicBezTo>
                <a:cubicBezTo>
                  <a:pt x="496490" y="113786"/>
                  <a:pt x="493623" y="103108"/>
                  <a:pt x="493623" y="90361"/>
                </a:cubicBezTo>
                <a:cubicBezTo>
                  <a:pt x="493623" y="74743"/>
                  <a:pt x="497840" y="62313"/>
                  <a:pt x="506274" y="53070"/>
                </a:cubicBezTo>
                <a:cubicBezTo>
                  <a:pt x="514708" y="43826"/>
                  <a:pt x="524592" y="39204"/>
                  <a:pt x="535927" y="39204"/>
                </a:cubicBezTo>
                <a:cubicBezTo>
                  <a:pt x="545394" y="39204"/>
                  <a:pt x="553612" y="43087"/>
                  <a:pt x="560579" y="50855"/>
                </a:cubicBezTo>
                <a:cubicBezTo>
                  <a:pt x="567546" y="58622"/>
                  <a:pt x="571296" y="70140"/>
                  <a:pt x="571830" y="85408"/>
                </a:cubicBezTo>
                <a:moveTo>
                  <a:pt x="547228" y="78807"/>
                </a:moveTo>
                <a:cubicBezTo>
                  <a:pt x="547228" y="68073"/>
                  <a:pt x="546644" y="60705"/>
                  <a:pt x="545478" y="56705"/>
                </a:cubicBezTo>
                <a:cubicBezTo>
                  <a:pt x="544311" y="52705"/>
                  <a:pt x="542494" y="49671"/>
                  <a:pt x="540027" y="47604"/>
                </a:cubicBezTo>
                <a:cubicBezTo>
                  <a:pt x="538627" y="46404"/>
                  <a:pt x="536760" y="45804"/>
                  <a:pt x="534427" y="45804"/>
                </a:cubicBezTo>
                <a:cubicBezTo>
                  <a:pt x="530960" y="45804"/>
                  <a:pt x="528126" y="47504"/>
                  <a:pt x="525926" y="50905"/>
                </a:cubicBezTo>
                <a:cubicBezTo>
                  <a:pt x="521992" y="56838"/>
                  <a:pt x="520025" y="64972"/>
                  <a:pt x="520025" y="75307"/>
                </a:cubicBezTo>
                <a:lnTo>
                  <a:pt x="520025" y="78807"/>
                </a:lnTo>
                <a:lnTo>
                  <a:pt x="547228" y="78807"/>
                </a:lnTo>
                <a:close/>
                <a:moveTo>
                  <a:pt x="625295" y="42004"/>
                </a:moveTo>
                <a:lnTo>
                  <a:pt x="625295" y="63206"/>
                </a:lnTo>
                <a:cubicBezTo>
                  <a:pt x="631496" y="53538"/>
                  <a:pt x="636930" y="47121"/>
                  <a:pt x="641597" y="43954"/>
                </a:cubicBezTo>
                <a:cubicBezTo>
                  <a:pt x="646264" y="40787"/>
                  <a:pt x="650764" y="39204"/>
                  <a:pt x="655098" y="39204"/>
                </a:cubicBezTo>
                <a:cubicBezTo>
                  <a:pt x="658831" y="39204"/>
                  <a:pt x="661815" y="40358"/>
                  <a:pt x="664049" y="42666"/>
                </a:cubicBezTo>
                <a:cubicBezTo>
                  <a:pt x="666282" y="44975"/>
                  <a:pt x="667399" y="48237"/>
                  <a:pt x="667399" y="52452"/>
                </a:cubicBezTo>
                <a:cubicBezTo>
                  <a:pt x="667399" y="56935"/>
                  <a:pt x="666315" y="60416"/>
                  <a:pt x="664149" y="62893"/>
                </a:cubicBezTo>
                <a:cubicBezTo>
                  <a:pt x="661982" y="65368"/>
                  <a:pt x="659365" y="66606"/>
                  <a:pt x="656298" y="66606"/>
                </a:cubicBezTo>
                <a:cubicBezTo>
                  <a:pt x="652764" y="66606"/>
                  <a:pt x="649697" y="65473"/>
                  <a:pt x="647097" y="63206"/>
                </a:cubicBezTo>
                <a:cubicBezTo>
                  <a:pt x="644497" y="60939"/>
                  <a:pt x="642963" y="59672"/>
                  <a:pt x="642497" y="59405"/>
                </a:cubicBezTo>
                <a:cubicBezTo>
                  <a:pt x="641830" y="59005"/>
                  <a:pt x="641063" y="58805"/>
                  <a:pt x="640196" y="58805"/>
                </a:cubicBezTo>
                <a:cubicBezTo>
                  <a:pt x="638263" y="58805"/>
                  <a:pt x="636429" y="59539"/>
                  <a:pt x="634696" y="61005"/>
                </a:cubicBezTo>
                <a:cubicBezTo>
                  <a:pt x="631962" y="63272"/>
                  <a:pt x="629896" y="66506"/>
                  <a:pt x="628495" y="70706"/>
                </a:cubicBezTo>
                <a:cubicBezTo>
                  <a:pt x="626362" y="77174"/>
                  <a:pt x="625295" y="84308"/>
                  <a:pt x="625295" y="92108"/>
                </a:cubicBezTo>
                <a:lnTo>
                  <a:pt x="625295" y="113610"/>
                </a:lnTo>
                <a:lnTo>
                  <a:pt x="625395" y="119211"/>
                </a:lnTo>
                <a:cubicBezTo>
                  <a:pt x="625395" y="123011"/>
                  <a:pt x="625628" y="125445"/>
                  <a:pt x="626095" y="126511"/>
                </a:cubicBezTo>
                <a:cubicBezTo>
                  <a:pt x="626895" y="128311"/>
                  <a:pt x="628079" y="129628"/>
                  <a:pt x="629646" y="130462"/>
                </a:cubicBezTo>
                <a:cubicBezTo>
                  <a:pt x="631212" y="131295"/>
                  <a:pt x="633863" y="131812"/>
                  <a:pt x="637596" y="132012"/>
                </a:cubicBezTo>
                <a:lnTo>
                  <a:pt x="637596" y="135612"/>
                </a:lnTo>
                <a:lnTo>
                  <a:pt x="587092" y="135612"/>
                </a:lnTo>
                <a:lnTo>
                  <a:pt x="587092" y="132012"/>
                </a:lnTo>
                <a:cubicBezTo>
                  <a:pt x="591159" y="131678"/>
                  <a:pt x="593909" y="130562"/>
                  <a:pt x="595342" y="128661"/>
                </a:cubicBezTo>
                <a:cubicBezTo>
                  <a:pt x="596776" y="126761"/>
                  <a:pt x="597493" y="121744"/>
                  <a:pt x="597493" y="113610"/>
                </a:cubicBezTo>
                <a:lnTo>
                  <a:pt x="597493" y="61806"/>
                </a:lnTo>
                <a:cubicBezTo>
                  <a:pt x="597493" y="56438"/>
                  <a:pt x="597226" y="53017"/>
                  <a:pt x="596693" y="51542"/>
                </a:cubicBezTo>
                <a:cubicBezTo>
                  <a:pt x="596026" y="49663"/>
                  <a:pt x="595059" y="48288"/>
                  <a:pt x="593792" y="47417"/>
                </a:cubicBezTo>
                <a:cubicBezTo>
                  <a:pt x="592526" y="46544"/>
                  <a:pt x="590292" y="45940"/>
                  <a:pt x="587092" y="45604"/>
                </a:cubicBezTo>
                <a:lnTo>
                  <a:pt x="587092" y="42004"/>
                </a:lnTo>
                <a:lnTo>
                  <a:pt x="625295" y="42004"/>
                </a:lnTo>
                <a:close/>
                <a:moveTo>
                  <a:pt x="767767" y="126111"/>
                </a:moveTo>
                <a:lnTo>
                  <a:pt x="767767" y="160814"/>
                </a:lnTo>
                <a:cubicBezTo>
                  <a:pt x="767767" y="165679"/>
                  <a:pt x="768151" y="168990"/>
                  <a:pt x="768917" y="170746"/>
                </a:cubicBezTo>
                <a:cubicBezTo>
                  <a:pt x="769684" y="172505"/>
                  <a:pt x="770868" y="173789"/>
                  <a:pt x="772468" y="174600"/>
                </a:cubicBezTo>
                <a:cubicBezTo>
                  <a:pt x="774068" y="175410"/>
                  <a:pt x="777201" y="175816"/>
                  <a:pt x="781869" y="175816"/>
                </a:cubicBezTo>
                <a:lnTo>
                  <a:pt x="781869" y="179416"/>
                </a:lnTo>
                <a:lnTo>
                  <a:pt x="728564" y="179416"/>
                </a:lnTo>
                <a:lnTo>
                  <a:pt x="728564" y="175816"/>
                </a:lnTo>
                <a:cubicBezTo>
                  <a:pt x="732698" y="175680"/>
                  <a:pt x="735764" y="174498"/>
                  <a:pt x="737765" y="172269"/>
                </a:cubicBezTo>
                <a:cubicBezTo>
                  <a:pt x="739098" y="170716"/>
                  <a:pt x="739765" y="166698"/>
                  <a:pt x="739765" y="160214"/>
                </a:cubicBezTo>
                <a:lnTo>
                  <a:pt x="739765" y="61606"/>
                </a:lnTo>
                <a:cubicBezTo>
                  <a:pt x="739765" y="54922"/>
                  <a:pt x="738998" y="50651"/>
                  <a:pt x="737465" y="48795"/>
                </a:cubicBezTo>
                <a:cubicBezTo>
                  <a:pt x="735931" y="46939"/>
                  <a:pt x="732964" y="45875"/>
                  <a:pt x="728564" y="45604"/>
                </a:cubicBezTo>
                <a:lnTo>
                  <a:pt x="728564" y="42004"/>
                </a:lnTo>
                <a:lnTo>
                  <a:pt x="767767" y="42004"/>
                </a:lnTo>
                <a:lnTo>
                  <a:pt x="767767" y="54305"/>
                </a:lnTo>
                <a:cubicBezTo>
                  <a:pt x="771034" y="49504"/>
                  <a:pt x="774368" y="46037"/>
                  <a:pt x="777768" y="43904"/>
                </a:cubicBezTo>
                <a:cubicBezTo>
                  <a:pt x="782635" y="40770"/>
                  <a:pt x="787936" y="39204"/>
                  <a:pt x="793670" y="39204"/>
                </a:cubicBezTo>
                <a:cubicBezTo>
                  <a:pt x="800537" y="39204"/>
                  <a:pt x="806787" y="41372"/>
                  <a:pt x="812421" y="45710"/>
                </a:cubicBezTo>
                <a:cubicBezTo>
                  <a:pt x="818055" y="50048"/>
                  <a:pt x="822339" y="56038"/>
                  <a:pt x="825272" y="63681"/>
                </a:cubicBezTo>
                <a:cubicBezTo>
                  <a:pt x="828206" y="71323"/>
                  <a:pt x="829673" y="79549"/>
                  <a:pt x="829673" y="88358"/>
                </a:cubicBezTo>
                <a:cubicBezTo>
                  <a:pt x="829673" y="97834"/>
                  <a:pt x="828156" y="106493"/>
                  <a:pt x="825122" y="114335"/>
                </a:cubicBezTo>
                <a:cubicBezTo>
                  <a:pt x="822089" y="122178"/>
                  <a:pt x="817688" y="128151"/>
                  <a:pt x="811921" y="132256"/>
                </a:cubicBezTo>
                <a:cubicBezTo>
                  <a:pt x="806154" y="136360"/>
                  <a:pt x="799737" y="138412"/>
                  <a:pt x="792670" y="138412"/>
                </a:cubicBezTo>
                <a:cubicBezTo>
                  <a:pt x="787536" y="138412"/>
                  <a:pt x="782735" y="137279"/>
                  <a:pt x="778268" y="135012"/>
                </a:cubicBezTo>
                <a:cubicBezTo>
                  <a:pt x="774935" y="133279"/>
                  <a:pt x="771434" y="130312"/>
                  <a:pt x="767767" y="126111"/>
                </a:cubicBezTo>
                <a:moveTo>
                  <a:pt x="767767" y="115995"/>
                </a:moveTo>
                <a:cubicBezTo>
                  <a:pt x="773501" y="124139"/>
                  <a:pt x="779635" y="128211"/>
                  <a:pt x="786169" y="128211"/>
                </a:cubicBezTo>
                <a:cubicBezTo>
                  <a:pt x="789769" y="128211"/>
                  <a:pt x="792736" y="126309"/>
                  <a:pt x="795070" y="122505"/>
                </a:cubicBezTo>
                <a:cubicBezTo>
                  <a:pt x="798537" y="116896"/>
                  <a:pt x="800270" y="106214"/>
                  <a:pt x="800270" y="90458"/>
                </a:cubicBezTo>
                <a:cubicBezTo>
                  <a:pt x="800270" y="74302"/>
                  <a:pt x="798370" y="63254"/>
                  <a:pt x="794570" y="57311"/>
                </a:cubicBezTo>
                <a:cubicBezTo>
                  <a:pt x="792036" y="53374"/>
                  <a:pt x="788636" y="51405"/>
                  <a:pt x="784369" y="51405"/>
                </a:cubicBezTo>
                <a:cubicBezTo>
                  <a:pt x="777635" y="51405"/>
                  <a:pt x="772101" y="56278"/>
                  <a:pt x="767767" y="66025"/>
                </a:cubicBezTo>
                <a:lnTo>
                  <a:pt x="767767" y="115995"/>
                </a:lnTo>
                <a:close/>
                <a:moveTo>
                  <a:pt x="879118" y="0"/>
                </a:moveTo>
                <a:lnTo>
                  <a:pt x="879118" y="116210"/>
                </a:lnTo>
                <a:cubicBezTo>
                  <a:pt x="879118" y="122811"/>
                  <a:pt x="879884" y="127028"/>
                  <a:pt x="881418" y="128862"/>
                </a:cubicBezTo>
                <a:cubicBezTo>
                  <a:pt x="882951" y="130695"/>
                  <a:pt x="885951" y="131745"/>
                  <a:pt x="890419" y="132012"/>
                </a:cubicBezTo>
                <a:lnTo>
                  <a:pt x="890419" y="135612"/>
                </a:lnTo>
                <a:lnTo>
                  <a:pt x="839914" y="135612"/>
                </a:lnTo>
                <a:lnTo>
                  <a:pt x="839914" y="132012"/>
                </a:lnTo>
                <a:cubicBezTo>
                  <a:pt x="844048" y="131878"/>
                  <a:pt x="847115" y="130678"/>
                  <a:pt x="849115" y="128411"/>
                </a:cubicBezTo>
                <a:cubicBezTo>
                  <a:pt x="850448" y="126878"/>
                  <a:pt x="851115" y="122811"/>
                  <a:pt x="851115" y="116210"/>
                </a:cubicBezTo>
                <a:lnTo>
                  <a:pt x="851115" y="19402"/>
                </a:lnTo>
                <a:cubicBezTo>
                  <a:pt x="851115" y="12826"/>
                  <a:pt x="850348" y="8616"/>
                  <a:pt x="848815" y="6772"/>
                </a:cubicBezTo>
                <a:cubicBezTo>
                  <a:pt x="847281" y="4926"/>
                  <a:pt x="844314" y="3869"/>
                  <a:pt x="839914" y="3600"/>
                </a:cubicBezTo>
                <a:lnTo>
                  <a:pt x="839914" y="0"/>
                </a:lnTo>
                <a:lnTo>
                  <a:pt x="879118" y="0"/>
                </a:lnTo>
                <a:close/>
                <a:moveTo>
                  <a:pt x="953864" y="121811"/>
                </a:moveTo>
                <a:cubicBezTo>
                  <a:pt x="942463" y="131945"/>
                  <a:pt x="932229" y="137012"/>
                  <a:pt x="923161" y="137012"/>
                </a:cubicBezTo>
                <a:cubicBezTo>
                  <a:pt x="917827" y="137012"/>
                  <a:pt x="913394" y="135257"/>
                  <a:pt x="909860" y="131746"/>
                </a:cubicBezTo>
                <a:cubicBezTo>
                  <a:pt x="906326" y="128233"/>
                  <a:pt x="904560" y="123835"/>
                  <a:pt x="904560" y="118551"/>
                </a:cubicBezTo>
                <a:cubicBezTo>
                  <a:pt x="904560" y="111392"/>
                  <a:pt x="907627" y="104953"/>
                  <a:pt x="913760" y="99234"/>
                </a:cubicBezTo>
                <a:cubicBezTo>
                  <a:pt x="919894" y="93515"/>
                  <a:pt x="933262" y="85906"/>
                  <a:pt x="953864" y="76407"/>
                </a:cubicBezTo>
                <a:lnTo>
                  <a:pt x="953864" y="67006"/>
                </a:lnTo>
                <a:cubicBezTo>
                  <a:pt x="953864" y="59939"/>
                  <a:pt x="953481" y="55488"/>
                  <a:pt x="952714" y="53655"/>
                </a:cubicBezTo>
                <a:cubicBezTo>
                  <a:pt x="951947" y="51821"/>
                  <a:pt x="950497" y="50221"/>
                  <a:pt x="948364" y="48854"/>
                </a:cubicBezTo>
                <a:cubicBezTo>
                  <a:pt x="946230" y="47488"/>
                  <a:pt x="943830" y="46804"/>
                  <a:pt x="941163" y="46804"/>
                </a:cubicBezTo>
                <a:cubicBezTo>
                  <a:pt x="936829" y="46804"/>
                  <a:pt x="933262" y="47771"/>
                  <a:pt x="930462" y="49704"/>
                </a:cubicBezTo>
                <a:cubicBezTo>
                  <a:pt x="928728" y="50905"/>
                  <a:pt x="927862" y="52305"/>
                  <a:pt x="927862" y="53905"/>
                </a:cubicBezTo>
                <a:cubicBezTo>
                  <a:pt x="927862" y="55305"/>
                  <a:pt x="928795" y="57038"/>
                  <a:pt x="930662" y="59105"/>
                </a:cubicBezTo>
                <a:cubicBezTo>
                  <a:pt x="933196" y="61972"/>
                  <a:pt x="934462" y="64739"/>
                  <a:pt x="934462" y="67406"/>
                </a:cubicBezTo>
                <a:cubicBezTo>
                  <a:pt x="934462" y="70673"/>
                  <a:pt x="933246" y="73457"/>
                  <a:pt x="930812" y="75757"/>
                </a:cubicBezTo>
                <a:cubicBezTo>
                  <a:pt x="928378" y="78057"/>
                  <a:pt x="925195" y="79207"/>
                  <a:pt x="921261" y="79207"/>
                </a:cubicBezTo>
                <a:cubicBezTo>
                  <a:pt x="917061" y="79207"/>
                  <a:pt x="913544" y="77940"/>
                  <a:pt x="910710" y="75407"/>
                </a:cubicBezTo>
                <a:cubicBezTo>
                  <a:pt x="907877" y="72873"/>
                  <a:pt x="906460" y="69906"/>
                  <a:pt x="906460" y="66506"/>
                </a:cubicBezTo>
                <a:cubicBezTo>
                  <a:pt x="906460" y="61706"/>
                  <a:pt x="908360" y="57122"/>
                  <a:pt x="912160" y="52755"/>
                </a:cubicBezTo>
                <a:cubicBezTo>
                  <a:pt x="915961" y="48388"/>
                  <a:pt x="921261" y="45037"/>
                  <a:pt x="928062" y="42704"/>
                </a:cubicBezTo>
                <a:cubicBezTo>
                  <a:pt x="934862" y="40370"/>
                  <a:pt x="941930" y="39204"/>
                  <a:pt x="949264" y="39204"/>
                </a:cubicBezTo>
                <a:cubicBezTo>
                  <a:pt x="958131" y="39204"/>
                  <a:pt x="965148" y="41092"/>
                  <a:pt x="970315" y="44870"/>
                </a:cubicBezTo>
                <a:cubicBezTo>
                  <a:pt x="975483" y="48645"/>
                  <a:pt x="978833" y="52738"/>
                  <a:pt x="980366" y="57149"/>
                </a:cubicBezTo>
                <a:cubicBezTo>
                  <a:pt x="981300" y="59955"/>
                  <a:pt x="981767" y="66404"/>
                  <a:pt x="981767" y="76494"/>
                </a:cubicBezTo>
                <a:lnTo>
                  <a:pt x="981767" y="112882"/>
                </a:lnTo>
                <a:cubicBezTo>
                  <a:pt x="981767" y="117159"/>
                  <a:pt x="981933" y="119850"/>
                  <a:pt x="982267" y="120955"/>
                </a:cubicBezTo>
                <a:cubicBezTo>
                  <a:pt x="982600" y="122057"/>
                  <a:pt x="983100" y="122876"/>
                  <a:pt x="983767" y="123411"/>
                </a:cubicBezTo>
                <a:cubicBezTo>
                  <a:pt x="984433" y="123944"/>
                  <a:pt x="985200" y="124211"/>
                  <a:pt x="986067" y="124211"/>
                </a:cubicBezTo>
                <a:cubicBezTo>
                  <a:pt x="987800" y="124211"/>
                  <a:pt x="989567" y="122978"/>
                  <a:pt x="991367" y="120511"/>
                </a:cubicBezTo>
                <a:lnTo>
                  <a:pt x="994368" y="122911"/>
                </a:lnTo>
                <a:cubicBezTo>
                  <a:pt x="991034" y="127845"/>
                  <a:pt x="987584" y="131428"/>
                  <a:pt x="984017" y="133662"/>
                </a:cubicBezTo>
                <a:cubicBezTo>
                  <a:pt x="980450" y="135895"/>
                  <a:pt x="976399" y="137012"/>
                  <a:pt x="971866" y="137012"/>
                </a:cubicBezTo>
                <a:cubicBezTo>
                  <a:pt x="966532" y="137012"/>
                  <a:pt x="962365" y="135754"/>
                  <a:pt x="959365" y="133237"/>
                </a:cubicBezTo>
                <a:cubicBezTo>
                  <a:pt x="956364" y="130720"/>
                  <a:pt x="954531" y="126911"/>
                  <a:pt x="953864" y="121811"/>
                </a:cubicBezTo>
                <a:moveTo>
                  <a:pt x="953864" y="114410"/>
                </a:moveTo>
                <a:lnTo>
                  <a:pt x="953864" y="83126"/>
                </a:lnTo>
                <a:cubicBezTo>
                  <a:pt x="945797" y="87883"/>
                  <a:pt x="939796" y="92975"/>
                  <a:pt x="935862" y="98403"/>
                </a:cubicBezTo>
                <a:cubicBezTo>
                  <a:pt x="933262" y="102020"/>
                  <a:pt x="931962" y="105671"/>
                  <a:pt x="931962" y="109357"/>
                </a:cubicBezTo>
                <a:cubicBezTo>
                  <a:pt x="931962" y="112438"/>
                  <a:pt x="933062" y="115152"/>
                  <a:pt x="935262" y="117498"/>
                </a:cubicBezTo>
                <a:cubicBezTo>
                  <a:pt x="936929" y="119306"/>
                  <a:pt x="939263" y="120211"/>
                  <a:pt x="942263" y="120211"/>
                </a:cubicBezTo>
                <a:cubicBezTo>
                  <a:pt x="945597" y="120211"/>
                  <a:pt x="949464" y="118277"/>
                  <a:pt x="953864" y="114410"/>
                </a:cubicBezTo>
                <a:close/>
                <a:moveTo>
                  <a:pt x="1042873" y="42004"/>
                </a:moveTo>
                <a:lnTo>
                  <a:pt x="1042873" y="54205"/>
                </a:lnTo>
                <a:cubicBezTo>
                  <a:pt x="1047673" y="48969"/>
                  <a:pt x="1052274" y="45160"/>
                  <a:pt x="1056674" y="42779"/>
                </a:cubicBezTo>
                <a:cubicBezTo>
                  <a:pt x="1061074" y="40395"/>
                  <a:pt x="1065808" y="39204"/>
                  <a:pt x="1070875" y="39204"/>
                </a:cubicBezTo>
                <a:cubicBezTo>
                  <a:pt x="1076942" y="39204"/>
                  <a:pt x="1081976" y="40889"/>
                  <a:pt x="1085977" y="44260"/>
                </a:cubicBezTo>
                <a:cubicBezTo>
                  <a:pt x="1089977" y="47631"/>
                  <a:pt x="1092644" y="51820"/>
                  <a:pt x="1093977" y="56827"/>
                </a:cubicBezTo>
                <a:cubicBezTo>
                  <a:pt x="1095044" y="60634"/>
                  <a:pt x="1095577" y="67945"/>
                  <a:pt x="1095577" y="78760"/>
                </a:cubicBezTo>
                <a:lnTo>
                  <a:pt x="1095577" y="115210"/>
                </a:lnTo>
                <a:cubicBezTo>
                  <a:pt x="1095577" y="122411"/>
                  <a:pt x="1096228" y="126895"/>
                  <a:pt x="1097528" y="128661"/>
                </a:cubicBezTo>
                <a:cubicBezTo>
                  <a:pt x="1098828" y="130428"/>
                  <a:pt x="1101545" y="131545"/>
                  <a:pt x="1105678" y="132012"/>
                </a:cubicBezTo>
                <a:lnTo>
                  <a:pt x="1105678" y="135612"/>
                </a:lnTo>
                <a:lnTo>
                  <a:pt x="1058374" y="135612"/>
                </a:lnTo>
                <a:lnTo>
                  <a:pt x="1058374" y="132012"/>
                </a:lnTo>
                <a:cubicBezTo>
                  <a:pt x="1061908" y="131545"/>
                  <a:pt x="1064441" y="130078"/>
                  <a:pt x="1065975" y="127611"/>
                </a:cubicBezTo>
                <a:cubicBezTo>
                  <a:pt x="1067042" y="125945"/>
                  <a:pt x="1067575" y="121811"/>
                  <a:pt x="1067575" y="115210"/>
                </a:cubicBezTo>
                <a:lnTo>
                  <a:pt x="1067575" y="73607"/>
                </a:lnTo>
                <a:cubicBezTo>
                  <a:pt x="1067575" y="65939"/>
                  <a:pt x="1067275" y="61105"/>
                  <a:pt x="1066675" y="59105"/>
                </a:cubicBezTo>
                <a:cubicBezTo>
                  <a:pt x="1066075" y="57105"/>
                  <a:pt x="1065058" y="55555"/>
                  <a:pt x="1063625" y="54455"/>
                </a:cubicBezTo>
                <a:cubicBezTo>
                  <a:pt x="1062191" y="53355"/>
                  <a:pt x="1060608" y="52805"/>
                  <a:pt x="1058874" y="52805"/>
                </a:cubicBezTo>
                <a:cubicBezTo>
                  <a:pt x="1053140" y="52805"/>
                  <a:pt x="1047807" y="56938"/>
                  <a:pt x="1042873" y="65206"/>
                </a:cubicBezTo>
                <a:lnTo>
                  <a:pt x="1042873" y="115210"/>
                </a:lnTo>
                <a:cubicBezTo>
                  <a:pt x="1042873" y="122211"/>
                  <a:pt x="1043523" y="126645"/>
                  <a:pt x="1044823" y="128511"/>
                </a:cubicBezTo>
                <a:cubicBezTo>
                  <a:pt x="1046123" y="130378"/>
                  <a:pt x="1048540" y="131545"/>
                  <a:pt x="1052074" y="132012"/>
                </a:cubicBezTo>
                <a:lnTo>
                  <a:pt x="1052074" y="135612"/>
                </a:lnTo>
                <a:lnTo>
                  <a:pt x="1004769" y="135612"/>
                </a:lnTo>
                <a:lnTo>
                  <a:pt x="1004769" y="132012"/>
                </a:lnTo>
                <a:cubicBezTo>
                  <a:pt x="1008703" y="131612"/>
                  <a:pt x="1011503" y="130345"/>
                  <a:pt x="1013170" y="128211"/>
                </a:cubicBezTo>
                <a:cubicBezTo>
                  <a:pt x="1014304" y="126745"/>
                  <a:pt x="1014870" y="122411"/>
                  <a:pt x="1014870" y="115210"/>
                </a:cubicBezTo>
                <a:lnTo>
                  <a:pt x="1014870" y="62406"/>
                </a:lnTo>
                <a:cubicBezTo>
                  <a:pt x="1014870" y="55253"/>
                  <a:pt x="1014220" y="50799"/>
                  <a:pt x="1012920" y="49045"/>
                </a:cubicBezTo>
                <a:cubicBezTo>
                  <a:pt x="1011620" y="47291"/>
                  <a:pt x="1008903" y="46144"/>
                  <a:pt x="1004769" y="45604"/>
                </a:cubicBezTo>
                <a:lnTo>
                  <a:pt x="1004769" y="42004"/>
                </a:lnTo>
                <a:lnTo>
                  <a:pt x="1042873" y="420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411FD-1222-417F-9665-7C5D9513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036" y="5253917"/>
            <a:ext cx="1817762" cy="1612944"/>
          </a:xfrm>
          <a:custGeom xmlns:a="http://schemas.openxmlformats.org/drawingml/2006/main">
            <a:pathLst>
              <a:path w="1817762" h="1612944">
                <a:moveTo>
                  <a:pt x="0" y="379141"/>
                </a:moveTo>
                <a:cubicBezTo>
                  <a:pt x="0" y="169743"/>
                  <a:pt x="169743" y="0"/>
                  <a:pt x="379141" y="0"/>
                </a:cubicBezTo>
                <a:lnTo>
                  <a:pt x="1438621" y="0"/>
                </a:lnTo>
                <a:cubicBezTo>
                  <a:pt x="1648019" y="0"/>
                  <a:pt x="1817762" y="169743"/>
                  <a:pt x="1817762" y="379141"/>
                </a:cubicBezTo>
                <a:lnTo>
                  <a:pt x="1817762" y="1233817"/>
                </a:lnTo>
                <a:cubicBezTo>
                  <a:pt x="1817762" y="1443201"/>
                  <a:pt x="1648019" y="1612944"/>
                  <a:pt x="1438621" y="1612944"/>
                </a:cubicBezTo>
                <a:lnTo>
                  <a:pt x="379141" y="1612944"/>
                </a:lnTo>
                <a:cubicBezTo>
                  <a:pt x="169743" y="1612944"/>
                  <a:pt x="0" y="1443201"/>
                  <a:pt x="0" y="1233817"/>
                </a:cubicBezTo>
                <a:lnTo>
                  <a:pt x="0" y="3791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0992C-4D66-4168-8980-14891570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036" y="5253917"/>
            <a:ext cx="1817762" cy="1612944"/>
          </a:xfrm>
          <a:custGeom xmlns:a="http://schemas.openxmlformats.org/drawingml/2006/main">
            <a:pathLst>
              <a:path w="1817762" h="1612944" fill="none">
                <a:moveTo>
                  <a:pt x="0" y="379141"/>
                </a:moveTo>
                <a:cubicBezTo>
                  <a:pt x="0" y="169743"/>
                  <a:pt x="169743" y="0"/>
                  <a:pt x="379141" y="0"/>
                </a:cubicBezTo>
                <a:lnTo>
                  <a:pt x="1438621" y="0"/>
                </a:lnTo>
                <a:cubicBezTo>
                  <a:pt x="1648019" y="0"/>
                  <a:pt x="1817762" y="169743"/>
                  <a:pt x="1817762" y="379141"/>
                </a:cubicBezTo>
                <a:lnTo>
                  <a:pt x="1817762" y="1233817"/>
                </a:lnTo>
                <a:cubicBezTo>
                  <a:pt x="1817762" y="1443201"/>
                  <a:pt x="1648019" y="1612944"/>
                  <a:pt x="1438621" y="1612944"/>
                </a:cubicBezTo>
                <a:lnTo>
                  <a:pt x="379141" y="1612944"/>
                </a:lnTo>
                <a:cubicBezTo>
                  <a:pt x="169743" y="1612944"/>
                  <a:pt x="0" y="1443201"/>
                  <a:pt x="0" y="1233817"/>
                </a:cubicBezTo>
                <a:lnTo>
                  <a:pt x="0" y="3791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A6A6A6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3265E-8F6C-4ED6-9F00-CB715E0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53" y="5373398"/>
            <a:ext cx="1408126" cy="477909"/>
          </a:xfrm>
          <a:custGeom xmlns:a="http://schemas.openxmlformats.org/drawingml/2006/main">
            <a:pathLst>
              <a:path w="1408126" h="477909">
                <a:moveTo>
                  <a:pt x="0" y="238955"/>
                </a:moveTo>
                <a:cubicBezTo>
                  <a:pt x="0" y="106989"/>
                  <a:pt x="106989" y="0"/>
                  <a:pt x="238955" y="0"/>
                </a:cubicBezTo>
                <a:lnTo>
                  <a:pt x="1169171" y="0"/>
                </a:lnTo>
                <a:cubicBezTo>
                  <a:pt x="1301151" y="0"/>
                  <a:pt x="1408126" y="106989"/>
                  <a:pt x="1408126" y="238955"/>
                </a:cubicBezTo>
                <a:cubicBezTo>
                  <a:pt x="1408126" y="370920"/>
                  <a:pt x="1301137" y="477909"/>
                  <a:pt x="1169171" y="477909"/>
                </a:cubicBezTo>
                <a:lnTo>
                  <a:pt x="238955" y="477909"/>
                </a:lnTo>
                <a:cubicBezTo>
                  <a:pt x="106989" y="477909"/>
                  <a:pt x="0" y="370920"/>
                  <a:pt x="0" y="238955"/>
                </a:cubicBezTo>
                <a:close/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Repair">
            <a:extLst xmlns:a="http://schemas.openxmlformats.org/drawingml/2006/main">
              <a:ext uri="{FF2B5EF4-FFF2-40B4-BE49-F238E27FC236}">
                <a16:creationId xmlns:a16="http://schemas.microsoft.com/office/drawing/2014/main" id="{F3C7FD43-8E28-470A-A5AA-264C6670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3168" y="5429641"/>
            <a:ext cx="596074" cy="182416"/>
          </a:xfrm>
          <a:custGeom xmlns:a="http://schemas.openxmlformats.org/drawingml/2006/main">
            <a:pathLst>
              <a:path w="596074" h="182416">
                <a:moveTo>
                  <a:pt x="50605" y="76807"/>
                </a:moveTo>
                <a:lnTo>
                  <a:pt x="50605" y="115010"/>
                </a:lnTo>
                <a:cubicBezTo>
                  <a:pt x="50605" y="122307"/>
                  <a:pt x="51055" y="126901"/>
                  <a:pt x="51955" y="128793"/>
                </a:cubicBezTo>
                <a:cubicBezTo>
                  <a:pt x="52855" y="130682"/>
                  <a:pt x="54438" y="132192"/>
                  <a:pt x="56705" y="133321"/>
                </a:cubicBezTo>
                <a:cubicBezTo>
                  <a:pt x="58972" y="134448"/>
                  <a:pt x="63206" y="135012"/>
                  <a:pt x="69406" y="135012"/>
                </a:cubicBezTo>
                <a:lnTo>
                  <a:pt x="69406" y="138612"/>
                </a:lnTo>
                <a:lnTo>
                  <a:pt x="0" y="138612"/>
                </a:lnTo>
                <a:lnTo>
                  <a:pt x="0" y="135012"/>
                </a:lnTo>
                <a:cubicBezTo>
                  <a:pt x="6267" y="135012"/>
                  <a:pt x="10518" y="134432"/>
                  <a:pt x="12751" y="133271"/>
                </a:cubicBezTo>
                <a:cubicBezTo>
                  <a:pt x="14985" y="132111"/>
                  <a:pt x="16551" y="130601"/>
                  <a:pt x="17452" y="128743"/>
                </a:cubicBezTo>
                <a:cubicBezTo>
                  <a:pt x="18352" y="126884"/>
                  <a:pt x="18802" y="122307"/>
                  <a:pt x="18802" y="115010"/>
                </a:cubicBezTo>
                <a:lnTo>
                  <a:pt x="18802" y="26602"/>
                </a:lnTo>
                <a:cubicBezTo>
                  <a:pt x="18802" y="19306"/>
                  <a:pt x="18352" y="14713"/>
                  <a:pt x="17452" y="12823"/>
                </a:cubicBezTo>
                <a:cubicBezTo>
                  <a:pt x="16551" y="10931"/>
                  <a:pt x="14968" y="9422"/>
                  <a:pt x="12701" y="8294"/>
                </a:cubicBezTo>
                <a:cubicBezTo>
                  <a:pt x="10434" y="7165"/>
                  <a:pt x="6201" y="6601"/>
                  <a:pt x="0" y="6601"/>
                </a:cubicBezTo>
                <a:lnTo>
                  <a:pt x="0" y="3000"/>
                </a:lnTo>
                <a:lnTo>
                  <a:pt x="63006" y="3000"/>
                </a:lnTo>
                <a:cubicBezTo>
                  <a:pt x="79407" y="3000"/>
                  <a:pt x="91408" y="4133"/>
                  <a:pt x="99009" y="6397"/>
                </a:cubicBezTo>
                <a:cubicBezTo>
                  <a:pt x="106610" y="8662"/>
                  <a:pt x="112810" y="12842"/>
                  <a:pt x="117611" y="18936"/>
                </a:cubicBezTo>
                <a:cubicBezTo>
                  <a:pt x="122411" y="25030"/>
                  <a:pt x="124811" y="32174"/>
                  <a:pt x="124811" y="40366"/>
                </a:cubicBezTo>
                <a:cubicBezTo>
                  <a:pt x="124811" y="50359"/>
                  <a:pt x="121211" y="58619"/>
                  <a:pt x="114010" y="65146"/>
                </a:cubicBezTo>
                <a:cubicBezTo>
                  <a:pt x="109410" y="69276"/>
                  <a:pt x="102976" y="72373"/>
                  <a:pt x="94708" y="74438"/>
                </a:cubicBezTo>
                <a:lnTo>
                  <a:pt x="127311" y="120454"/>
                </a:lnTo>
                <a:cubicBezTo>
                  <a:pt x="131578" y="126330"/>
                  <a:pt x="134612" y="129994"/>
                  <a:pt x="136412" y="131446"/>
                </a:cubicBezTo>
                <a:cubicBezTo>
                  <a:pt x="139146" y="133492"/>
                  <a:pt x="142313" y="134614"/>
                  <a:pt x="145913" y="134812"/>
                </a:cubicBezTo>
                <a:lnTo>
                  <a:pt x="145913" y="138612"/>
                </a:lnTo>
                <a:lnTo>
                  <a:pt x="103209" y="138612"/>
                </a:lnTo>
                <a:lnTo>
                  <a:pt x="59505" y="76807"/>
                </a:lnTo>
                <a:lnTo>
                  <a:pt x="50605" y="76807"/>
                </a:lnTo>
                <a:moveTo>
                  <a:pt x="50605" y="10601"/>
                </a:moveTo>
                <a:lnTo>
                  <a:pt x="50605" y="69606"/>
                </a:lnTo>
                <a:lnTo>
                  <a:pt x="56305" y="69606"/>
                </a:lnTo>
                <a:cubicBezTo>
                  <a:pt x="65573" y="69606"/>
                  <a:pt x="72506" y="68762"/>
                  <a:pt x="77107" y="67075"/>
                </a:cubicBezTo>
                <a:cubicBezTo>
                  <a:pt x="81707" y="65385"/>
                  <a:pt x="85324" y="62339"/>
                  <a:pt x="87958" y="57936"/>
                </a:cubicBezTo>
                <a:cubicBezTo>
                  <a:pt x="90591" y="53532"/>
                  <a:pt x="91908" y="47787"/>
                  <a:pt x="91908" y="40701"/>
                </a:cubicBezTo>
                <a:cubicBezTo>
                  <a:pt x="91908" y="30435"/>
                  <a:pt x="89491" y="22852"/>
                  <a:pt x="84658" y="17952"/>
                </a:cubicBezTo>
                <a:cubicBezTo>
                  <a:pt x="79824" y="13051"/>
                  <a:pt x="72040" y="10601"/>
                  <a:pt x="61305" y="10601"/>
                </a:cubicBezTo>
                <a:lnTo>
                  <a:pt x="50605" y="10601"/>
                </a:lnTo>
                <a:close/>
                <a:moveTo>
                  <a:pt x="227319" y="88408"/>
                </a:moveTo>
                <a:lnTo>
                  <a:pt x="176014" y="88408"/>
                </a:lnTo>
                <a:cubicBezTo>
                  <a:pt x="176614" y="100842"/>
                  <a:pt x="179915" y="110669"/>
                  <a:pt x="185915" y="117889"/>
                </a:cubicBezTo>
                <a:cubicBezTo>
                  <a:pt x="190516" y="123437"/>
                  <a:pt x="196049" y="126211"/>
                  <a:pt x="202517" y="126211"/>
                </a:cubicBezTo>
                <a:cubicBezTo>
                  <a:pt x="206517" y="126211"/>
                  <a:pt x="210151" y="125094"/>
                  <a:pt x="213418" y="122861"/>
                </a:cubicBezTo>
                <a:cubicBezTo>
                  <a:pt x="216685" y="120627"/>
                  <a:pt x="220185" y="116610"/>
                  <a:pt x="223919" y="110810"/>
                </a:cubicBezTo>
                <a:lnTo>
                  <a:pt x="227319" y="113010"/>
                </a:lnTo>
                <a:cubicBezTo>
                  <a:pt x="222252" y="123344"/>
                  <a:pt x="216651" y="130662"/>
                  <a:pt x="210517" y="134962"/>
                </a:cubicBezTo>
                <a:cubicBezTo>
                  <a:pt x="204384" y="139262"/>
                  <a:pt x="197283" y="141413"/>
                  <a:pt x="189215" y="141413"/>
                </a:cubicBezTo>
                <a:cubicBezTo>
                  <a:pt x="175348" y="141413"/>
                  <a:pt x="164847" y="136074"/>
                  <a:pt x="157713" y="125396"/>
                </a:cubicBezTo>
                <a:cubicBezTo>
                  <a:pt x="151979" y="116786"/>
                  <a:pt x="149112" y="106108"/>
                  <a:pt x="149112" y="93361"/>
                </a:cubicBezTo>
                <a:cubicBezTo>
                  <a:pt x="149112" y="77743"/>
                  <a:pt x="153329" y="65313"/>
                  <a:pt x="161763" y="56071"/>
                </a:cubicBezTo>
                <a:cubicBezTo>
                  <a:pt x="170197" y="46826"/>
                  <a:pt x="180081" y="42204"/>
                  <a:pt x="191416" y="42204"/>
                </a:cubicBezTo>
                <a:cubicBezTo>
                  <a:pt x="200883" y="42204"/>
                  <a:pt x="209101" y="46087"/>
                  <a:pt x="216068" y="53855"/>
                </a:cubicBezTo>
                <a:cubicBezTo>
                  <a:pt x="223035" y="61622"/>
                  <a:pt x="226786" y="73140"/>
                  <a:pt x="227319" y="88408"/>
                </a:cubicBezTo>
                <a:moveTo>
                  <a:pt x="202717" y="81807"/>
                </a:moveTo>
                <a:cubicBezTo>
                  <a:pt x="202717" y="71073"/>
                  <a:pt x="202133" y="63706"/>
                  <a:pt x="200967" y="59705"/>
                </a:cubicBezTo>
                <a:cubicBezTo>
                  <a:pt x="199800" y="55705"/>
                  <a:pt x="197983" y="52671"/>
                  <a:pt x="195516" y="50605"/>
                </a:cubicBezTo>
                <a:cubicBezTo>
                  <a:pt x="194116" y="49404"/>
                  <a:pt x="192249" y="48804"/>
                  <a:pt x="189916" y="48804"/>
                </a:cubicBezTo>
                <a:cubicBezTo>
                  <a:pt x="186449" y="48804"/>
                  <a:pt x="183615" y="50505"/>
                  <a:pt x="181415" y="53905"/>
                </a:cubicBezTo>
                <a:cubicBezTo>
                  <a:pt x="177481" y="59839"/>
                  <a:pt x="175514" y="67973"/>
                  <a:pt x="175514" y="78307"/>
                </a:cubicBezTo>
                <a:lnTo>
                  <a:pt x="175514" y="81807"/>
                </a:lnTo>
                <a:lnTo>
                  <a:pt x="202717" y="81807"/>
                </a:lnTo>
                <a:close/>
                <a:moveTo>
                  <a:pt x="278203" y="129112"/>
                </a:moveTo>
                <a:lnTo>
                  <a:pt x="278203" y="163815"/>
                </a:lnTo>
                <a:cubicBezTo>
                  <a:pt x="278203" y="168680"/>
                  <a:pt x="278586" y="171990"/>
                  <a:pt x="279353" y="173747"/>
                </a:cubicBezTo>
                <a:cubicBezTo>
                  <a:pt x="280120" y="175505"/>
                  <a:pt x="281303" y="176790"/>
                  <a:pt x="282904" y="177600"/>
                </a:cubicBezTo>
                <a:cubicBezTo>
                  <a:pt x="284504" y="178411"/>
                  <a:pt x="287637" y="178816"/>
                  <a:pt x="292304" y="178816"/>
                </a:cubicBezTo>
                <a:lnTo>
                  <a:pt x="292304" y="182416"/>
                </a:lnTo>
                <a:lnTo>
                  <a:pt x="239000" y="182416"/>
                </a:lnTo>
                <a:lnTo>
                  <a:pt x="239000" y="178816"/>
                </a:lnTo>
                <a:cubicBezTo>
                  <a:pt x="243133" y="178681"/>
                  <a:pt x="246200" y="177498"/>
                  <a:pt x="248200" y="175269"/>
                </a:cubicBezTo>
                <a:cubicBezTo>
                  <a:pt x="249534" y="173717"/>
                  <a:pt x="250201" y="169698"/>
                  <a:pt x="250201" y="163215"/>
                </a:cubicBezTo>
                <a:lnTo>
                  <a:pt x="250201" y="64606"/>
                </a:lnTo>
                <a:cubicBezTo>
                  <a:pt x="250201" y="57922"/>
                  <a:pt x="249434" y="53652"/>
                  <a:pt x="247900" y="51795"/>
                </a:cubicBezTo>
                <a:cubicBezTo>
                  <a:pt x="246367" y="49939"/>
                  <a:pt x="243400" y="48875"/>
                  <a:pt x="239000" y="48604"/>
                </a:cubicBezTo>
                <a:lnTo>
                  <a:pt x="239000" y="45004"/>
                </a:lnTo>
                <a:lnTo>
                  <a:pt x="278203" y="45004"/>
                </a:lnTo>
                <a:lnTo>
                  <a:pt x="278203" y="57305"/>
                </a:lnTo>
                <a:cubicBezTo>
                  <a:pt x="281470" y="52505"/>
                  <a:pt x="284804" y="49038"/>
                  <a:pt x="288204" y="46904"/>
                </a:cubicBezTo>
                <a:cubicBezTo>
                  <a:pt x="293071" y="43771"/>
                  <a:pt x="298372" y="42204"/>
                  <a:pt x="304105" y="42204"/>
                </a:cubicBezTo>
                <a:cubicBezTo>
                  <a:pt x="310973" y="42204"/>
                  <a:pt x="317223" y="44373"/>
                  <a:pt x="322857" y="48711"/>
                </a:cubicBezTo>
                <a:cubicBezTo>
                  <a:pt x="328491" y="53048"/>
                  <a:pt x="332775" y="59039"/>
                  <a:pt x="335708" y="66681"/>
                </a:cubicBezTo>
                <a:cubicBezTo>
                  <a:pt x="338642" y="74323"/>
                  <a:pt x="340109" y="82549"/>
                  <a:pt x="340109" y="91358"/>
                </a:cubicBezTo>
                <a:cubicBezTo>
                  <a:pt x="340109" y="100834"/>
                  <a:pt x="338592" y="109493"/>
                  <a:pt x="335558" y="117335"/>
                </a:cubicBezTo>
                <a:cubicBezTo>
                  <a:pt x="332525" y="125178"/>
                  <a:pt x="328124" y="131151"/>
                  <a:pt x="322357" y="135256"/>
                </a:cubicBezTo>
                <a:cubicBezTo>
                  <a:pt x="316590" y="139360"/>
                  <a:pt x="310173" y="141413"/>
                  <a:pt x="303105" y="141413"/>
                </a:cubicBezTo>
                <a:cubicBezTo>
                  <a:pt x="297972" y="141413"/>
                  <a:pt x="293171" y="140279"/>
                  <a:pt x="288704" y="138012"/>
                </a:cubicBezTo>
                <a:cubicBezTo>
                  <a:pt x="285370" y="136279"/>
                  <a:pt x="281870" y="133312"/>
                  <a:pt x="278203" y="129112"/>
                </a:cubicBezTo>
                <a:moveTo>
                  <a:pt x="278203" y="118995"/>
                </a:moveTo>
                <a:cubicBezTo>
                  <a:pt x="283937" y="127139"/>
                  <a:pt x="290071" y="131212"/>
                  <a:pt x="296605" y="131212"/>
                </a:cubicBezTo>
                <a:cubicBezTo>
                  <a:pt x="300205" y="131212"/>
                  <a:pt x="303172" y="129309"/>
                  <a:pt x="305506" y="125505"/>
                </a:cubicBezTo>
                <a:cubicBezTo>
                  <a:pt x="308972" y="119896"/>
                  <a:pt x="310706" y="109214"/>
                  <a:pt x="310706" y="93458"/>
                </a:cubicBezTo>
                <a:cubicBezTo>
                  <a:pt x="310706" y="77303"/>
                  <a:pt x="308806" y="66254"/>
                  <a:pt x="305005" y="60312"/>
                </a:cubicBezTo>
                <a:cubicBezTo>
                  <a:pt x="302472" y="56374"/>
                  <a:pt x="299072" y="54405"/>
                  <a:pt x="294805" y="54405"/>
                </a:cubicBezTo>
                <a:cubicBezTo>
                  <a:pt x="288071" y="54405"/>
                  <a:pt x="282537" y="59278"/>
                  <a:pt x="278203" y="69025"/>
                </a:cubicBezTo>
                <a:lnTo>
                  <a:pt x="278203" y="118995"/>
                </a:lnTo>
                <a:close/>
                <a:moveTo>
                  <a:pt x="404616" y="124811"/>
                </a:moveTo>
                <a:cubicBezTo>
                  <a:pt x="393215" y="134945"/>
                  <a:pt x="382981" y="140012"/>
                  <a:pt x="373913" y="140012"/>
                </a:cubicBezTo>
                <a:cubicBezTo>
                  <a:pt x="368579" y="140012"/>
                  <a:pt x="364146" y="138257"/>
                  <a:pt x="360612" y="134746"/>
                </a:cubicBezTo>
                <a:cubicBezTo>
                  <a:pt x="357078" y="131234"/>
                  <a:pt x="355312" y="126835"/>
                  <a:pt x="355312" y="121551"/>
                </a:cubicBezTo>
                <a:cubicBezTo>
                  <a:pt x="355312" y="114392"/>
                  <a:pt x="358379" y="107953"/>
                  <a:pt x="364512" y="102234"/>
                </a:cubicBezTo>
                <a:cubicBezTo>
                  <a:pt x="370646" y="96515"/>
                  <a:pt x="384014" y="88906"/>
                  <a:pt x="404616" y="79407"/>
                </a:cubicBezTo>
                <a:lnTo>
                  <a:pt x="404616" y="70006"/>
                </a:lnTo>
                <a:cubicBezTo>
                  <a:pt x="404616" y="62939"/>
                  <a:pt x="404233" y="58489"/>
                  <a:pt x="403466" y="56655"/>
                </a:cubicBezTo>
                <a:cubicBezTo>
                  <a:pt x="402699" y="54822"/>
                  <a:pt x="401249" y="53221"/>
                  <a:pt x="399116" y="51855"/>
                </a:cubicBezTo>
                <a:cubicBezTo>
                  <a:pt x="396982" y="50488"/>
                  <a:pt x="394582" y="49804"/>
                  <a:pt x="391915" y="49804"/>
                </a:cubicBezTo>
                <a:cubicBezTo>
                  <a:pt x="387581" y="49804"/>
                  <a:pt x="384014" y="50771"/>
                  <a:pt x="381214" y="52705"/>
                </a:cubicBezTo>
                <a:cubicBezTo>
                  <a:pt x="379480" y="53905"/>
                  <a:pt x="378614" y="55305"/>
                  <a:pt x="378614" y="56905"/>
                </a:cubicBezTo>
                <a:cubicBezTo>
                  <a:pt x="378614" y="58305"/>
                  <a:pt x="379547" y="60039"/>
                  <a:pt x="381414" y="62106"/>
                </a:cubicBezTo>
                <a:cubicBezTo>
                  <a:pt x="383948" y="64972"/>
                  <a:pt x="385214" y="67739"/>
                  <a:pt x="385214" y="70406"/>
                </a:cubicBezTo>
                <a:cubicBezTo>
                  <a:pt x="385214" y="73673"/>
                  <a:pt x="383998" y="76457"/>
                  <a:pt x="381564" y="78757"/>
                </a:cubicBezTo>
                <a:cubicBezTo>
                  <a:pt x="379130" y="81057"/>
                  <a:pt x="375947" y="82207"/>
                  <a:pt x="372013" y="82207"/>
                </a:cubicBezTo>
                <a:cubicBezTo>
                  <a:pt x="367813" y="82207"/>
                  <a:pt x="364296" y="80941"/>
                  <a:pt x="361462" y="78407"/>
                </a:cubicBezTo>
                <a:cubicBezTo>
                  <a:pt x="358629" y="75873"/>
                  <a:pt x="357212" y="72907"/>
                  <a:pt x="357212" y="69506"/>
                </a:cubicBezTo>
                <a:cubicBezTo>
                  <a:pt x="357212" y="64706"/>
                  <a:pt x="359112" y="60122"/>
                  <a:pt x="362912" y="55755"/>
                </a:cubicBezTo>
                <a:cubicBezTo>
                  <a:pt x="366713" y="51388"/>
                  <a:pt x="372013" y="48038"/>
                  <a:pt x="378814" y="45704"/>
                </a:cubicBezTo>
                <a:cubicBezTo>
                  <a:pt x="385614" y="43371"/>
                  <a:pt x="392682" y="42204"/>
                  <a:pt x="400016" y="42204"/>
                </a:cubicBezTo>
                <a:cubicBezTo>
                  <a:pt x="408883" y="42204"/>
                  <a:pt x="415900" y="44092"/>
                  <a:pt x="421068" y="47870"/>
                </a:cubicBezTo>
                <a:cubicBezTo>
                  <a:pt x="426235" y="51645"/>
                  <a:pt x="429585" y="55738"/>
                  <a:pt x="431118" y="60149"/>
                </a:cubicBezTo>
                <a:cubicBezTo>
                  <a:pt x="432052" y="62956"/>
                  <a:pt x="432519" y="69404"/>
                  <a:pt x="432519" y="79495"/>
                </a:cubicBezTo>
                <a:lnTo>
                  <a:pt x="432519" y="115882"/>
                </a:lnTo>
                <a:cubicBezTo>
                  <a:pt x="432519" y="120160"/>
                  <a:pt x="432685" y="122851"/>
                  <a:pt x="433019" y="123955"/>
                </a:cubicBezTo>
                <a:cubicBezTo>
                  <a:pt x="433352" y="125057"/>
                  <a:pt x="433852" y="125876"/>
                  <a:pt x="434519" y="126411"/>
                </a:cubicBezTo>
                <a:cubicBezTo>
                  <a:pt x="435185" y="126945"/>
                  <a:pt x="435952" y="127211"/>
                  <a:pt x="436819" y="127211"/>
                </a:cubicBezTo>
                <a:cubicBezTo>
                  <a:pt x="438552" y="127211"/>
                  <a:pt x="440319" y="125978"/>
                  <a:pt x="442119" y="123511"/>
                </a:cubicBezTo>
                <a:lnTo>
                  <a:pt x="445120" y="125911"/>
                </a:lnTo>
                <a:cubicBezTo>
                  <a:pt x="441786" y="130845"/>
                  <a:pt x="438336" y="134429"/>
                  <a:pt x="434769" y="136662"/>
                </a:cubicBezTo>
                <a:cubicBezTo>
                  <a:pt x="431202" y="138896"/>
                  <a:pt x="427151" y="140012"/>
                  <a:pt x="422618" y="140012"/>
                </a:cubicBezTo>
                <a:cubicBezTo>
                  <a:pt x="417284" y="140012"/>
                  <a:pt x="413117" y="138754"/>
                  <a:pt x="410117" y="136237"/>
                </a:cubicBezTo>
                <a:cubicBezTo>
                  <a:pt x="407116" y="133720"/>
                  <a:pt x="405283" y="129912"/>
                  <a:pt x="404616" y="124811"/>
                </a:cubicBezTo>
                <a:moveTo>
                  <a:pt x="404616" y="117410"/>
                </a:moveTo>
                <a:lnTo>
                  <a:pt x="404616" y="86126"/>
                </a:lnTo>
                <a:cubicBezTo>
                  <a:pt x="396549" y="90883"/>
                  <a:pt x="390548" y="95975"/>
                  <a:pt x="386614" y="101403"/>
                </a:cubicBezTo>
                <a:cubicBezTo>
                  <a:pt x="384014" y="105020"/>
                  <a:pt x="382714" y="108671"/>
                  <a:pt x="382714" y="112357"/>
                </a:cubicBezTo>
                <a:cubicBezTo>
                  <a:pt x="382714" y="115438"/>
                  <a:pt x="383814" y="118152"/>
                  <a:pt x="386014" y="120498"/>
                </a:cubicBezTo>
                <a:cubicBezTo>
                  <a:pt x="387681" y="122307"/>
                  <a:pt x="390015" y="123211"/>
                  <a:pt x="393015" y="123211"/>
                </a:cubicBezTo>
                <a:cubicBezTo>
                  <a:pt x="396349" y="123211"/>
                  <a:pt x="400216" y="121277"/>
                  <a:pt x="404616" y="117410"/>
                </a:cubicBezTo>
                <a:close/>
                <a:moveTo>
                  <a:pt x="477944" y="0"/>
                </a:moveTo>
                <a:cubicBezTo>
                  <a:pt x="482278" y="0"/>
                  <a:pt x="485945" y="1522"/>
                  <a:pt x="488945" y="4566"/>
                </a:cubicBezTo>
                <a:cubicBezTo>
                  <a:pt x="491945" y="7608"/>
                  <a:pt x="493446" y="11270"/>
                  <a:pt x="493446" y="15551"/>
                </a:cubicBezTo>
                <a:cubicBezTo>
                  <a:pt x="493446" y="19833"/>
                  <a:pt x="491929" y="23479"/>
                  <a:pt x="488895" y="26490"/>
                </a:cubicBezTo>
                <a:cubicBezTo>
                  <a:pt x="485862" y="29498"/>
                  <a:pt x="482211" y="31003"/>
                  <a:pt x="477944" y="31003"/>
                </a:cubicBezTo>
                <a:cubicBezTo>
                  <a:pt x="473677" y="31003"/>
                  <a:pt x="470044" y="29498"/>
                  <a:pt x="467043" y="26490"/>
                </a:cubicBezTo>
                <a:cubicBezTo>
                  <a:pt x="464043" y="23479"/>
                  <a:pt x="462543" y="19833"/>
                  <a:pt x="462543" y="15551"/>
                </a:cubicBezTo>
                <a:cubicBezTo>
                  <a:pt x="462543" y="11270"/>
                  <a:pt x="464043" y="7608"/>
                  <a:pt x="467043" y="4566"/>
                </a:cubicBezTo>
                <a:cubicBezTo>
                  <a:pt x="470044" y="1522"/>
                  <a:pt x="473677" y="0"/>
                  <a:pt x="477944" y="0"/>
                </a:cubicBezTo>
                <a:moveTo>
                  <a:pt x="491945" y="45004"/>
                </a:moveTo>
                <a:lnTo>
                  <a:pt x="491945" y="119211"/>
                </a:lnTo>
                <a:cubicBezTo>
                  <a:pt x="491945" y="125811"/>
                  <a:pt x="492712" y="130028"/>
                  <a:pt x="494246" y="131862"/>
                </a:cubicBezTo>
                <a:cubicBezTo>
                  <a:pt x="495779" y="133695"/>
                  <a:pt x="498779" y="134745"/>
                  <a:pt x="503247" y="135012"/>
                </a:cubicBezTo>
                <a:lnTo>
                  <a:pt x="503247" y="138612"/>
                </a:lnTo>
                <a:lnTo>
                  <a:pt x="452742" y="138612"/>
                </a:lnTo>
                <a:lnTo>
                  <a:pt x="452742" y="135012"/>
                </a:lnTo>
                <a:cubicBezTo>
                  <a:pt x="456876" y="134879"/>
                  <a:pt x="459943" y="133679"/>
                  <a:pt x="461943" y="131412"/>
                </a:cubicBezTo>
                <a:cubicBezTo>
                  <a:pt x="463276" y="129878"/>
                  <a:pt x="463943" y="125811"/>
                  <a:pt x="463943" y="119211"/>
                </a:cubicBezTo>
                <a:lnTo>
                  <a:pt x="463943" y="64606"/>
                </a:lnTo>
                <a:cubicBezTo>
                  <a:pt x="463943" y="57922"/>
                  <a:pt x="463176" y="53652"/>
                  <a:pt x="461643" y="51795"/>
                </a:cubicBezTo>
                <a:cubicBezTo>
                  <a:pt x="460109" y="49939"/>
                  <a:pt x="457142" y="48875"/>
                  <a:pt x="452742" y="48604"/>
                </a:cubicBezTo>
                <a:lnTo>
                  <a:pt x="452742" y="45004"/>
                </a:lnTo>
                <a:lnTo>
                  <a:pt x="491945" y="45004"/>
                </a:lnTo>
                <a:close/>
                <a:moveTo>
                  <a:pt x="553970" y="45004"/>
                </a:moveTo>
                <a:lnTo>
                  <a:pt x="553970" y="66206"/>
                </a:lnTo>
                <a:cubicBezTo>
                  <a:pt x="560170" y="56538"/>
                  <a:pt x="565604" y="50121"/>
                  <a:pt x="570271" y="46954"/>
                </a:cubicBezTo>
                <a:cubicBezTo>
                  <a:pt x="574938" y="43787"/>
                  <a:pt x="579439" y="42204"/>
                  <a:pt x="583772" y="42204"/>
                </a:cubicBezTo>
                <a:cubicBezTo>
                  <a:pt x="587506" y="42204"/>
                  <a:pt x="590490" y="43358"/>
                  <a:pt x="592723" y="45667"/>
                </a:cubicBezTo>
                <a:cubicBezTo>
                  <a:pt x="594957" y="47975"/>
                  <a:pt x="596074" y="51237"/>
                  <a:pt x="596074" y="55452"/>
                </a:cubicBezTo>
                <a:cubicBezTo>
                  <a:pt x="596074" y="59936"/>
                  <a:pt x="594990" y="63416"/>
                  <a:pt x="592823" y="65893"/>
                </a:cubicBezTo>
                <a:cubicBezTo>
                  <a:pt x="590656" y="68369"/>
                  <a:pt x="588039" y="69606"/>
                  <a:pt x="584973" y="69606"/>
                </a:cubicBezTo>
                <a:cubicBezTo>
                  <a:pt x="581439" y="69606"/>
                  <a:pt x="578372" y="68473"/>
                  <a:pt x="575772" y="66206"/>
                </a:cubicBezTo>
                <a:cubicBezTo>
                  <a:pt x="573171" y="63939"/>
                  <a:pt x="571638" y="62672"/>
                  <a:pt x="571171" y="62406"/>
                </a:cubicBezTo>
                <a:cubicBezTo>
                  <a:pt x="570505" y="62006"/>
                  <a:pt x="569738" y="61806"/>
                  <a:pt x="568871" y="61806"/>
                </a:cubicBezTo>
                <a:cubicBezTo>
                  <a:pt x="566938" y="61806"/>
                  <a:pt x="565104" y="62539"/>
                  <a:pt x="563371" y="64006"/>
                </a:cubicBezTo>
                <a:cubicBezTo>
                  <a:pt x="560637" y="66273"/>
                  <a:pt x="558570" y="69506"/>
                  <a:pt x="557170" y="73707"/>
                </a:cubicBezTo>
                <a:cubicBezTo>
                  <a:pt x="555037" y="80174"/>
                  <a:pt x="553970" y="87308"/>
                  <a:pt x="553970" y="95108"/>
                </a:cubicBezTo>
                <a:lnTo>
                  <a:pt x="553970" y="116610"/>
                </a:lnTo>
                <a:lnTo>
                  <a:pt x="554070" y="122211"/>
                </a:lnTo>
                <a:cubicBezTo>
                  <a:pt x="554070" y="126011"/>
                  <a:pt x="554303" y="128445"/>
                  <a:pt x="554770" y="129512"/>
                </a:cubicBezTo>
                <a:cubicBezTo>
                  <a:pt x="555570" y="131312"/>
                  <a:pt x="556753" y="132629"/>
                  <a:pt x="558320" y="133462"/>
                </a:cubicBezTo>
                <a:cubicBezTo>
                  <a:pt x="559887" y="134295"/>
                  <a:pt x="562537" y="134812"/>
                  <a:pt x="566271" y="135012"/>
                </a:cubicBezTo>
                <a:lnTo>
                  <a:pt x="566271" y="138612"/>
                </a:lnTo>
                <a:lnTo>
                  <a:pt x="515766" y="138612"/>
                </a:lnTo>
                <a:lnTo>
                  <a:pt x="515766" y="135012"/>
                </a:lnTo>
                <a:cubicBezTo>
                  <a:pt x="519833" y="134679"/>
                  <a:pt x="522584" y="133562"/>
                  <a:pt x="524017" y="131662"/>
                </a:cubicBezTo>
                <a:cubicBezTo>
                  <a:pt x="525451" y="129762"/>
                  <a:pt x="526167" y="124744"/>
                  <a:pt x="526167" y="116610"/>
                </a:cubicBezTo>
                <a:lnTo>
                  <a:pt x="526167" y="64806"/>
                </a:lnTo>
                <a:cubicBezTo>
                  <a:pt x="526167" y="59439"/>
                  <a:pt x="525901" y="56017"/>
                  <a:pt x="525367" y="54542"/>
                </a:cubicBezTo>
                <a:cubicBezTo>
                  <a:pt x="524700" y="52663"/>
                  <a:pt x="523734" y="51288"/>
                  <a:pt x="522467" y="50417"/>
                </a:cubicBezTo>
                <a:cubicBezTo>
                  <a:pt x="521200" y="49544"/>
                  <a:pt x="518967" y="48940"/>
                  <a:pt x="515766" y="48604"/>
                </a:cubicBezTo>
                <a:lnTo>
                  <a:pt x="515766" y="45004"/>
                </a:lnTo>
                <a:lnTo>
                  <a:pt x="553970" y="450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currentbug">
            <a:extLst xmlns:a="http://schemas.openxmlformats.org/drawingml/2006/main">
              <a:ext uri="{FF2B5EF4-FFF2-40B4-BE49-F238E27FC236}">
                <a16:creationId xmlns:a16="http://schemas.microsoft.com/office/drawing/2014/main" id="{D0A82251-7880-4E6F-86A3-CC97689E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3747" y="5628857"/>
            <a:ext cx="1021193" cy="179816"/>
          </a:xfrm>
          <a:custGeom xmlns:a="http://schemas.openxmlformats.org/drawingml/2006/main">
            <a:pathLst>
              <a:path w="1021193" h="179816">
                <a:moveTo>
                  <a:pt x="75407" y="111432"/>
                </a:moveTo>
                <a:lnTo>
                  <a:pt x="78507" y="113829"/>
                </a:lnTo>
                <a:cubicBezTo>
                  <a:pt x="74107" y="122123"/>
                  <a:pt x="68623" y="128295"/>
                  <a:pt x="62056" y="132343"/>
                </a:cubicBezTo>
                <a:cubicBezTo>
                  <a:pt x="55488" y="136389"/>
                  <a:pt x="48504" y="138412"/>
                  <a:pt x="41104" y="138412"/>
                </a:cubicBezTo>
                <a:cubicBezTo>
                  <a:pt x="28636" y="138412"/>
                  <a:pt x="18668" y="133708"/>
                  <a:pt x="11201" y="124299"/>
                </a:cubicBezTo>
                <a:cubicBezTo>
                  <a:pt x="3734" y="114887"/>
                  <a:pt x="0" y="103575"/>
                  <a:pt x="0" y="90361"/>
                </a:cubicBezTo>
                <a:cubicBezTo>
                  <a:pt x="0" y="77612"/>
                  <a:pt x="3400" y="66400"/>
                  <a:pt x="10201" y="56724"/>
                </a:cubicBezTo>
                <a:cubicBezTo>
                  <a:pt x="18402" y="45044"/>
                  <a:pt x="29703" y="39204"/>
                  <a:pt x="44104" y="39204"/>
                </a:cubicBezTo>
                <a:cubicBezTo>
                  <a:pt x="53771" y="39204"/>
                  <a:pt x="61455" y="41644"/>
                  <a:pt x="67156" y="46526"/>
                </a:cubicBezTo>
                <a:cubicBezTo>
                  <a:pt x="72857" y="51406"/>
                  <a:pt x="75707" y="56854"/>
                  <a:pt x="75707" y="62871"/>
                </a:cubicBezTo>
                <a:cubicBezTo>
                  <a:pt x="75707" y="66682"/>
                  <a:pt x="74557" y="69724"/>
                  <a:pt x="72256" y="71997"/>
                </a:cubicBezTo>
                <a:cubicBezTo>
                  <a:pt x="69956" y="74270"/>
                  <a:pt x="66939" y="75407"/>
                  <a:pt x="63206" y="75407"/>
                </a:cubicBezTo>
                <a:cubicBezTo>
                  <a:pt x="59272" y="75407"/>
                  <a:pt x="56022" y="74102"/>
                  <a:pt x="53455" y="71494"/>
                </a:cubicBezTo>
                <a:cubicBezTo>
                  <a:pt x="50888" y="68883"/>
                  <a:pt x="49304" y="64233"/>
                  <a:pt x="48704" y="57543"/>
                </a:cubicBezTo>
                <a:cubicBezTo>
                  <a:pt x="48304" y="53328"/>
                  <a:pt x="47338" y="50384"/>
                  <a:pt x="45804" y="48711"/>
                </a:cubicBezTo>
                <a:cubicBezTo>
                  <a:pt x="44271" y="47040"/>
                  <a:pt x="42470" y="46204"/>
                  <a:pt x="40404" y="46204"/>
                </a:cubicBezTo>
                <a:cubicBezTo>
                  <a:pt x="37203" y="46204"/>
                  <a:pt x="34470" y="47904"/>
                  <a:pt x="32203" y="51305"/>
                </a:cubicBezTo>
                <a:cubicBezTo>
                  <a:pt x="28736" y="56438"/>
                  <a:pt x="27002" y="64306"/>
                  <a:pt x="27002" y="74907"/>
                </a:cubicBezTo>
                <a:cubicBezTo>
                  <a:pt x="27002" y="83707"/>
                  <a:pt x="28403" y="92125"/>
                  <a:pt x="31203" y="100159"/>
                </a:cubicBezTo>
                <a:cubicBezTo>
                  <a:pt x="34003" y="108193"/>
                  <a:pt x="37837" y="114177"/>
                  <a:pt x="42704" y="118111"/>
                </a:cubicBezTo>
                <a:cubicBezTo>
                  <a:pt x="46371" y="120977"/>
                  <a:pt x="50705" y="122411"/>
                  <a:pt x="55705" y="122411"/>
                </a:cubicBezTo>
                <a:cubicBezTo>
                  <a:pt x="58972" y="122411"/>
                  <a:pt x="62072" y="121646"/>
                  <a:pt x="65006" y="120117"/>
                </a:cubicBezTo>
                <a:cubicBezTo>
                  <a:pt x="67939" y="118586"/>
                  <a:pt x="71406" y="115691"/>
                  <a:pt x="75407" y="111432"/>
                </a:cubicBezTo>
                <a:close/>
                <a:moveTo>
                  <a:pt x="183277" y="42004"/>
                </a:moveTo>
                <a:lnTo>
                  <a:pt x="183277" y="115210"/>
                </a:lnTo>
                <a:cubicBezTo>
                  <a:pt x="183277" y="122388"/>
                  <a:pt x="183944" y="126865"/>
                  <a:pt x="185277" y="128643"/>
                </a:cubicBezTo>
                <a:cubicBezTo>
                  <a:pt x="186610" y="130420"/>
                  <a:pt x="189311" y="131543"/>
                  <a:pt x="193378" y="132012"/>
                </a:cubicBezTo>
                <a:lnTo>
                  <a:pt x="193378" y="135612"/>
                </a:lnTo>
                <a:lnTo>
                  <a:pt x="155274" y="135612"/>
                </a:lnTo>
                <a:lnTo>
                  <a:pt x="155274" y="123111"/>
                </a:lnTo>
                <a:cubicBezTo>
                  <a:pt x="150807" y="128445"/>
                  <a:pt x="146340" y="132328"/>
                  <a:pt x="141873" y="134762"/>
                </a:cubicBezTo>
                <a:cubicBezTo>
                  <a:pt x="137406" y="137196"/>
                  <a:pt x="132406" y="138412"/>
                  <a:pt x="126872" y="138412"/>
                </a:cubicBezTo>
                <a:cubicBezTo>
                  <a:pt x="121605" y="138412"/>
                  <a:pt x="116921" y="136796"/>
                  <a:pt x="112821" y="133562"/>
                </a:cubicBezTo>
                <a:cubicBezTo>
                  <a:pt x="108720" y="130328"/>
                  <a:pt x="105970" y="126545"/>
                  <a:pt x="104570" y="122211"/>
                </a:cubicBezTo>
                <a:cubicBezTo>
                  <a:pt x="103170" y="117877"/>
                  <a:pt x="102470" y="110310"/>
                  <a:pt x="102470" y="99509"/>
                </a:cubicBezTo>
                <a:lnTo>
                  <a:pt x="102470" y="62406"/>
                </a:lnTo>
                <a:cubicBezTo>
                  <a:pt x="102470" y="55253"/>
                  <a:pt x="101820" y="50799"/>
                  <a:pt x="100519" y="49045"/>
                </a:cubicBezTo>
                <a:cubicBezTo>
                  <a:pt x="99219" y="47291"/>
                  <a:pt x="96502" y="46144"/>
                  <a:pt x="92369" y="45604"/>
                </a:cubicBezTo>
                <a:lnTo>
                  <a:pt x="92369" y="42004"/>
                </a:lnTo>
                <a:lnTo>
                  <a:pt x="130472" y="42004"/>
                </a:lnTo>
                <a:lnTo>
                  <a:pt x="130472" y="105988"/>
                </a:lnTo>
                <a:cubicBezTo>
                  <a:pt x="130472" y="112663"/>
                  <a:pt x="130789" y="116969"/>
                  <a:pt x="131422" y="118904"/>
                </a:cubicBezTo>
                <a:cubicBezTo>
                  <a:pt x="132056" y="120840"/>
                  <a:pt x="133056" y="122309"/>
                  <a:pt x="134422" y="123311"/>
                </a:cubicBezTo>
                <a:cubicBezTo>
                  <a:pt x="135789" y="124311"/>
                  <a:pt x="137373" y="124811"/>
                  <a:pt x="139173" y="124811"/>
                </a:cubicBezTo>
                <a:cubicBezTo>
                  <a:pt x="141573" y="124811"/>
                  <a:pt x="143740" y="124178"/>
                  <a:pt x="145673" y="122911"/>
                </a:cubicBezTo>
                <a:cubicBezTo>
                  <a:pt x="148340" y="121177"/>
                  <a:pt x="151541" y="117677"/>
                  <a:pt x="155274" y="112410"/>
                </a:cubicBezTo>
                <a:lnTo>
                  <a:pt x="155274" y="62406"/>
                </a:lnTo>
                <a:cubicBezTo>
                  <a:pt x="155274" y="55253"/>
                  <a:pt x="154624" y="50799"/>
                  <a:pt x="153324" y="49045"/>
                </a:cubicBezTo>
                <a:cubicBezTo>
                  <a:pt x="152024" y="47291"/>
                  <a:pt x="149307" y="46144"/>
                  <a:pt x="145173" y="45604"/>
                </a:cubicBezTo>
                <a:lnTo>
                  <a:pt x="145173" y="42004"/>
                </a:lnTo>
                <a:lnTo>
                  <a:pt x="183277" y="42004"/>
                </a:lnTo>
                <a:close/>
                <a:moveTo>
                  <a:pt x="242722" y="42004"/>
                </a:moveTo>
                <a:lnTo>
                  <a:pt x="242722" y="63206"/>
                </a:lnTo>
                <a:cubicBezTo>
                  <a:pt x="248922" y="53538"/>
                  <a:pt x="254356" y="47121"/>
                  <a:pt x="259023" y="43954"/>
                </a:cubicBezTo>
                <a:cubicBezTo>
                  <a:pt x="263690" y="40787"/>
                  <a:pt x="268191" y="39204"/>
                  <a:pt x="272525" y="39204"/>
                </a:cubicBezTo>
                <a:cubicBezTo>
                  <a:pt x="276258" y="39204"/>
                  <a:pt x="279242" y="40358"/>
                  <a:pt x="281475" y="42666"/>
                </a:cubicBezTo>
                <a:cubicBezTo>
                  <a:pt x="283709" y="44975"/>
                  <a:pt x="284826" y="48237"/>
                  <a:pt x="284826" y="52452"/>
                </a:cubicBezTo>
                <a:cubicBezTo>
                  <a:pt x="284826" y="56935"/>
                  <a:pt x="283742" y="60416"/>
                  <a:pt x="281575" y="62893"/>
                </a:cubicBezTo>
                <a:cubicBezTo>
                  <a:pt x="279408" y="65368"/>
                  <a:pt x="276792" y="66606"/>
                  <a:pt x="273725" y="66606"/>
                </a:cubicBezTo>
                <a:cubicBezTo>
                  <a:pt x="270191" y="66606"/>
                  <a:pt x="267124" y="65473"/>
                  <a:pt x="264524" y="63206"/>
                </a:cubicBezTo>
                <a:cubicBezTo>
                  <a:pt x="261924" y="60939"/>
                  <a:pt x="260390" y="59672"/>
                  <a:pt x="259923" y="59405"/>
                </a:cubicBezTo>
                <a:cubicBezTo>
                  <a:pt x="259257" y="59005"/>
                  <a:pt x="258490" y="58805"/>
                  <a:pt x="257623" y="58805"/>
                </a:cubicBezTo>
                <a:cubicBezTo>
                  <a:pt x="255690" y="58805"/>
                  <a:pt x="253856" y="59539"/>
                  <a:pt x="252123" y="61005"/>
                </a:cubicBezTo>
                <a:cubicBezTo>
                  <a:pt x="249389" y="63272"/>
                  <a:pt x="247322" y="66506"/>
                  <a:pt x="245922" y="70706"/>
                </a:cubicBezTo>
                <a:cubicBezTo>
                  <a:pt x="243789" y="77174"/>
                  <a:pt x="242722" y="84308"/>
                  <a:pt x="242722" y="92108"/>
                </a:cubicBezTo>
                <a:lnTo>
                  <a:pt x="242722" y="113610"/>
                </a:lnTo>
                <a:lnTo>
                  <a:pt x="242822" y="119211"/>
                </a:lnTo>
                <a:cubicBezTo>
                  <a:pt x="242822" y="123011"/>
                  <a:pt x="243055" y="125445"/>
                  <a:pt x="243522" y="126511"/>
                </a:cubicBezTo>
                <a:cubicBezTo>
                  <a:pt x="244322" y="128311"/>
                  <a:pt x="245505" y="129628"/>
                  <a:pt x="247072" y="130462"/>
                </a:cubicBezTo>
                <a:cubicBezTo>
                  <a:pt x="248639" y="131295"/>
                  <a:pt x="251289" y="131812"/>
                  <a:pt x="255023" y="132012"/>
                </a:cubicBezTo>
                <a:lnTo>
                  <a:pt x="255023" y="135612"/>
                </a:lnTo>
                <a:lnTo>
                  <a:pt x="204518" y="135612"/>
                </a:lnTo>
                <a:lnTo>
                  <a:pt x="204518" y="132012"/>
                </a:lnTo>
                <a:cubicBezTo>
                  <a:pt x="208585" y="131678"/>
                  <a:pt x="211336" y="130562"/>
                  <a:pt x="212769" y="128661"/>
                </a:cubicBezTo>
                <a:cubicBezTo>
                  <a:pt x="214203" y="126761"/>
                  <a:pt x="214919" y="121744"/>
                  <a:pt x="214919" y="113610"/>
                </a:cubicBezTo>
                <a:lnTo>
                  <a:pt x="214919" y="61806"/>
                </a:lnTo>
                <a:cubicBezTo>
                  <a:pt x="214919" y="56438"/>
                  <a:pt x="214653" y="53017"/>
                  <a:pt x="214119" y="51542"/>
                </a:cubicBezTo>
                <a:cubicBezTo>
                  <a:pt x="213453" y="49663"/>
                  <a:pt x="212486" y="48288"/>
                  <a:pt x="211219" y="47417"/>
                </a:cubicBezTo>
                <a:cubicBezTo>
                  <a:pt x="209952" y="46544"/>
                  <a:pt x="207719" y="45940"/>
                  <a:pt x="204518" y="45604"/>
                </a:cubicBezTo>
                <a:lnTo>
                  <a:pt x="204518" y="42004"/>
                </a:lnTo>
                <a:lnTo>
                  <a:pt x="242722" y="42004"/>
                </a:lnTo>
                <a:close/>
                <a:moveTo>
                  <a:pt x="336591" y="42004"/>
                </a:moveTo>
                <a:lnTo>
                  <a:pt x="336591" y="63206"/>
                </a:lnTo>
                <a:cubicBezTo>
                  <a:pt x="342792" y="53538"/>
                  <a:pt x="348225" y="47121"/>
                  <a:pt x="352892" y="43954"/>
                </a:cubicBezTo>
                <a:cubicBezTo>
                  <a:pt x="357560" y="40787"/>
                  <a:pt x="362060" y="39204"/>
                  <a:pt x="366394" y="39204"/>
                </a:cubicBezTo>
                <a:cubicBezTo>
                  <a:pt x="370127" y="39204"/>
                  <a:pt x="373111" y="40358"/>
                  <a:pt x="375344" y="42666"/>
                </a:cubicBezTo>
                <a:cubicBezTo>
                  <a:pt x="377578" y="44975"/>
                  <a:pt x="378695" y="48237"/>
                  <a:pt x="378695" y="52452"/>
                </a:cubicBezTo>
                <a:cubicBezTo>
                  <a:pt x="378695" y="56935"/>
                  <a:pt x="377611" y="60416"/>
                  <a:pt x="375444" y="62893"/>
                </a:cubicBezTo>
                <a:cubicBezTo>
                  <a:pt x="373278" y="65368"/>
                  <a:pt x="370661" y="66606"/>
                  <a:pt x="367594" y="66606"/>
                </a:cubicBezTo>
                <a:cubicBezTo>
                  <a:pt x="364060" y="66606"/>
                  <a:pt x="360993" y="65473"/>
                  <a:pt x="358393" y="63206"/>
                </a:cubicBezTo>
                <a:cubicBezTo>
                  <a:pt x="355793" y="60939"/>
                  <a:pt x="354259" y="59672"/>
                  <a:pt x="353793" y="59405"/>
                </a:cubicBezTo>
                <a:cubicBezTo>
                  <a:pt x="353126" y="59005"/>
                  <a:pt x="352359" y="58805"/>
                  <a:pt x="351492" y="58805"/>
                </a:cubicBezTo>
                <a:cubicBezTo>
                  <a:pt x="349559" y="58805"/>
                  <a:pt x="347725" y="59539"/>
                  <a:pt x="345992" y="61005"/>
                </a:cubicBezTo>
                <a:cubicBezTo>
                  <a:pt x="343258" y="63272"/>
                  <a:pt x="341191" y="66506"/>
                  <a:pt x="339791" y="70706"/>
                </a:cubicBezTo>
                <a:cubicBezTo>
                  <a:pt x="337658" y="77174"/>
                  <a:pt x="336591" y="84308"/>
                  <a:pt x="336591" y="92108"/>
                </a:cubicBezTo>
                <a:lnTo>
                  <a:pt x="336591" y="113610"/>
                </a:lnTo>
                <a:lnTo>
                  <a:pt x="336691" y="119211"/>
                </a:lnTo>
                <a:cubicBezTo>
                  <a:pt x="336691" y="123011"/>
                  <a:pt x="336924" y="125445"/>
                  <a:pt x="337391" y="126511"/>
                </a:cubicBezTo>
                <a:cubicBezTo>
                  <a:pt x="338191" y="128311"/>
                  <a:pt x="339375" y="129628"/>
                  <a:pt x="340941" y="130462"/>
                </a:cubicBezTo>
                <a:cubicBezTo>
                  <a:pt x="342508" y="131295"/>
                  <a:pt x="345158" y="131812"/>
                  <a:pt x="348892" y="132012"/>
                </a:cubicBezTo>
                <a:lnTo>
                  <a:pt x="348892" y="135612"/>
                </a:lnTo>
                <a:lnTo>
                  <a:pt x="298388" y="135612"/>
                </a:lnTo>
                <a:lnTo>
                  <a:pt x="298388" y="132012"/>
                </a:lnTo>
                <a:cubicBezTo>
                  <a:pt x="302455" y="131678"/>
                  <a:pt x="305205" y="130562"/>
                  <a:pt x="306638" y="128661"/>
                </a:cubicBezTo>
                <a:cubicBezTo>
                  <a:pt x="308072" y="126761"/>
                  <a:pt x="308789" y="121744"/>
                  <a:pt x="308789" y="113610"/>
                </a:cubicBezTo>
                <a:lnTo>
                  <a:pt x="308789" y="61806"/>
                </a:lnTo>
                <a:cubicBezTo>
                  <a:pt x="308789" y="56438"/>
                  <a:pt x="308522" y="53017"/>
                  <a:pt x="307988" y="51542"/>
                </a:cubicBezTo>
                <a:cubicBezTo>
                  <a:pt x="307322" y="49663"/>
                  <a:pt x="306355" y="48288"/>
                  <a:pt x="305088" y="47417"/>
                </a:cubicBezTo>
                <a:cubicBezTo>
                  <a:pt x="303821" y="46544"/>
                  <a:pt x="301588" y="45940"/>
                  <a:pt x="298388" y="45604"/>
                </a:cubicBezTo>
                <a:lnTo>
                  <a:pt x="298388" y="42004"/>
                </a:lnTo>
                <a:lnTo>
                  <a:pt x="336591" y="42004"/>
                </a:lnTo>
                <a:close/>
                <a:moveTo>
                  <a:pt x="470882" y="85408"/>
                </a:moveTo>
                <a:lnTo>
                  <a:pt x="419577" y="85408"/>
                </a:lnTo>
                <a:cubicBezTo>
                  <a:pt x="420178" y="97842"/>
                  <a:pt x="423478" y="107669"/>
                  <a:pt x="429478" y="114888"/>
                </a:cubicBezTo>
                <a:cubicBezTo>
                  <a:pt x="434079" y="120437"/>
                  <a:pt x="439613" y="123211"/>
                  <a:pt x="446080" y="123211"/>
                </a:cubicBezTo>
                <a:cubicBezTo>
                  <a:pt x="450080" y="123211"/>
                  <a:pt x="453714" y="122094"/>
                  <a:pt x="456981" y="119861"/>
                </a:cubicBezTo>
                <a:cubicBezTo>
                  <a:pt x="460248" y="117627"/>
                  <a:pt x="463748" y="113610"/>
                  <a:pt x="467482" y="107810"/>
                </a:cubicBezTo>
                <a:lnTo>
                  <a:pt x="470882" y="110010"/>
                </a:lnTo>
                <a:cubicBezTo>
                  <a:pt x="465815" y="120344"/>
                  <a:pt x="460214" y="127661"/>
                  <a:pt x="454081" y="131962"/>
                </a:cubicBezTo>
                <a:cubicBezTo>
                  <a:pt x="447947" y="136262"/>
                  <a:pt x="440846" y="138412"/>
                  <a:pt x="432779" y="138412"/>
                </a:cubicBezTo>
                <a:cubicBezTo>
                  <a:pt x="418911" y="138412"/>
                  <a:pt x="408410" y="133073"/>
                  <a:pt x="401276" y="122395"/>
                </a:cubicBezTo>
                <a:cubicBezTo>
                  <a:pt x="395542" y="113786"/>
                  <a:pt x="392675" y="103108"/>
                  <a:pt x="392675" y="90361"/>
                </a:cubicBezTo>
                <a:cubicBezTo>
                  <a:pt x="392675" y="74743"/>
                  <a:pt x="396892" y="62313"/>
                  <a:pt x="405326" y="53070"/>
                </a:cubicBezTo>
                <a:cubicBezTo>
                  <a:pt x="413760" y="43826"/>
                  <a:pt x="423645" y="39204"/>
                  <a:pt x="434979" y="39204"/>
                </a:cubicBezTo>
                <a:cubicBezTo>
                  <a:pt x="444446" y="39204"/>
                  <a:pt x="452664" y="43087"/>
                  <a:pt x="459631" y="50855"/>
                </a:cubicBezTo>
                <a:cubicBezTo>
                  <a:pt x="466598" y="58622"/>
                  <a:pt x="470349" y="70140"/>
                  <a:pt x="470882" y="85408"/>
                </a:cubicBezTo>
                <a:moveTo>
                  <a:pt x="446280" y="78807"/>
                </a:moveTo>
                <a:cubicBezTo>
                  <a:pt x="446280" y="68073"/>
                  <a:pt x="445696" y="60705"/>
                  <a:pt x="444530" y="56705"/>
                </a:cubicBezTo>
                <a:cubicBezTo>
                  <a:pt x="443363" y="52705"/>
                  <a:pt x="441546" y="49671"/>
                  <a:pt x="439079" y="47604"/>
                </a:cubicBezTo>
                <a:cubicBezTo>
                  <a:pt x="437679" y="46404"/>
                  <a:pt x="435812" y="45804"/>
                  <a:pt x="433479" y="45804"/>
                </a:cubicBezTo>
                <a:cubicBezTo>
                  <a:pt x="430012" y="45804"/>
                  <a:pt x="427178" y="47504"/>
                  <a:pt x="424978" y="50905"/>
                </a:cubicBezTo>
                <a:cubicBezTo>
                  <a:pt x="421044" y="56838"/>
                  <a:pt x="419077" y="64972"/>
                  <a:pt x="419077" y="75307"/>
                </a:cubicBezTo>
                <a:lnTo>
                  <a:pt x="419077" y="78807"/>
                </a:lnTo>
                <a:lnTo>
                  <a:pt x="446280" y="78807"/>
                </a:lnTo>
                <a:close/>
                <a:moveTo>
                  <a:pt x="523748" y="42004"/>
                </a:moveTo>
                <a:lnTo>
                  <a:pt x="523748" y="54205"/>
                </a:lnTo>
                <a:cubicBezTo>
                  <a:pt x="528549" y="48969"/>
                  <a:pt x="533149" y="45160"/>
                  <a:pt x="537549" y="42779"/>
                </a:cubicBezTo>
                <a:cubicBezTo>
                  <a:pt x="541950" y="40395"/>
                  <a:pt x="546684" y="39204"/>
                  <a:pt x="551751" y="39204"/>
                </a:cubicBezTo>
                <a:cubicBezTo>
                  <a:pt x="557818" y="39204"/>
                  <a:pt x="562852" y="40889"/>
                  <a:pt x="566852" y="44260"/>
                </a:cubicBezTo>
                <a:cubicBezTo>
                  <a:pt x="570852" y="47631"/>
                  <a:pt x="573519" y="51820"/>
                  <a:pt x="574853" y="56827"/>
                </a:cubicBezTo>
                <a:cubicBezTo>
                  <a:pt x="575919" y="60634"/>
                  <a:pt x="576453" y="67945"/>
                  <a:pt x="576453" y="78760"/>
                </a:cubicBezTo>
                <a:lnTo>
                  <a:pt x="576453" y="115210"/>
                </a:lnTo>
                <a:cubicBezTo>
                  <a:pt x="576453" y="122411"/>
                  <a:pt x="577103" y="126895"/>
                  <a:pt x="578403" y="128661"/>
                </a:cubicBezTo>
                <a:cubicBezTo>
                  <a:pt x="579703" y="130428"/>
                  <a:pt x="582420" y="131545"/>
                  <a:pt x="586554" y="132012"/>
                </a:cubicBezTo>
                <a:lnTo>
                  <a:pt x="586554" y="135612"/>
                </a:lnTo>
                <a:lnTo>
                  <a:pt x="539250" y="135612"/>
                </a:lnTo>
                <a:lnTo>
                  <a:pt x="539250" y="132012"/>
                </a:lnTo>
                <a:cubicBezTo>
                  <a:pt x="542783" y="131545"/>
                  <a:pt x="545317" y="130078"/>
                  <a:pt x="546850" y="127611"/>
                </a:cubicBezTo>
                <a:cubicBezTo>
                  <a:pt x="547917" y="125945"/>
                  <a:pt x="548450" y="121811"/>
                  <a:pt x="548450" y="115210"/>
                </a:cubicBezTo>
                <a:lnTo>
                  <a:pt x="548450" y="73607"/>
                </a:lnTo>
                <a:cubicBezTo>
                  <a:pt x="548450" y="65939"/>
                  <a:pt x="548150" y="61105"/>
                  <a:pt x="547550" y="59105"/>
                </a:cubicBezTo>
                <a:cubicBezTo>
                  <a:pt x="546950" y="57105"/>
                  <a:pt x="545933" y="55555"/>
                  <a:pt x="544500" y="54455"/>
                </a:cubicBezTo>
                <a:cubicBezTo>
                  <a:pt x="543067" y="53355"/>
                  <a:pt x="541483" y="52805"/>
                  <a:pt x="539750" y="52805"/>
                </a:cubicBezTo>
                <a:cubicBezTo>
                  <a:pt x="534016" y="52805"/>
                  <a:pt x="528682" y="56938"/>
                  <a:pt x="523748" y="65206"/>
                </a:cubicBezTo>
                <a:lnTo>
                  <a:pt x="523748" y="115210"/>
                </a:lnTo>
                <a:cubicBezTo>
                  <a:pt x="523748" y="122211"/>
                  <a:pt x="524398" y="126645"/>
                  <a:pt x="525698" y="128511"/>
                </a:cubicBezTo>
                <a:cubicBezTo>
                  <a:pt x="526998" y="130378"/>
                  <a:pt x="529415" y="131545"/>
                  <a:pt x="532949" y="132012"/>
                </a:cubicBezTo>
                <a:lnTo>
                  <a:pt x="532949" y="135612"/>
                </a:lnTo>
                <a:lnTo>
                  <a:pt x="485645" y="135612"/>
                </a:lnTo>
                <a:lnTo>
                  <a:pt x="485645" y="132012"/>
                </a:lnTo>
                <a:cubicBezTo>
                  <a:pt x="489578" y="131612"/>
                  <a:pt x="492379" y="130345"/>
                  <a:pt x="494045" y="128211"/>
                </a:cubicBezTo>
                <a:cubicBezTo>
                  <a:pt x="495179" y="126745"/>
                  <a:pt x="495746" y="122411"/>
                  <a:pt x="495746" y="115210"/>
                </a:cubicBezTo>
                <a:lnTo>
                  <a:pt x="495746" y="62406"/>
                </a:lnTo>
                <a:cubicBezTo>
                  <a:pt x="495746" y="55253"/>
                  <a:pt x="495096" y="50799"/>
                  <a:pt x="493795" y="49045"/>
                </a:cubicBezTo>
                <a:cubicBezTo>
                  <a:pt x="492495" y="47291"/>
                  <a:pt x="489778" y="46144"/>
                  <a:pt x="485645" y="45604"/>
                </a:cubicBezTo>
                <a:lnTo>
                  <a:pt x="485645" y="42004"/>
                </a:lnTo>
                <a:lnTo>
                  <a:pt x="523748" y="42004"/>
                </a:lnTo>
                <a:close/>
                <a:moveTo>
                  <a:pt x="633598" y="7601"/>
                </a:moveTo>
                <a:lnTo>
                  <a:pt x="633598" y="42004"/>
                </a:lnTo>
                <a:lnTo>
                  <a:pt x="655800" y="42004"/>
                </a:lnTo>
                <a:lnTo>
                  <a:pt x="655800" y="51805"/>
                </a:lnTo>
                <a:lnTo>
                  <a:pt x="633598" y="51805"/>
                </a:lnTo>
                <a:lnTo>
                  <a:pt x="633598" y="109666"/>
                </a:lnTo>
                <a:cubicBezTo>
                  <a:pt x="633598" y="115081"/>
                  <a:pt x="633848" y="118574"/>
                  <a:pt x="634348" y="120145"/>
                </a:cubicBezTo>
                <a:cubicBezTo>
                  <a:pt x="634848" y="121716"/>
                  <a:pt x="635731" y="122987"/>
                  <a:pt x="636998" y="123958"/>
                </a:cubicBezTo>
                <a:cubicBezTo>
                  <a:pt x="638265" y="124927"/>
                  <a:pt x="639431" y="125411"/>
                  <a:pt x="640498" y="125411"/>
                </a:cubicBezTo>
                <a:cubicBezTo>
                  <a:pt x="644832" y="125411"/>
                  <a:pt x="648932" y="122078"/>
                  <a:pt x="652799" y="115410"/>
                </a:cubicBezTo>
                <a:lnTo>
                  <a:pt x="655800" y="117632"/>
                </a:lnTo>
                <a:cubicBezTo>
                  <a:pt x="650399" y="130552"/>
                  <a:pt x="641632" y="137012"/>
                  <a:pt x="629497" y="137012"/>
                </a:cubicBezTo>
                <a:cubicBezTo>
                  <a:pt x="623563" y="137012"/>
                  <a:pt x="618546" y="135357"/>
                  <a:pt x="614446" y="132046"/>
                </a:cubicBezTo>
                <a:cubicBezTo>
                  <a:pt x="610346" y="128733"/>
                  <a:pt x="607729" y="125036"/>
                  <a:pt x="606595" y="120955"/>
                </a:cubicBezTo>
                <a:cubicBezTo>
                  <a:pt x="605928" y="118679"/>
                  <a:pt x="605595" y="112524"/>
                  <a:pt x="605595" y="102487"/>
                </a:cubicBezTo>
                <a:lnTo>
                  <a:pt x="605595" y="51805"/>
                </a:lnTo>
                <a:lnTo>
                  <a:pt x="593394" y="51805"/>
                </a:lnTo>
                <a:lnTo>
                  <a:pt x="593394" y="48295"/>
                </a:lnTo>
                <a:cubicBezTo>
                  <a:pt x="601795" y="42349"/>
                  <a:pt x="608945" y="36101"/>
                  <a:pt x="614846" y="29553"/>
                </a:cubicBezTo>
                <a:cubicBezTo>
                  <a:pt x="620746" y="23004"/>
                  <a:pt x="625897" y="15687"/>
                  <a:pt x="630297" y="7601"/>
                </a:cubicBezTo>
                <a:lnTo>
                  <a:pt x="633598" y="7601"/>
                </a:lnTo>
                <a:close/>
                <a:moveTo>
                  <a:pt x="743565" y="0"/>
                </a:moveTo>
                <a:lnTo>
                  <a:pt x="743565" y="51405"/>
                </a:lnTo>
                <a:cubicBezTo>
                  <a:pt x="751432" y="43271"/>
                  <a:pt x="760033" y="39204"/>
                  <a:pt x="769367" y="39204"/>
                </a:cubicBezTo>
                <a:cubicBezTo>
                  <a:pt x="775768" y="39204"/>
                  <a:pt x="781802" y="41089"/>
                  <a:pt x="787469" y="44860"/>
                </a:cubicBezTo>
                <a:cubicBezTo>
                  <a:pt x="793136" y="48631"/>
                  <a:pt x="797570" y="53987"/>
                  <a:pt x="800770" y="60927"/>
                </a:cubicBezTo>
                <a:cubicBezTo>
                  <a:pt x="803970" y="67868"/>
                  <a:pt x="805571" y="75877"/>
                  <a:pt x="805571" y="84954"/>
                </a:cubicBezTo>
                <a:cubicBezTo>
                  <a:pt x="805571" y="95166"/>
                  <a:pt x="803537" y="104443"/>
                  <a:pt x="799470" y="112785"/>
                </a:cubicBezTo>
                <a:cubicBezTo>
                  <a:pt x="795403" y="121127"/>
                  <a:pt x="789969" y="127484"/>
                  <a:pt x="783169" y="131856"/>
                </a:cubicBezTo>
                <a:cubicBezTo>
                  <a:pt x="776368" y="136227"/>
                  <a:pt x="768601" y="138412"/>
                  <a:pt x="759867" y="138412"/>
                </a:cubicBezTo>
                <a:cubicBezTo>
                  <a:pt x="754799" y="138412"/>
                  <a:pt x="750299" y="137612"/>
                  <a:pt x="746365" y="136012"/>
                </a:cubicBezTo>
                <a:cubicBezTo>
                  <a:pt x="742432" y="134412"/>
                  <a:pt x="738565" y="131812"/>
                  <a:pt x="734764" y="128211"/>
                </a:cubicBezTo>
                <a:lnTo>
                  <a:pt x="719263" y="138412"/>
                </a:lnTo>
                <a:lnTo>
                  <a:pt x="715863" y="138412"/>
                </a:lnTo>
                <a:lnTo>
                  <a:pt x="715863" y="19402"/>
                </a:lnTo>
                <a:cubicBezTo>
                  <a:pt x="715863" y="13966"/>
                  <a:pt x="715629" y="10611"/>
                  <a:pt x="715163" y="9338"/>
                </a:cubicBezTo>
                <a:cubicBezTo>
                  <a:pt x="714496" y="7459"/>
                  <a:pt x="713446" y="6066"/>
                  <a:pt x="712012" y="5160"/>
                </a:cubicBezTo>
                <a:cubicBezTo>
                  <a:pt x="710579" y="4254"/>
                  <a:pt x="708162" y="3734"/>
                  <a:pt x="704762" y="3600"/>
                </a:cubicBezTo>
                <a:lnTo>
                  <a:pt x="704762" y="0"/>
                </a:lnTo>
                <a:lnTo>
                  <a:pt x="743565" y="0"/>
                </a:lnTo>
                <a:moveTo>
                  <a:pt x="743565" y="60318"/>
                </a:moveTo>
                <a:lnTo>
                  <a:pt x="743565" y="101972"/>
                </a:lnTo>
                <a:cubicBezTo>
                  <a:pt x="743565" y="110449"/>
                  <a:pt x="743765" y="115857"/>
                  <a:pt x="744165" y="118195"/>
                </a:cubicBezTo>
                <a:cubicBezTo>
                  <a:pt x="744832" y="122133"/>
                  <a:pt x="746432" y="125321"/>
                  <a:pt x="748966" y="127758"/>
                </a:cubicBezTo>
                <a:cubicBezTo>
                  <a:pt x="751499" y="130194"/>
                  <a:pt x="754733" y="131412"/>
                  <a:pt x="758666" y="131412"/>
                </a:cubicBezTo>
                <a:cubicBezTo>
                  <a:pt x="762067" y="131412"/>
                  <a:pt x="764984" y="130444"/>
                  <a:pt x="767417" y="128508"/>
                </a:cubicBezTo>
                <a:cubicBezTo>
                  <a:pt x="769851" y="126573"/>
                  <a:pt x="771884" y="122735"/>
                  <a:pt x="773518" y="116995"/>
                </a:cubicBezTo>
                <a:cubicBezTo>
                  <a:pt x="775151" y="111253"/>
                  <a:pt x="775968" y="100905"/>
                  <a:pt x="775968" y="85951"/>
                </a:cubicBezTo>
                <a:cubicBezTo>
                  <a:pt x="775968" y="71598"/>
                  <a:pt x="774168" y="61751"/>
                  <a:pt x="770568" y="56411"/>
                </a:cubicBezTo>
                <a:cubicBezTo>
                  <a:pt x="767967" y="52540"/>
                  <a:pt x="764467" y="50605"/>
                  <a:pt x="760067" y="50605"/>
                </a:cubicBezTo>
                <a:cubicBezTo>
                  <a:pt x="754333" y="50605"/>
                  <a:pt x="748832" y="53842"/>
                  <a:pt x="743565" y="60318"/>
                </a:cubicBezTo>
                <a:close/>
                <a:moveTo>
                  <a:pt x="908682" y="42004"/>
                </a:moveTo>
                <a:lnTo>
                  <a:pt x="908682" y="115210"/>
                </a:lnTo>
                <a:cubicBezTo>
                  <a:pt x="908682" y="122388"/>
                  <a:pt x="909348" y="126865"/>
                  <a:pt x="910682" y="128643"/>
                </a:cubicBezTo>
                <a:cubicBezTo>
                  <a:pt x="912015" y="130420"/>
                  <a:pt x="914715" y="131543"/>
                  <a:pt x="918782" y="132012"/>
                </a:cubicBezTo>
                <a:lnTo>
                  <a:pt x="918782" y="135612"/>
                </a:lnTo>
                <a:lnTo>
                  <a:pt x="880679" y="135612"/>
                </a:lnTo>
                <a:lnTo>
                  <a:pt x="880679" y="123111"/>
                </a:lnTo>
                <a:cubicBezTo>
                  <a:pt x="876212" y="128445"/>
                  <a:pt x="871745" y="132328"/>
                  <a:pt x="867278" y="134762"/>
                </a:cubicBezTo>
                <a:cubicBezTo>
                  <a:pt x="862811" y="137196"/>
                  <a:pt x="857810" y="138412"/>
                  <a:pt x="852276" y="138412"/>
                </a:cubicBezTo>
                <a:cubicBezTo>
                  <a:pt x="847009" y="138412"/>
                  <a:pt x="842326" y="136796"/>
                  <a:pt x="838225" y="133562"/>
                </a:cubicBezTo>
                <a:cubicBezTo>
                  <a:pt x="834125" y="130328"/>
                  <a:pt x="831375" y="126545"/>
                  <a:pt x="829974" y="122211"/>
                </a:cubicBezTo>
                <a:cubicBezTo>
                  <a:pt x="828574" y="117877"/>
                  <a:pt x="827874" y="110310"/>
                  <a:pt x="827874" y="99509"/>
                </a:cubicBezTo>
                <a:lnTo>
                  <a:pt x="827874" y="62406"/>
                </a:lnTo>
                <a:cubicBezTo>
                  <a:pt x="827874" y="55253"/>
                  <a:pt x="827224" y="50799"/>
                  <a:pt x="825924" y="49045"/>
                </a:cubicBezTo>
                <a:cubicBezTo>
                  <a:pt x="824624" y="47291"/>
                  <a:pt x="821907" y="46144"/>
                  <a:pt x="817773" y="45604"/>
                </a:cubicBezTo>
                <a:lnTo>
                  <a:pt x="817773" y="42004"/>
                </a:lnTo>
                <a:lnTo>
                  <a:pt x="855877" y="42004"/>
                </a:lnTo>
                <a:lnTo>
                  <a:pt x="855877" y="105988"/>
                </a:lnTo>
                <a:cubicBezTo>
                  <a:pt x="855877" y="112663"/>
                  <a:pt x="856194" y="116969"/>
                  <a:pt x="856827" y="118904"/>
                </a:cubicBezTo>
                <a:cubicBezTo>
                  <a:pt x="857460" y="120840"/>
                  <a:pt x="858460" y="122309"/>
                  <a:pt x="859827" y="123311"/>
                </a:cubicBezTo>
                <a:cubicBezTo>
                  <a:pt x="861194" y="124311"/>
                  <a:pt x="862777" y="124811"/>
                  <a:pt x="864578" y="124811"/>
                </a:cubicBezTo>
                <a:cubicBezTo>
                  <a:pt x="866978" y="124811"/>
                  <a:pt x="869145" y="124178"/>
                  <a:pt x="871078" y="122911"/>
                </a:cubicBezTo>
                <a:cubicBezTo>
                  <a:pt x="873745" y="121177"/>
                  <a:pt x="876945" y="117677"/>
                  <a:pt x="880679" y="112410"/>
                </a:cubicBezTo>
                <a:lnTo>
                  <a:pt x="880679" y="62406"/>
                </a:lnTo>
                <a:cubicBezTo>
                  <a:pt x="880679" y="55253"/>
                  <a:pt x="880029" y="50799"/>
                  <a:pt x="878729" y="49045"/>
                </a:cubicBezTo>
                <a:cubicBezTo>
                  <a:pt x="877429" y="47291"/>
                  <a:pt x="874712" y="46144"/>
                  <a:pt x="870578" y="45604"/>
                </a:cubicBezTo>
                <a:lnTo>
                  <a:pt x="870578" y="42004"/>
                </a:lnTo>
                <a:lnTo>
                  <a:pt x="908682" y="42004"/>
                </a:lnTo>
                <a:close/>
                <a:moveTo>
                  <a:pt x="989390" y="43204"/>
                </a:moveTo>
                <a:lnTo>
                  <a:pt x="1020893" y="43204"/>
                </a:lnTo>
                <a:lnTo>
                  <a:pt x="1020893" y="54205"/>
                </a:lnTo>
                <a:lnTo>
                  <a:pt x="1002992" y="54205"/>
                </a:lnTo>
                <a:cubicBezTo>
                  <a:pt x="1006259" y="57472"/>
                  <a:pt x="1008525" y="60439"/>
                  <a:pt x="1009792" y="63106"/>
                </a:cubicBezTo>
                <a:cubicBezTo>
                  <a:pt x="1011392" y="66706"/>
                  <a:pt x="1012192" y="70473"/>
                  <a:pt x="1012192" y="74407"/>
                </a:cubicBezTo>
                <a:cubicBezTo>
                  <a:pt x="1012192" y="81074"/>
                  <a:pt x="1010342" y="86858"/>
                  <a:pt x="1006642" y="91758"/>
                </a:cubicBezTo>
                <a:cubicBezTo>
                  <a:pt x="1002942" y="96659"/>
                  <a:pt x="997908" y="100492"/>
                  <a:pt x="991541" y="103259"/>
                </a:cubicBezTo>
                <a:cubicBezTo>
                  <a:pt x="985173" y="106026"/>
                  <a:pt x="979523" y="107410"/>
                  <a:pt x="974589" y="107410"/>
                </a:cubicBezTo>
                <a:cubicBezTo>
                  <a:pt x="974189" y="107410"/>
                  <a:pt x="970189" y="107243"/>
                  <a:pt x="962588" y="106910"/>
                </a:cubicBezTo>
                <a:cubicBezTo>
                  <a:pt x="959588" y="106910"/>
                  <a:pt x="957071" y="107888"/>
                  <a:pt x="955037" y="109844"/>
                </a:cubicBezTo>
                <a:cubicBezTo>
                  <a:pt x="953004" y="111801"/>
                  <a:pt x="951987" y="114137"/>
                  <a:pt x="951987" y="116854"/>
                </a:cubicBezTo>
                <a:cubicBezTo>
                  <a:pt x="951987" y="119242"/>
                  <a:pt x="952904" y="121198"/>
                  <a:pt x="954737" y="122723"/>
                </a:cubicBezTo>
                <a:cubicBezTo>
                  <a:pt x="956571" y="124249"/>
                  <a:pt x="959554" y="125011"/>
                  <a:pt x="963688" y="125011"/>
                </a:cubicBezTo>
                <a:lnTo>
                  <a:pt x="980990" y="124811"/>
                </a:lnTo>
                <a:cubicBezTo>
                  <a:pt x="994991" y="124811"/>
                  <a:pt x="1004625" y="126348"/>
                  <a:pt x="1009892" y="129421"/>
                </a:cubicBezTo>
                <a:cubicBezTo>
                  <a:pt x="1017426" y="133694"/>
                  <a:pt x="1021193" y="140273"/>
                  <a:pt x="1021193" y="149157"/>
                </a:cubicBezTo>
                <a:cubicBezTo>
                  <a:pt x="1021193" y="154835"/>
                  <a:pt x="1019460" y="159994"/>
                  <a:pt x="1015993" y="164637"/>
                </a:cubicBezTo>
                <a:cubicBezTo>
                  <a:pt x="1012526" y="169279"/>
                  <a:pt x="1007959" y="172702"/>
                  <a:pt x="1002292" y="174906"/>
                </a:cubicBezTo>
                <a:cubicBezTo>
                  <a:pt x="993691" y="178179"/>
                  <a:pt x="983790" y="179816"/>
                  <a:pt x="972589" y="179816"/>
                </a:cubicBezTo>
                <a:cubicBezTo>
                  <a:pt x="964188" y="179816"/>
                  <a:pt x="956521" y="178999"/>
                  <a:pt x="949587" y="177366"/>
                </a:cubicBezTo>
                <a:cubicBezTo>
                  <a:pt x="942653" y="175732"/>
                  <a:pt x="937686" y="173464"/>
                  <a:pt x="934686" y="170562"/>
                </a:cubicBezTo>
                <a:cubicBezTo>
                  <a:pt x="931685" y="167662"/>
                  <a:pt x="930185" y="164611"/>
                  <a:pt x="930185" y="161408"/>
                </a:cubicBezTo>
                <a:cubicBezTo>
                  <a:pt x="930185" y="158341"/>
                  <a:pt x="931335" y="155590"/>
                  <a:pt x="933635" y="153154"/>
                </a:cubicBezTo>
                <a:cubicBezTo>
                  <a:pt x="935936" y="150721"/>
                  <a:pt x="940219" y="148671"/>
                  <a:pt x="946487" y="147004"/>
                </a:cubicBezTo>
                <a:cubicBezTo>
                  <a:pt x="937819" y="142737"/>
                  <a:pt x="933485" y="136804"/>
                  <a:pt x="933485" y="129205"/>
                </a:cubicBezTo>
                <a:cubicBezTo>
                  <a:pt x="933485" y="124605"/>
                  <a:pt x="935252" y="120139"/>
                  <a:pt x="938786" y="115807"/>
                </a:cubicBezTo>
                <a:cubicBezTo>
                  <a:pt x="942320" y="111473"/>
                  <a:pt x="947920" y="107706"/>
                  <a:pt x="955587" y="104506"/>
                </a:cubicBezTo>
                <a:cubicBezTo>
                  <a:pt x="946653" y="101235"/>
                  <a:pt x="940186" y="96928"/>
                  <a:pt x="936186" y="91586"/>
                </a:cubicBezTo>
                <a:cubicBezTo>
                  <a:pt x="932185" y="86244"/>
                  <a:pt x="930185" y="80068"/>
                  <a:pt x="930185" y="73057"/>
                </a:cubicBezTo>
                <a:cubicBezTo>
                  <a:pt x="930185" y="63910"/>
                  <a:pt x="933919" y="55981"/>
                  <a:pt x="941386" y="49270"/>
                </a:cubicBezTo>
                <a:cubicBezTo>
                  <a:pt x="948853" y="42559"/>
                  <a:pt x="958454" y="39204"/>
                  <a:pt x="970189" y="39204"/>
                </a:cubicBezTo>
                <a:cubicBezTo>
                  <a:pt x="976389" y="39204"/>
                  <a:pt x="982790" y="40537"/>
                  <a:pt x="989390" y="43204"/>
                </a:cubicBezTo>
                <a:moveTo>
                  <a:pt x="972089" y="45604"/>
                </a:moveTo>
                <a:cubicBezTo>
                  <a:pt x="968222" y="45604"/>
                  <a:pt x="964955" y="47551"/>
                  <a:pt x="962288" y="51445"/>
                </a:cubicBezTo>
                <a:cubicBezTo>
                  <a:pt x="959621" y="55337"/>
                  <a:pt x="958288" y="63407"/>
                  <a:pt x="958288" y="75654"/>
                </a:cubicBezTo>
                <a:cubicBezTo>
                  <a:pt x="958288" y="85569"/>
                  <a:pt x="959604" y="92374"/>
                  <a:pt x="962238" y="96068"/>
                </a:cubicBezTo>
                <a:cubicBezTo>
                  <a:pt x="964872" y="99762"/>
                  <a:pt x="967988" y="101609"/>
                  <a:pt x="971589" y="101609"/>
                </a:cubicBezTo>
                <a:cubicBezTo>
                  <a:pt x="975589" y="101609"/>
                  <a:pt x="978923" y="99779"/>
                  <a:pt x="981590" y="96118"/>
                </a:cubicBezTo>
                <a:cubicBezTo>
                  <a:pt x="984257" y="92457"/>
                  <a:pt x="985590" y="85336"/>
                  <a:pt x="985590" y="74754"/>
                </a:cubicBezTo>
                <a:cubicBezTo>
                  <a:pt x="985590" y="62842"/>
                  <a:pt x="984090" y="54723"/>
                  <a:pt x="981090" y="50395"/>
                </a:cubicBezTo>
                <a:cubicBezTo>
                  <a:pt x="978956" y="47201"/>
                  <a:pt x="975956" y="45604"/>
                  <a:pt x="972089" y="45604"/>
                </a:cubicBezTo>
                <a:moveTo>
                  <a:pt x="966188" y="149413"/>
                </a:moveTo>
                <a:cubicBezTo>
                  <a:pt x="959388" y="149413"/>
                  <a:pt x="954887" y="149978"/>
                  <a:pt x="952687" y="151107"/>
                </a:cubicBezTo>
                <a:cubicBezTo>
                  <a:pt x="948887" y="153164"/>
                  <a:pt x="946987" y="155951"/>
                  <a:pt x="946987" y="159470"/>
                </a:cubicBezTo>
                <a:cubicBezTo>
                  <a:pt x="946987" y="162856"/>
                  <a:pt x="948953" y="165926"/>
                  <a:pt x="952887" y="168681"/>
                </a:cubicBezTo>
                <a:cubicBezTo>
                  <a:pt x="956821" y="171437"/>
                  <a:pt x="964221" y="172815"/>
                  <a:pt x="975089" y="172815"/>
                </a:cubicBezTo>
                <a:cubicBezTo>
                  <a:pt x="984357" y="172815"/>
                  <a:pt x="991641" y="171587"/>
                  <a:pt x="996941" y="169131"/>
                </a:cubicBezTo>
                <a:cubicBezTo>
                  <a:pt x="1002242" y="166674"/>
                  <a:pt x="1004892" y="163222"/>
                  <a:pt x="1004892" y="158774"/>
                </a:cubicBezTo>
                <a:cubicBezTo>
                  <a:pt x="1004892" y="157115"/>
                  <a:pt x="1004392" y="155721"/>
                  <a:pt x="1003392" y="154592"/>
                </a:cubicBezTo>
                <a:cubicBezTo>
                  <a:pt x="1001591" y="152600"/>
                  <a:pt x="998875" y="151239"/>
                  <a:pt x="995241" y="150507"/>
                </a:cubicBezTo>
                <a:cubicBezTo>
                  <a:pt x="991607" y="149778"/>
                  <a:pt x="981923" y="149413"/>
                  <a:pt x="966188" y="14941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ad901cec24c0d"/>
          <a:stretch xmlns:a="http://schemas.openxmlformats.org/drawingml/2006/main"/>
        </p:blipFill>
        <p:spPr>
          <a:xfrm xmlns:a="http://schemas.openxmlformats.org/drawingml/2006/main">
            <a:off x="9883282" y="5928128"/>
            <a:ext cx="275992" cy="290145"/>
          </a:xfrm>
          <a:prstGeom xmlns:a="http://schemas.openxmlformats.org/drawingml/2006/main" prst="rect">
            <a:avLst/>
          </a:prstGeom>
        </p:spPr>
      </p:pic>
      <p:pic>
        <p:nvPicPr>
          <p:cNvPr id="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e4ce32bb4442c"/>
          <a:stretch xmlns:a="http://schemas.openxmlformats.org/drawingml/2006/main"/>
        </p:blipFill>
        <p:spPr>
          <a:xfrm xmlns:a="http://schemas.openxmlformats.org/drawingml/2006/main">
            <a:off x="11800637" y="5876909"/>
            <a:ext cx="264556" cy="264556"/>
          </a:xfrm>
          <a:prstGeom xmlns:a="http://schemas.openxmlformats.org/drawingml/2006/main" prst="rect">
            <a:avLst/>
          </a:prstGeom>
        </p:spPr>
      </p:pic>
      <p:pic>
        <p:nvPicPr>
          <p:cNvPr id="3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1e9016923499c"/>
          <a:stretch xmlns:a="http://schemas.openxmlformats.org/drawingml/2006/main"/>
        </p:blipFill>
        <p:spPr>
          <a:xfrm xmlns:a="http://schemas.openxmlformats.org/drawingml/2006/main">
            <a:off x="11075239" y="6133348"/>
            <a:ext cx="1758024" cy="707497"/>
          </a:xfrm>
          <a:prstGeom xmlns:a="http://schemas.openxmlformats.org/drawingml/2006/main" prst="rect">
            <a:avLst/>
          </a:prstGeom>
        </p:spPr>
      </p:pic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08B1C-FCAF-4908-A6E7-E125BCA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909" y="6175604"/>
            <a:ext cx="1612944" cy="563250"/>
          </a:xfrm>
          <a:custGeom xmlns:a="http://schemas.openxmlformats.org/drawingml/2006/main">
            <a:pathLst>
              <a:path w="1612944" h="563250">
                <a:moveTo>
                  <a:pt x="0" y="93875"/>
                </a:moveTo>
                <a:cubicBezTo>
                  <a:pt x="0" y="42030"/>
                  <a:pt x="42030" y="0"/>
                  <a:pt x="93875" y="0"/>
                </a:cubicBezTo>
                <a:lnTo>
                  <a:pt x="1519069" y="0"/>
                </a:lnTo>
                <a:cubicBezTo>
                  <a:pt x="1570914" y="0"/>
                  <a:pt x="1612944" y="42030"/>
                  <a:pt x="1612944" y="93875"/>
                </a:cubicBezTo>
                <a:lnTo>
                  <a:pt x="1612944" y="469375"/>
                </a:lnTo>
                <a:cubicBezTo>
                  <a:pt x="1612944" y="521220"/>
                  <a:pt x="1570914" y="563250"/>
                  <a:pt x="1519069" y="563250"/>
                </a:cubicBezTo>
                <a:lnTo>
                  <a:pt x="93875" y="563250"/>
                </a:lnTo>
                <a:cubicBezTo>
                  <a:pt x="42030" y="563250"/>
                  <a:pt x="0" y="521220"/>
                  <a:pt x="0" y="469375"/>
                </a:cubicBezTo>
                <a:lnTo>
                  <a:pt x="0" y="93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77FDA-C301-4897-BE5E-4A94B202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909" y="6175604"/>
            <a:ext cx="1612944" cy="563250"/>
          </a:xfrm>
          <a:custGeom xmlns:a="http://schemas.openxmlformats.org/drawingml/2006/main">
            <a:pathLst>
              <a:path w="1612944" h="563250" fill="none">
                <a:moveTo>
                  <a:pt x="0" y="93875"/>
                </a:moveTo>
                <a:cubicBezTo>
                  <a:pt x="0" y="42030"/>
                  <a:pt x="42030" y="0"/>
                  <a:pt x="93875" y="0"/>
                </a:cubicBezTo>
                <a:lnTo>
                  <a:pt x="1519069" y="0"/>
                </a:lnTo>
                <a:cubicBezTo>
                  <a:pt x="1570914" y="0"/>
                  <a:pt x="1612944" y="42030"/>
                  <a:pt x="1612944" y="93875"/>
                </a:cubicBezTo>
                <a:lnTo>
                  <a:pt x="1612944" y="469375"/>
                </a:lnTo>
                <a:cubicBezTo>
                  <a:pt x="1612944" y="521220"/>
                  <a:pt x="1570914" y="563250"/>
                  <a:pt x="1519069" y="563250"/>
                </a:cubicBezTo>
                <a:lnTo>
                  <a:pt x="93875" y="563250"/>
                </a:lnTo>
                <a:cubicBezTo>
                  <a:pt x="42030" y="563250"/>
                  <a:pt x="0" y="521220"/>
                  <a:pt x="0" y="469375"/>
                </a:cubicBezTo>
                <a:lnTo>
                  <a:pt x="0" y="93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00000"/>
            </a:solidFill>
            <a:miter/>
          </a:ln>
        </p:spPr>
      </p:sp>
      <p:pic>
        <p:nvPicPr>
          <p:cNvPr id="3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e8eaa33ad4540"/>
          <a:stretch xmlns:a="http://schemas.openxmlformats.org/drawingml/2006/main"/>
        </p:blipFill>
        <p:spPr>
          <a:xfrm xmlns:a="http://schemas.openxmlformats.org/drawingml/2006/main">
            <a:off x="11280058" y="6260943"/>
            <a:ext cx="401102" cy="401102"/>
          </a:xfrm>
          <a:prstGeom xmlns:a="http://schemas.openxmlformats.org/drawingml/2006/main" prst="rect">
            <a:avLst/>
          </a:prstGeom>
        </p:spPr>
      </p:pic>
      <p:sp>
        <p:nvSpPr>
          <p:cNvPr id="153" name="Text Repair">
            <a:extLst xmlns:a="http://schemas.openxmlformats.org/drawingml/2006/main">
              <a:ext uri="{FF2B5EF4-FFF2-40B4-BE49-F238E27FC236}">
                <a16:creationId xmlns:a16="http://schemas.microsoft.com/office/drawing/2014/main" id="{4B705F7E-239D-43A2-93D4-FB3776A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468" y="6256741"/>
            <a:ext cx="563733" cy="193767"/>
          </a:xfrm>
          <a:custGeom xmlns:a="http://schemas.openxmlformats.org/drawingml/2006/main">
            <a:pathLst>
              <a:path w="563733" h="193767">
                <a:moveTo>
                  <a:pt x="469969" y="48"/>
                </a:moveTo>
                <a:lnTo>
                  <a:pt x="469612" y="86"/>
                </a:lnTo>
                <a:lnTo>
                  <a:pt x="469261" y="134"/>
                </a:lnTo>
                <a:lnTo>
                  <a:pt x="468915" y="193"/>
                </a:lnTo>
                <a:lnTo>
                  <a:pt x="468573" y="263"/>
                </a:lnTo>
                <a:lnTo>
                  <a:pt x="468236" y="343"/>
                </a:lnTo>
                <a:lnTo>
                  <a:pt x="467905" y="434"/>
                </a:lnTo>
                <a:lnTo>
                  <a:pt x="467578" y="536"/>
                </a:lnTo>
                <a:lnTo>
                  <a:pt x="467256" y="649"/>
                </a:lnTo>
                <a:lnTo>
                  <a:pt x="466938" y="772"/>
                </a:lnTo>
                <a:lnTo>
                  <a:pt x="466626" y="906"/>
                </a:lnTo>
                <a:lnTo>
                  <a:pt x="466319" y="1051"/>
                </a:lnTo>
                <a:lnTo>
                  <a:pt x="466016" y="1207"/>
                </a:lnTo>
                <a:lnTo>
                  <a:pt x="465719" y="1373"/>
                </a:lnTo>
                <a:lnTo>
                  <a:pt x="465426" y="1550"/>
                </a:lnTo>
                <a:lnTo>
                  <a:pt x="465138" y="1738"/>
                </a:lnTo>
                <a:lnTo>
                  <a:pt x="464855" y="1936"/>
                </a:lnTo>
                <a:lnTo>
                  <a:pt x="464577" y="2145"/>
                </a:lnTo>
                <a:lnTo>
                  <a:pt x="464304" y="2365"/>
                </a:lnTo>
                <a:lnTo>
                  <a:pt x="464036" y="2596"/>
                </a:lnTo>
                <a:lnTo>
                  <a:pt x="463772" y="2837"/>
                </a:lnTo>
                <a:lnTo>
                  <a:pt x="463514" y="3089"/>
                </a:lnTo>
                <a:lnTo>
                  <a:pt x="463263" y="3349"/>
                </a:lnTo>
                <a:lnTo>
                  <a:pt x="463023" y="3613"/>
                </a:lnTo>
                <a:lnTo>
                  <a:pt x="462793" y="3882"/>
                </a:lnTo>
                <a:lnTo>
                  <a:pt x="462575" y="4155"/>
                </a:lnTo>
                <a:lnTo>
                  <a:pt x="462367" y="4432"/>
                </a:lnTo>
                <a:lnTo>
                  <a:pt x="462169" y="4715"/>
                </a:lnTo>
                <a:lnTo>
                  <a:pt x="461982" y="5001"/>
                </a:lnTo>
                <a:lnTo>
                  <a:pt x="461806" y="5293"/>
                </a:lnTo>
                <a:lnTo>
                  <a:pt x="461641" y="5589"/>
                </a:lnTo>
                <a:lnTo>
                  <a:pt x="461486" y="5889"/>
                </a:lnTo>
                <a:lnTo>
                  <a:pt x="461342" y="6194"/>
                </a:lnTo>
                <a:lnTo>
                  <a:pt x="461209" y="6504"/>
                </a:lnTo>
                <a:lnTo>
                  <a:pt x="461086" y="6818"/>
                </a:lnTo>
                <a:lnTo>
                  <a:pt x="460974" y="7136"/>
                </a:lnTo>
                <a:lnTo>
                  <a:pt x="460873" y="7460"/>
                </a:lnTo>
                <a:lnTo>
                  <a:pt x="460782" y="7788"/>
                </a:lnTo>
                <a:lnTo>
                  <a:pt x="460702" y="8120"/>
                </a:lnTo>
                <a:lnTo>
                  <a:pt x="460633" y="8457"/>
                </a:lnTo>
                <a:lnTo>
                  <a:pt x="460574" y="8798"/>
                </a:lnTo>
                <a:lnTo>
                  <a:pt x="460526" y="9144"/>
                </a:lnTo>
                <a:lnTo>
                  <a:pt x="460488" y="9495"/>
                </a:lnTo>
                <a:lnTo>
                  <a:pt x="460462" y="9850"/>
                </a:lnTo>
                <a:lnTo>
                  <a:pt x="460446" y="10210"/>
                </a:lnTo>
                <a:lnTo>
                  <a:pt x="460440" y="10574"/>
                </a:lnTo>
                <a:lnTo>
                  <a:pt x="460446" y="10938"/>
                </a:lnTo>
                <a:lnTo>
                  <a:pt x="460462" y="11298"/>
                </a:lnTo>
                <a:lnTo>
                  <a:pt x="460489" y="11654"/>
                </a:lnTo>
                <a:lnTo>
                  <a:pt x="460527" y="12005"/>
                </a:lnTo>
                <a:lnTo>
                  <a:pt x="460576" y="12352"/>
                </a:lnTo>
                <a:lnTo>
                  <a:pt x="460636" y="12694"/>
                </a:lnTo>
                <a:lnTo>
                  <a:pt x="460706" y="13033"/>
                </a:lnTo>
                <a:lnTo>
                  <a:pt x="460788" y="13366"/>
                </a:lnTo>
                <a:lnTo>
                  <a:pt x="460880" y="13696"/>
                </a:lnTo>
                <a:lnTo>
                  <a:pt x="460983" y="14021"/>
                </a:lnTo>
                <a:lnTo>
                  <a:pt x="461097" y="14342"/>
                </a:lnTo>
                <a:lnTo>
                  <a:pt x="461222" y="14658"/>
                </a:lnTo>
                <a:lnTo>
                  <a:pt x="461357" y="14970"/>
                </a:lnTo>
                <a:lnTo>
                  <a:pt x="461504" y="15277"/>
                </a:lnTo>
                <a:lnTo>
                  <a:pt x="461661" y="15581"/>
                </a:lnTo>
                <a:lnTo>
                  <a:pt x="461829" y="15880"/>
                </a:lnTo>
                <a:lnTo>
                  <a:pt x="462009" y="16174"/>
                </a:lnTo>
                <a:lnTo>
                  <a:pt x="462198" y="16464"/>
                </a:lnTo>
                <a:lnTo>
                  <a:pt x="462399" y="16750"/>
                </a:lnTo>
                <a:lnTo>
                  <a:pt x="462611" y="17032"/>
                </a:lnTo>
                <a:lnTo>
                  <a:pt x="462833" y="17309"/>
                </a:lnTo>
                <a:lnTo>
                  <a:pt x="463067" y="17581"/>
                </a:lnTo>
                <a:lnTo>
                  <a:pt x="463311" y="17850"/>
                </a:lnTo>
                <a:lnTo>
                  <a:pt x="463566" y="18114"/>
                </a:lnTo>
                <a:lnTo>
                  <a:pt x="463828" y="18370"/>
                </a:lnTo>
                <a:lnTo>
                  <a:pt x="464095" y="18615"/>
                </a:lnTo>
                <a:lnTo>
                  <a:pt x="464367" y="18849"/>
                </a:lnTo>
                <a:lnTo>
                  <a:pt x="464642" y="19073"/>
                </a:lnTo>
                <a:lnTo>
                  <a:pt x="464922" y="19285"/>
                </a:lnTo>
                <a:lnTo>
                  <a:pt x="465207" y="19487"/>
                </a:lnTo>
                <a:lnTo>
                  <a:pt x="465495" y="19677"/>
                </a:lnTo>
                <a:lnTo>
                  <a:pt x="465788" y="19857"/>
                </a:lnTo>
                <a:lnTo>
                  <a:pt x="466086" y="20026"/>
                </a:lnTo>
                <a:lnTo>
                  <a:pt x="466387" y="20184"/>
                </a:lnTo>
                <a:lnTo>
                  <a:pt x="466693" y="20331"/>
                </a:lnTo>
                <a:lnTo>
                  <a:pt x="467004" y="20467"/>
                </a:lnTo>
                <a:lnTo>
                  <a:pt x="467318" y="20593"/>
                </a:lnTo>
                <a:lnTo>
                  <a:pt x="467637" y="20707"/>
                </a:lnTo>
                <a:lnTo>
                  <a:pt x="467961" y="20811"/>
                </a:lnTo>
                <a:lnTo>
                  <a:pt x="468288" y="20903"/>
                </a:lnTo>
                <a:lnTo>
                  <a:pt x="468620" y="20985"/>
                </a:lnTo>
                <a:lnTo>
                  <a:pt x="468957" y="21056"/>
                </a:lnTo>
                <a:lnTo>
                  <a:pt x="469298" y="21116"/>
                </a:lnTo>
                <a:lnTo>
                  <a:pt x="469643" y="21165"/>
                </a:lnTo>
                <a:lnTo>
                  <a:pt x="469992" y="21203"/>
                </a:lnTo>
                <a:lnTo>
                  <a:pt x="470346" y="21230"/>
                </a:lnTo>
                <a:lnTo>
                  <a:pt x="470704" y="21246"/>
                </a:lnTo>
                <a:lnTo>
                  <a:pt x="471066" y="21252"/>
                </a:lnTo>
                <a:lnTo>
                  <a:pt x="471429" y="21246"/>
                </a:lnTo>
                <a:lnTo>
                  <a:pt x="471787" y="21230"/>
                </a:lnTo>
                <a:lnTo>
                  <a:pt x="472140" y="21203"/>
                </a:lnTo>
                <a:lnTo>
                  <a:pt x="472489" y="21165"/>
                </a:lnTo>
                <a:lnTo>
                  <a:pt x="472833" y="21116"/>
                </a:lnTo>
                <a:lnTo>
                  <a:pt x="473173" y="21056"/>
                </a:lnTo>
                <a:lnTo>
                  <a:pt x="473508" y="20985"/>
                </a:lnTo>
                <a:lnTo>
                  <a:pt x="473839" y="20903"/>
                </a:lnTo>
                <a:lnTo>
                  <a:pt x="474165" y="20811"/>
                </a:lnTo>
                <a:lnTo>
                  <a:pt x="474487" y="20707"/>
                </a:lnTo>
                <a:lnTo>
                  <a:pt x="474804" y="20593"/>
                </a:lnTo>
                <a:lnTo>
                  <a:pt x="475116" y="20467"/>
                </a:lnTo>
                <a:lnTo>
                  <a:pt x="475424" y="20331"/>
                </a:lnTo>
                <a:lnTo>
                  <a:pt x="475728" y="20184"/>
                </a:lnTo>
                <a:lnTo>
                  <a:pt x="476027" y="20026"/>
                </a:lnTo>
                <a:lnTo>
                  <a:pt x="476322" y="19857"/>
                </a:lnTo>
                <a:lnTo>
                  <a:pt x="476612" y="19677"/>
                </a:lnTo>
                <a:lnTo>
                  <a:pt x="476897" y="19487"/>
                </a:lnTo>
                <a:lnTo>
                  <a:pt x="477178" y="19285"/>
                </a:lnTo>
                <a:lnTo>
                  <a:pt x="477454" y="19073"/>
                </a:lnTo>
                <a:lnTo>
                  <a:pt x="477726" y="18849"/>
                </a:lnTo>
                <a:lnTo>
                  <a:pt x="477994" y="18615"/>
                </a:lnTo>
                <a:lnTo>
                  <a:pt x="478257" y="18370"/>
                </a:lnTo>
                <a:lnTo>
                  <a:pt x="478515" y="18114"/>
                </a:lnTo>
                <a:lnTo>
                  <a:pt x="478766" y="17850"/>
                </a:lnTo>
                <a:lnTo>
                  <a:pt x="479006" y="17581"/>
                </a:lnTo>
                <a:lnTo>
                  <a:pt x="479235" y="17309"/>
                </a:lnTo>
                <a:lnTo>
                  <a:pt x="479454" y="17032"/>
                </a:lnTo>
                <a:lnTo>
                  <a:pt x="479662" y="16750"/>
                </a:lnTo>
                <a:lnTo>
                  <a:pt x="479860" y="16464"/>
                </a:lnTo>
                <a:lnTo>
                  <a:pt x="480046" y="16174"/>
                </a:lnTo>
                <a:lnTo>
                  <a:pt x="480222" y="15880"/>
                </a:lnTo>
                <a:lnTo>
                  <a:pt x="480388" y="15581"/>
                </a:lnTo>
                <a:lnTo>
                  <a:pt x="480542" y="15277"/>
                </a:lnTo>
                <a:lnTo>
                  <a:pt x="480687" y="14970"/>
                </a:lnTo>
                <a:lnTo>
                  <a:pt x="480820" y="14658"/>
                </a:lnTo>
                <a:lnTo>
                  <a:pt x="480943" y="14342"/>
                </a:lnTo>
                <a:lnTo>
                  <a:pt x="481055" y="14021"/>
                </a:lnTo>
                <a:lnTo>
                  <a:pt x="481156" y="13696"/>
                </a:lnTo>
                <a:lnTo>
                  <a:pt x="481247" y="13366"/>
                </a:lnTo>
                <a:lnTo>
                  <a:pt x="481327" y="13033"/>
                </a:lnTo>
                <a:lnTo>
                  <a:pt x="481396" y="12694"/>
                </a:lnTo>
                <a:lnTo>
                  <a:pt x="481455" y="12352"/>
                </a:lnTo>
                <a:lnTo>
                  <a:pt x="481503" y="12005"/>
                </a:lnTo>
                <a:lnTo>
                  <a:pt x="481540" y="11654"/>
                </a:lnTo>
                <a:lnTo>
                  <a:pt x="481567" y="11298"/>
                </a:lnTo>
                <a:lnTo>
                  <a:pt x="481583" y="10938"/>
                </a:lnTo>
                <a:lnTo>
                  <a:pt x="481588" y="10574"/>
                </a:lnTo>
                <a:lnTo>
                  <a:pt x="481583" y="10210"/>
                </a:lnTo>
                <a:lnTo>
                  <a:pt x="481567" y="9850"/>
                </a:lnTo>
                <a:lnTo>
                  <a:pt x="481540" y="9495"/>
                </a:lnTo>
                <a:lnTo>
                  <a:pt x="481503" y="9144"/>
                </a:lnTo>
                <a:lnTo>
                  <a:pt x="481455" y="8798"/>
                </a:lnTo>
                <a:lnTo>
                  <a:pt x="481396" y="8457"/>
                </a:lnTo>
                <a:lnTo>
                  <a:pt x="481327" y="8120"/>
                </a:lnTo>
                <a:lnTo>
                  <a:pt x="481247" y="7788"/>
                </a:lnTo>
                <a:lnTo>
                  <a:pt x="481156" y="7460"/>
                </a:lnTo>
                <a:lnTo>
                  <a:pt x="481055" y="7136"/>
                </a:lnTo>
                <a:lnTo>
                  <a:pt x="480943" y="6818"/>
                </a:lnTo>
                <a:lnTo>
                  <a:pt x="480820" y="6504"/>
                </a:lnTo>
                <a:lnTo>
                  <a:pt x="480687" y="6194"/>
                </a:lnTo>
                <a:lnTo>
                  <a:pt x="480542" y="5889"/>
                </a:lnTo>
                <a:lnTo>
                  <a:pt x="480388" y="5589"/>
                </a:lnTo>
                <a:lnTo>
                  <a:pt x="480222" y="5293"/>
                </a:lnTo>
                <a:lnTo>
                  <a:pt x="480046" y="5001"/>
                </a:lnTo>
                <a:lnTo>
                  <a:pt x="479860" y="4715"/>
                </a:lnTo>
                <a:lnTo>
                  <a:pt x="479662" y="4432"/>
                </a:lnTo>
                <a:lnTo>
                  <a:pt x="479454" y="4155"/>
                </a:lnTo>
                <a:lnTo>
                  <a:pt x="479235" y="3882"/>
                </a:lnTo>
                <a:lnTo>
                  <a:pt x="479006" y="3613"/>
                </a:lnTo>
                <a:lnTo>
                  <a:pt x="478766" y="3349"/>
                </a:lnTo>
                <a:lnTo>
                  <a:pt x="478515" y="3089"/>
                </a:lnTo>
                <a:lnTo>
                  <a:pt x="478257" y="2837"/>
                </a:lnTo>
                <a:lnTo>
                  <a:pt x="477994" y="2596"/>
                </a:lnTo>
                <a:lnTo>
                  <a:pt x="477726" y="2365"/>
                </a:lnTo>
                <a:lnTo>
                  <a:pt x="477454" y="2145"/>
                </a:lnTo>
                <a:lnTo>
                  <a:pt x="477178" y="1936"/>
                </a:lnTo>
                <a:lnTo>
                  <a:pt x="476897" y="1738"/>
                </a:lnTo>
                <a:lnTo>
                  <a:pt x="476612" y="1550"/>
                </a:lnTo>
                <a:lnTo>
                  <a:pt x="476322" y="1373"/>
                </a:lnTo>
                <a:lnTo>
                  <a:pt x="476027" y="1207"/>
                </a:lnTo>
                <a:lnTo>
                  <a:pt x="475728" y="1051"/>
                </a:lnTo>
                <a:lnTo>
                  <a:pt x="475424" y="906"/>
                </a:lnTo>
                <a:lnTo>
                  <a:pt x="475116" y="772"/>
                </a:lnTo>
                <a:lnTo>
                  <a:pt x="474804" y="649"/>
                </a:lnTo>
                <a:lnTo>
                  <a:pt x="474487" y="536"/>
                </a:lnTo>
                <a:lnTo>
                  <a:pt x="474165" y="434"/>
                </a:lnTo>
                <a:lnTo>
                  <a:pt x="473839" y="343"/>
                </a:lnTo>
                <a:lnTo>
                  <a:pt x="473508" y="263"/>
                </a:lnTo>
                <a:lnTo>
                  <a:pt x="473173" y="193"/>
                </a:lnTo>
                <a:lnTo>
                  <a:pt x="472833" y="134"/>
                </a:lnTo>
                <a:lnTo>
                  <a:pt x="472489" y="86"/>
                </a:lnTo>
                <a:lnTo>
                  <a:pt x="472140" y="48"/>
                </a:lnTo>
                <a:lnTo>
                  <a:pt x="471787" y="21"/>
                </a:lnTo>
                <a:lnTo>
                  <a:pt x="471429" y="5"/>
                </a:lnTo>
                <a:lnTo>
                  <a:pt x="471066" y="0"/>
                </a:lnTo>
                <a:lnTo>
                  <a:pt x="470696" y="5"/>
                </a:lnTo>
                <a:lnTo>
                  <a:pt x="470330" y="21"/>
                </a:lnTo>
                <a:lnTo>
                  <a:pt x="469969" y="48"/>
                </a:lnTo>
                <a:close/>
                <a:moveTo>
                  <a:pt x="138637" y="144052"/>
                </a:moveTo>
                <a:lnTo>
                  <a:pt x="137711" y="143918"/>
                </a:lnTo>
                <a:lnTo>
                  <a:pt x="136800" y="143773"/>
                </a:lnTo>
                <a:lnTo>
                  <a:pt x="135905" y="143616"/>
                </a:lnTo>
                <a:lnTo>
                  <a:pt x="135025" y="143448"/>
                </a:lnTo>
                <a:lnTo>
                  <a:pt x="134160" y="143268"/>
                </a:lnTo>
                <a:lnTo>
                  <a:pt x="133311" y="143077"/>
                </a:lnTo>
                <a:lnTo>
                  <a:pt x="132476" y="142874"/>
                </a:lnTo>
                <a:lnTo>
                  <a:pt x="131657" y="142659"/>
                </a:lnTo>
                <a:lnTo>
                  <a:pt x="130853" y="142432"/>
                </a:lnTo>
                <a:lnTo>
                  <a:pt x="130064" y="142195"/>
                </a:lnTo>
                <a:lnTo>
                  <a:pt x="129290" y="141945"/>
                </a:lnTo>
                <a:lnTo>
                  <a:pt x="128531" y="141684"/>
                </a:lnTo>
                <a:lnTo>
                  <a:pt x="127788" y="141411"/>
                </a:lnTo>
                <a:lnTo>
                  <a:pt x="127060" y="141127"/>
                </a:lnTo>
                <a:lnTo>
                  <a:pt x="126347" y="140831"/>
                </a:lnTo>
                <a:lnTo>
                  <a:pt x="125649" y="140523"/>
                </a:lnTo>
                <a:lnTo>
                  <a:pt x="124967" y="140204"/>
                </a:lnTo>
                <a:lnTo>
                  <a:pt x="124299" y="139873"/>
                </a:lnTo>
                <a:lnTo>
                  <a:pt x="123647" y="139531"/>
                </a:lnTo>
                <a:lnTo>
                  <a:pt x="123010" y="139176"/>
                </a:lnTo>
                <a:lnTo>
                  <a:pt x="122388" y="138811"/>
                </a:lnTo>
                <a:lnTo>
                  <a:pt x="121782" y="138434"/>
                </a:lnTo>
                <a:lnTo>
                  <a:pt x="121178" y="138034"/>
                </a:lnTo>
                <a:lnTo>
                  <a:pt x="120564" y="137602"/>
                </a:lnTo>
                <a:lnTo>
                  <a:pt x="119941" y="137137"/>
                </a:lnTo>
                <a:lnTo>
                  <a:pt x="119308" y="136639"/>
                </a:lnTo>
                <a:lnTo>
                  <a:pt x="118665" y="136109"/>
                </a:lnTo>
                <a:lnTo>
                  <a:pt x="118012" y="135546"/>
                </a:lnTo>
                <a:lnTo>
                  <a:pt x="117349" y="134950"/>
                </a:lnTo>
                <a:lnTo>
                  <a:pt x="116677" y="134322"/>
                </a:lnTo>
                <a:lnTo>
                  <a:pt x="115995" y="133661"/>
                </a:lnTo>
                <a:lnTo>
                  <a:pt x="115303" y="132967"/>
                </a:lnTo>
                <a:lnTo>
                  <a:pt x="114602" y="132241"/>
                </a:lnTo>
                <a:lnTo>
                  <a:pt x="113890" y="131482"/>
                </a:lnTo>
                <a:lnTo>
                  <a:pt x="113169" y="130691"/>
                </a:lnTo>
                <a:lnTo>
                  <a:pt x="112438" y="129867"/>
                </a:lnTo>
                <a:lnTo>
                  <a:pt x="111698" y="129010"/>
                </a:lnTo>
                <a:lnTo>
                  <a:pt x="110947" y="128120"/>
                </a:lnTo>
                <a:lnTo>
                  <a:pt x="110187" y="127198"/>
                </a:lnTo>
                <a:lnTo>
                  <a:pt x="109417" y="126243"/>
                </a:lnTo>
                <a:lnTo>
                  <a:pt x="108638" y="125256"/>
                </a:lnTo>
                <a:lnTo>
                  <a:pt x="107848" y="124236"/>
                </a:lnTo>
                <a:lnTo>
                  <a:pt x="107049" y="123183"/>
                </a:lnTo>
                <a:lnTo>
                  <a:pt x="106240" y="122097"/>
                </a:lnTo>
                <a:lnTo>
                  <a:pt x="105421" y="120979"/>
                </a:lnTo>
                <a:lnTo>
                  <a:pt x="104593" y="119828"/>
                </a:lnTo>
                <a:lnTo>
                  <a:pt x="75423" y="79174"/>
                </a:lnTo>
                <a:lnTo>
                  <a:pt x="76892" y="78835"/>
                </a:lnTo>
                <a:lnTo>
                  <a:pt x="78328" y="78477"/>
                </a:lnTo>
                <a:lnTo>
                  <a:pt x="79731" y="78099"/>
                </a:lnTo>
                <a:lnTo>
                  <a:pt x="81102" y="77702"/>
                </a:lnTo>
                <a:lnTo>
                  <a:pt x="82441" y="77285"/>
                </a:lnTo>
                <a:lnTo>
                  <a:pt x="83748" y="76849"/>
                </a:lnTo>
                <a:lnTo>
                  <a:pt x="85022" y="76393"/>
                </a:lnTo>
                <a:lnTo>
                  <a:pt x="86263" y="75918"/>
                </a:lnTo>
                <a:lnTo>
                  <a:pt x="87473" y="75424"/>
                </a:lnTo>
                <a:lnTo>
                  <a:pt x="88650" y="74910"/>
                </a:lnTo>
                <a:lnTo>
                  <a:pt x="89794" y="74376"/>
                </a:lnTo>
                <a:lnTo>
                  <a:pt x="90907" y="73823"/>
                </a:lnTo>
                <a:lnTo>
                  <a:pt x="91986" y="73251"/>
                </a:lnTo>
                <a:lnTo>
                  <a:pt x="93034" y="72659"/>
                </a:lnTo>
                <a:lnTo>
                  <a:pt x="94049" y="72048"/>
                </a:lnTo>
                <a:lnTo>
                  <a:pt x="95032" y="71417"/>
                </a:lnTo>
                <a:lnTo>
                  <a:pt x="95982" y="70767"/>
                </a:lnTo>
                <a:lnTo>
                  <a:pt x="96900" y="70097"/>
                </a:lnTo>
                <a:lnTo>
                  <a:pt x="97786" y="69408"/>
                </a:lnTo>
                <a:lnTo>
                  <a:pt x="98639" y="68699"/>
                </a:lnTo>
                <a:lnTo>
                  <a:pt x="99460" y="67971"/>
                </a:lnTo>
                <a:lnTo>
                  <a:pt x="100248" y="67223"/>
                </a:lnTo>
                <a:lnTo>
                  <a:pt x="101004" y="66456"/>
                </a:lnTo>
                <a:lnTo>
                  <a:pt x="101728" y="65670"/>
                </a:lnTo>
                <a:lnTo>
                  <a:pt x="102421" y="64867"/>
                </a:lnTo>
                <a:lnTo>
                  <a:pt x="103084" y="64053"/>
                </a:lnTo>
                <a:lnTo>
                  <a:pt x="103718" y="63227"/>
                </a:lnTo>
                <a:lnTo>
                  <a:pt x="104322" y="62389"/>
                </a:lnTo>
                <a:lnTo>
                  <a:pt x="104897" y="61539"/>
                </a:lnTo>
                <a:lnTo>
                  <a:pt x="105442" y="60677"/>
                </a:lnTo>
                <a:lnTo>
                  <a:pt x="105958" y="59803"/>
                </a:lnTo>
                <a:lnTo>
                  <a:pt x="106445" y="58917"/>
                </a:lnTo>
                <a:lnTo>
                  <a:pt x="106902" y="58020"/>
                </a:lnTo>
                <a:lnTo>
                  <a:pt x="107329" y="57110"/>
                </a:lnTo>
                <a:lnTo>
                  <a:pt x="107727" y="56189"/>
                </a:lnTo>
                <a:lnTo>
                  <a:pt x="108096" y="55256"/>
                </a:lnTo>
                <a:lnTo>
                  <a:pt x="108435" y="54310"/>
                </a:lnTo>
                <a:lnTo>
                  <a:pt x="108744" y="53353"/>
                </a:lnTo>
                <a:lnTo>
                  <a:pt x="109024" y="52384"/>
                </a:lnTo>
                <a:lnTo>
                  <a:pt x="109275" y="51404"/>
                </a:lnTo>
                <a:lnTo>
                  <a:pt x="109496" y="50411"/>
                </a:lnTo>
                <a:lnTo>
                  <a:pt x="109688" y="49406"/>
                </a:lnTo>
                <a:lnTo>
                  <a:pt x="109850" y="48390"/>
                </a:lnTo>
                <a:lnTo>
                  <a:pt x="109982" y="47361"/>
                </a:lnTo>
                <a:lnTo>
                  <a:pt x="110086" y="46321"/>
                </a:lnTo>
                <a:lnTo>
                  <a:pt x="110159" y="45269"/>
                </a:lnTo>
                <a:lnTo>
                  <a:pt x="110203" y="44205"/>
                </a:lnTo>
                <a:lnTo>
                  <a:pt x="110218" y="43129"/>
                </a:lnTo>
                <a:lnTo>
                  <a:pt x="110205" y="42122"/>
                </a:lnTo>
                <a:lnTo>
                  <a:pt x="110166" y="41127"/>
                </a:lnTo>
                <a:lnTo>
                  <a:pt x="110102" y="40143"/>
                </a:lnTo>
                <a:lnTo>
                  <a:pt x="110011" y="39172"/>
                </a:lnTo>
                <a:lnTo>
                  <a:pt x="109895" y="38212"/>
                </a:lnTo>
                <a:lnTo>
                  <a:pt x="109753" y="37263"/>
                </a:lnTo>
                <a:lnTo>
                  <a:pt x="109585" y="36327"/>
                </a:lnTo>
                <a:lnTo>
                  <a:pt x="109391" y="35402"/>
                </a:lnTo>
                <a:lnTo>
                  <a:pt x="109171" y="34489"/>
                </a:lnTo>
                <a:lnTo>
                  <a:pt x="108925" y="33588"/>
                </a:lnTo>
                <a:lnTo>
                  <a:pt x="108653" y="32698"/>
                </a:lnTo>
                <a:lnTo>
                  <a:pt x="108356" y="31820"/>
                </a:lnTo>
                <a:lnTo>
                  <a:pt x="108033" y="30954"/>
                </a:lnTo>
                <a:lnTo>
                  <a:pt x="107684" y="30099"/>
                </a:lnTo>
                <a:lnTo>
                  <a:pt x="107309" y="29257"/>
                </a:lnTo>
                <a:lnTo>
                  <a:pt x="106908" y="28426"/>
                </a:lnTo>
                <a:lnTo>
                  <a:pt x="106481" y="27606"/>
                </a:lnTo>
                <a:lnTo>
                  <a:pt x="106028" y="26799"/>
                </a:lnTo>
                <a:lnTo>
                  <a:pt x="105550" y="26003"/>
                </a:lnTo>
                <a:lnTo>
                  <a:pt x="105046" y="25219"/>
                </a:lnTo>
                <a:lnTo>
                  <a:pt x="104515" y="24446"/>
                </a:lnTo>
                <a:lnTo>
                  <a:pt x="103959" y="23685"/>
                </a:lnTo>
                <a:lnTo>
                  <a:pt x="103377" y="22937"/>
                </a:lnTo>
                <a:lnTo>
                  <a:pt x="102770" y="22199"/>
                </a:lnTo>
                <a:lnTo>
                  <a:pt x="102143" y="21477"/>
                </a:lnTo>
                <a:lnTo>
                  <a:pt x="101506" y="20774"/>
                </a:lnTo>
                <a:lnTo>
                  <a:pt x="100857" y="20090"/>
                </a:lnTo>
                <a:lnTo>
                  <a:pt x="100197" y="19426"/>
                </a:lnTo>
                <a:lnTo>
                  <a:pt x="99526" y="18780"/>
                </a:lnTo>
                <a:lnTo>
                  <a:pt x="98843" y="18153"/>
                </a:lnTo>
                <a:lnTo>
                  <a:pt x="98150" y="17546"/>
                </a:lnTo>
                <a:lnTo>
                  <a:pt x="97445" y="16958"/>
                </a:lnTo>
                <a:lnTo>
                  <a:pt x="96729" y="16389"/>
                </a:lnTo>
                <a:lnTo>
                  <a:pt x="96002" y="15839"/>
                </a:lnTo>
                <a:lnTo>
                  <a:pt x="95263" y="15308"/>
                </a:lnTo>
                <a:lnTo>
                  <a:pt x="94514" y="14796"/>
                </a:lnTo>
                <a:lnTo>
                  <a:pt x="93753" y="14304"/>
                </a:lnTo>
                <a:lnTo>
                  <a:pt x="92981" y="13830"/>
                </a:lnTo>
                <a:lnTo>
                  <a:pt x="92197" y="13376"/>
                </a:lnTo>
                <a:lnTo>
                  <a:pt x="91403" y="12941"/>
                </a:lnTo>
                <a:lnTo>
                  <a:pt x="90597" y="12525"/>
                </a:lnTo>
                <a:lnTo>
                  <a:pt x="89780" y="12128"/>
                </a:lnTo>
                <a:lnTo>
                  <a:pt x="88952" y="11750"/>
                </a:lnTo>
                <a:lnTo>
                  <a:pt x="88113" y="11391"/>
                </a:lnTo>
                <a:lnTo>
                  <a:pt x="87262" y="11051"/>
                </a:lnTo>
                <a:lnTo>
                  <a:pt x="86400" y="10731"/>
                </a:lnTo>
                <a:lnTo>
                  <a:pt x="85527" y="10430"/>
                </a:lnTo>
                <a:lnTo>
                  <a:pt x="84643" y="10147"/>
                </a:lnTo>
                <a:lnTo>
                  <a:pt x="83733" y="9880"/>
                </a:lnTo>
                <a:lnTo>
                  <a:pt x="82781" y="9625"/>
                </a:lnTo>
                <a:lnTo>
                  <a:pt x="81789" y="9381"/>
                </a:lnTo>
                <a:lnTo>
                  <a:pt x="80755" y="9148"/>
                </a:lnTo>
                <a:lnTo>
                  <a:pt x="79681" y="8926"/>
                </a:lnTo>
                <a:lnTo>
                  <a:pt x="78565" y="8716"/>
                </a:lnTo>
                <a:lnTo>
                  <a:pt x="77408" y="8517"/>
                </a:lnTo>
                <a:lnTo>
                  <a:pt x="76211" y="8330"/>
                </a:lnTo>
                <a:lnTo>
                  <a:pt x="74972" y="8154"/>
                </a:lnTo>
                <a:lnTo>
                  <a:pt x="73692" y="7989"/>
                </a:lnTo>
                <a:lnTo>
                  <a:pt x="72371" y="7836"/>
                </a:lnTo>
                <a:lnTo>
                  <a:pt x="71009" y="7694"/>
                </a:lnTo>
                <a:lnTo>
                  <a:pt x="69606" y="7563"/>
                </a:lnTo>
                <a:lnTo>
                  <a:pt x="68162" y="7444"/>
                </a:lnTo>
                <a:lnTo>
                  <a:pt x="66677" y="7336"/>
                </a:lnTo>
                <a:lnTo>
                  <a:pt x="65150" y="7239"/>
                </a:lnTo>
                <a:lnTo>
                  <a:pt x="63583" y="7154"/>
                </a:lnTo>
                <a:lnTo>
                  <a:pt x="61975" y="7080"/>
                </a:lnTo>
                <a:lnTo>
                  <a:pt x="60326" y="7018"/>
                </a:lnTo>
                <a:lnTo>
                  <a:pt x="58635" y="6966"/>
                </a:lnTo>
                <a:lnTo>
                  <a:pt x="56904" y="6927"/>
                </a:lnTo>
                <a:lnTo>
                  <a:pt x="55131" y="6898"/>
                </a:lnTo>
                <a:lnTo>
                  <a:pt x="53318" y="6881"/>
                </a:lnTo>
                <a:lnTo>
                  <a:pt x="51463" y="6876"/>
                </a:lnTo>
                <a:lnTo>
                  <a:pt x="0" y="6876"/>
                </a:lnTo>
                <a:lnTo>
                  <a:pt x="0" y="10730"/>
                </a:lnTo>
                <a:lnTo>
                  <a:pt x="5313" y="10730"/>
                </a:lnTo>
                <a:lnTo>
                  <a:pt x="5975" y="10738"/>
                </a:lnTo>
                <a:lnTo>
                  <a:pt x="6622" y="10762"/>
                </a:lnTo>
                <a:lnTo>
                  <a:pt x="7257" y="10802"/>
                </a:lnTo>
                <a:lnTo>
                  <a:pt x="7877" y="10857"/>
                </a:lnTo>
                <a:lnTo>
                  <a:pt x="8483" y="10929"/>
                </a:lnTo>
                <a:lnTo>
                  <a:pt x="9076" y="11017"/>
                </a:lnTo>
                <a:lnTo>
                  <a:pt x="9655" y="11120"/>
                </a:lnTo>
                <a:lnTo>
                  <a:pt x="10221" y="11239"/>
                </a:lnTo>
                <a:lnTo>
                  <a:pt x="10772" y="11375"/>
                </a:lnTo>
                <a:lnTo>
                  <a:pt x="11310" y="11526"/>
                </a:lnTo>
                <a:lnTo>
                  <a:pt x="11834" y="11693"/>
                </a:lnTo>
                <a:lnTo>
                  <a:pt x="12345" y="11876"/>
                </a:lnTo>
                <a:lnTo>
                  <a:pt x="12841" y="12075"/>
                </a:lnTo>
                <a:lnTo>
                  <a:pt x="13324" y="12290"/>
                </a:lnTo>
                <a:lnTo>
                  <a:pt x="13794" y="12521"/>
                </a:lnTo>
                <a:lnTo>
                  <a:pt x="14249" y="12767"/>
                </a:lnTo>
                <a:lnTo>
                  <a:pt x="14691" y="13030"/>
                </a:lnTo>
                <a:lnTo>
                  <a:pt x="15119" y="13308"/>
                </a:lnTo>
                <a:lnTo>
                  <a:pt x="15533" y="13603"/>
                </a:lnTo>
                <a:lnTo>
                  <a:pt x="15933" y="13913"/>
                </a:lnTo>
                <a:lnTo>
                  <a:pt x="16320" y="14240"/>
                </a:lnTo>
                <a:lnTo>
                  <a:pt x="16693" y="14582"/>
                </a:lnTo>
                <a:lnTo>
                  <a:pt x="17052" y="14940"/>
                </a:lnTo>
                <a:lnTo>
                  <a:pt x="17397" y="15314"/>
                </a:lnTo>
                <a:lnTo>
                  <a:pt x="17635" y="15601"/>
                </a:lnTo>
                <a:lnTo>
                  <a:pt x="17863" y="15922"/>
                </a:lnTo>
                <a:lnTo>
                  <a:pt x="18081" y="16279"/>
                </a:lnTo>
                <a:lnTo>
                  <a:pt x="18289" y="16671"/>
                </a:lnTo>
                <a:lnTo>
                  <a:pt x="18486" y="17098"/>
                </a:lnTo>
                <a:lnTo>
                  <a:pt x="18674" y="17560"/>
                </a:lnTo>
                <a:lnTo>
                  <a:pt x="18851" y="18057"/>
                </a:lnTo>
                <a:lnTo>
                  <a:pt x="19018" y="18590"/>
                </a:lnTo>
                <a:lnTo>
                  <a:pt x="19175" y="19157"/>
                </a:lnTo>
                <a:lnTo>
                  <a:pt x="19322" y="19759"/>
                </a:lnTo>
                <a:lnTo>
                  <a:pt x="19458" y="20397"/>
                </a:lnTo>
                <a:lnTo>
                  <a:pt x="19585" y="21070"/>
                </a:lnTo>
                <a:lnTo>
                  <a:pt x="19702" y="21777"/>
                </a:lnTo>
                <a:lnTo>
                  <a:pt x="19808" y="22520"/>
                </a:lnTo>
                <a:lnTo>
                  <a:pt x="19904" y="23298"/>
                </a:lnTo>
                <a:lnTo>
                  <a:pt x="19990" y="24111"/>
                </a:lnTo>
                <a:lnTo>
                  <a:pt x="20066" y="24959"/>
                </a:lnTo>
                <a:lnTo>
                  <a:pt x="20132" y="25842"/>
                </a:lnTo>
                <a:lnTo>
                  <a:pt x="20188" y="26760"/>
                </a:lnTo>
                <a:lnTo>
                  <a:pt x="20233" y="27714"/>
                </a:lnTo>
                <a:lnTo>
                  <a:pt x="20269" y="28702"/>
                </a:lnTo>
                <a:lnTo>
                  <a:pt x="20294" y="29726"/>
                </a:lnTo>
                <a:lnTo>
                  <a:pt x="20309" y="30784"/>
                </a:lnTo>
                <a:lnTo>
                  <a:pt x="20314" y="31878"/>
                </a:lnTo>
                <a:lnTo>
                  <a:pt x="20314" y="123136"/>
                </a:lnTo>
                <a:lnTo>
                  <a:pt x="20311" y="124128"/>
                </a:lnTo>
                <a:lnTo>
                  <a:pt x="20299" y="125089"/>
                </a:lnTo>
                <a:lnTo>
                  <a:pt x="20280" y="126019"/>
                </a:lnTo>
                <a:lnTo>
                  <a:pt x="20254" y="126918"/>
                </a:lnTo>
                <a:lnTo>
                  <a:pt x="20219" y="127787"/>
                </a:lnTo>
                <a:lnTo>
                  <a:pt x="20178" y="128625"/>
                </a:lnTo>
                <a:lnTo>
                  <a:pt x="20128" y="129432"/>
                </a:lnTo>
                <a:lnTo>
                  <a:pt x="20071" y="130208"/>
                </a:lnTo>
                <a:lnTo>
                  <a:pt x="20007" y="130954"/>
                </a:lnTo>
                <a:lnTo>
                  <a:pt x="19935" y="131669"/>
                </a:lnTo>
                <a:lnTo>
                  <a:pt x="19855" y="132353"/>
                </a:lnTo>
                <a:lnTo>
                  <a:pt x="19767" y="133007"/>
                </a:lnTo>
                <a:lnTo>
                  <a:pt x="19672" y="133629"/>
                </a:lnTo>
                <a:lnTo>
                  <a:pt x="19570" y="134221"/>
                </a:lnTo>
                <a:lnTo>
                  <a:pt x="19460" y="134783"/>
                </a:lnTo>
                <a:lnTo>
                  <a:pt x="19342" y="135313"/>
                </a:lnTo>
                <a:lnTo>
                  <a:pt x="19217" y="135813"/>
                </a:lnTo>
                <a:lnTo>
                  <a:pt x="19084" y="136282"/>
                </a:lnTo>
                <a:lnTo>
                  <a:pt x="18943" y="136720"/>
                </a:lnTo>
                <a:lnTo>
                  <a:pt x="18795" y="137127"/>
                </a:lnTo>
                <a:lnTo>
                  <a:pt x="18639" y="137504"/>
                </a:lnTo>
                <a:lnTo>
                  <a:pt x="18476" y="137850"/>
                </a:lnTo>
                <a:lnTo>
                  <a:pt x="18305" y="138165"/>
                </a:lnTo>
                <a:lnTo>
                  <a:pt x="18127" y="138450"/>
                </a:lnTo>
                <a:lnTo>
                  <a:pt x="17797" y="138926"/>
                </a:lnTo>
                <a:lnTo>
                  <a:pt x="17449" y="139382"/>
                </a:lnTo>
                <a:lnTo>
                  <a:pt x="17083" y="139817"/>
                </a:lnTo>
                <a:lnTo>
                  <a:pt x="16700" y="140232"/>
                </a:lnTo>
                <a:lnTo>
                  <a:pt x="16299" y="140627"/>
                </a:lnTo>
                <a:lnTo>
                  <a:pt x="15880" y="141002"/>
                </a:lnTo>
                <a:lnTo>
                  <a:pt x="15444" y="141357"/>
                </a:lnTo>
                <a:lnTo>
                  <a:pt x="14990" y="141691"/>
                </a:lnTo>
                <a:lnTo>
                  <a:pt x="14518" y="142005"/>
                </a:lnTo>
                <a:lnTo>
                  <a:pt x="14028" y="142299"/>
                </a:lnTo>
                <a:lnTo>
                  <a:pt x="13521" y="142572"/>
                </a:lnTo>
                <a:lnTo>
                  <a:pt x="12996" y="142825"/>
                </a:lnTo>
                <a:lnTo>
                  <a:pt x="12453" y="143058"/>
                </a:lnTo>
                <a:lnTo>
                  <a:pt x="11893" y="143271"/>
                </a:lnTo>
                <a:lnTo>
                  <a:pt x="11314" y="143463"/>
                </a:lnTo>
                <a:lnTo>
                  <a:pt x="10719" y="143636"/>
                </a:lnTo>
                <a:lnTo>
                  <a:pt x="10105" y="143787"/>
                </a:lnTo>
                <a:lnTo>
                  <a:pt x="9474" y="143919"/>
                </a:lnTo>
                <a:lnTo>
                  <a:pt x="8824" y="144031"/>
                </a:lnTo>
                <a:lnTo>
                  <a:pt x="8158" y="144122"/>
                </a:lnTo>
                <a:lnTo>
                  <a:pt x="7473" y="144193"/>
                </a:lnTo>
                <a:lnTo>
                  <a:pt x="6771" y="144243"/>
                </a:lnTo>
                <a:lnTo>
                  <a:pt x="6051" y="144274"/>
                </a:lnTo>
                <a:lnTo>
                  <a:pt x="5313" y="144284"/>
                </a:lnTo>
                <a:lnTo>
                  <a:pt x="0" y="144284"/>
                </a:lnTo>
                <a:lnTo>
                  <a:pt x="0" y="148138"/>
                </a:lnTo>
                <a:lnTo>
                  <a:pt x="60526" y="148138"/>
                </a:lnTo>
                <a:lnTo>
                  <a:pt x="60526" y="144284"/>
                </a:lnTo>
                <a:lnTo>
                  <a:pt x="55005" y="144284"/>
                </a:lnTo>
                <a:lnTo>
                  <a:pt x="54352" y="144276"/>
                </a:lnTo>
                <a:lnTo>
                  <a:pt x="53713" y="144252"/>
                </a:lnTo>
                <a:lnTo>
                  <a:pt x="53087" y="144212"/>
                </a:lnTo>
                <a:lnTo>
                  <a:pt x="52476" y="144156"/>
                </a:lnTo>
                <a:lnTo>
                  <a:pt x="51878" y="144084"/>
                </a:lnTo>
                <a:lnTo>
                  <a:pt x="51294" y="143996"/>
                </a:lnTo>
                <a:lnTo>
                  <a:pt x="50723" y="143892"/>
                </a:lnTo>
                <a:lnTo>
                  <a:pt x="50167" y="143773"/>
                </a:lnTo>
                <a:lnTo>
                  <a:pt x="49624" y="143637"/>
                </a:lnTo>
                <a:lnTo>
                  <a:pt x="49094" y="143485"/>
                </a:lnTo>
                <a:lnTo>
                  <a:pt x="48579" y="143317"/>
                </a:lnTo>
                <a:lnTo>
                  <a:pt x="48077" y="143134"/>
                </a:lnTo>
                <a:lnTo>
                  <a:pt x="47589" y="142934"/>
                </a:lnTo>
                <a:lnTo>
                  <a:pt x="47115" y="142718"/>
                </a:lnTo>
                <a:lnTo>
                  <a:pt x="46655" y="142487"/>
                </a:lnTo>
                <a:lnTo>
                  <a:pt x="46208" y="142239"/>
                </a:lnTo>
                <a:lnTo>
                  <a:pt x="45775" y="141976"/>
                </a:lnTo>
                <a:lnTo>
                  <a:pt x="45356" y="141696"/>
                </a:lnTo>
                <a:lnTo>
                  <a:pt x="44950" y="141401"/>
                </a:lnTo>
                <a:lnTo>
                  <a:pt x="44558" y="141089"/>
                </a:lnTo>
                <a:lnTo>
                  <a:pt x="44180" y="140762"/>
                </a:lnTo>
                <a:lnTo>
                  <a:pt x="43816" y="140418"/>
                </a:lnTo>
                <a:lnTo>
                  <a:pt x="43466" y="140059"/>
                </a:lnTo>
                <a:lnTo>
                  <a:pt x="43129" y="139684"/>
                </a:lnTo>
                <a:lnTo>
                  <a:pt x="42891" y="139396"/>
                </a:lnTo>
                <a:lnTo>
                  <a:pt x="42663" y="139073"/>
                </a:lnTo>
                <a:lnTo>
                  <a:pt x="42445" y="138715"/>
                </a:lnTo>
                <a:lnTo>
                  <a:pt x="42238" y="138322"/>
                </a:lnTo>
                <a:lnTo>
                  <a:pt x="42040" y="137894"/>
                </a:lnTo>
                <a:lnTo>
                  <a:pt x="41853" y="137430"/>
                </a:lnTo>
                <a:lnTo>
                  <a:pt x="41675" y="136931"/>
                </a:lnTo>
                <a:lnTo>
                  <a:pt x="41508" y="136397"/>
                </a:lnTo>
                <a:lnTo>
                  <a:pt x="41351" y="135828"/>
                </a:lnTo>
                <a:lnTo>
                  <a:pt x="41204" y="135224"/>
                </a:lnTo>
                <a:lnTo>
                  <a:pt x="41068" y="134584"/>
                </a:lnTo>
                <a:lnTo>
                  <a:pt x="40941" y="133909"/>
                </a:lnTo>
                <a:lnTo>
                  <a:pt x="40825" y="133199"/>
                </a:lnTo>
                <a:lnTo>
                  <a:pt x="40718" y="132454"/>
                </a:lnTo>
                <a:lnTo>
                  <a:pt x="40622" y="131673"/>
                </a:lnTo>
                <a:lnTo>
                  <a:pt x="40536" y="130858"/>
                </a:lnTo>
                <a:lnTo>
                  <a:pt x="40460" y="130007"/>
                </a:lnTo>
                <a:lnTo>
                  <a:pt x="40394" y="129121"/>
                </a:lnTo>
                <a:lnTo>
                  <a:pt x="40339" y="128199"/>
                </a:lnTo>
                <a:lnTo>
                  <a:pt x="40293" y="127243"/>
                </a:lnTo>
                <a:lnTo>
                  <a:pt x="40257" y="126251"/>
                </a:lnTo>
                <a:lnTo>
                  <a:pt x="40232" y="125224"/>
                </a:lnTo>
                <a:lnTo>
                  <a:pt x="40217" y="124162"/>
                </a:lnTo>
                <a:lnTo>
                  <a:pt x="40212" y="123064"/>
                </a:lnTo>
                <a:lnTo>
                  <a:pt x="40212" y="81882"/>
                </a:lnTo>
                <a:lnTo>
                  <a:pt x="40351" y="81891"/>
                </a:lnTo>
                <a:lnTo>
                  <a:pt x="40489" y="81899"/>
                </a:lnTo>
                <a:lnTo>
                  <a:pt x="40627" y="81908"/>
                </a:lnTo>
                <a:lnTo>
                  <a:pt x="40765" y="81916"/>
                </a:lnTo>
                <a:lnTo>
                  <a:pt x="40902" y="81923"/>
                </a:lnTo>
                <a:lnTo>
                  <a:pt x="41039" y="81931"/>
                </a:lnTo>
                <a:lnTo>
                  <a:pt x="41175" y="81939"/>
                </a:lnTo>
                <a:lnTo>
                  <a:pt x="41312" y="81946"/>
                </a:lnTo>
                <a:lnTo>
                  <a:pt x="41447" y="81953"/>
                </a:lnTo>
                <a:lnTo>
                  <a:pt x="41583" y="81960"/>
                </a:lnTo>
                <a:lnTo>
                  <a:pt x="41718" y="81967"/>
                </a:lnTo>
                <a:lnTo>
                  <a:pt x="41853" y="81973"/>
                </a:lnTo>
                <a:lnTo>
                  <a:pt x="41987" y="81980"/>
                </a:lnTo>
                <a:lnTo>
                  <a:pt x="42121" y="81986"/>
                </a:lnTo>
                <a:lnTo>
                  <a:pt x="42255" y="81992"/>
                </a:lnTo>
                <a:lnTo>
                  <a:pt x="42388" y="81998"/>
                </a:lnTo>
                <a:lnTo>
                  <a:pt x="42521" y="82004"/>
                </a:lnTo>
                <a:lnTo>
                  <a:pt x="42654" y="82009"/>
                </a:lnTo>
                <a:lnTo>
                  <a:pt x="42786" y="82015"/>
                </a:lnTo>
                <a:lnTo>
                  <a:pt x="42918" y="82020"/>
                </a:lnTo>
                <a:lnTo>
                  <a:pt x="43049" y="82025"/>
                </a:lnTo>
                <a:lnTo>
                  <a:pt x="43180" y="82030"/>
                </a:lnTo>
                <a:lnTo>
                  <a:pt x="43311" y="82034"/>
                </a:lnTo>
                <a:lnTo>
                  <a:pt x="43441" y="82039"/>
                </a:lnTo>
                <a:lnTo>
                  <a:pt x="43571" y="82043"/>
                </a:lnTo>
                <a:lnTo>
                  <a:pt x="43700" y="82047"/>
                </a:lnTo>
                <a:lnTo>
                  <a:pt x="43829" y="82051"/>
                </a:lnTo>
                <a:lnTo>
                  <a:pt x="43956" y="82054"/>
                </a:lnTo>
                <a:lnTo>
                  <a:pt x="44083" y="82058"/>
                </a:lnTo>
                <a:lnTo>
                  <a:pt x="44210" y="82061"/>
                </a:lnTo>
                <a:lnTo>
                  <a:pt x="44335" y="82065"/>
                </a:lnTo>
                <a:lnTo>
                  <a:pt x="44460" y="82068"/>
                </a:lnTo>
                <a:lnTo>
                  <a:pt x="44584" y="82070"/>
                </a:lnTo>
                <a:lnTo>
                  <a:pt x="44707" y="82073"/>
                </a:lnTo>
                <a:lnTo>
                  <a:pt x="44830" y="82075"/>
                </a:lnTo>
                <a:lnTo>
                  <a:pt x="44952" y="82078"/>
                </a:lnTo>
                <a:lnTo>
                  <a:pt x="45073" y="82080"/>
                </a:lnTo>
                <a:lnTo>
                  <a:pt x="45194" y="82082"/>
                </a:lnTo>
                <a:lnTo>
                  <a:pt x="45313" y="82083"/>
                </a:lnTo>
                <a:lnTo>
                  <a:pt x="45432" y="82085"/>
                </a:lnTo>
                <a:lnTo>
                  <a:pt x="45551" y="82086"/>
                </a:lnTo>
                <a:lnTo>
                  <a:pt x="45668" y="82087"/>
                </a:lnTo>
                <a:lnTo>
                  <a:pt x="45785" y="82088"/>
                </a:lnTo>
                <a:lnTo>
                  <a:pt x="45901" y="82089"/>
                </a:lnTo>
                <a:lnTo>
                  <a:pt x="46016" y="82090"/>
                </a:lnTo>
                <a:lnTo>
                  <a:pt x="46131" y="82090"/>
                </a:lnTo>
                <a:lnTo>
                  <a:pt x="46245" y="82091"/>
                </a:lnTo>
                <a:lnTo>
                  <a:pt x="46358" y="82091"/>
                </a:lnTo>
                <a:lnTo>
                  <a:pt x="46640" y="82090"/>
                </a:lnTo>
                <a:lnTo>
                  <a:pt x="46928" y="82089"/>
                </a:lnTo>
                <a:lnTo>
                  <a:pt x="47223" y="82087"/>
                </a:lnTo>
                <a:lnTo>
                  <a:pt x="47524" y="82085"/>
                </a:lnTo>
                <a:lnTo>
                  <a:pt x="47833" y="82082"/>
                </a:lnTo>
                <a:lnTo>
                  <a:pt x="48149" y="82078"/>
                </a:lnTo>
                <a:lnTo>
                  <a:pt x="48471" y="82073"/>
                </a:lnTo>
                <a:lnTo>
                  <a:pt x="48801" y="82068"/>
                </a:lnTo>
                <a:lnTo>
                  <a:pt x="49137" y="82061"/>
                </a:lnTo>
                <a:lnTo>
                  <a:pt x="49480" y="82054"/>
                </a:lnTo>
                <a:lnTo>
                  <a:pt x="49830" y="82047"/>
                </a:lnTo>
                <a:lnTo>
                  <a:pt x="50187" y="82039"/>
                </a:lnTo>
                <a:lnTo>
                  <a:pt x="50550" y="82030"/>
                </a:lnTo>
                <a:lnTo>
                  <a:pt x="50921" y="82020"/>
                </a:lnTo>
                <a:lnTo>
                  <a:pt x="51299" y="82009"/>
                </a:lnTo>
                <a:lnTo>
                  <a:pt x="51683" y="81998"/>
                </a:lnTo>
                <a:lnTo>
                  <a:pt x="52074" y="81986"/>
                </a:lnTo>
                <a:lnTo>
                  <a:pt x="52472" y="81973"/>
                </a:lnTo>
                <a:lnTo>
                  <a:pt x="52877" y="81960"/>
                </a:lnTo>
                <a:lnTo>
                  <a:pt x="53289" y="81946"/>
                </a:lnTo>
                <a:lnTo>
                  <a:pt x="53708" y="81931"/>
                </a:lnTo>
                <a:lnTo>
                  <a:pt x="54133" y="81916"/>
                </a:lnTo>
                <a:lnTo>
                  <a:pt x="54566" y="81899"/>
                </a:lnTo>
                <a:lnTo>
                  <a:pt x="55005" y="81882"/>
                </a:lnTo>
                <a:lnTo>
                  <a:pt x="102822" y="148138"/>
                </a:lnTo>
                <a:lnTo>
                  <a:pt x="140533" y="148138"/>
                </a:lnTo>
                <a:lnTo>
                  <a:pt x="140533" y="144284"/>
                </a:lnTo>
                <a:lnTo>
                  <a:pt x="139577" y="144173"/>
                </a:lnTo>
                <a:lnTo>
                  <a:pt x="138637" y="144052"/>
                </a:lnTo>
                <a:close/>
                <a:moveTo>
                  <a:pt x="41901" y="16456"/>
                </a:moveTo>
                <a:lnTo>
                  <a:pt x="42724" y="16308"/>
                </a:lnTo>
                <a:lnTo>
                  <a:pt x="43531" y="16168"/>
                </a:lnTo>
                <a:lnTo>
                  <a:pt x="44324" y="16034"/>
                </a:lnTo>
                <a:lnTo>
                  <a:pt x="45102" y="15906"/>
                </a:lnTo>
                <a:lnTo>
                  <a:pt x="45865" y="15786"/>
                </a:lnTo>
                <a:lnTo>
                  <a:pt x="46613" y="15673"/>
                </a:lnTo>
                <a:lnTo>
                  <a:pt x="47346" y="15566"/>
                </a:lnTo>
                <a:lnTo>
                  <a:pt x="48065" y="15467"/>
                </a:lnTo>
                <a:lnTo>
                  <a:pt x="48769" y="15374"/>
                </a:lnTo>
                <a:lnTo>
                  <a:pt x="49458" y="15288"/>
                </a:lnTo>
                <a:lnTo>
                  <a:pt x="50132" y="15209"/>
                </a:lnTo>
                <a:lnTo>
                  <a:pt x="50791" y="15137"/>
                </a:lnTo>
                <a:lnTo>
                  <a:pt x="51435" y="15071"/>
                </a:lnTo>
                <a:lnTo>
                  <a:pt x="52065" y="15013"/>
                </a:lnTo>
                <a:lnTo>
                  <a:pt x="52680" y="14961"/>
                </a:lnTo>
                <a:lnTo>
                  <a:pt x="53279" y="14917"/>
                </a:lnTo>
                <a:lnTo>
                  <a:pt x="53865" y="14879"/>
                </a:lnTo>
                <a:lnTo>
                  <a:pt x="54435" y="14848"/>
                </a:lnTo>
                <a:lnTo>
                  <a:pt x="54990" y="14824"/>
                </a:lnTo>
                <a:lnTo>
                  <a:pt x="55531" y="14807"/>
                </a:lnTo>
                <a:lnTo>
                  <a:pt x="56057" y="14796"/>
                </a:lnTo>
                <a:lnTo>
                  <a:pt x="56568" y="14793"/>
                </a:lnTo>
                <a:lnTo>
                  <a:pt x="57695" y="14807"/>
                </a:lnTo>
                <a:lnTo>
                  <a:pt x="58805" y="14851"/>
                </a:lnTo>
                <a:lnTo>
                  <a:pt x="59895" y="14922"/>
                </a:lnTo>
                <a:lnTo>
                  <a:pt x="60968" y="15023"/>
                </a:lnTo>
                <a:lnTo>
                  <a:pt x="62021" y="15152"/>
                </a:lnTo>
                <a:lnTo>
                  <a:pt x="63056" y="15311"/>
                </a:lnTo>
                <a:lnTo>
                  <a:pt x="64072" y="15498"/>
                </a:lnTo>
                <a:lnTo>
                  <a:pt x="65069" y="15713"/>
                </a:lnTo>
                <a:lnTo>
                  <a:pt x="66048" y="15958"/>
                </a:lnTo>
                <a:lnTo>
                  <a:pt x="67009" y="16231"/>
                </a:lnTo>
                <a:lnTo>
                  <a:pt x="67950" y="16533"/>
                </a:lnTo>
                <a:lnTo>
                  <a:pt x="68873" y="16863"/>
                </a:lnTo>
                <a:lnTo>
                  <a:pt x="69778" y="17223"/>
                </a:lnTo>
                <a:lnTo>
                  <a:pt x="70664" y="17611"/>
                </a:lnTo>
                <a:lnTo>
                  <a:pt x="71531" y="18028"/>
                </a:lnTo>
                <a:lnTo>
                  <a:pt x="72379" y="18474"/>
                </a:lnTo>
                <a:lnTo>
                  <a:pt x="73209" y="18948"/>
                </a:lnTo>
                <a:lnTo>
                  <a:pt x="74020" y="19452"/>
                </a:lnTo>
                <a:lnTo>
                  <a:pt x="74813" y="19984"/>
                </a:lnTo>
                <a:lnTo>
                  <a:pt x="75587" y="20544"/>
                </a:lnTo>
                <a:lnTo>
                  <a:pt x="76342" y="21134"/>
                </a:lnTo>
                <a:lnTo>
                  <a:pt x="77079" y="21752"/>
                </a:lnTo>
                <a:lnTo>
                  <a:pt x="77797" y="22399"/>
                </a:lnTo>
                <a:lnTo>
                  <a:pt x="78497" y="23075"/>
                </a:lnTo>
                <a:lnTo>
                  <a:pt x="79172" y="23774"/>
                </a:lnTo>
                <a:lnTo>
                  <a:pt x="79819" y="24490"/>
                </a:lnTo>
                <a:lnTo>
                  <a:pt x="80438" y="25223"/>
                </a:lnTo>
                <a:lnTo>
                  <a:pt x="81027" y="25973"/>
                </a:lnTo>
                <a:lnTo>
                  <a:pt x="81588" y="26741"/>
                </a:lnTo>
                <a:lnTo>
                  <a:pt x="82120" y="27525"/>
                </a:lnTo>
                <a:lnTo>
                  <a:pt x="82623" y="28327"/>
                </a:lnTo>
                <a:lnTo>
                  <a:pt x="83098" y="29146"/>
                </a:lnTo>
                <a:lnTo>
                  <a:pt x="83543" y="29982"/>
                </a:lnTo>
                <a:lnTo>
                  <a:pt x="83960" y="30836"/>
                </a:lnTo>
                <a:lnTo>
                  <a:pt x="84349" y="31706"/>
                </a:lnTo>
                <a:lnTo>
                  <a:pt x="84708" y="32594"/>
                </a:lnTo>
                <a:lnTo>
                  <a:pt x="85039" y="33499"/>
                </a:lnTo>
                <a:lnTo>
                  <a:pt x="85341" y="34421"/>
                </a:lnTo>
                <a:lnTo>
                  <a:pt x="85614" y="35360"/>
                </a:lnTo>
                <a:lnTo>
                  <a:pt x="85858" y="36317"/>
                </a:lnTo>
                <a:lnTo>
                  <a:pt x="86074" y="37291"/>
                </a:lnTo>
                <a:lnTo>
                  <a:pt x="86261" y="38281"/>
                </a:lnTo>
                <a:lnTo>
                  <a:pt x="86419" y="39289"/>
                </a:lnTo>
                <a:lnTo>
                  <a:pt x="86549" y="40315"/>
                </a:lnTo>
                <a:lnTo>
                  <a:pt x="86649" y="41357"/>
                </a:lnTo>
                <a:lnTo>
                  <a:pt x="86721" y="42417"/>
                </a:lnTo>
                <a:lnTo>
                  <a:pt x="86764" y="43493"/>
                </a:lnTo>
                <a:lnTo>
                  <a:pt x="86779" y="44587"/>
                </a:lnTo>
                <a:lnTo>
                  <a:pt x="86761" y="45708"/>
                </a:lnTo>
                <a:lnTo>
                  <a:pt x="86707" y="46811"/>
                </a:lnTo>
                <a:lnTo>
                  <a:pt x="86618" y="47898"/>
                </a:lnTo>
                <a:lnTo>
                  <a:pt x="86494" y="48968"/>
                </a:lnTo>
                <a:lnTo>
                  <a:pt x="86333" y="50022"/>
                </a:lnTo>
                <a:lnTo>
                  <a:pt x="86137" y="51059"/>
                </a:lnTo>
                <a:lnTo>
                  <a:pt x="85906" y="52080"/>
                </a:lnTo>
                <a:lnTo>
                  <a:pt x="85638" y="53083"/>
                </a:lnTo>
                <a:lnTo>
                  <a:pt x="85336" y="54071"/>
                </a:lnTo>
                <a:lnTo>
                  <a:pt x="84997" y="55041"/>
                </a:lnTo>
                <a:lnTo>
                  <a:pt x="84623" y="55995"/>
                </a:lnTo>
                <a:lnTo>
                  <a:pt x="84213" y="56932"/>
                </a:lnTo>
                <a:lnTo>
                  <a:pt x="83768" y="57853"/>
                </a:lnTo>
                <a:lnTo>
                  <a:pt x="83287" y="58757"/>
                </a:lnTo>
                <a:lnTo>
                  <a:pt x="82770" y="59644"/>
                </a:lnTo>
                <a:lnTo>
                  <a:pt x="82218" y="60515"/>
                </a:lnTo>
                <a:lnTo>
                  <a:pt x="81630" y="61369"/>
                </a:lnTo>
                <a:lnTo>
                  <a:pt x="81007" y="62206"/>
                </a:lnTo>
                <a:lnTo>
                  <a:pt x="80347" y="63027"/>
                </a:lnTo>
                <a:lnTo>
                  <a:pt x="79653" y="63831"/>
                </a:lnTo>
                <a:lnTo>
                  <a:pt x="78922" y="64618"/>
                </a:lnTo>
                <a:lnTo>
                  <a:pt x="78156" y="65389"/>
                </a:lnTo>
                <a:lnTo>
                  <a:pt x="77355" y="66143"/>
                </a:lnTo>
                <a:lnTo>
                  <a:pt x="76517" y="66881"/>
                </a:lnTo>
                <a:lnTo>
                  <a:pt x="75645" y="67595"/>
                </a:lnTo>
                <a:lnTo>
                  <a:pt x="74738" y="68279"/>
                </a:lnTo>
                <a:lnTo>
                  <a:pt x="73796" y="68932"/>
                </a:lnTo>
                <a:lnTo>
                  <a:pt x="72820" y="69555"/>
                </a:lnTo>
                <a:lnTo>
                  <a:pt x="71810" y="70147"/>
                </a:lnTo>
                <a:lnTo>
                  <a:pt x="70765" y="70709"/>
                </a:lnTo>
                <a:lnTo>
                  <a:pt x="69685" y="71241"/>
                </a:lnTo>
                <a:lnTo>
                  <a:pt x="68571" y="71743"/>
                </a:lnTo>
                <a:lnTo>
                  <a:pt x="67422" y="72213"/>
                </a:lnTo>
                <a:lnTo>
                  <a:pt x="66239" y="72654"/>
                </a:lnTo>
                <a:lnTo>
                  <a:pt x="65021" y="73064"/>
                </a:lnTo>
                <a:lnTo>
                  <a:pt x="63769" y="73444"/>
                </a:lnTo>
                <a:lnTo>
                  <a:pt x="62482" y="73793"/>
                </a:lnTo>
                <a:lnTo>
                  <a:pt x="61160" y="74113"/>
                </a:lnTo>
                <a:lnTo>
                  <a:pt x="59804" y="74401"/>
                </a:lnTo>
                <a:lnTo>
                  <a:pt x="58414" y="74659"/>
                </a:lnTo>
                <a:lnTo>
                  <a:pt x="56989" y="74887"/>
                </a:lnTo>
                <a:lnTo>
                  <a:pt x="55529" y="75085"/>
                </a:lnTo>
                <a:lnTo>
                  <a:pt x="54035" y="75252"/>
                </a:lnTo>
                <a:lnTo>
                  <a:pt x="52506" y="75389"/>
                </a:lnTo>
                <a:lnTo>
                  <a:pt x="50943" y="75495"/>
                </a:lnTo>
                <a:lnTo>
                  <a:pt x="49345" y="75571"/>
                </a:lnTo>
                <a:lnTo>
                  <a:pt x="47713" y="75617"/>
                </a:lnTo>
                <a:lnTo>
                  <a:pt x="46046" y="75632"/>
                </a:lnTo>
                <a:lnTo>
                  <a:pt x="45967" y="75632"/>
                </a:lnTo>
                <a:lnTo>
                  <a:pt x="45886" y="75631"/>
                </a:lnTo>
                <a:lnTo>
                  <a:pt x="45803" y="75631"/>
                </a:lnTo>
                <a:lnTo>
                  <a:pt x="45719" y="75630"/>
                </a:lnTo>
                <a:lnTo>
                  <a:pt x="45633" y="75629"/>
                </a:lnTo>
                <a:lnTo>
                  <a:pt x="45544" y="75628"/>
                </a:lnTo>
                <a:lnTo>
                  <a:pt x="45455" y="75627"/>
                </a:lnTo>
                <a:lnTo>
                  <a:pt x="45363" y="75626"/>
                </a:lnTo>
                <a:lnTo>
                  <a:pt x="45269" y="75624"/>
                </a:lnTo>
                <a:lnTo>
                  <a:pt x="45174" y="75623"/>
                </a:lnTo>
                <a:lnTo>
                  <a:pt x="45077" y="75621"/>
                </a:lnTo>
                <a:lnTo>
                  <a:pt x="44978" y="75619"/>
                </a:lnTo>
                <a:lnTo>
                  <a:pt x="44877" y="75616"/>
                </a:lnTo>
                <a:lnTo>
                  <a:pt x="44775" y="75614"/>
                </a:lnTo>
                <a:lnTo>
                  <a:pt x="44670" y="75611"/>
                </a:lnTo>
                <a:lnTo>
                  <a:pt x="44564" y="75609"/>
                </a:lnTo>
                <a:lnTo>
                  <a:pt x="44456" y="75606"/>
                </a:lnTo>
                <a:lnTo>
                  <a:pt x="44346" y="75602"/>
                </a:lnTo>
                <a:lnTo>
                  <a:pt x="44235" y="75599"/>
                </a:lnTo>
                <a:lnTo>
                  <a:pt x="44121" y="75596"/>
                </a:lnTo>
                <a:lnTo>
                  <a:pt x="44006" y="75592"/>
                </a:lnTo>
                <a:lnTo>
                  <a:pt x="43889" y="75588"/>
                </a:lnTo>
                <a:lnTo>
                  <a:pt x="43770" y="75584"/>
                </a:lnTo>
                <a:lnTo>
                  <a:pt x="43650" y="75580"/>
                </a:lnTo>
                <a:lnTo>
                  <a:pt x="43527" y="75575"/>
                </a:lnTo>
                <a:lnTo>
                  <a:pt x="43403" y="75571"/>
                </a:lnTo>
                <a:lnTo>
                  <a:pt x="43277" y="75567"/>
                </a:lnTo>
                <a:lnTo>
                  <a:pt x="43149" y="75564"/>
                </a:lnTo>
                <a:lnTo>
                  <a:pt x="43019" y="75560"/>
                </a:lnTo>
                <a:lnTo>
                  <a:pt x="42888" y="75557"/>
                </a:lnTo>
                <a:lnTo>
                  <a:pt x="42755" y="75554"/>
                </a:lnTo>
                <a:lnTo>
                  <a:pt x="42620" y="75551"/>
                </a:lnTo>
                <a:lnTo>
                  <a:pt x="42483" y="75548"/>
                </a:lnTo>
                <a:lnTo>
                  <a:pt x="42344" y="75545"/>
                </a:lnTo>
                <a:lnTo>
                  <a:pt x="42203" y="75543"/>
                </a:lnTo>
                <a:lnTo>
                  <a:pt x="42061" y="75541"/>
                </a:lnTo>
                <a:lnTo>
                  <a:pt x="41917" y="75539"/>
                </a:lnTo>
                <a:lnTo>
                  <a:pt x="41771" y="75537"/>
                </a:lnTo>
                <a:lnTo>
                  <a:pt x="41623" y="75535"/>
                </a:lnTo>
                <a:lnTo>
                  <a:pt x="41474" y="75533"/>
                </a:lnTo>
                <a:lnTo>
                  <a:pt x="41322" y="75532"/>
                </a:lnTo>
                <a:lnTo>
                  <a:pt x="41169" y="75531"/>
                </a:lnTo>
                <a:lnTo>
                  <a:pt x="41014" y="75530"/>
                </a:lnTo>
                <a:lnTo>
                  <a:pt x="40857" y="75529"/>
                </a:lnTo>
                <a:lnTo>
                  <a:pt x="40699" y="75528"/>
                </a:lnTo>
                <a:lnTo>
                  <a:pt x="40538" y="75528"/>
                </a:lnTo>
                <a:lnTo>
                  <a:pt x="40376" y="75528"/>
                </a:lnTo>
                <a:lnTo>
                  <a:pt x="40212" y="75528"/>
                </a:lnTo>
                <a:lnTo>
                  <a:pt x="40212" y="16772"/>
                </a:lnTo>
                <a:lnTo>
                  <a:pt x="41064" y="16611"/>
                </a:lnTo>
                <a:lnTo>
                  <a:pt x="41901" y="16456"/>
                </a:lnTo>
                <a:close/>
                <a:moveTo>
                  <a:pt x="492567" y="144261"/>
                </a:moveTo>
                <a:lnTo>
                  <a:pt x="492054" y="144243"/>
                </a:lnTo>
                <a:lnTo>
                  <a:pt x="491555" y="144221"/>
                </a:lnTo>
                <a:lnTo>
                  <a:pt x="491071" y="144193"/>
                </a:lnTo>
                <a:lnTo>
                  <a:pt x="490602" y="144160"/>
                </a:lnTo>
                <a:lnTo>
                  <a:pt x="490148" y="144122"/>
                </a:lnTo>
                <a:lnTo>
                  <a:pt x="489708" y="144079"/>
                </a:lnTo>
                <a:lnTo>
                  <a:pt x="489283" y="144031"/>
                </a:lnTo>
                <a:lnTo>
                  <a:pt x="488873" y="143978"/>
                </a:lnTo>
                <a:lnTo>
                  <a:pt x="488477" y="143920"/>
                </a:lnTo>
                <a:lnTo>
                  <a:pt x="488096" y="143857"/>
                </a:lnTo>
                <a:lnTo>
                  <a:pt x="487729" y="143789"/>
                </a:lnTo>
                <a:lnTo>
                  <a:pt x="487377" y="143715"/>
                </a:lnTo>
                <a:lnTo>
                  <a:pt x="487040" y="143637"/>
                </a:lnTo>
                <a:lnTo>
                  <a:pt x="486718" y="143554"/>
                </a:lnTo>
                <a:lnTo>
                  <a:pt x="486410" y="143465"/>
                </a:lnTo>
                <a:lnTo>
                  <a:pt x="486116" y="143372"/>
                </a:lnTo>
                <a:lnTo>
                  <a:pt x="485838" y="143273"/>
                </a:lnTo>
                <a:lnTo>
                  <a:pt x="485574" y="143170"/>
                </a:lnTo>
                <a:lnTo>
                  <a:pt x="485324" y="143061"/>
                </a:lnTo>
                <a:lnTo>
                  <a:pt x="485090" y="142947"/>
                </a:lnTo>
                <a:lnTo>
                  <a:pt x="484870" y="142829"/>
                </a:lnTo>
                <a:lnTo>
                  <a:pt x="484659" y="142705"/>
                </a:lnTo>
                <a:lnTo>
                  <a:pt x="484453" y="142576"/>
                </a:lnTo>
                <a:lnTo>
                  <a:pt x="484251" y="142441"/>
                </a:lnTo>
                <a:lnTo>
                  <a:pt x="484054" y="142302"/>
                </a:lnTo>
                <a:lnTo>
                  <a:pt x="483861" y="142157"/>
                </a:lnTo>
                <a:lnTo>
                  <a:pt x="483672" y="142007"/>
                </a:lnTo>
                <a:lnTo>
                  <a:pt x="483487" y="141851"/>
                </a:lnTo>
                <a:lnTo>
                  <a:pt x="483307" y="141691"/>
                </a:lnTo>
                <a:lnTo>
                  <a:pt x="483131" y="141525"/>
                </a:lnTo>
                <a:lnTo>
                  <a:pt x="482960" y="141354"/>
                </a:lnTo>
                <a:lnTo>
                  <a:pt x="482793" y="141178"/>
                </a:lnTo>
                <a:lnTo>
                  <a:pt x="482630" y="140996"/>
                </a:lnTo>
                <a:lnTo>
                  <a:pt x="482472" y="140810"/>
                </a:lnTo>
                <a:lnTo>
                  <a:pt x="482317" y="140618"/>
                </a:lnTo>
                <a:lnTo>
                  <a:pt x="482168" y="140421"/>
                </a:lnTo>
                <a:lnTo>
                  <a:pt x="482022" y="140218"/>
                </a:lnTo>
                <a:lnTo>
                  <a:pt x="481881" y="140011"/>
                </a:lnTo>
                <a:lnTo>
                  <a:pt x="481744" y="139798"/>
                </a:lnTo>
                <a:lnTo>
                  <a:pt x="481612" y="139580"/>
                </a:lnTo>
                <a:lnTo>
                  <a:pt x="481484" y="139356"/>
                </a:lnTo>
                <a:lnTo>
                  <a:pt x="481360" y="139128"/>
                </a:lnTo>
                <a:lnTo>
                  <a:pt x="481241" y="138894"/>
                </a:lnTo>
                <a:lnTo>
                  <a:pt x="481126" y="138655"/>
                </a:lnTo>
                <a:lnTo>
                  <a:pt x="481015" y="138411"/>
                </a:lnTo>
                <a:lnTo>
                  <a:pt x="480909" y="138154"/>
                </a:lnTo>
                <a:lnTo>
                  <a:pt x="480807" y="137876"/>
                </a:lnTo>
                <a:lnTo>
                  <a:pt x="480710" y="137577"/>
                </a:lnTo>
                <a:lnTo>
                  <a:pt x="480617" y="137257"/>
                </a:lnTo>
                <a:lnTo>
                  <a:pt x="480529" y="136917"/>
                </a:lnTo>
                <a:lnTo>
                  <a:pt x="480446" y="136556"/>
                </a:lnTo>
                <a:lnTo>
                  <a:pt x="480366" y="136174"/>
                </a:lnTo>
                <a:lnTo>
                  <a:pt x="480292" y="135772"/>
                </a:lnTo>
                <a:lnTo>
                  <a:pt x="480222" y="135348"/>
                </a:lnTo>
                <a:lnTo>
                  <a:pt x="480156" y="134904"/>
                </a:lnTo>
                <a:lnTo>
                  <a:pt x="480095" y="134440"/>
                </a:lnTo>
                <a:lnTo>
                  <a:pt x="480039" y="133954"/>
                </a:lnTo>
                <a:lnTo>
                  <a:pt x="479987" y="133448"/>
                </a:lnTo>
                <a:lnTo>
                  <a:pt x="479939" y="132921"/>
                </a:lnTo>
                <a:lnTo>
                  <a:pt x="479896" y="132373"/>
                </a:lnTo>
                <a:lnTo>
                  <a:pt x="479858" y="131804"/>
                </a:lnTo>
                <a:lnTo>
                  <a:pt x="479824" y="131215"/>
                </a:lnTo>
                <a:lnTo>
                  <a:pt x="479794" y="130605"/>
                </a:lnTo>
                <a:lnTo>
                  <a:pt x="479770" y="129974"/>
                </a:lnTo>
                <a:lnTo>
                  <a:pt x="479749" y="129323"/>
                </a:lnTo>
                <a:lnTo>
                  <a:pt x="479733" y="128650"/>
                </a:lnTo>
                <a:lnTo>
                  <a:pt x="479722" y="127957"/>
                </a:lnTo>
                <a:lnTo>
                  <a:pt x="479715" y="127243"/>
                </a:lnTo>
                <a:lnTo>
                  <a:pt x="479713" y="126509"/>
                </a:lnTo>
                <a:lnTo>
                  <a:pt x="479713" y="50004"/>
                </a:lnTo>
                <a:lnTo>
                  <a:pt x="475129" y="50004"/>
                </a:lnTo>
                <a:lnTo>
                  <a:pt x="446377" y="61646"/>
                </a:lnTo>
                <a:lnTo>
                  <a:pt x="447835" y="65390"/>
                </a:lnTo>
                <a:lnTo>
                  <a:pt x="448180" y="65263"/>
                </a:lnTo>
                <a:lnTo>
                  <a:pt x="448521" y="65141"/>
                </a:lnTo>
                <a:lnTo>
                  <a:pt x="448857" y="65024"/>
                </a:lnTo>
                <a:lnTo>
                  <a:pt x="449189" y="64913"/>
                </a:lnTo>
                <a:lnTo>
                  <a:pt x="449517" y="64808"/>
                </a:lnTo>
                <a:lnTo>
                  <a:pt x="449841" y="64708"/>
                </a:lnTo>
                <a:lnTo>
                  <a:pt x="450160" y="64613"/>
                </a:lnTo>
                <a:lnTo>
                  <a:pt x="450474" y="64524"/>
                </a:lnTo>
                <a:lnTo>
                  <a:pt x="450785" y="64440"/>
                </a:lnTo>
                <a:lnTo>
                  <a:pt x="451091" y="64361"/>
                </a:lnTo>
                <a:lnTo>
                  <a:pt x="451392" y="64288"/>
                </a:lnTo>
                <a:lnTo>
                  <a:pt x="451690" y="64220"/>
                </a:lnTo>
                <a:lnTo>
                  <a:pt x="451983" y="64158"/>
                </a:lnTo>
                <a:lnTo>
                  <a:pt x="452271" y="64101"/>
                </a:lnTo>
                <a:lnTo>
                  <a:pt x="452556" y="64050"/>
                </a:lnTo>
                <a:lnTo>
                  <a:pt x="452836" y="64004"/>
                </a:lnTo>
                <a:lnTo>
                  <a:pt x="453111" y="63963"/>
                </a:lnTo>
                <a:lnTo>
                  <a:pt x="453383" y="63928"/>
                </a:lnTo>
                <a:lnTo>
                  <a:pt x="453650" y="63898"/>
                </a:lnTo>
                <a:lnTo>
                  <a:pt x="453912" y="63874"/>
                </a:lnTo>
                <a:lnTo>
                  <a:pt x="454170" y="63855"/>
                </a:lnTo>
                <a:lnTo>
                  <a:pt x="454424" y="63841"/>
                </a:lnTo>
                <a:lnTo>
                  <a:pt x="454674" y="63833"/>
                </a:lnTo>
                <a:lnTo>
                  <a:pt x="454919" y="63831"/>
                </a:lnTo>
                <a:lnTo>
                  <a:pt x="455143" y="63833"/>
                </a:lnTo>
                <a:lnTo>
                  <a:pt x="455363" y="63840"/>
                </a:lnTo>
                <a:lnTo>
                  <a:pt x="455578" y="63851"/>
                </a:lnTo>
                <a:lnTo>
                  <a:pt x="455790" y="63867"/>
                </a:lnTo>
                <a:lnTo>
                  <a:pt x="455998" y="63887"/>
                </a:lnTo>
                <a:lnTo>
                  <a:pt x="456202" y="63912"/>
                </a:lnTo>
                <a:lnTo>
                  <a:pt x="456402" y="63941"/>
                </a:lnTo>
                <a:lnTo>
                  <a:pt x="456598" y="63975"/>
                </a:lnTo>
                <a:lnTo>
                  <a:pt x="456789" y="64013"/>
                </a:lnTo>
                <a:lnTo>
                  <a:pt x="456977" y="64056"/>
                </a:lnTo>
                <a:lnTo>
                  <a:pt x="457161" y="64103"/>
                </a:lnTo>
                <a:lnTo>
                  <a:pt x="457341" y="64155"/>
                </a:lnTo>
                <a:lnTo>
                  <a:pt x="457517" y="64212"/>
                </a:lnTo>
                <a:lnTo>
                  <a:pt x="457689" y="64273"/>
                </a:lnTo>
                <a:lnTo>
                  <a:pt x="457857" y="64338"/>
                </a:lnTo>
                <a:lnTo>
                  <a:pt x="458021" y="64408"/>
                </a:lnTo>
                <a:lnTo>
                  <a:pt x="458181" y="64482"/>
                </a:lnTo>
                <a:lnTo>
                  <a:pt x="458337" y="64561"/>
                </a:lnTo>
                <a:lnTo>
                  <a:pt x="458490" y="64645"/>
                </a:lnTo>
                <a:lnTo>
                  <a:pt x="458638" y="64733"/>
                </a:lnTo>
                <a:lnTo>
                  <a:pt x="458782" y="64825"/>
                </a:lnTo>
                <a:lnTo>
                  <a:pt x="458922" y="64922"/>
                </a:lnTo>
                <a:lnTo>
                  <a:pt x="459058" y="65024"/>
                </a:lnTo>
                <a:lnTo>
                  <a:pt x="459190" y="65130"/>
                </a:lnTo>
                <a:lnTo>
                  <a:pt x="459319" y="65241"/>
                </a:lnTo>
                <a:lnTo>
                  <a:pt x="459445" y="65360"/>
                </a:lnTo>
                <a:lnTo>
                  <a:pt x="459568" y="65486"/>
                </a:lnTo>
                <a:lnTo>
                  <a:pt x="459688" y="65619"/>
                </a:lnTo>
                <a:lnTo>
                  <a:pt x="459805" y="65759"/>
                </a:lnTo>
                <a:lnTo>
                  <a:pt x="459920" y="65906"/>
                </a:lnTo>
                <a:lnTo>
                  <a:pt x="460031" y="66060"/>
                </a:lnTo>
                <a:lnTo>
                  <a:pt x="460140" y="66221"/>
                </a:lnTo>
                <a:lnTo>
                  <a:pt x="460245" y="66389"/>
                </a:lnTo>
                <a:lnTo>
                  <a:pt x="460348" y="66564"/>
                </a:lnTo>
                <a:lnTo>
                  <a:pt x="460448" y="66746"/>
                </a:lnTo>
                <a:lnTo>
                  <a:pt x="460545" y="66936"/>
                </a:lnTo>
                <a:lnTo>
                  <a:pt x="460639" y="67132"/>
                </a:lnTo>
                <a:lnTo>
                  <a:pt x="460730" y="67335"/>
                </a:lnTo>
                <a:lnTo>
                  <a:pt x="460818" y="67545"/>
                </a:lnTo>
                <a:lnTo>
                  <a:pt x="460903" y="67763"/>
                </a:lnTo>
                <a:lnTo>
                  <a:pt x="460986" y="67987"/>
                </a:lnTo>
                <a:lnTo>
                  <a:pt x="461066" y="68219"/>
                </a:lnTo>
                <a:lnTo>
                  <a:pt x="461142" y="68457"/>
                </a:lnTo>
                <a:lnTo>
                  <a:pt x="461216" y="68703"/>
                </a:lnTo>
                <a:lnTo>
                  <a:pt x="461287" y="68955"/>
                </a:lnTo>
                <a:lnTo>
                  <a:pt x="461355" y="69215"/>
                </a:lnTo>
                <a:lnTo>
                  <a:pt x="461420" y="69482"/>
                </a:lnTo>
                <a:lnTo>
                  <a:pt x="461482" y="69756"/>
                </a:lnTo>
                <a:lnTo>
                  <a:pt x="461559" y="70155"/>
                </a:lnTo>
                <a:lnTo>
                  <a:pt x="461632" y="70593"/>
                </a:lnTo>
                <a:lnTo>
                  <a:pt x="461702" y="71069"/>
                </a:lnTo>
                <a:lnTo>
                  <a:pt x="461769" y="71582"/>
                </a:lnTo>
                <a:lnTo>
                  <a:pt x="461832" y="72134"/>
                </a:lnTo>
                <a:lnTo>
                  <a:pt x="461892" y="72723"/>
                </a:lnTo>
                <a:lnTo>
                  <a:pt x="461949" y="73351"/>
                </a:lnTo>
                <a:lnTo>
                  <a:pt x="462003" y="74016"/>
                </a:lnTo>
                <a:lnTo>
                  <a:pt x="462054" y="74719"/>
                </a:lnTo>
                <a:lnTo>
                  <a:pt x="462101" y="75460"/>
                </a:lnTo>
                <a:lnTo>
                  <a:pt x="462145" y="76239"/>
                </a:lnTo>
                <a:lnTo>
                  <a:pt x="462185" y="77056"/>
                </a:lnTo>
                <a:lnTo>
                  <a:pt x="462223" y="77911"/>
                </a:lnTo>
                <a:lnTo>
                  <a:pt x="462257" y="78804"/>
                </a:lnTo>
                <a:lnTo>
                  <a:pt x="462288" y="79734"/>
                </a:lnTo>
                <a:lnTo>
                  <a:pt x="462316" y="80703"/>
                </a:lnTo>
                <a:lnTo>
                  <a:pt x="462340" y="81709"/>
                </a:lnTo>
                <a:lnTo>
                  <a:pt x="462361" y="82754"/>
                </a:lnTo>
                <a:lnTo>
                  <a:pt x="462379" y="83836"/>
                </a:lnTo>
                <a:lnTo>
                  <a:pt x="462394" y="84956"/>
                </a:lnTo>
                <a:lnTo>
                  <a:pt x="462405" y="86114"/>
                </a:lnTo>
                <a:lnTo>
                  <a:pt x="462413" y="87310"/>
                </a:lnTo>
                <a:lnTo>
                  <a:pt x="462418" y="88544"/>
                </a:lnTo>
                <a:lnTo>
                  <a:pt x="462420" y="89816"/>
                </a:lnTo>
                <a:lnTo>
                  <a:pt x="462420" y="126509"/>
                </a:lnTo>
                <a:lnTo>
                  <a:pt x="462417" y="127235"/>
                </a:lnTo>
                <a:lnTo>
                  <a:pt x="462410" y="127942"/>
                </a:lnTo>
                <a:lnTo>
                  <a:pt x="462398" y="128628"/>
                </a:lnTo>
                <a:lnTo>
                  <a:pt x="462381" y="129295"/>
                </a:lnTo>
                <a:lnTo>
                  <a:pt x="462359" y="129942"/>
                </a:lnTo>
                <a:lnTo>
                  <a:pt x="462332" y="130569"/>
                </a:lnTo>
                <a:lnTo>
                  <a:pt x="462300" y="131176"/>
                </a:lnTo>
                <a:lnTo>
                  <a:pt x="462264" y="131764"/>
                </a:lnTo>
                <a:lnTo>
                  <a:pt x="462222" y="132331"/>
                </a:lnTo>
                <a:lnTo>
                  <a:pt x="462176" y="132879"/>
                </a:lnTo>
                <a:lnTo>
                  <a:pt x="462124" y="133407"/>
                </a:lnTo>
                <a:lnTo>
                  <a:pt x="462068" y="133915"/>
                </a:lnTo>
                <a:lnTo>
                  <a:pt x="462007" y="134403"/>
                </a:lnTo>
                <a:lnTo>
                  <a:pt x="461941" y="134871"/>
                </a:lnTo>
                <a:lnTo>
                  <a:pt x="461870" y="135320"/>
                </a:lnTo>
                <a:lnTo>
                  <a:pt x="461795" y="135749"/>
                </a:lnTo>
                <a:lnTo>
                  <a:pt x="461714" y="136157"/>
                </a:lnTo>
                <a:lnTo>
                  <a:pt x="461629" y="136546"/>
                </a:lnTo>
                <a:lnTo>
                  <a:pt x="461538" y="136915"/>
                </a:lnTo>
                <a:lnTo>
                  <a:pt x="461443" y="137265"/>
                </a:lnTo>
                <a:lnTo>
                  <a:pt x="461343" y="137594"/>
                </a:lnTo>
                <a:lnTo>
                  <a:pt x="461238" y="137903"/>
                </a:lnTo>
                <a:lnTo>
                  <a:pt x="461128" y="138193"/>
                </a:lnTo>
                <a:lnTo>
                  <a:pt x="461013" y="138463"/>
                </a:lnTo>
                <a:lnTo>
                  <a:pt x="460895" y="138720"/>
                </a:lnTo>
                <a:lnTo>
                  <a:pt x="460772" y="138970"/>
                </a:lnTo>
                <a:lnTo>
                  <a:pt x="460646" y="139215"/>
                </a:lnTo>
                <a:lnTo>
                  <a:pt x="460517" y="139453"/>
                </a:lnTo>
                <a:lnTo>
                  <a:pt x="460384" y="139686"/>
                </a:lnTo>
                <a:lnTo>
                  <a:pt x="460248" y="139912"/>
                </a:lnTo>
                <a:lnTo>
                  <a:pt x="460109" y="140132"/>
                </a:lnTo>
                <a:lnTo>
                  <a:pt x="459966" y="140346"/>
                </a:lnTo>
                <a:lnTo>
                  <a:pt x="459819" y="140553"/>
                </a:lnTo>
                <a:lnTo>
                  <a:pt x="459670" y="140755"/>
                </a:lnTo>
                <a:lnTo>
                  <a:pt x="459516" y="140950"/>
                </a:lnTo>
                <a:lnTo>
                  <a:pt x="459360" y="141140"/>
                </a:lnTo>
                <a:lnTo>
                  <a:pt x="459199" y="141323"/>
                </a:lnTo>
                <a:lnTo>
                  <a:pt x="459036" y="141500"/>
                </a:lnTo>
                <a:lnTo>
                  <a:pt x="458869" y="141671"/>
                </a:lnTo>
                <a:lnTo>
                  <a:pt x="458698" y="141836"/>
                </a:lnTo>
                <a:lnTo>
                  <a:pt x="458525" y="141994"/>
                </a:lnTo>
                <a:lnTo>
                  <a:pt x="458347" y="142147"/>
                </a:lnTo>
                <a:lnTo>
                  <a:pt x="458166" y="142293"/>
                </a:lnTo>
                <a:lnTo>
                  <a:pt x="457982" y="142433"/>
                </a:lnTo>
                <a:lnTo>
                  <a:pt x="457795" y="142567"/>
                </a:lnTo>
                <a:lnTo>
                  <a:pt x="457603" y="142695"/>
                </a:lnTo>
                <a:lnTo>
                  <a:pt x="457409" y="142817"/>
                </a:lnTo>
                <a:lnTo>
                  <a:pt x="457211" y="142933"/>
                </a:lnTo>
                <a:lnTo>
                  <a:pt x="457003" y="143043"/>
                </a:lnTo>
                <a:lnTo>
                  <a:pt x="456780" y="143148"/>
                </a:lnTo>
                <a:lnTo>
                  <a:pt x="456540" y="143249"/>
                </a:lnTo>
                <a:lnTo>
                  <a:pt x="456285" y="143346"/>
                </a:lnTo>
                <a:lnTo>
                  <a:pt x="456014" y="143437"/>
                </a:lnTo>
                <a:lnTo>
                  <a:pt x="455727" y="143524"/>
                </a:lnTo>
                <a:lnTo>
                  <a:pt x="455423" y="143606"/>
                </a:lnTo>
                <a:lnTo>
                  <a:pt x="455104" y="143683"/>
                </a:lnTo>
                <a:lnTo>
                  <a:pt x="454769" y="143756"/>
                </a:lnTo>
                <a:lnTo>
                  <a:pt x="454419" y="143824"/>
                </a:lnTo>
                <a:lnTo>
                  <a:pt x="454052" y="143887"/>
                </a:lnTo>
                <a:lnTo>
                  <a:pt x="453669" y="143946"/>
                </a:lnTo>
                <a:lnTo>
                  <a:pt x="453270" y="144000"/>
                </a:lnTo>
                <a:lnTo>
                  <a:pt x="452856" y="144049"/>
                </a:lnTo>
                <a:lnTo>
                  <a:pt x="452425" y="144094"/>
                </a:lnTo>
                <a:lnTo>
                  <a:pt x="451979" y="144134"/>
                </a:lnTo>
                <a:lnTo>
                  <a:pt x="451517" y="144169"/>
                </a:lnTo>
                <a:lnTo>
                  <a:pt x="451039" y="144199"/>
                </a:lnTo>
                <a:lnTo>
                  <a:pt x="450544" y="144225"/>
                </a:lnTo>
                <a:lnTo>
                  <a:pt x="450034" y="144246"/>
                </a:lnTo>
                <a:lnTo>
                  <a:pt x="449509" y="144263"/>
                </a:lnTo>
                <a:lnTo>
                  <a:pt x="448967" y="144274"/>
                </a:lnTo>
                <a:lnTo>
                  <a:pt x="448409" y="144281"/>
                </a:lnTo>
                <a:lnTo>
                  <a:pt x="447835" y="144284"/>
                </a:lnTo>
                <a:lnTo>
                  <a:pt x="447835" y="148138"/>
                </a:lnTo>
                <a:lnTo>
                  <a:pt x="493727" y="148138"/>
                </a:lnTo>
                <a:lnTo>
                  <a:pt x="494193" y="148138"/>
                </a:lnTo>
                <a:lnTo>
                  <a:pt x="542585" y="148138"/>
                </a:lnTo>
                <a:lnTo>
                  <a:pt x="542585" y="144284"/>
                </a:lnTo>
                <a:lnTo>
                  <a:pt x="542052" y="144280"/>
                </a:lnTo>
                <a:lnTo>
                  <a:pt x="541530" y="144271"/>
                </a:lnTo>
                <a:lnTo>
                  <a:pt x="541018" y="144255"/>
                </a:lnTo>
                <a:lnTo>
                  <a:pt x="540516" y="144232"/>
                </a:lnTo>
                <a:lnTo>
                  <a:pt x="540025" y="144203"/>
                </a:lnTo>
                <a:lnTo>
                  <a:pt x="539545" y="144167"/>
                </a:lnTo>
                <a:lnTo>
                  <a:pt x="539075" y="144125"/>
                </a:lnTo>
                <a:lnTo>
                  <a:pt x="538615" y="144076"/>
                </a:lnTo>
                <a:lnTo>
                  <a:pt x="538166" y="144021"/>
                </a:lnTo>
                <a:lnTo>
                  <a:pt x="537727" y="143959"/>
                </a:lnTo>
                <a:lnTo>
                  <a:pt x="537299" y="143891"/>
                </a:lnTo>
                <a:lnTo>
                  <a:pt x="536882" y="143817"/>
                </a:lnTo>
                <a:lnTo>
                  <a:pt x="536475" y="143735"/>
                </a:lnTo>
                <a:lnTo>
                  <a:pt x="536078" y="143648"/>
                </a:lnTo>
                <a:lnTo>
                  <a:pt x="535692" y="143554"/>
                </a:lnTo>
                <a:lnTo>
                  <a:pt x="535316" y="143453"/>
                </a:lnTo>
                <a:lnTo>
                  <a:pt x="534951" y="143346"/>
                </a:lnTo>
                <a:lnTo>
                  <a:pt x="534596" y="143233"/>
                </a:lnTo>
                <a:lnTo>
                  <a:pt x="534252" y="143113"/>
                </a:lnTo>
                <a:lnTo>
                  <a:pt x="533919" y="142986"/>
                </a:lnTo>
                <a:lnTo>
                  <a:pt x="533595" y="142853"/>
                </a:lnTo>
                <a:lnTo>
                  <a:pt x="533283" y="142714"/>
                </a:lnTo>
                <a:lnTo>
                  <a:pt x="532980" y="142568"/>
                </a:lnTo>
                <a:lnTo>
                  <a:pt x="532689" y="142415"/>
                </a:lnTo>
                <a:lnTo>
                  <a:pt x="532406" y="142257"/>
                </a:lnTo>
                <a:lnTo>
                  <a:pt x="532130" y="142097"/>
                </a:lnTo>
                <a:lnTo>
                  <a:pt x="531862" y="141932"/>
                </a:lnTo>
                <a:lnTo>
                  <a:pt x="531601" y="141765"/>
                </a:lnTo>
                <a:lnTo>
                  <a:pt x="531347" y="141595"/>
                </a:lnTo>
                <a:lnTo>
                  <a:pt x="531100" y="141421"/>
                </a:lnTo>
                <a:lnTo>
                  <a:pt x="530861" y="141244"/>
                </a:lnTo>
                <a:lnTo>
                  <a:pt x="530628" y="141063"/>
                </a:lnTo>
                <a:lnTo>
                  <a:pt x="530403" y="140880"/>
                </a:lnTo>
                <a:lnTo>
                  <a:pt x="530186" y="140693"/>
                </a:lnTo>
                <a:lnTo>
                  <a:pt x="529975" y="140503"/>
                </a:lnTo>
                <a:lnTo>
                  <a:pt x="529772" y="140310"/>
                </a:lnTo>
                <a:lnTo>
                  <a:pt x="529576" y="140113"/>
                </a:lnTo>
                <a:lnTo>
                  <a:pt x="529387" y="139913"/>
                </a:lnTo>
                <a:lnTo>
                  <a:pt x="529205" y="139710"/>
                </a:lnTo>
                <a:lnTo>
                  <a:pt x="529031" y="139504"/>
                </a:lnTo>
                <a:lnTo>
                  <a:pt x="528864" y="139294"/>
                </a:lnTo>
                <a:lnTo>
                  <a:pt x="528704" y="139082"/>
                </a:lnTo>
                <a:lnTo>
                  <a:pt x="528551" y="138866"/>
                </a:lnTo>
                <a:lnTo>
                  <a:pt x="528406" y="138646"/>
                </a:lnTo>
                <a:lnTo>
                  <a:pt x="528268" y="138424"/>
                </a:lnTo>
                <a:lnTo>
                  <a:pt x="528137" y="138198"/>
                </a:lnTo>
                <a:lnTo>
                  <a:pt x="528013" y="137969"/>
                </a:lnTo>
                <a:lnTo>
                  <a:pt x="527897" y="137737"/>
                </a:lnTo>
                <a:lnTo>
                  <a:pt x="527735" y="137392"/>
                </a:lnTo>
                <a:lnTo>
                  <a:pt x="527580" y="137035"/>
                </a:lnTo>
                <a:lnTo>
                  <a:pt x="527433" y="136664"/>
                </a:lnTo>
                <a:lnTo>
                  <a:pt x="527292" y="136279"/>
                </a:lnTo>
                <a:lnTo>
                  <a:pt x="527158" y="135881"/>
                </a:lnTo>
                <a:lnTo>
                  <a:pt x="527031" y="135470"/>
                </a:lnTo>
                <a:lnTo>
                  <a:pt x="526910" y="135046"/>
                </a:lnTo>
                <a:lnTo>
                  <a:pt x="526797" y="134608"/>
                </a:lnTo>
                <a:lnTo>
                  <a:pt x="526690" y="134157"/>
                </a:lnTo>
                <a:lnTo>
                  <a:pt x="526591" y="133692"/>
                </a:lnTo>
                <a:lnTo>
                  <a:pt x="526498" y="133215"/>
                </a:lnTo>
                <a:lnTo>
                  <a:pt x="526412" y="132723"/>
                </a:lnTo>
                <a:lnTo>
                  <a:pt x="526333" y="132219"/>
                </a:lnTo>
                <a:lnTo>
                  <a:pt x="526261" y="131701"/>
                </a:lnTo>
                <a:lnTo>
                  <a:pt x="526196" y="131170"/>
                </a:lnTo>
                <a:lnTo>
                  <a:pt x="526137" y="130625"/>
                </a:lnTo>
                <a:lnTo>
                  <a:pt x="526086" y="130068"/>
                </a:lnTo>
                <a:lnTo>
                  <a:pt x="526041" y="129496"/>
                </a:lnTo>
                <a:lnTo>
                  <a:pt x="526003" y="128912"/>
                </a:lnTo>
                <a:lnTo>
                  <a:pt x="525972" y="128314"/>
                </a:lnTo>
                <a:lnTo>
                  <a:pt x="525948" y="127703"/>
                </a:lnTo>
                <a:lnTo>
                  <a:pt x="525931" y="127078"/>
                </a:lnTo>
                <a:lnTo>
                  <a:pt x="525921" y="126440"/>
                </a:lnTo>
                <a:lnTo>
                  <a:pt x="525917" y="125789"/>
                </a:lnTo>
                <a:lnTo>
                  <a:pt x="525917" y="80173"/>
                </a:lnTo>
                <a:lnTo>
                  <a:pt x="526333" y="79369"/>
                </a:lnTo>
                <a:lnTo>
                  <a:pt x="526749" y="78584"/>
                </a:lnTo>
                <a:lnTo>
                  <a:pt x="527162" y="77818"/>
                </a:lnTo>
                <a:lnTo>
                  <a:pt x="527575" y="77071"/>
                </a:lnTo>
                <a:lnTo>
                  <a:pt x="527987" y="76343"/>
                </a:lnTo>
                <a:lnTo>
                  <a:pt x="528398" y="75634"/>
                </a:lnTo>
                <a:lnTo>
                  <a:pt x="528808" y="74944"/>
                </a:lnTo>
                <a:lnTo>
                  <a:pt x="529216" y="74274"/>
                </a:lnTo>
                <a:lnTo>
                  <a:pt x="529624" y="73622"/>
                </a:lnTo>
                <a:lnTo>
                  <a:pt x="530030" y="72990"/>
                </a:lnTo>
                <a:lnTo>
                  <a:pt x="530435" y="72377"/>
                </a:lnTo>
                <a:lnTo>
                  <a:pt x="530840" y="71783"/>
                </a:lnTo>
                <a:lnTo>
                  <a:pt x="531243" y="71208"/>
                </a:lnTo>
                <a:lnTo>
                  <a:pt x="531645" y="70652"/>
                </a:lnTo>
                <a:lnTo>
                  <a:pt x="532046" y="70115"/>
                </a:lnTo>
                <a:lnTo>
                  <a:pt x="532446" y="69598"/>
                </a:lnTo>
                <a:lnTo>
                  <a:pt x="532844" y="69099"/>
                </a:lnTo>
                <a:lnTo>
                  <a:pt x="533242" y="68620"/>
                </a:lnTo>
                <a:lnTo>
                  <a:pt x="533639" y="68160"/>
                </a:lnTo>
                <a:lnTo>
                  <a:pt x="534034" y="67719"/>
                </a:lnTo>
                <a:lnTo>
                  <a:pt x="534429" y="67297"/>
                </a:lnTo>
                <a:lnTo>
                  <a:pt x="534822" y="66894"/>
                </a:lnTo>
                <a:lnTo>
                  <a:pt x="535214" y="66510"/>
                </a:lnTo>
                <a:lnTo>
                  <a:pt x="535606" y="66145"/>
                </a:lnTo>
                <a:lnTo>
                  <a:pt x="535787" y="65976"/>
                </a:lnTo>
                <a:lnTo>
                  <a:pt x="535968" y="65813"/>
                </a:lnTo>
                <a:lnTo>
                  <a:pt x="536148" y="65658"/>
                </a:lnTo>
                <a:lnTo>
                  <a:pt x="536326" y="65511"/>
                </a:lnTo>
                <a:lnTo>
                  <a:pt x="536504" y="65370"/>
                </a:lnTo>
                <a:lnTo>
                  <a:pt x="536680" y="65237"/>
                </a:lnTo>
                <a:lnTo>
                  <a:pt x="536855" y="65110"/>
                </a:lnTo>
                <a:lnTo>
                  <a:pt x="537029" y="64991"/>
                </a:lnTo>
                <a:lnTo>
                  <a:pt x="537202" y="64880"/>
                </a:lnTo>
                <a:lnTo>
                  <a:pt x="537374" y="64775"/>
                </a:lnTo>
                <a:lnTo>
                  <a:pt x="537545" y="64678"/>
                </a:lnTo>
                <a:lnTo>
                  <a:pt x="537715" y="64587"/>
                </a:lnTo>
                <a:lnTo>
                  <a:pt x="537884" y="64505"/>
                </a:lnTo>
                <a:lnTo>
                  <a:pt x="538052" y="64429"/>
                </a:lnTo>
                <a:lnTo>
                  <a:pt x="538218" y="64360"/>
                </a:lnTo>
                <a:lnTo>
                  <a:pt x="538384" y="64299"/>
                </a:lnTo>
                <a:lnTo>
                  <a:pt x="538548" y="64245"/>
                </a:lnTo>
                <a:lnTo>
                  <a:pt x="538711" y="64198"/>
                </a:lnTo>
                <a:lnTo>
                  <a:pt x="538874" y="64158"/>
                </a:lnTo>
                <a:lnTo>
                  <a:pt x="539035" y="64126"/>
                </a:lnTo>
                <a:lnTo>
                  <a:pt x="539195" y="64101"/>
                </a:lnTo>
                <a:lnTo>
                  <a:pt x="539354" y="64083"/>
                </a:lnTo>
                <a:lnTo>
                  <a:pt x="539512" y="64072"/>
                </a:lnTo>
                <a:lnTo>
                  <a:pt x="539668" y="64068"/>
                </a:lnTo>
                <a:lnTo>
                  <a:pt x="539855" y="64074"/>
                </a:lnTo>
                <a:lnTo>
                  <a:pt x="540049" y="64093"/>
                </a:lnTo>
                <a:lnTo>
                  <a:pt x="540252" y="64124"/>
                </a:lnTo>
                <a:lnTo>
                  <a:pt x="540463" y="64168"/>
                </a:lnTo>
                <a:lnTo>
                  <a:pt x="540682" y="64224"/>
                </a:lnTo>
                <a:lnTo>
                  <a:pt x="540909" y="64293"/>
                </a:lnTo>
                <a:lnTo>
                  <a:pt x="541144" y="64374"/>
                </a:lnTo>
                <a:lnTo>
                  <a:pt x="541387" y="64468"/>
                </a:lnTo>
                <a:lnTo>
                  <a:pt x="541639" y="64574"/>
                </a:lnTo>
                <a:lnTo>
                  <a:pt x="541899" y="64692"/>
                </a:lnTo>
                <a:lnTo>
                  <a:pt x="542166" y="64823"/>
                </a:lnTo>
                <a:lnTo>
                  <a:pt x="542442" y="64967"/>
                </a:lnTo>
                <a:lnTo>
                  <a:pt x="542726" y="65123"/>
                </a:lnTo>
                <a:lnTo>
                  <a:pt x="543018" y="65291"/>
                </a:lnTo>
                <a:lnTo>
                  <a:pt x="543319" y="65472"/>
                </a:lnTo>
                <a:lnTo>
                  <a:pt x="543627" y="65666"/>
                </a:lnTo>
                <a:lnTo>
                  <a:pt x="543944" y="65871"/>
                </a:lnTo>
                <a:lnTo>
                  <a:pt x="544269" y="66090"/>
                </a:lnTo>
                <a:lnTo>
                  <a:pt x="544601" y="66321"/>
                </a:lnTo>
                <a:lnTo>
                  <a:pt x="544942" y="66564"/>
                </a:lnTo>
                <a:lnTo>
                  <a:pt x="545292" y="66820"/>
                </a:lnTo>
                <a:lnTo>
                  <a:pt x="545649" y="67088"/>
                </a:lnTo>
                <a:lnTo>
                  <a:pt x="546014" y="67369"/>
                </a:lnTo>
                <a:lnTo>
                  <a:pt x="546388" y="67662"/>
                </a:lnTo>
                <a:lnTo>
                  <a:pt x="546764" y="67956"/>
                </a:lnTo>
                <a:lnTo>
                  <a:pt x="547137" y="68236"/>
                </a:lnTo>
                <a:lnTo>
                  <a:pt x="547507" y="68505"/>
                </a:lnTo>
                <a:lnTo>
                  <a:pt x="547874" y="68760"/>
                </a:lnTo>
                <a:lnTo>
                  <a:pt x="548238" y="69004"/>
                </a:lnTo>
                <a:lnTo>
                  <a:pt x="548598" y="69235"/>
                </a:lnTo>
                <a:lnTo>
                  <a:pt x="548956" y="69453"/>
                </a:lnTo>
                <a:lnTo>
                  <a:pt x="549311" y="69659"/>
                </a:lnTo>
                <a:lnTo>
                  <a:pt x="549662" y="69852"/>
                </a:lnTo>
                <a:lnTo>
                  <a:pt x="550010" y="70033"/>
                </a:lnTo>
                <a:lnTo>
                  <a:pt x="550356" y="70202"/>
                </a:lnTo>
                <a:lnTo>
                  <a:pt x="550698" y="70358"/>
                </a:lnTo>
                <a:lnTo>
                  <a:pt x="551037" y="70501"/>
                </a:lnTo>
                <a:lnTo>
                  <a:pt x="551373" y="70632"/>
                </a:lnTo>
                <a:lnTo>
                  <a:pt x="551707" y="70751"/>
                </a:lnTo>
                <a:lnTo>
                  <a:pt x="552037" y="70857"/>
                </a:lnTo>
                <a:lnTo>
                  <a:pt x="552363" y="70951"/>
                </a:lnTo>
                <a:lnTo>
                  <a:pt x="552687" y="71032"/>
                </a:lnTo>
                <a:lnTo>
                  <a:pt x="553008" y="71100"/>
                </a:lnTo>
                <a:lnTo>
                  <a:pt x="553326" y="71157"/>
                </a:lnTo>
                <a:lnTo>
                  <a:pt x="553640" y="71200"/>
                </a:lnTo>
                <a:lnTo>
                  <a:pt x="553952" y="71231"/>
                </a:lnTo>
                <a:lnTo>
                  <a:pt x="554260" y="71250"/>
                </a:lnTo>
                <a:lnTo>
                  <a:pt x="554566" y="71256"/>
                </a:lnTo>
                <a:lnTo>
                  <a:pt x="554876" y="71251"/>
                </a:lnTo>
                <a:lnTo>
                  <a:pt x="555183" y="71237"/>
                </a:lnTo>
                <a:lnTo>
                  <a:pt x="555487" y="71212"/>
                </a:lnTo>
                <a:lnTo>
                  <a:pt x="555787" y="71178"/>
                </a:lnTo>
                <a:lnTo>
                  <a:pt x="556083" y="71134"/>
                </a:lnTo>
                <a:lnTo>
                  <a:pt x="556376" y="71081"/>
                </a:lnTo>
                <a:lnTo>
                  <a:pt x="556665" y="71017"/>
                </a:lnTo>
                <a:lnTo>
                  <a:pt x="556950" y="70944"/>
                </a:lnTo>
                <a:lnTo>
                  <a:pt x="557232" y="70861"/>
                </a:lnTo>
                <a:lnTo>
                  <a:pt x="557510" y="70768"/>
                </a:lnTo>
                <a:lnTo>
                  <a:pt x="557785" y="70665"/>
                </a:lnTo>
                <a:lnTo>
                  <a:pt x="558056" y="70553"/>
                </a:lnTo>
                <a:lnTo>
                  <a:pt x="558323" y="70431"/>
                </a:lnTo>
                <a:lnTo>
                  <a:pt x="558587" y="70299"/>
                </a:lnTo>
                <a:lnTo>
                  <a:pt x="558847" y="70158"/>
                </a:lnTo>
                <a:lnTo>
                  <a:pt x="559103" y="70006"/>
                </a:lnTo>
                <a:lnTo>
                  <a:pt x="559356" y="69845"/>
                </a:lnTo>
                <a:lnTo>
                  <a:pt x="559605" y="69674"/>
                </a:lnTo>
                <a:lnTo>
                  <a:pt x="559851" y="69494"/>
                </a:lnTo>
                <a:lnTo>
                  <a:pt x="560093" y="69303"/>
                </a:lnTo>
                <a:lnTo>
                  <a:pt x="560331" y="69103"/>
                </a:lnTo>
                <a:lnTo>
                  <a:pt x="560566" y="68893"/>
                </a:lnTo>
                <a:lnTo>
                  <a:pt x="560797" y="68673"/>
                </a:lnTo>
                <a:lnTo>
                  <a:pt x="561025" y="68444"/>
                </a:lnTo>
                <a:lnTo>
                  <a:pt x="561246" y="68207"/>
                </a:lnTo>
                <a:lnTo>
                  <a:pt x="561457" y="67966"/>
                </a:lnTo>
                <a:lnTo>
                  <a:pt x="561659" y="67721"/>
                </a:lnTo>
                <a:lnTo>
                  <a:pt x="561852" y="67471"/>
                </a:lnTo>
                <a:lnTo>
                  <a:pt x="562036" y="67217"/>
                </a:lnTo>
                <a:lnTo>
                  <a:pt x="562210" y="66959"/>
                </a:lnTo>
                <a:lnTo>
                  <a:pt x="562374" y="66696"/>
                </a:lnTo>
                <a:lnTo>
                  <a:pt x="562529" y="66430"/>
                </a:lnTo>
                <a:lnTo>
                  <a:pt x="562675" y="66158"/>
                </a:lnTo>
                <a:lnTo>
                  <a:pt x="562811" y="65883"/>
                </a:lnTo>
                <a:lnTo>
                  <a:pt x="562938" y="65603"/>
                </a:lnTo>
                <a:lnTo>
                  <a:pt x="563056" y="65318"/>
                </a:lnTo>
                <a:lnTo>
                  <a:pt x="563164" y="65030"/>
                </a:lnTo>
                <a:lnTo>
                  <a:pt x="563263" y="64737"/>
                </a:lnTo>
                <a:lnTo>
                  <a:pt x="563352" y="64439"/>
                </a:lnTo>
                <a:lnTo>
                  <a:pt x="563432" y="64138"/>
                </a:lnTo>
                <a:lnTo>
                  <a:pt x="563503" y="63832"/>
                </a:lnTo>
                <a:lnTo>
                  <a:pt x="563564" y="63521"/>
                </a:lnTo>
                <a:lnTo>
                  <a:pt x="563616" y="63207"/>
                </a:lnTo>
                <a:lnTo>
                  <a:pt x="563658" y="62888"/>
                </a:lnTo>
                <a:lnTo>
                  <a:pt x="563691" y="62564"/>
                </a:lnTo>
                <a:lnTo>
                  <a:pt x="563714" y="62236"/>
                </a:lnTo>
                <a:lnTo>
                  <a:pt x="563728" y="61904"/>
                </a:lnTo>
                <a:lnTo>
                  <a:pt x="563733" y="61568"/>
                </a:lnTo>
                <a:lnTo>
                  <a:pt x="563727" y="61188"/>
                </a:lnTo>
                <a:lnTo>
                  <a:pt x="563707" y="60812"/>
                </a:lnTo>
                <a:lnTo>
                  <a:pt x="563675" y="60439"/>
                </a:lnTo>
                <a:lnTo>
                  <a:pt x="563629" y="60070"/>
                </a:lnTo>
                <a:lnTo>
                  <a:pt x="563570" y="59706"/>
                </a:lnTo>
                <a:lnTo>
                  <a:pt x="563499" y="59344"/>
                </a:lnTo>
                <a:lnTo>
                  <a:pt x="563414" y="58987"/>
                </a:lnTo>
                <a:lnTo>
                  <a:pt x="563316" y="58634"/>
                </a:lnTo>
                <a:lnTo>
                  <a:pt x="563206" y="58284"/>
                </a:lnTo>
                <a:lnTo>
                  <a:pt x="563082" y="57938"/>
                </a:lnTo>
                <a:lnTo>
                  <a:pt x="562945" y="57596"/>
                </a:lnTo>
                <a:lnTo>
                  <a:pt x="562796" y="57258"/>
                </a:lnTo>
                <a:lnTo>
                  <a:pt x="562633" y="56923"/>
                </a:lnTo>
                <a:lnTo>
                  <a:pt x="562457" y="56593"/>
                </a:lnTo>
                <a:lnTo>
                  <a:pt x="562268" y="56266"/>
                </a:lnTo>
                <a:lnTo>
                  <a:pt x="562066" y="55942"/>
                </a:lnTo>
                <a:lnTo>
                  <a:pt x="561851" y="55623"/>
                </a:lnTo>
                <a:lnTo>
                  <a:pt x="561624" y="55308"/>
                </a:lnTo>
                <a:lnTo>
                  <a:pt x="561383" y="54996"/>
                </a:lnTo>
                <a:lnTo>
                  <a:pt x="561129" y="54688"/>
                </a:lnTo>
                <a:lnTo>
                  <a:pt x="560862" y="54384"/>
                </a:lnTo>
                <a:lnTo>
                  <a:pt x="560582" y="54084"/>
                </a:lnTo>
                <a:lnTo>
                  <a:pt x="560289" y="53787"/>
                </a:lnTo>
                <a:lnTo>
                  <a:pt x="559983" y="53494"/>
                </a:lnTo>
                <a:lnTo>
                  <a:pt x="559667" y="53210"/>
                </a:lnTo>
                <a:lnTo>
                  <a:pt x="559344" y="52937"/>
                </a:lnTo>
                <a:lnTo>
                  <a:pt x="559014" y="52676"/>
                </a:lnTo>
                <a:lnTo>
                  <a:pt x="558678" y="52428"/>
                </a:lnTo>
                <a:lnTo>
                  <a:pt x="558334" y="52192"/>
                </a:lnTo>
                <a:lnTo>
                  <a:pt x="557984" y="51968"/>
                </a:lnTo>
                <a:lnTo>
                  <a:pt x="557627" y="51755"/>
                </a:lnTo>
                <a:lnTo>
                  <a:pt x="557263" y="51556"/>
                </a:lnTo>
                <a:lnTo>
                  <a:pt x="556892" y="51368"/>
                </a:lnTo>
                <a:lnTo>
                  <a:pt x="556514" y="51192"/>
                </a:lnTo>
                <a:lnTo>
                  <a:pt x="556129" y="51028"/>
                </a:lnTo>
                <a:lnTo>
                  <a:pt x="555738" y="50877"/>
                </a:lnTo>
                <a:lnTo>
                  <a:pt x="555339" y="50738"/>
                </a:lnTo>
                <a:lnTo>
                  <a:pt x="554934" y="50610"/>
                </a:lnTo>
                <a:lnTo>
                  <a:pt x="554522" y="50495"/>
                </a:lnTo>
                <a:lnTo>
                  <a:pt x="554103" y="50392"/>
                </a:lnTo>
                <a:lnTo>
                  <a:pt x="553677" y="50301"/>
                </a:lnTo>
                <a:lnTo>
                  <a:pt x="553244" y="50223"/>
                </a:lnTo>
                <a:lnTo>
                  <a:pt x="552804" y="50156"/>
                </a:lnTo>
                <a:lnTo>
                  <a:pt x="552358" y="50101"/>
                </a:lnTo>
                <a:lnTo>
                  <a:pt x="551904" y="50059"/>
                </a:lnTo>
                <a:lnTo>
                  <a:pt x="551444" y="50029"/>
                </a:lnTo>
                <a:lnTo>
                  <a:pt x="550977" y="50011"/>
                </a:lnTo>
                <a:lnTo>
                  <a:pt x="550503" y="50004"/>
                </a:lnTo>
                <a:lnTo>
                  <a:pt x="549453" y="50042"/>
                </a:lnTo>
                <a:lnTo>
                  <a:pt x="548406" y="50153"/>
                </a:lnTo>
                <a:lnTo>
                  <a:pt x="547361" y="50340"/>
                </a:lnTo>
                <a:lnTo>
                  <a:pt x="546318" y="50601"/>
                </a:lnTo>
                <a:lnTo>
                  <a:pt x="545278" y="50936"/>
                </a:lnTo>
                <a:lnTo>
                  <a:pt x="544239" y="51346"/>
                </a:lnTo>
                <a:lnTo>
                  <a:pt x="543203" y="51830"/>
                </a:lnTo>
                <a:lnTo>
                  <a:pt x="542169" y="52389"/>
                </a:lnTo>
                <a:lnTo>
                  <a:pt x="541137" y="53022"/>
                </a:lnTo>
                <a:lnTo>
                  <a:pt x="540107" y="53730"/>
                </a:lnTo>
                <a:lnTo>
                  <a:pt x="539079" y="54513"/>
                </a:lnTo>
                <a:lnTo>
                  <a:pt x="538054" y="55370"/>
                </a:lnTo>
                <a:lnTo>
                  <a:pt x="537030" y="56301"/>
                </a:lnTo>
                <a:lnTo>
                  <a:pt x="536009" y="57307"/>
                </a:lnTo>
                <a:lnTo>
                  <a:pt x="534990" y="58387"/>
                </a:lnTo>
                <a:lnTo>
                  <a:pt x="533974" y="59542"/>
                </a:lnTo>
                <a:lnTo>
                  <a:pt x="532959" y="60772"/>
                </a:lnTo>
                <a:lnTo>
                  <a:pt x="531946" y="62076"/>
                </a:lnTo>
                <a:lnTo>
                  <a:pt x="530936" y="63454"/>
                </a:lnTo>
                <a:lnTo>
                  <a:pt x="529928" y="64907"/>
                </a:lnTo>
                <a:lnTo>
                  <a:pt x="528922" y="66435"/>
                </a:lnTo>
                <a:lnTo>
                  <a:pt x="527918" y="68037"/>
                </a:lnTo>
                <a:lnTo>
                  <a:pt x="526917" y="69714"/>
                </a:lnTo>
                <a:lnTo>
                  <a:pt x="525917" y="71465"/>
                </a:lnTo>
                <a:lnTo>
                  <a:pt x="525917" y="50004"/>
                </a:lnTo>
                <a:lnTo>
                  <a:pt x="521542" y="50004"/>
                </a:lnTo>
                <a:lnTo>
                  <a:pt x="492685" y="61646"/>
                </a:lnTo>
                <a:lnTo>
                  <a:pt x="493727" y="65390"/>
                </a:lnTo>
                <a:lnTo>
                  <a:pt x="494064" y="65263"/>
                </a:lnTo>
                <a:lnTo>
                  <a:pt x="494398" y="65141"/>
                </a:lnTo>
                <a:lnTo>
                  <a:pt x="494730" y="65024"/>
                </a:lnTo>
                <a:lnTo>
                  <a:pt x="495058" y="64913"/>
                </a:lnTo>
                <a:lnTo>
                  <a:pt x="495384" y="64808"/>
                </a:lnTo>
                <a:lnTo>
                  <a:pt x="495706" y="64708"/>
                </a:lnTo>
                <a:lnTo>
                  <a:pt x="496026" y="64613"/>
                </a:lnTo>
                <a:lnTo>
                  <a:pt x="496343" y="64524"/>
                </a:lnTo>
                <a:lnTo>
                  <a:pt x="496657" y="64440"/>
                </a:lnTo>
                <a:lnTo>
                  <a:pt x="496968" y="64361"/>
                </a:lnTo>
                <a:lnTo>
                  <a:pt x="497276" y="64288"/>
                </a:lnTo>
                <a:lnTo>
                  <a:pt x="497581" y="64220"/>
                </a:lnTo>
                <a:lnTo>
                  <a:pt x="497884" y="64158"/>
                </a:lnTo>
                <a:lnTo>
                  <a:pt x="498183" y="64101"/>
                </a:lnTo>
                <a:lnTo>
                  <a:pt x="498480" y="64050"/>
                </a:lnTo>
                <a:lnTo>
                  <a:pt x="498774" y="64004"/>
                </a:lnTo>
                <a:lnTo>
                  <a:pt x="499064" y="63963"/>
                </a:lnTo>
                <a:lnTo>
                  <a:pt x="499352" y="63928"/>
                </a:lnTo>
                <a:lnTo>
                  <a:pt x="499637" y="63898"/>
                </a:lnTo>
                <a:lnTo>
                  <a:pt x="499920" y="63874"/>
                </a:lnTo>
                <a:lnTo>
                  <a:pt x="500199" y="63855"/>
                </a:lnTo>
                <a:lnTo>
                  <a:pt x="500475" y="63841"/>
                </a:lnTo>
                <a:lnTo>
                  <a:pt x="500749" y="63833"/>
                </a:lnTo>
                <a:lnTo>
                  <a:pt x="501019" y="63831"/>
                </a:lnTo>
                <a:lnTo>
                  <a:pt x="501243" y="63833"/>
                </a:lnTo>
                <a:lnTo>
                  <a:pt x="501464" y="63841"/>
                </a:lnTo>
                <a:lnTo>
                  <a:pt x="501683" y="63853"/>
                </a:lnTo>
                <a:lnTo>
                  <a:pt x="501897" y="63871"/>
                </a:lnTo>
                <a:lnTo>
                  <a:pt x="502109" y="63894"/>
                </a:lnTo>
                <a:lnTo>
                  <a:pt x="502318" y="63922"/>
                </a:lnTo>
                <a:lnTo>
                  <a:pt x="502524" y="63954"/>
                </a:lnTo>
                <a:lnTo>
                  <a:pt x="502727" y="63992"/>
                </a:lnTo>
                <a:lnTo>
                  <a:pt x="502926" y="64035"/>
                </a:lnTo>
                <a:lnTo>
                  <a:pt x="503123" y="64083"/>
                </a:lnTo>
                <a:lnTo>
                  <a:pt x="503316" y="64136"/>
                </a:lnTo>
                <a:lnTo>
                  <a:pt x="503506" y="64194"/>
                </a:lnTo>
                <a:lnTo>
                  <a:pt x="503694" y="64258"/>
                </a:lnTo>
                <a:lnTo>
                  <a:pt x="503878" y="64326"/>
                </a:lnTo>
                <a:lnTo>
                  <a:pt x="504059" y="64399"/>
                </a:lnTo>
                <a:lnTo>
                  <a:pt x="504237" y="64477"/>
                </a:lnTo>
                <a:lnTo>
                  <a:pt x="504412" y="64561"/>
                </a:lnTo>
                <a:lnTo>
                  <a:pt x="504584" y="64649"/>
                </a:lnTo>
                <a:lnTo>
                  <a:pt x="504753" y="64743"/>
                </a:lnTo>
                <a:lnTo>
                  <a:pt x="504919" y="64841"/>
                </a:lnTo>
                <a:lnTo>
                  <a:pt x="505081" y="64945"/>
                </a:lnTo>
                <a:lnTo>
                  <a:pt x="505241" y="65053"/>
                </a:lnTo>
                <a:lnTo>
                  <a:pt x="505397" y="65167"/>
                </a:lnTo>
                <a:lnTo>
                  <a:pt x="505551" y="65286"/>
                </a:lnTo>
                <a:lnTo>
                  <a:pt x="505701" y="65410"/>
                </a:lnTo>
                <a:lnTo>
                  <a:pt x="505847" y="65540"/>
                </a:lnTo>
                <a:lnTo>
                  <a:pt x="505989" y="65676"/>
                </a:lnTo>
                <a:lnTo>
                  <a:pt x="506127" y="65819"/>
                </a:lnTo>
                <a:lnTo>
                  <a:pt x="506261" y="65967"/>
                </a:lnTo>
                <a:lnTo>
                  <a:pt x="506391" y="66121"/>
                </a:lnTo>
                <a:lnTo>
                  <a:pt x="506517" y="66281"/>
                </a:lnTo>
                <a:lnTo>
                  <a:pt x="506639" y="66447"/>
                </a:lnTo>
                <a:lnTo>
                  <a:pt x="506757" y="66618"/>
                </a:lnTo>
                <a:lnTo>
                  <a:pt x="506871" y="66796"/>
                </a:lnTo>
                <a:lnTo>
                  <a:pt x="506981" y="66980"/>
                </a:lnTo>
                <a:lnTo>
                  <a:pt x="507087" y="67170"/>
                </a:lnTo>
                <a:lnTo>
                  <a:pt x="507190" y="67366"/>
                </a:lnTo>
                <a:lnTo>
                  <a:pt x="507288" y="67567"/>
                </a:lnTo>
                <a:lnTo>
                  <a:pt x="507382" y="67775"/>
                </a:lnTo>
                <a:lnTo>
                  <a:pt x="507472" y="67989"/>
                </a:lnTo>
                <a:lnTo>
                  <a:pt x="507559" y="68208"/>
                </a:lnTo>
                <a:lnTo>
                  <a:pt x="507641" y="68434"/>
                </a:lnTo>
                <a:lnTo>
                  <a:pt x="507719" y="68665"/>
                </a:lnTo>
                <a:lnTo>
                  <a:pt x="507794" y="68903"/>
                </a:lnTo>
                <a:lnTo>
                  <a:pt x="507864" y="69146"/>
                </a:lnTo>
                <a:lnTo>
                  <a:pt x="507930" y="69395"/>
                </a:lnTo>
                <a:lnTo>
                  <a:pt x="507993" y="69651"/>
                </a:lnTo>
                <a:lnTo>
                  <a:pt x="508051" y="69912"/>
                </a:lnTo>
                <a:lnTo>
                  <a:pt x="508106" y="70199"/>
                </a:lnTo>
                <a:lnTo>
                  <a:pt x="508159" y="70533"/>
                </a:lnTo>
                <a:lnTo>
                  <a:pt x="508210" y="70914"/>
                </a:lnTo>
                <a:lnTo>
                  <a:pt x="508258" y="71342"/>
                </a:lnTo>
                <a:lnTo>
                  <a:pt x="508304" y="71816"/>
                </a:lnTo>
                <a:lnTo>
                  <a:pt x="508347" y="72337"/>
                </a:lnTo>
                <a:lnTo>
                  <a:pt x="508388" y="72905"/>
                </a:lnTo>
                <a:lnTo>
                  <a:pt x="508427" y="73520"/>
                </a:lnTo>
                <a:lnTo>
                  <a:pt x="508464" y="74181"/>
                </a:lnTo>
                <a:lnTo>
                  <a:pt x="508498" y="74889"/>
                </a:lnTo>
                <a:lnTo>
                  <a:pt x="508530" y="75644"/>
                </a:lnTo>
                <a:lnTo>
                  <a:pt x="508559" y="76446"/>
                </a:lnTo>
                <a:lnTo>
                  <a:pt x="508586" y="77294"/>
                </a:lnTo>
                <a:lnTo>
                  <a:pt x="508611" y="78189"/>
                </a:lnTo>
                <a:lnTo>
                  <a:pt x="508633" y="79131"/>
                </a:lnTo>
                <a:lnTo>
                  <a:pt x="508653" y="80120"/>
                </a:lnTo>
                <a:lnTo>
                  <a:pt x="508671" y="81155"/>
                </a:lnTo>
                <a:lnTo>
                  <a:pt x="508686" y="82237"/>
                </a:lnTo>
                <a:lnTo>
                  <a:pt x="508699" y="83366"/>
                </a:lnTo>
                <a:lnTo>
                  <a:pt x="508709" y="84542"/>
                </a:lnTo>
                <a:lnTo>
                  <a:pt x="508718" y="85764"/>
                </a:lnTo>
                <a:lnTo>
                  <a:pt x="508724" y="87033"/>
                </a:lnTo>
                <a:lnTo>
                  <a:pt x="508727" y="88349"/>
                </a:lnTo>
                <a:lnTo>
                  <a:pt x="508728" y="89712"/>
                </a:lnTo>
                <a:lnTo>
                  <a:pt x="508728" y="126613"/>
                </a:lnTo>
                <a:lnTo>
                  <a:pt x="508727" y="127294"/>
                </a:lnTo>
                <a:lnTo>
                  <a:pt x="508725" y="127953"/>
                </a:lnTo>
                <a:lnTo>
                  <a:pt x="508720" y="128589"/>
                </a:lnTo>
                <a:lnTo>
                  <a:pt x="508714" y="129203"/>
                </a:lnTo>
                <a:lnTo>
                  <a:pt x="508706" y="129793"/>
                </a:lnTo>
                <a:lnTo>
                  <a:pt x="508696" y="130361"/>
                </a:lnTo>
                <a:lnTo>
                  <a:pt x="508684" y="130906"/>
                </a:lnTo>
                <a:lnTo>
                  <a:pt x="508670" y="131428"/>
                </a:lnTo>
                <a:lnTo>
                  <a:pt x="508655" y="131928"/>
                </a:lnTo>
                <a:lnTo>
                  <a:pt x="508638" y="132405"/>
                </a:lnTo>
                <a:lnTo>
                  <a:pt x="508619" y="132859"/>
                </a:lnTo>
                <a:lnTo>
                  <a:pt x="508598" y="133291"/>
                </a:lnTo>
                <a:lnTo>
                  <a:pt x="508575" y="133699"/>
                </a:lnTo>
                <a:lnTo>
                  <a:pt x="508551" y="134085"/>
                </a:lnTo>
                <a:lnTo>
                  <a:pt x="508525" y="134449"/>
                </a:lnTo>
                <a:lnTo>
                  <a:pt x="508497" y="134789"/>
                </a:lnTo>
                <a:lnTo>
                  <a:pt x="508467" y="135107"/>
                </a:lnTo>
                <a:lnTo>
                  <a:pt x="508435" y="135402"/>
                </a:lnTo>
                <a:lnTo>
                  <a:pt x="508402" y="135674"/>
                </a:lnTo>
                <a:lnTo>
                  <a:pt x="508367" y="135924"/>
                </a:lnTo>
                <a:lnTo>
                  <a:pt x="508329" y="136151"/>
                </a:lnTo>
                <a:lnTo>
                  <a:pt x="508291" y="136355"/>
                </a:lnTo>
                <a:lnTo>
                  <a:pt x="508250" y="136536"/>
                </a:lnTo>
                <a:lnTo>
                  <a:pt x="508207" y="136695"/>
                </a:lnTo>
                <a:lnTo>
                  <a:pt x="508118" y="136995"/>
                </a:lnTo>
                <a:lnTo>
                  <a:pt x="508023" y="137288"/>
                </a:lnTo>
                <a:lnTo>
                  <a:pt x="507922" y="137574"/>
                </a:lnTo>
                <a:lnTo>
                  <a:pt x="507817" y="137853"/>
                </a:lnTo>
                <a:lnTo>
                  <a:pt x="507705" y="138126"/>
                </a:lnTo>
                <a:lnTo>
                  <a:pt x="507589" y="138391"/>
                </a:lnTo>
                <a:lnTo>
                  <a:pt x="507467" y="138650"/>
                </a:lnTo>
                <a:lnTo>
                  <a:pt x="507339" y="138902"/>
                </a:lnTo>
                <a:lnTo>
                  <a:pt x="507206" y="139147"/>
                </a:lnTo>
                <a:lnTo>
                  <a:pt x="507068" y="139385"/>
                </a:lnTo>
                <a:lnTo>
                  <a:pt x="506924" y="139616"/>
                </a:lnTo>
                <a:lnTo>
                  <a:pt x="506775" y="139841"/>
                </a:lnTo>
                <a:lnTo>
                  <a:pt x="506620" y="140058"/>
                </a:lnTo>
                <a:lnTo>
                  <a:pt x="506460" y="140269"/>
                </a:lnTo>
                <a:lnTo>
                  <a:pt x="506295" y="140473"/>
                </a:lnTo>
                <a:lnTo>
                  <a:pt x="506124" y="140670"/>
                </a:lnTo>
                <a:lnTo>
                  <a:pt x="505947" y="140860"/>
                </a:lnTo>
                <a:lnTo>
                  <a:pt x="505766" y="141043"/>
                </a:lnTo>
                <a:lnTo>
                  <a:pt x="505579" y="141219"/>
                </a:lnTo>
                <a:lnTo>
                  <a:pt x="505386" y="141389"/>
                </a:lnTo>
                <a:lnTo>
                  <a:pt x="505188" y="141552"/>
                </a:lnTo>
                <a:lnTo>
                  <a:pt x="504984" y="141707"/>
                </a:lnTo>
                <a:lnTo>
                  <a:pt x="504776" y="141856"/>
                </a:lnTo>
                <a:lnTo>
                  <a:pt x="504561" y="141998"/>
                </a:lnTo>
                <a:lnTo>
                  <a:pt x="504260" y="142185"/>
                </a:lnTo>
                <a:lnTo>
                  <a:pt x="503945" y="142363"/>
                </a:lnTo>
                <a:lnTo>
                  <a:pt x="503617" y="142534"/>
                </a:lnTo>
                <a:lnTo>
                  <a:pt x="503276" y="142697"/>
                </a:lnTo>
                <a:lnTo>
                  <a:pt x="502923" y="142851"/>
                </a:lnTo>
                <a:lnTo>
                  <a:pt x="502556" y="142998"/>
                </a:lnTo>
                <a:lnTo>
                  <a:pt x="502176" y="143137"/>
                </a:lnTo>
                <a:lnTo>
                  <a:pt x="501783" y="143268"/>
                </a:lnTo>
                <a:lnTo>
                  <a:pt x="501377" y="143391"/>
                </a:lnTo>
                <a:lnTo>
                  <a:pt x="500958" y="143506"/>
                </a:lnTo>
                <a:lnTo>
                  <a:pt x="500527" y="143613"/>
                </a:lnTo>
                <a:lnTo>
                  <a:pt x="500082" y="143712"/>
                </a:lnTo>
                <a:lnTo>
                  <a:pt x="499624" y="143804"/>
                </a:lnTo>
                <a:lnTo>
                  <a:pt x="499153" y="143887"/>
                </a:lnTo>
                <a:lnTo>
                  <a:pt x="498669" y="143962"/>
                </a:lnTo>
                <a:lnTo>
                  <a:pt x="498172" y="144030"/>
                </a:lnTo>
                <a:lnTo>
                  <a:pt x="497662" y="144089"/>
                </a:lnTo>
                <a:lnTo>
                  <a:pt x="497139" y="144141"/>
                </a:lnTo>
                <a:lnTo>
                  <a:pt x="496603" y="144185"/>
                </a:lnTo>
                <a:lnTo>
                  <a:pt x="496053" y="144220"/>
                </a:lnTo>
                <a:lnTo>
                  <a:pt x="495491" y="144248"/>
                </a:lnTo>
                <a:lnTo>
                  <a:pt x="494916" y="144268"/>
                </a:lnTo>
                <a:lnTo>
                  <a:pt x="494328" y="144280"/>
                </a:lnTo>
                <a:lnTo>
                  <a:pt x="493917" y="144282"/>
                </a:lnTo>
                <a:lnTo>
                  <a:pt x="493637" y="144281"/>
                </a:lnTo>
                <a:lnTo>
                  <a:pt x="493094" y="144274"/>
                </a:lnTo>
                <a:lnTo>
                  <a:pt x="492567" y="144261"/>
                </a:lnTo>
                <a:close/>
                <a:moveTo>
                  <a:pt x="407058" y="136444"/>
                </a:moveTo>
                <a:lnTo>
                  <a:pt x="407102" y="137096"/>
                </a:lnTo>
                <a:lnTo>
                  <a:pt x="407157" y="137729"/>
                </a:lnTo>
                <a:lnTo>
                  <a:pt x="407221" y="138346"/>
                </a:lnTo>
                <a:lnTo>
                  <a:pt x="407296" y="138945"/>
                </a:lnTo>
                <a:lnTo>
                  <a:pt x="407380" y="139526"/>
                </a:lnTo>
                <a:lnTo>
                  <a:pt x="407475" y="140091"/>
                </a:lnTo>
                <a:lnTo>
                  <a:pt x="407580" y="140638"/>
                </a:lnTo>
                <a:lnTo>
                  <a:pt x="407695" y="141167"/>
                </a:lnTo>
                <a:lnTo>
                  <a:pt x="407820" y="141679"/>
                </a:lnTo>
                <a:lnTo>
                  <a:pt x="407955" y="142174"/>
                </a:lnTo>
                <a:lnTo>
                  <a:pt x="408101" y="142652"/>
                </a:lnTo>
                <a:lnTo>
                  <a:pt x="408256" y="143112"/>
                </a:lnTo>
                <a:lnTo>
                  <a:pt x="408422" y="143554"/>
                </a:lnTo>
                <a:lnTo>
                  <a:pt x="408598" y="143980"/>
                </a:lnTo>
                <a:lnTo>
                  <a:pt x="408784" y="144388"/>
                </a:lnTo>
                <a:lnTo>
                  <a:pt x="408980" y="144779"/>
                </a:lnTo>
                <a:lnTo>
                  <a:pt x="409186" y="145152"/>
                </a:lnTo>
                <a:lnTo>
                  <a:pt x="409402" y="145508"/>
                </a:lnTo>
                <a:lnTo>
                  <a:pt x="409629" y="145846"/>
                </a:lnTo>
                <a:lnTo>
                  <a:pt x="409865" y="146168"/>
                </a:lnTo>
                <a:lnTo>
                  <a:pt x="410112" y="146471"/>
                </a:lnTo>
                <a:lnTo>
                  <a:pt x="410367" y="146760"/>
                </a:lnTo>
                <a:lnTo>
                  <a:pt x="410630" y="147037"/>
                </a:lnTo>
                <a:lnTo>
                  <a:pt x="410900" y="147302"/>
                </a:lnTo>
                <a:lnTo>
                  <a:pt x="411177" y="147554"/>
                </a:lnTo>
                <a:lnTo>
                  <a:pt x="411461" y="147794"/>
                </a:lnTo>
                <a:lnTo>
                  <a:pt x="411753" y="148021"/>
                </a:lnTo>
                <a:lnTo>
                  <a:pt x="412052" y="148236"/>
                </a:lnTo>
                <a:lnTo>
                  <a:pt x="412358" y="148439"/>
                </a:lnTo>
                <a:lnTo>
                  <a:pt x="412671" y="148630"/>
                </a:lnTo>
                <a:lnTo>
                  <a:pt x="412991" y="148808"/>
                </a:lnTo>
                <a:lnTo>
                  <a:pt x="413319" y="148974"/>
                </a:lnTo>
                <a:lnTo>
                  <a:pt x="413654" y="149128"/>
                </a:lnTo>
                <a:lnTo>
                  <a:pt x="413996" y="149269"/>
                </a:lnTo>
                <a:lnTo>
                  <a:pt x="414346" y="149398"/>
                </a:lnTo>
                <a:lnTo>
                  <a:pt x="414702" y="149515"/>
                </a:lnTo>
                <a:lnTo>
                  <a:pt x="415066" y="149620"/>
                </a:lnTo>
                <a:lnTo>
                  <a:pt x="415437" y="149712"/>
                </a:lnTo>
                <a:lnTo>
                  <a:pt x="415816" y="149792"/>
                </a:lnTo>
                <a:lnTo>
                  <a:pt x="416201" y="149860"/>
                </a:lnTo>
                <a:lnTo>
                  <a:pt x="416594" y="149915"/>
                </a:lnTo>
                <a:lnTo>
                  <a:pt x="416994" y="149958"/>
                </a:lnTo>
                <a:lnTo>
                  <a:pt x="417401" y="149989"/>
                </a:lnTo>
                <a:lnTo>
                  <a:pt x="417816" y="150007"/>
                </a:lnTo>
                <a:lnTo>
                  <a:pt x="418238" y="150013"/>
                </a:lnTo>
                <a:lnTo>
                  <a:pt x="419125" y="149986"/>
                </a:lnTo>
                <a:lnTo>
                  <a:pt x="420016" y="149905"/>
                </a:lnTo>
                <a:lnTo>
                  <a:pt x="420911" y="149769"/>
                </a:lnTo>
                <a:lnTo>
                  <a:pt x="421809" y="149579"/>
                </a:lnTo>
                <a:lnTo>
                  <a:pt x="422710" y="149335"/>
                </a:lnTo>
                <a:lnTo>
                  <a:pt x="423616" y="149037"/>
                </a:lnTo>
                <a:lnTo>
                  <a:pt x="424525" y="148684"/>
                </a:lnTo>
                <a:lnTo>
                  <a:pt x="425437" y="148277"/>
                </a:lnTo>
                <a:lnTo>
                  <a:pt x="426354" y="147816"/>
                </a:lnTo>
                <a:lnTo>
                  <a:pt x="427274" y="147300"/>
                </a:lnTo>
                <a:lnTo>
                  <a:pt x="428197" y="146731"/>
                </a:lnTo>
                <a:lnTo>
                  <a:pt x="429124" y="146107"/>
                </a:lnTo>
                <a:lnTo>
                  <a:pt x="430055" y="145429"/>
                </a:lnTo>
                <a:lnTo>
                  <a:pt x="430989" y="144696"/>
                </a:lnTo>
                <a:lnTo>
                  <a:pt x="431927" y="143909"/>
                </a:lnTo>
                <a:lnTo>
                  <a:pt x="432869" y="143068"/>
                </a:lnTo>
                <a:lnTo>
                  <a:pt x="433814" y="142173"/>
                </a:lnTo>
                <a:lnTo>
                  <a:pt x="434763" y="141224"/>
                </a:lnTo>
                <a:lnTo>
                  <a:pt x="435715" y="140220"/>
                </a:lnTo>
                <a:lnTo>
                  <a:pt x="436671" y="139162"/>
                </a:lnTo>
                <a:lnTo>
                  <a:pt x="437631" y="138049"/>
                </a:lnTo>
                <a:lnTo>
                  <a:pt x="438594" y="136883"/>
                </a:lnTo>
                <a:lnTo>
                  <a:pt x="439561" y="135662"/>
                </a:lnTo>
                <a:lnTo>
                  <a:pt x="440531" y="134387"/>
                </a:lnTo>
                <a:lnTo>
                  <a:pt x="440531" y="128553"/>
                </a:lnTo>
                <a:lnTo>
                  <a:pt x="440018" y="129066"/>
                </a:lnTo>
                <a:lnTo>
                  <a:pt x="439518" y="129561"/>
                </a:lnTo>
                <a:lnTo>
                  <a:pt x="439032" y="130039"/>
                </a:lnTo>
                <a:lnTo>
                  <a:pt x="438561" y="130501"/>
                </a:lnTo>
                <a:lnTo>
                  <a:pt x="438103" y="130945"/>
                </a:lnTo>
                <a:lnTo>
                  <a:pt x="437660" y="131372"/>
                </a:lnTo>
                <a:lnTo>
                  <a:pt x="437231" y="131783"/>
                </a:lnTo>
                <a:lnTo>
                  <a:pt x="436816" y="132176"/>
                </a:lnTo>
                <a:lnTo>
                  <a:pt x="436415" y="132553"/>
                </a:lnTo>
                <a:lnTo>
                  <a:pt x="436028" y="132912"/>
                </a:lnTo>
                <a:lnTo>
                  <a:pt x="435655" y="133254"/>
                </a:lnTo>
                <a:lnTo>
                  <a:pt x="435297" y="133580"/>
                </a:lnTo>
                <a:lnTo>
                  <a:pt x="434952" y="133888"/>
                </a:lnTo>
                <a:lnTo>
                  <a:pt x="434622" y="134179"/>
                </a:lnTo>
                <a:lnTo>
                  <a:pt x="434305" y="134454"/>
                </a:lnTo>
                <a:lnTo>
                  <a:pt x="434003" y="134711"/>
                </a:lnTo>
                <a:lnTo>
                  <a:pt x="433715" y="134951"/>
                </a:lnTo>
                <a:lnTo>
                  <a:pt x="433441" y="135175"/>
                </a:lnTo>
                <a:lnTo>
                  <a:pt x="433181" y="135381"/>
                </a:lnTo>
                <a:lnTo>
                  <a:pt x="432935" y="135571"/>
                </a:lnTo>
                <a:lnTo>
                  <a:pt x="432704" y="135743"/>
                </a:lnTo>
                <a:lnTo>
                  <a:pt x="432486" y="135898"/>
                </a:lnTo>
                <a:lnTo>
                  <a:pt x="432283" y="136037"/>
                </a:lnTo>
                <a:lnTo>
                  <a:pt x="432093" y="136158"/>
                </a:lnTo>
                <a:lnTo>
                  <a:pt x="431988" y="136217"/>
                </a:lnTo>
                <a:lnTo>
                  <a:pt x="431882" y="136274"/>
                </a:lnTo>
                <a:lnTo>
                  <a:pt x="431774" y="136329"/>
                </a:lnTo>
                <a:lnTo>
                  <a:pt x="431665" y="136381"/>
                </a:lnTo>
                <a:lnTo>
                  <a:pt x="431554" y="136430"/>
                </a:lnTo>
                <a:lnTo>
                  <a:pt x="431442" y="136477"/>
                </a:lnTo>
                <a:lnTo>
                  <a:pt x="431328" y="136521"/>
                </a:lnTo>
                <a:lnTo>
                  <a:pt x="431213" y="136563"/>
                </a:lnTo>
                <a:lnTo>
                  <a:pt x="431097" y="136602"/>
                </a:lnTo>
                <a:lnTo>
                  <a:pt x="430979" y="136639"/>
                </a:lnTo>
                <a:lnTo>
                  <a:pt x="430860" y="136673"/>
                </a:lnTo>
                <a:lnTo>
                  <a:pt x="430739" y="136705"/>
                </a:lnTo>
                <a:lnTo>
                  <a:pt x="430617" y="136734"/>
                </a:lnTo>
                <a:lnTo>
                  <a:pt x="430493" y="136761"/>
                </a:lnTo>
                <a:lnTo>
                  <a:pt x="430368" y="136785"/>
                </a:lnTo>
                <a:lnTo>
                  <a:pt x="430241" y="136806"/>
                </a:lnTo>
                <a:lnTo>
                  <a:pt x="430113" y="136825"/>
                </a:lnTo>
                <a:lnTo>
                  <a:pt x="429984" y="136842"/>
                </a:lnTo>
                <a:lnTo>
                  <a:pt x="429853" y="136856"/>
                </a:lnTo>
                <a:lnTo>
                  <a:pt x="429720" y="136867"/>
                </a:lnTo>
                <a:lnTo>
                  <a:pt x="429586" y="136876"/>
                </a:lnTo>
                <a:lnTo>
                  <a:pt x="429451" y="136882"/>
                </a:lnTo>
                <a:lnTo>
                  <a:pt x="429314" y="136886"/>
                </a:lnTo>
                <a:lnTo>
                  <a:pt x="429176" y="136887"/>
                </a:lnTo>
                <a:lnTo>
                  <a:pt x="429047" y="136885"/>
                </a:lnTo>
                <a:lnTo>
                  <a:pt x="428918" y="136880"/>
                </a:lnTo>
                <a:lnTo>
                  <a:pt x="428791" y="136871"/>
                </a:lnTo>
                <a:lnTo>
                  <a:pt x="428665" y="136858"/>
                </a:lnTo>
                <a:lnTo>
                  <a:pt x="428541" y="136842"/>
                </a:lnTo>
                <a:lnTo>
                  <a:pt x="428418" y="136822"/>
                </a:lnTo>
                <a:lnTo>
                  <a:pt x="428296" y="136799"/>
                </a:lnTo>
                <a:lnTo>
                  <a:pt x="428175" y="136772"/>
                </a:lnTo>
                <a:lnTo>
                  <a:pt x="428056" y="136741"/>
                </a:lnTo>
                <a:lnTo>
                  <a:pt x="427937" y="136707"/>
                </a:lnTo>
                <a:lnTo>
                  <a:pt x="427820" y="136669"/>
                </a:lnTo>
                <a:lnTo>
                  <a:pt x="427705" y="136628"/>
                </a:lnTo>
                <a:lnTo>
                  <a:pt x="427590" y="136583"/>
                </a:lnTo>
                <a:lnTo>
                  <a:pt x="427477" y="136534"/>
                </a:lnTo>
                <a:lnTo>
                  <a:pt x="427365" y="136482"/>
                </a:lnTo>
                <a:lnTo>
                  <a:pt x="427255" y="136426"/>
                </a:lnTo>
                <a:lnTo>
                  <a:pt x="427145" y="136366"/>
                </a:lnTo>
                <a:lnTo>
                  <a:pt x="427037" y="136303"/>
                </a:lnTo>
                <a:lnTo>
                  <a:pt x="426931" y="136236"/>
                </a:lnTo>
                <a:lnTo>
                  <a:pt x="426825" y="136166"/>
                </a:lnTo>
                <a:lnTo>
                  <a:pt x="426721" y="136092"/>
                </a:lnTo>
                <a:lnTo>
                  <a:pt x="426618" y="136015"/>
                </a:lnTo>
                <a:lnTo>
                  <a:pt x="426516" y="135933"/>
                </a:lnTo>
                <a:lnTo>
                  <a:pt x="426416" y="135849"/>
                </a:lnTo>
                <a:lnTo>
                  <a:pt x="426317" y="135758"/>
                </a:lnTo>
                <a:lnTo>
                  <a:pt x="426221" y="135661"/>
                </a:lnTo>
                <a:lnTo>
                  <a:pt x="426127" y="135557"/>
                </a:lnTo>
                <a:lnTo>
                  <a:pt x="426035" y="135445"/>
                </a:lnTo>
                <a:lnTo>
                  <a:pt x="425946" y="135327"/>
                </a:lnTo>
                <a:lnTo>
                  <a:pt x="425859" y="135201"/>
                </a:lnTo>
                <a:lnTo>
                  <a:pt x="425774" y="135068"/>
                </a:lnTo>
                <a:lnTo>
                  <a:pt x="425692" y="134929"/>
                </a:lnTo>
                <a:lnTo>
                  <a:pt x="425612" y="134782"/>
                </a:lnTo>
                <a:lnTo>
                  <a:pt x="425535" y="134628"/>
                </a:lnTo>
                <a:lnTo>
                  <a:pt x="425460" y="134468"/>
                </a:lnTo>
                <a:lnTo>
                  <a:pt x="425387" y="134300"/>
                </a:lnTo>
                <a:lnTo>
                  <a:pt x="425316" y="134125"/>
                </a:lnTo>
                <a:lnTo>
                  <a:pt x="425248" y="133943"/>
                </a:lnTo>
                <a:lnTo>
                  <a:pt x="425183" y="133754"/>
                </a:lnTo>
                <a:lnTo>
                  <a:pt x="425119" y="133558"/>
                </a:lnTo>
                <a:lnTo>
                  <a:pt x="425058" y="133355"/>
                </a:lnTo>
                <a:lnTo>
                  <a:pt x="424999" y="133145"/>
                </a:lnTo>
                <a:lnTo>
                  <a:pt x="424943" y="132928"/>
                </a:lnTo>
                <a:lnTo>
                  <a:pt x="424889" y="132704"/>
                </a:lnTo>
                <a:lnTo>
                  <a:pt x="424837" y="132473"/>
                </a:lnTo>
                <a:lnTo>
                  <a:pt x="424788" y="132235"/>
                </a:lnTo>
                <a:lnTo>
                  <a:pt x="424741" y="131989"/>
                </a:lnTo>
                <a:lnTo>
                  <a:pt x="424697" y="131737"/>
                </a:lnTo>
                <a:lnTo>
                  <a:pt x="424654" y="131463"/>
                </a:lnTo>
                <a:lnTo>
                  <a:pt x="424613" y="131152"/>
                </a:lnTo>
                <a:lnTo>
                  <a:pt x="424575" y="130805"/>
                </a:lnTo>
                <a:lnTo>
                  <a:pt x="424537" y="130420"/>
                </a:lnTo>
                <a:lnTo>
                  <a:pt x="424502" y="130000"/>
                </a:lnTo>
                <a:lnTo>
                  <a:pt x="424469" y="129542"/>
                </a:lnTo>
                <a:lnTo>
                  <a:pt x="424437" y="129048"/>
                </a:lnTo>
                <a:lnTo>
                  <a:pt x="424407" y="128517"/>
                </a:lnTo>
                <a:lnTo>
                  <a:pt x="424379" y="127949"/>
                </a:lnTo>
                <a:lnTo>
                  <a:pt x="424353" y="127345"/>
                </a:lnTo>
                <a:lnTo>
                  <a:pt x="424329" y="126704"/>
                </a:lnTo>
                <a:lnTo>
                  <a:pt x="424306" y="126027"/>
                </a:lnTo>
                <a:lnTo>
                  <a:pt x="424285" y="125313"/>
                </a:lnTo>
                <a:lnTo>
                  <a:pt x="424266" y="124562"/>
                </a:lnTo>
                <a:lnTo>
                  <a:pt x="424249" y="123774"/>
                </a:lnTo>
                <a:lnTo>
                  <a:pt x="424234" y="122950"/>
                </a:lnTo>
                <a:lnTo>
                  <a:pt x="424220" y="122089"/>
                </a:lnTo>
                <a:lnTo>
                  <a:pt x="424208" y="121192"/>
                </a:lnTo>
                <a:lnTo>
                  <a:pt x="424198" y="120257"/>
                </a:lnTo>
                <a:lnTo>
                  <a:pt x="424190" y="119287"/>
                </a:lnTo>
                <a:lnTo>
                  <a:pt x="424184" y="118279"/>
                </a:lnTo>
                <a:lnTo>
                  <a:pt x="424179" y="117235"/>
                </a:lnTo>
                <a:lnTo>
                  <a:pt x="424177" y="116154"/>
                </a:lnTo>
                <a:lnTo>
                  <a:pt x="424176" y="115036"/>
                </a:lnTo>
                <a:lnTo>
                  <a:pt x="424176" y="82677"/>
                </a:lnTo>
                <a:lnTo>
                  <a:pt x="424173" y="81540"/>
                </a:lnTo>
                <a:lnTo>
                  <a:pt x="424163" y="80435"/>
                </a:lnTo>
                <a:lnTo>
                  <a:pt x="424146" y="79363"/>
                </a:lnTo>
                <a:lnTo>
                  <a:pt x="424124" y="78324"/>
                </a:lnTo>
                <a:lnTo>
                  <a:pt x="424094" y="77317"/>
                </a:lnTo>
                <a:lnTo>
                  <a:pt x="424059" y="76342"/>
                </a:lnTo>
                <a:lnTo>
                  <a:pt x="424016" y="75401"/>
                </a:lnTo>
                <a:lnTo>
                  <a:pt x="423967" y="74491"/>
                </a:lnTo>
                <a:lnTo>
                  <a:pt x="423912" y="73614"/>
                </a:lnTo>
                <a:lnTo>
                  <a:pt x="423850" y="72770"/>
                </a:lnTo>
                <a:lnTo>
                  <a:pt x="423782" y="71958"/>
                </a:lnTo>
                <a:lnTo>
                  <a:pt x="423707" y="71179"/>
                </a:lnTo>
                <a:lnTo>
                  <a:pt x="423626" y="70432"/>
                </a:lnTo>
                <a:lnTo>
                  <a:pt x="423538" y="69718"/>
                </a:lnTo>
                <a:lnTo>
                  <a:pt x="423443" y="69036"/>
                </a:lnTo>
                <a:lnTo>
                  <a:pt x="423342" y="68387"/>
                </a:lnTo>
                <a:lnTo>
                  <a:pt x="423235" y="67771"/>
                </a:lnTo>
                <a:lnTo>
                  <a:pt x="423121" y="67186"/>
                </a:lnTo>
                <a:lnTo>
                  <a:pt x="423001" y="66635"/>
                </a:lnTo>
                <a:lnTo>
                  <a:pt x="422874" y="66116"/>
                </a:lnTo>
                <a:lnTo>
                  <a:pt x="422740" y="65629"/>
                </a:lnTo>
                <a:lnTo>
                  <a:pt x="422600" y="65175"/>
                </a:lnTo>
                <a:lnTo>
                  <a:pt x="422454" y="64753"/>
                </a:lnTo>
                <a:lnTo>
                  <a:pt x="422301" y="64364"/>
                </a:lnTo>
                <a:lnTo>
                  <a:pt x="422052" y="63798"/>
                </a:lnTo>
                <a:lnTo>
                  <a:pt x="421792" y="63245"/>
                </a:lnTo>
                <a:lnTo>
                  <a:pt x="421521" y="62704"/>
                </a:lnTo>
                <a:lnTo>
                  <a:pt x="421239" y="62176"/>
                </a:lnTo>
                <a:lnTo>
                  <a:pt x="420945" y="61660"/>
                </a:lnTo>
                <a:lnTo>
                  <a:pt x="420640" y="61158"/>
                </a:lnTo>
                <a:lnTo>
                  <a:pt x="420324" y="60667"/>
                </a:lnTo>
                <a:lnTo>
                  <a:pt x="419997" y="60190"/>
                </a:lnTo>
                <a:lnTo>
                  <a:pt x="419659" y="59725"/>
                </a:lnTo>
                <a:lnTo>
                  <a:pt x="419309" y="59273"/>
                </a:lnTo>
                <a:lnTo>
                  <a:pt x="418948" y="58833"/>
                </a:lnTo>
                <a:lnTo>
                  <a:pt x="418576" y="58406"/>
                </a:lnTo>
                <a:lnTo>
                  <a:pt x="418193" y="57992"/>
                </a:lnTo>
                <a:lnTo>
                  <a:pt x="417799" y="57590"/>
                </a:lnTo>
                <a:lnTo>
                  <a:pt x="417393" y="57201"/>
                </a:lnTo>
                <a:lnTo>
                  <a:pt x="416976" y="56825"/>
                </a:lnTo>
                <a:lnTo>
                  <a:pt x="416548" y="56461"/>
                </a:lnTo>
                <a:lnTo>
                  <a:pt x="416109" y="56110"/>
                </a:lnTo>
                <a:lnTo>
                  <a:pt x="415658" y="55772"/>
                </a:lnTo>
                <a:lnTo>
                  <a:pt x="415196" y="55446"/>
                </a:lnTo>
                <a:lnTo>
                  <a:pt x="414723" y="55133"/>
                </a:lnTo>
                <a:lnTo>
                  <a:pt x="414239" y="54832"/>
                </a:lnTo>
                <a:lnTo>
                  <a:pt x="413744" y="54544"/>
                </a:lnTo>
                <a:lnTo>
                  <a:pt x="413237" y="54269"/>
                </a:lnTo>
                <a:lnTo>
                  <a:pt x="412552" y="53921"/>
                </a:lnTo>
                <a:lnTo>
                  <a:pt x="411851" y="53588"/>
                </a:lnTo>
                <a:lnTo>
                  <a:pt x="411134" y="53270"/>
                </a:lnTo>
                <a:lnTo>
                  <a:pt x="410401" y="52966"/>
                </a:lnTo>
                <a:lnTo>
                  <a:pt x="409653" y="52677"/>
                </a:lnTo>
                <a:lnTo>
                  <a:pt x="408888" y="52403"/>
                </a:lnTo>
                <a:lnTo>
                  <a:pt x="408107" y="52144"/>
                </a:lnTo>
                <a:lnTo>
                  <a:pt x="407311" y="51900"/>
                </a:lnTo>
                <a:lnTo>
                  <a:pt x="406498" y="51670"/>
                </a:lnTo>
                <a:lnTo>
                  <a:pt x="405670" y="51456"/>
                </a:lnTo>
                <a:lnTo>
                  <a:pt x="404826" y="51256"/>
                </a:lnTo>
                <a:lnTo>
                  <a:pt x="403966" y="51071"/>
                </a:lnTo>
                <a:lnTo>
                  <a:pt x="403090" y="50900"/>
                </a:lnTo>
                <a:lnTo>
                  <a:pt x="402198" y="50745"/>
                </a:lnTo>
                <a:lnTo>
                  <a:pt x="401290" y="50604"/>
                </a:lnTo>
                <a:lnTo>
                  <a:pt x="400366" y="50478"/>
                </a:lnTo>
                <a:lnTo>
                  <a:pt x="399426" y="50367"/>
                </a:lnTo>
                <a:lnTo>
                  <a:pt x="398470" y="50271"/>
                </a:lnTo>
                <a:lnTo>
                  <a:pt x="397499" y="50190"/>
                </a:lnTo>
                <a:lnTo>
                  <a:pt x="396511" y="50123"/>
                </a:lnTo>
                <a:lnTo>
                  <a:pt x="395508" y="50071"/>
                </a:lnTo>
                <a:lnTo>
                  <a:pt x="394489" y="50034"/>
                </a:lnTo>
                <a:lnTo>
                  <a:pt x="393453" y="50012"/>
                </a:lnTo>
                <a:lnTo>
                  <a:pt x="392402" y="50004"/>
                </a:lnTo>
                <a:lnTo>
                  <a:pt x="391035" y="50017"/>
                </a:lnTo>
                <a:lnTo>
                  <a:pt x="389693" y="50056"/>
                </a:lnTo>
                <a:lnTo>
                  <a:pt x="388377" y="50121"/>
                </a:lnTo>
                <a:lnTo>
                  <a:pt x="387086" y="50212"/>
                </a:lnTo>
                <a:lnTo>
                  <a:pt x="385821" y="50329"/>
                </a:lnTo>
                <a:lnTo>
                  <a:pt x="384582" y="50472"/>
                </a:lnTo>
                <a:lnTo>
                  <a:pt x="383369" y="50641"/>
                </a:lnTo>
                <a:lnTo>
                  <a:pt x="382181" y="50835"/>
                </a:lnTo>
                <a:lnTo>
                  <a:pt x="381019" y="51056"/>
                </a:lnTo>
                <a:lnTo>
                  <a:pt x="379883" y="51303"/>
                </a:lnTo>
                <a:lnTo>
                  <a:pt x="378772" y="51575"/>
                </a:lnTo>
                <a:lnTo>
                  <a:pt x="377687" y="51874"/>
                </a:lnTo>
                <a:lnTo>
                  <a:pt x="376628" y="52198"/>
                </a:lnTo>
                <a:lnTo>
                  <a:pt x="375594" y="52549"/>
                </a:lnTo>
                <a:lnTo>
                  <a:pt x="374586" y="52926"/>
                </a:lnTo>
                <a:lnTo>
                  <a:pt x="373604" y="53328"/>
                </a:lnTo>
                <a:lnTo>
                  <a:pt x="372648" y="53756"/>
                </a:lnTo>
                <a:lnTo>
                  <a:pt x="371717" y="54211"/>
                </a:lnTo>
                <a:lnTo>
                  <a:pt x="370811" y="54691"/>
                </a:lnTo>
                <a:lnTo>
                  <a:pt x="369932" y="55197"/>
                </a:lnTo>
                <a:lnTo>
                  <a:pt x="369078" y="55730"/>
                </a:lnTo>
                <a:lnTo>
                  <a:pt x="368250" y="56288"/>
                </a:lnTo>
                <a:lnTo>
                  <a:pt x="367447" y="56872"/>
                </a:lnTo>
                <a:lnTo>
                  <a:pt x="366671" y="57482"/>
                </a:lnTo>
                <a:lnTo>
                  <a:pt x="365923" y="58108"/>
                </a:lnTo>
                <a:lnTo>
                  <a:pt x="365206" y="58739"/>
                </a:lnTo>
                <a:lnTo>
                  <a:pt x="364522" y="59375"/>
                </a:lnTo>
                <a:lnTo>
                  <a:pt x="363869" y="60015"/>
                </a:lnTo>
                <a:lnTo>
                  <a:pt x="363249" y="60661"/>
                </a:lnTo>
                <a:lnTo>
                  <a:pt x="362660" y="61312"/>
                </a:lnTo>
                <a:lnTo>
                  <a:pt x="362103" y="61968"/>
                </a:lnTo>
                <a:lnTo>
                  <a:pt x="361578" y="62629"/>
                </a:lnTo>
                <a:lnTo>
                  <a:pt x="361084" y="63295"/>
                </a:lnTo>
                <a:lnTo>
                  <a:pt x="360623" y="63966"/>
                </a:lnTo>
                <a:lnTo>
                  <a:pt x="360193" y="64642"/>
                </a:lnTo>
                <a:lnTo>
                  <a:pt x="359795" y="65323"/>
                </a:lnTo>
                <a:lnTo>
                  <a:pt x="359429" y="66009"/>
                </a:lnTo>
                <a:lnTo>
                  <a:pt x="359095" y="66701"/>
                </a:lnTo>
                <a:lnTo>
                  <a:pt x="358792" y="67397"/>
                </a:lnTo>
                <a:lnTo>
                  <a:pt x="358522" y="68098"/>
                </a:lnTo>
                <a:lnTo>
                  <a:pt x="358283" y="68805"/>
                </a:lnTo>
                <a:lnTo>
                  <a:pt x="358076" y="69516"/>
                </a:lnTo>
                <a:lnTo>
                  <a:pt x="357901" y="70232"/>
                </a:lnTo>
                <a:lnTo>
                  <a:pt x="357758" y="70954"/>
                </a:lnTo>
                <a:lnTo>
                  <a:pt x="357646" y="71680"/>
                </a:lnTo>
                <a:lnTo>
                  <a:pt x="357567" y="72412"/>
                </a:lnTo>
                <a:lnTo>
                  <a:pt x="357519" y="73148"/>
                </a:lnTo>
                <a:lnTo>
                  <a:pt x="357503" y="73890"/>
                </a:lnTo>
                <a:lnTo>
                  <a:pt x="357507" y="74276"/>
                </a:lnTo>
                <a:lnTo>
                  <a:pt x="357520" y="74656"/>
                </a:lnTo>
                <a:lnTo>
                  <a:pt x="357541" y="75028"/>
                </a:lnTo>
                <a:lnTo>
                  <a:pt x="357571" y="75394"/>
                </a:lnTo>
                <a:lnTo>
                  <a:pt x="357609" y="75752"/>
                </a:lnTo>
                <a:lnTo>
                  <a:pt x="357656" y="76104"/>
                </a:lnTo>
                <a:lnTo>
                  <a:pt x="357711" y="76449"/>
                </a:lnTo>
                <a:lnTo>
                  <a:pt x="357775" y="76787"/>
                </a:lnTo>
                <a:lnTo>
                  <a:pt x="357847" y="77119"/>
                </a:lnTo>
                <a:lnTo>
                  <a:pt x="357928" y="77443"/>
                </a:lnTo>
                <a:lnTo>
                  <a:pt x="358017" y="77761"/>
                </a:lnTo>
                <a:lnTo>
                  <a:pt x="358115" y="78072"/>
                </a:lnTo>
                <a:lnTo>
                  <a:pt x="358221" y="78376"/>
                </a:lnTo>
                <a:lnTo>
                  <a:pt x="358336" y="78673"/>
                </a:lnTo>
                <a:lnTo>
                  <a:pt x="358459" y="78963"/>
                </a:lnTo>
                <a:lnTo>
                  <a:pt x="358591" y="79246"/>
                </a:lnTo>
                <a:lnTo>
                  <a:pt x="358731" y="79523"/>
                </a:lnTo>
                <a:lnTo>
                  <a:pt x="358880" y="79793"/>
                </a:lnTo>
                <a:lnTo>
                  <a:pt x="359037" y="80056"/>
                </a:lnTo>
                <a:lnTo>
                  <a:pt x="359203" y="80312"/>
                </a:lnTo>
                <a:lnTo>
                  <a:pt x="359378" y="80561"/>
                </a:lnTo>
                <a:lnTo>
                  <a:pt x="359560" y="80803"/>
                </a:lnTo>
                <a:lnTo>
                  <a:pt x="359752" y="81038"/>
                </a:lnTo>
                <a:lnTo>
                  <a:pt x="359951" y="81267"/>
                </a:lnTo>
                <a:lnTo>
                  <a:pt x="360158" y="81487"/>
                </a:lnTo>
                <a:lnTo>
                  <a:pt x="360369" y="81698"/>
                </a:lnTo>
                <a:lnTo>
                  <a:pt x="360585" y="81900"/>
                </a:lnTo>
                <a:lnTo>
                  <a:pt x="360806" y="82092"/>
                </a:lnTo>
                <a:lnTo>
                  <a:pt x="361032" y="82274"/>
                </a:lnTo>
                <a:lnTo>
                  <a:pt x="361263" y="82448"/>
                </a:lnTo>
                <a:lnTo>
                  <a:pt x="361499" y="82612"/>
                </a:lnTo>
                <a:lnTo>
                  <a:pt x="361740" y="82766"/>
                </a:lnTo>
                <a:lnTo>
                  <a:pt x="361985" y="82912"/>
                </a:lnTo>
                <a:lnTo>
                  <a:pt x="362236" y="83047"/>
                </a:lnTo>
                <a:lnTo>
                  <a:pt x="362491" y="83174"/>
                </a:lnTo>
                <a:lnTo>
                  <a:pt x="362751" y="83291"/>
                </a:lnTo>
                <a:lnTo>
                  <a:pt x="363016" y="83399"/>
                </a:lnTo>
                <a:lnTo>
                  <a:pt x="363286" y="83497"/>
                </a:lnTo>
                <a:lnTo>
                  <a:pt x="363561" y="83586"/>
                </a:lnTo>
                <a:lnTo>
                  <a:pt x="363841" y="83666"/>
                </a:lnTo>
                <a:lnTo>
                  <a:pt x="364125" y="83736"/>
                </a:lnTo>
                <a:lnTo>
                  <a:pt x="364415" y="83797"/>
                </a:lnTo>
                <a:lnTo>
                  <a:pt x="364709" y="83849"/>
                </a:lnTo>
                <a:lnTo>
                  <a:pt x="365008" y="83891"/>
                </a:lnTo>
                <a:lnTo>
                  <a:pt x="365312" y="83924"/>
                </a:lnTo>
                <a:lnTo>
                  <a:pt x="365621" y="83947"/>
                </a:lnTo>
                <a:lnTo>
                  <a:pt x="365935" y="83961"/>
                </a:lnTo>
                <a:lnTo>
                  <a:pt x="366254" y="83966"/>
                </a:lnTo>
                <a:lnTo>
                  <a:pt x="366581" y="83961"/>
                </a:lnTo>
                <a:lnTo>
                  <a:pt x="366903" y="83948"/>
                </a:lnTo>
                <a:lnTo>
                  <a:pt x="367220" y="83925"/>
                </a:lnTo>
                <a:lnTo>
                  <a:pt x="367532" y="83894"/>
                </a:lnTo>
                <a:lnTo>
                  <a:pt x="367838" y="83853"/>
                </a:lnTo>
                <a:lnTo>
                  <a:pt x="368139" y="83804"/>
                </a:lnTo>
                <a:lnTo>
                  <a:pt x="368435" y="83745"/>
                </a:lnTo>
                <a:lnTo>
                  <a:pt x="368725" y="83678"/>
                </a:lnTo>
                <a:lnTo>
                  <a:pt x="369011" y="83601"/>
                </a:lnTo>
                <a:lnTo>
                  <a:pt x="369291" y="83515"/>
                </a:lnTo>
                <a:lnTo>
                  <a:pt x="369565" y="83421"/>
                </a:lnTo>
                <a:lnTo>
                  <a:pt x="369835" y="83317"/>
                </a:lnTo>
                <a:lnTo>
                  <a:pt x="370099" y="83205"/>
                </a:lnTo>
                <a:lnTo>
                  <a:pt x="370358" y="83083"/>
                </a:lnTo>
                <a:lnTo>
                  <a:pt x="370612" y="82952"/>
                </a:lnTo>
                <a:lnTo>
                  <a:pt x="370861" y="82813"/>
                </a:lnTo>
                <a:lnTo>
                  <a:pt x="371104" y="82664"/>
                </a:lnTo>
                <a:lnTo>
                  <a:pt x="371342" y="82506"/>
                </a:lnTo>
                <a:lnTo>
                  <a:pt x="371575" y="82340"/>
                </a:lnTo>
                <a:lnTo>
                  <a:pt x="371803" y="82164"/>
                </a:lnTo>
                <a:lnTo>
                  <a:pt x="372025" y="81979"/>
                </a:lnTo>
                <a:lnTo>
                  <a:pt x="372242" y="81786"/>
                </a:lnTo>
                <a:lnTo>
                  <a:pt x="372454" y="81583"/>
                </a:lnTo>
                <a:lnTo>
                  <a:pt x="372661" y="81371"/>
                </a:lnTo>
                <a:lnTo>
                  <a:pt x="372861" y="81151"/>
                </a:lnTo>
                <a:lnTo>
                  <a:pt x="373052" y="80924"/>
                </a:lnTo>
                <a:lnTo>
                  <a:pt x="373235" y="80689"/>
                </a:lnTo>
                <a:lnTo>
                  <a:pt x="373409" y="80446"/>
                </a:lnTo>
                <a:lnTo>
                  <a:pt x="373575" y="80196"/>
                </a:lnTo>
                <a:lnTo>
                  <a:pt x="373732" y="79938"/>
                </a:lnTo>
                <a:lnTo>
                  <a:pt x="373881" y="79672"/>
                </a:lnTo>
                <a:lnTo>
                  <a:pt x="374021" y="79399"/>
                </a:lnTo>
                <a:lnTo>
                  <a:pt x="374153" y="79119"/>
                </a:lnTo>
                <a:lnTo>
                  <a:pt x="374276" y="78831"/>
                </a:lnTo>
                <a:lnTo>
                  <a:pt x="374391" y="78535"/>
                </a:lnTo>
                <a:lnTo>
                  <a:pt x="374497" y="78232"/>
                </a:lnTo>
                <a:lnTo>
                  <a:pt x="374595" y="77921"/>
                </a:lnTo>
                <a:lnTo>
                  <a:pt x="374684" y="77603"/>
                </a:lnTo>
                <a:lnTo>
                  <a:pt x="374765" y="77277"/>
                </a:lnTo>
                <a:lnTo>
                  <a:pt x="374837" y="76944"/>
                </a:lnTo>
                <a:lnTo>
                  <a:pt x="374901" y="76603"/>
                </a:lnTo>
                <a:lnTo>
                  <a:pt x="374956" y="76254"/>
                </a:lnTo>
                <a:lnTo>
                  <a:pt x="375003" y="75898"/>
                </a:lnTo>
                <a:lnTo>
                  <a:pt x="375041" y="75534"/>
                </a:lnTo>
                <a:lnTo>
                  <a:pt x="375071" y="75163"/>
                </a:lnTo>
                <a:lnTo>
                  <a:pt x="375092" y="74784"/>
                </a:lnTo>
                <a:lnTo>
                  <a:pt x="375105" y="74398"/>
                </a:lnTo>
                <a:lnTo>
                  <a:pt x="375109" y="74004"/>
                </a:lnTo>
                <a:lnTo>
                  <a:pt x="374901" y="67985"/>
                </a:lnTo>
                <a:lnTo>
                  <a:pt x="374907" y="67606"/>
                </a:lnTo>
                <a:lnTo>
                  <a:pt x="374928" y="67231"/>
                </a:lnTo>
                <a:lnTo>
                  <a:pt x="374962" y="66859"/>
                </a:lnTo>
                <a:lnTo>
                  <a:pt x="375010" y="66491"/>
                </a:lnTo>
                <a:lnTo>
                  <a:pt x="375072" y="66127"/>
                </a:lnTo>
                <a:lnTo>
                  <a:pt x="375148" y="65766"/>
                </a:lnTo>
                <a:lnTo>
                  <a:pt x="375237" y="65409"/>
                </a:lnTo>
                <a:lnTo>
                  <a:pt x="375340" y="65055"/>
                </a:lnTo>
                <a:lnTo>
                  <a:pt x="375457" y="64705"/>
                </a:lnTo>
                <a:lnTo>
                  <a:pt x="375588" y="64359"/>
                </a:lnTo>
                <a:lnTo>
                  <a:pt x="375732" y="64016"/>
                </a:lnTo>
                <a:lnTo>
                  <a:pt x="375890" y="63677"/>
                </a:lnTo>
                <a:lnTo>
                  <a:pt x="376062" y="63341"/>
                </a:lnTo>
                <a:lnTo>
                  <a:pt x="376248" y="63009"/>
                </a:lnTo>
                <a:lnTo>
                  <a:pt x="376447" y="62681"/>
                </a:lnTo>
                <a:lnTo>
                  <a:pt x="376660" y="62356"/>
                </a:lnTo>
                <a:lnTo>
                  <a:pt x="376887" y="62035"/>
                </a:lnTo>
                <a:lnTo>
                  <a:pt x="377127" y="61718"/>
                </a:lnTo>
                <a:lnTo>
                  <a:pt x="377382" y="61404"/>
                </a:lnTo>
                <a:lnTo>
                  <a:pt x="377650" y="61093"/>
                </a:lnTo>
                <a:lnTo>
                  <a:pt x="377931" y="60787"/>
                </a:lnTo>
                <a:lnTo>
                  <a:pt x="378227" y="60484"/>
                </a:lnTo>
                <a:lnTo>
                  <a:pt x="378536" y="60184"/>
                </a:lnTo>
                <a:lnTo>
                  <a:pt x="378859" y="59888"/>
                </a:lnTo>
                <a:lnTo>
                  <a:pt x="379185" y="59600"/>
                </a:lnTo>
                <a:lnTo>
                  <a:pt x="379520" y="59325"/>
                </a:lnTo>
                <a:lnTo>
                  <a:pt x="379865" y="59061"/>
                </a:lnTo>
                <a:lnTo>
                  <a:pt x="380219" y="58810"/>
                </a:lnTo>
                <a:lnTo>
                  <a:pt x="380583" y="58571"/>
                </a:lnTo>
                <a:lnTo>
                  <a:pt x="380956" y="58344"/>
                </a:lnTo>
                <a:lnTo>
                  <a:pt x="381338" y="58130"/>
                </a:lnTo>
                <a:lnTo>
                  <a:pt x="381730" y="57928"/>
                </a:lnTo>
                <a:lnTo>
                  <a:pt x="382131" y="57738"/>
                </a:lnTo>
                <a:lnTo>
                  <a:pt x="382542" y="57560"/>
                </a:lnTo>
                <a:lnTo>
                  <a:pt x="382962" y="57395"/>
                </a:lnTo>
                <a:lnTo>
                  <a:pt x="383391" y="57241"/>
                </a:lnTo>
                <a:lnTo>
                  <a:pt x="383830" y="57101"/>
                </a:lnTo>
                <a:lnTo>
                  <a:pt x="384278" y="56972"/>
                </a:lnTo>
                <a:lnTo>
                  <a:pt x="384735" y="56855"/>
                </a:lnTo>
                <a:lnTo>
                  <a:pt x="385202" y="56751"/>
                </a:lnTo>
                <a:lnTo>
                  <a:pt x="385679" y="56659"/>
                </a:lnTo>
                <a:lnTo>
                  <a:pt x="386165" y="56580"/>
                </a:lnTo>
                <a:lnTo>
                  <a:pt x="386660" y="56512"/>
                </a:lnTo>
                <a:lnTo>
                  <a:pt x="387164" y="56457"/>
                </a:lnTo>
                <a:lnTo>
                  <a:pt x="387678" y="56414"/>
                </a:lnTo>
                <a:lnTo>
                  <a:pt x="388202" y="56384"/>
                </a:lnTo>
                <a:lnTo>
                  <a:pt x="388735" y="56365"/>
                </a:lnTo>
                <a:lnTo>
                  <a:pt x="389277" y="56359"/>
                </a:lnTo>
                <a:lnTo>
                  <a:pt x="389990" y="56368"/>
                </a:lnTo>
                <a:lnTo>
                  <a:pt x="390689" y="56396"/>
                </a:lnTo>
                <a:lnTo>
                  <a:pt x="391374" y="56442"/>
                </a:lnTo>
                <a:lnTo>
                  <a:pt x="392045" y="56507"/>
                </a:lnTo>
                <a:lnTo>
                  <a:pt x="392701" y="56590"/>
                </a:lnTo>
                <a:lnTo>
                  <a:pt x="393343" y="56691"/>
                </a:lnTo>
                <a:lnTo>
                  <a:pt x="393971" y="56811"/>
                </a:lnTo>
                <a:lnTo>
                  <a:pt x="394584" y="56950"/>
                </a:lnTo>
                <a:lnTo>
                  <a:pt x="395183" y="57106"/>
                </a:lnTo>
                <a:lnTo>
                  <a:pt x="395768" y="57282"/>
                </a:lnTo>
                <a:lnTo>
                  <a:pt x="396338" y="57475"/>
                </a:lnTo>
                <a:lnTo>
                  <a:pt x="396895" y="57687"/>
                </a:lnTo>
                <a:lnTo>
                  <a:pt x="397437" y="57918"/>
                </a:lnTo>
                <a:lnTo>
                  <a:pt x="397964" y="58167"/>
                </a:lnTo>
                <a:lnTo>
                  <a:pt x="398478" y="58435"/>
                </a:lnTo>
                <a:lnTo>
                  <a:pt x="398977" y="58721"/>
                </a:lnTo>
                <a:lnTo>
                  <a:pt x="399462" y="59025"/>
                </a:lnTo>
                <a:lnTo>
                  <a:pt x="399932" y="59348"/>
                </a:lnTo>
                <a:lnTo>
                  <a:pt x="400388" y="59689"/>
                </a:lnTo>
                <a:lnTo>
                  <a:pt x="400830" y="60049"/>
                </a:lnTo>
                <a:lnTo>
                  <a:pt x="401258" y="60427"/>
                </a:lnTo>
                <a:lnTo>
                  <a:pt x="401671" y="60824"/>
                </a:lnTo>
                <a:lnTo>
                  <a:pt x="402070" y="61239"/>
                </a:lnTo>
                <a:lnTo>
                  <a:pt x="402455" y="61672"/>
                </a:lnTo>
                <a:lnTo>
                  <a:pt x="402825" y="62130"/>
                </a:lnTo>
                <a:lnTo>
                  <a:pt x="403179" y="62620"/>
                </a:lnTo>
                <a:lnTo>
                  <a:pt x="403517" y="63140"/>
                </a:lnTo>
                <a:lnTo>
                  <a:pt x="403840" y="63692"/>
                </a:lnTo>
                <a:lnTo>
                  <a:pt x="404147" y="64275"/>
                </a:lnTo>
                <a:lnTo>
                  <a:pt x="404438" y="64889"/>
                </a:lnTo>
                <a:lnTo>
                  <a:pt x="404713" y="65534"/>
                </a:lnTo>
                <a:lnTo>
                  <a:pt x="404973" y="66210"/>
                </a:lnTo>
                <a:lnTo>
                  <a:pt x="405217" y="66917"/>
                </a:lnTo>
                <a:lnTo>
                  <a:pt x="405445" y="67655"/>
                </a:lnTo>
                <a:lnTo>
                  <a:pt x="405657" y="68424"/>
                </a:lnTo>
                <a:lnTo>
                  <a:pt x="405854" y="69225"/>
                </a:lnTo>
                <a:lnTo>
                  <a:pt x="406035" y="70057"/>
                </a:lnTo>
                <a:lnTo>
                  <a:pt x="406200" y="70919"/>
                </a:lnTo>
                <a:lnTo>
                  <a:pt x="406349" y="71813"/>
                </a:lnTo>
                <a:lnTo>
                  <a:pt x="406483" y="72738"/>
                </a:lnTo>
                <a:lnTo>
                  <a:pt x="406601" y="73694"/>
                </a:lnTo>
                <a:lnTo>
                  <a:pt x="406704" y="74681"/>
                </a:lnTo>
                <a:lnTo>
                  <a:pt x="406790" y="75699"/>
                </a:lnTo>
                <a:lnTo>
                  <a:pt x="406861" y="76749"/>
                </a:lnTo>
                <a:lnTo>
                  <a:pt x="406916" y="77829"/>
                </a:lnTo>
                <a:lnTo>
                  <a:pt x="406955" y="78941"/>
                </a:lnTo>
                <a:lnTo>
                  <a:pt x="406979" y="80083"/>
                </a:lnTo>
                <a:lnTo>
                  <a:pt x="406987" y="81257"/>
                </a:lnTo>
                <a:lnTo>
                  <a:pt x="406987" y="85008"/>
                </a:lnTo>
                <a:lnTo>
                  <a:pt x="404962" y="85749"/>
                </a:lnTo>
                <a:lnTo>
                  <a:pt x="402986" y="86482"/>
                </a:lnTo>
                <a:lnTo>
                  <a:pt x="401059" y="87205"/>
                </a:lnTo>
                <a:lnTo>
                  <a:pt x="399181" y="87919"/>
                </a:lnTo>
                <a:lnTo>
                  <a:pt x="397351" y="88623"/>
                </a:lnTo>
                <a:lnTo>
                  <a:pt x="395570" y="89318"/>
                </a:lnTo>
                <a:lnTo>
                  <a:pt x="393837" y="90003"/>
                </a:lnTo>
                <a:lnTo>
                  <a:pt x="392153" y="90679"/>
                </a:lnTo>
                <a:lnTo>
                  <a:pt x="390518" y="91346"/>
                </a:lnTo>
                <a:lnTo>
                  <a:pt x="388931" y="92003"/>
                </a:lnTo>
                <a:lnTo>
                  <a:pt x="387393" y="92651"/>
                </a:lnTo>
                <a:lnTo>
                  <a:pt x="385904" y="93290"/>
                </a:lnTo>
                <a:lnTo>
                  <a:pt x="384463" y="93919"/>
                </a:lnTo>
                <a:lnTo>
                  <a:pt x="383071" y="94538"/>
                </a:lnTo>
                <a:lnTo>
                  <a:pt x="381728" y="95148"/>
                </a:lnTo>
                <a:lnTo>
                  <a:pt x="380433" y="95749"/>
                </a:lnTo>
                <a:lnTo>
                  <a:pt x="379187" y="96341"/>
                </a:lnTo>
                <a:lnTo>
                  <a:pt x="377990" y="96923"/>
                </a:lnTo>
                <a:lnTo>
                  <a:pt x="376841" y="97495"/>
                </a:lnTo>
                <a:lnTo>
                  <a:pt x="375741" y="98059"/>
                </a:lnTo>
                <a:lnTo>
                  <a:pt x="374690" y="98612"/>
                </a:lnTo>
                <a:lnTo>
                  <a:pt x="373687" y="99157"/>
                </a:lnTo>
                <a:lnTo>
                  <a:pt x="372733" y="99692"/>
                </a:lnTo>
                <a:lnTo>
                  <a:pt x="371827" y="100217"/>
                </a:lnTo>
                <a:lnTo>
                  <a:pt x="370957" y="100740"/>
                </a:lnTo>
                <a:lnTo>
                  <a:pt x="370109" y="101265"/>
                </a:lnTo>
                <a:lnTo>
                  <a:pt x="369282" y="101793"/>
                </a:lnTo>
                <a:lnTo>
                  <a:pt x="368478" y="102324"/>
                </a:lnTo>
                <a:lnTo>
                  <a:pt x="367695" y="102858"/>
                </a:lnTo>
                <a:lnTo>
                  <a:pt x="366934" y="103395"/>
                </a:lnTo>
                <a:lnTo>
                  <a:pt x="366195" y="103934"/>
                </a:lnTo>
                <a:lnTo>
                  <a:pt x="365478" y="104477"/>
                </a:lnTo>
                <a:lnTo>
                  <a:pt x="364783" y="105022"/>
                </a:lnTo>
                <a:lnTo>
                  <a:pt x="364110" y="105571"/>
                </a:lnTo>
                <a:lnTo>
                  <a:pt x="363459" y="106122"/>
                </a:lnTo>
                <a:lnTo>
                  <a:pt x="362829" y="106676"/>
                </a:lnTo>
                <a:lnTo>
                  <a:pt x="362222" y="107233"/>
                </a:lnTo>
                <a:lnTo>
                  <a:pt x="361636" y="107793"/>
                </a:lnTo>
                <a:lnTo>
                  <a:pt x="361072" y="108356"/>
                </a:lnTo>
                <a:lnTo>
                  <a:pt x="360530" y="108922"/>
                </a:lnTo>
                <a:lnTo>
                  <a:pt x="360010" y="109490"/>
                </a:lnTo>
                <a:lnTo>
                  <a:pt x="359512" y="110062"/>
                </a:lnTo>
                <a:lnTo>
                  <a:pt x="359035" y="110636"/>
                </a:lnTo>
                <a:lnTo>
                  <a:pt x="358581" y="111214"/>
                </a:lnTo>
                <a:lnTo>
                  <a:pt x="358149" y="111794"/>
                </a:lnTo>
                <a:lnTo>
                  <a:pt x="357738" y="112377"/>
                </a:lnTo>
                <a:lnTo>
                  <a:pt x="357349" y="112963"/>
                </a:lnTo>
                <a:lnTo>
                  <a:pt x="356982" y="113552"/>
                </a:lnTo>
                <a:lnTo>
                  <a:pt x="356727" y="113980"/>
                </a:lnTo>
                <a:lnTo>
                  <a:pt x="356483" y="114416"/>
                </a:lnTo>
                <a:lnTo>
                  <a:pt x="356250" y="114857"/>
                </a:lnTo>
                <a:lnTo>
                  <a:pt x="356027" y="115305"/>
                </a:lnTo>
                <a:lnTo>
                  <a:pt x="355816" y="115760"/>
                </a:lnTo>
                <a:lnTo>
                  <a:pt x="355615" y="116221"/>
                </a:lnTo>
                <a:lnTo>
                  <a:pt x="355425" y="116689"/>
                </a:lnTo>
                <a:lnTo>
                  <a:pt x="355246" y="117163"/>
                </a:lnTo>
                <a:lnTo>
                  <a:pt x="355078" y="117644"/>
                </a:lnTo>
                <a:lnTo>
                  <a:pt x="354920" y="118131"/>
                </a:lnTo>
                <a:lnTo>
                  <a:pt x="354774" y="118625"/>
                </a:lnTo>
                <a:lnTo>
                  <a:pt x="354638" y="119125"/>
                </a:lnTo>
                <a:lnTo>
                  <a:pt x="354514" y="119632"/>
                </a:lnTo>
                <a:lnTo>
                  <a:pt x="354400" y="120145"/>
                </a:lnTo>
                <a:lnTo>
                  <a:pt x="354296" y="120665"/>
                </a:lnTo>
                <a:lnTo>
                  <a:pt x="354204" y="121191"/>
                </a:lnTo>
                <a:lnTo>
                  <a:pt x="354123" y="121724"/>
                </a:lnTo>
                <a:lnTo>
                  <a:pt x="354052" y="122264"/>
                </a:lnTo>
                <a:lnTo>
                  <a:pt x="353993" y="122809"/>
                </a:lnTo>
                <a:lnTo>
                  <a:pt x="353944" y="123362"/>
                </a:lnTo>
                <a:lnTo>
                  <a:pt x="353906" y="123921"/>
                </a:lnTo>
                <a:lnTo>
                  <a:pt x="353879" y="124486"/>
                </a:lnTo>
                <a:lnTo>
                  <a:pt x="353862" y="125058"/>
                </a:lnTo>
                <a:lnTo>
                  <a:pt x="353857" y="125636"/>
                </a:lnTo>
                <a:lnTo>
                  <a:pt x="353868" y="126549"/>
                </a:lnTo>
                <a:lnTo>
                  <a:pt x="353901" y="127447"/>
                </a:lnTo>
                <a:lnTo>
                  <a:pt x="353957" y="128330"/>
                </a:lnTo>
                <a:lnTo>
                  <a:pt x="354035" y="129198"/>
                </a:lnTo>
                <a:lnTo>
                  <a:pt x="354135" y="130052"/>
                </a:lnTo>
                <a:lnTo>
                  <a:pt x="354257" y="130891"/>
                </a:lnTo>
                <a:lnTo>
                  <a:pt x="354402" y="131714"/>
                </a:lnTo>
                <a:lnTo>
                  <a:pt x="354569" y="132523"/>
                </a:lnTo>
                <a:lnTo>
                  <a:pt x="354758" y="133318"/>
                </a:lnTo>
                <a:lnTo>
                  <a:pt x="354969" y="134097"/>
                </a:lnTo>
                <a:lnTo>
                  <a:pt x="355203" y="134861"/>
                </a:lnTo>
                <a:lnTo>
                  <a:pt x="355459" y="135611"/>
                </a:lnTo>
                <a:lnTo>
                  <a:pt x="355737" y="136346"/>
                </a:lnTo>
                <a:lnTo>
                  <a:pt x="356037" y="137066"/>
                </a:lnTo>
                <a:lnTo>
                  <a:pt x="356360" y="137771"/>
                </a:lnTo>
                <a:lnTo>
                  <a:pt x="356704" y="138461"/>
                </a:lnTo>
                <a:lnTo>
                  <a:pt x="357072" y="139137"/>
                </a:lnTo>
                <a:lnTo>
                  <a:pt x="357461" y="139798"/>
                </a:lnTo>
                <a:lnTo>
                  <a:pt x="357872" y="140443"/>
                </a:lnTo>
                <a:lnTo>
                  <a:pt x="358306" y="141075"/>
                </a:lnTo>
                <a:lnTo>
                  <a:pt x="358762" y="141691"/>
                </a:lnTo>
                <a:lnTo>
                  <a:pt x="359241" y="142292"/>
                </a:lnTo>
                <a:lnTo>
                  <a:pt x="359741" y="142879"/>
                </a:lnTo>
                <a:lnTo>
                  <a:pt x="360264" y="143450"/>
                </a:lnTo>
                <a:lnTo>
                  <a:pt x="360804" y="144003"/>
                </a:lnTo>
                <a:lnTo>
                  <a:pt x="361356" y="144532"/>
                </a:lnTo>
                <a:lnTo>
                  <a:pt x="361920" y="145037"/>
                </a:lnTo>
                <a:lnTo>
                  <a:pt x="362496" y="145519"/>
                </a:lnTo>
                <a:lnTo>
                  <a:pt x="363085" y="145978"/>
                </a:lnTo>
                <a:lnTo>
                  <a:pt x="363685" y="146413"/>
                </a:lnTo>
                <a:lnTo>
                  <a:pt x="364298" y="146824"/>
                </a:lnTo>
                <a:lnTo>
                  <a:pt x="364923" y="147212"/>
                </a:lnTo>
                <a:lnTo>
                  <a:pt x="365560" y="147577"/>
                </a:lnTo>
                <a:lnTo>
                  <a:pt x="366209" y="147918"/>
                </a:lnTo>
                <a:lnTo>
                  <a:pt x="366870" y="148235"/>
                </a:lnTo>
                <a:lnTo>
                  <a:pt x="367543" y="148529"/>
                </a:lnTo>
                <a:lnTo>
                  <a:pt x="368228" y="148799"/>
                </a:lnTo>
                <a:lnTo>
                  <a:pt x="368926" y="149046"/>
                </a:lnTo>
                <a:lnTo>
                  <a:pt x="369636" y="149270"/>
                </a:lnTo>
                <a:lnTo>
                  <a:pt x="370357" y="149469"/>
                </a:lnTo>
                <a:lnTo>
                  <a:pt x="371091" y="149646"/>
                </a:lnTo>
                <a:lnTo>
                  <a:pt x="371837" y="149799"/>
                </a:lnTo>
                <a:lnTo>
                  <a:pt x="372595" y="149928"/>
                </a:lnTo>
                <a:lnTo>
                  <a:pt x="373365" y="150034"/>
                </a:lnTo>
                <a:lnTo>
                  <a:pt x="374148" y="150116"/>
                </a:lnTo>
                <a:lnTo>
                  <a:pt x="374942" y="150175"/>
                </a:lnTo>
                <a:lnTo>
                  <a:pt x="375749" y="150210"/>
                </a:lnTo>
                <a:lnTo>
                  <a:pt x="376567" y="150222"/>
                </a:lnTo>
                <a:lnTo>
                  <a:pt x="377096" y="150217"/>
                </a:lnTo>
                <a:lnTo>
                  <a:pt x="377621" y="150203"/>
                </a:lnTo>
                <a:lnTo>
                  <a:pt x="378145" y="150179"/>
                </a:lnTo>
                <a:lnTo>
                  <a:pt x="378665" y="150147"/>
                </a:lnTo>
                <a:lnTo>
                  <a:pt x="379184" y="150104"/>
                </a:lnTo>
                <a:lnTo>
                  <a:pt x="379699" y="150052"/>
                </a:lnTo>
                <a:lnTo>
                  <a:pt x="380212" y="149991"/>
                </a:lnTo>
                <a:lnTo>
                  <a:pt x="380723" y="149921"/>
                </a:lnTo>
                <a:lnTo>
                  <a:pt x="381231" y="149841"/>
                </a:lnTo>
                <a:lnTo>
                  <a:pt x="381736" y="149752"/>
                </a:lnTo>
                <a:lnTo>
                  <a:pt x="382239" y="149653"/>
                </a:lnTo>
                <a:lnTo>
                  <a:pt x="382740" y="149545"/>
                </a:lnTo>
                <a:lnTo>
                  <a:pt x="383238" y="149427"/>
                </a:lnTo>
                <a:lnTo>
                  <a:pt x="383733" y="149300"/>
                </a:lnTo>
                <a:lnTo>
                  <a:pt x="384226" y="149164"/>
                </a:lnTo>
                <a:lnTo>
                  <a:pt x="384716" y="149018"/>
                </a:lnTo>
                <a:lnTo>
                  <a:pt x="385204" y="148863"/>
                </a:lnTo>
                <a:lnTo>
                  <a:pt x="385689" y="148698"/>
                </a:lnTo>
                <a:lnTo>
                  <a:pt x="386172" y="148524"/>
                </a:lnTo>
                <a:lnTo>
                  <a:pt x="386652" y="148341"/>
                </a:lnTo>
                <a:lnTo>
                  <a:pt x="387130" y="148148"/>
                </a:lnTo>
                <a:lnTo>
                  <a:pt x="387605" y="147946"/>
                </a:lnTo>
                <a:lnTo>
                  <a:pt x="388078" y="147734"/>
                </a:lnTo>
                <a:lnTo>
                  <a:pt x="388548" y="147513"/>
                </a:lnTo>
                <a:lnTo>
                  <a:pt x="388879" y="147349"/>
                </a:lnTo>
                <a:lnTo>
                  <a:pt x="389249" y="147151"/>
                </a:lnTo>
                <a:lnTo>
                  <a:pt x="389656" y="146921"/>
                </a:lnTo>
                <a:lnTo>
                  <a:pt x="390102" y="146657"/>
                </a:lnTo>
                <a:lnTo>
                  <a:pt x="390585" y="146359"/>
                </a:lnTo>
                <a:lnTo>
                  <a:pt x="391106" y="146029"/>
                </a:lnTo>
                <a:lnTo>
                  <a:pt x="391666" y="145665"/>
                </a:lnTo>
                <a:lnTo>
                  <a:pt x="392263" y="145268"/>
                </a:lnTo>
                <a:lnTo>
                  <a:pt x="392899" y="144837"/>
                </a:lnTo>
                <a:lnTo>
                  <a:pt x="393572" y="144373"/>
                </a:lnTo>
                <a:lnTo>
                  <a:pt x="394283" y="143876"/>
                </a:lnTo>
                <a:lnTo>
                  <a:pt x="395033" y="143346"/>
                </a:lnTo>
                <a:lnTo>
                  <a:pt x="395820" y="142783"/>
                </a:lnTo>
                <a:lnTo>
                  <a:pt x="396645" y="142186"/>
                </a:lnTo>
                <a:lnTo>
                  <a:pt x="397508" y="141556"/>
                </a:lnTo>
                <a:lnTo>
                  <a:pt x="398410" y="140892"/>
                </a:lnTo>
                <a:lnTo>
                  <a:pt x="399349" y="140196"/>
                </a:lnTo>
                <a:lnTo>
                  <a:pt x="400326" y="139466"/>
                </a:lnTo>
                <a:lnTo>
                  <a:pt x="401341" y="138702"/>
                </a:lnTo>
                <a:lnTo>
                  <a:pt x="402394" y="137906"/>
                </a:lnTo>
                <a:lnTo>
                  <a:pt x="403485" y="137076"/>
                </a:lnTo>
                <a:lnTo>
                  <a:pt x="404615" y="136213"/>
                </a:lnTo>
                <a:lnTo>
                  <a:pt x="405782" y="135317"/>
                </a:lnTo>
                <a:lnTo>
                  <a:pt x="406987" y="134387"/>
                </a:lnTo>
                <a:lnTo>
                  <a:pt x="407000" y="135090"/>
                </a:lnTo>
                <a:lnTo>
                  <a:pt x="407024" y="135776"/>
                </a:lnTo>
                <a:lnTo>
                  <a:pt x="407058" y="136444"/>
                </a:lnTo>
                <a:close/>
                <a:moveTo>
                  <a:pt x="403835" y="129988"/>
                </a:moveTo>
                <a:lnTo>
                  <a:pt x="402820" y="130726"/>
                </a:lnTo>
                <a:lnTo>
                  <a:pt x="401821" y="131428"/>
                </a:lnTo>
                <a:lnTo>
                  <a:pt x="400840" y="132095"/>
                </a:lnTo>
                <a:lnTo>
                  <a:pt x="399877" y="132725"/>
                </a:lnTo>
                <a:lnTo>
                  <a:pt x="398930" y="133319"/>
                </a:lnTo>
                <a:lnTo>
                  <a:pt x="398002" y="133877"/>
                </a:lnTo>
                <a:lnTo>
                  <a:pt x="397090" y="134400"/>
                </a:lnTo>
                <a:lnTo>
                  <a:pt x="396196" y="134886"/>
                </a:lnTo>
                <a:lnTo>
                  <a:pt x="395319" y="135336"/>
                </a:lnTo>
                <a:lnTo>
                  <a:pt x="394460" y="135750"/>
                </a:lnTo>
                <a:lnTo>
                  <a:pt x="393617" y="136128"/>
                </a:lnTo>
                <a:lnTo>
                  <a:pt x="392793" y="136470"/>
                </a:lnTo>
                <a:lnTo>
                  <a:pt x="391985" y="136777"/>
                </a:lnTo>
                <a:lnTo>
                  <a:pt x="391195" y="137047"/>
                </a:lnTo>
                <a:lnTo>
                  <a:pt x="390423" y="137281"/>
                </a:lnTo>
                <a:lnTo>
                  <a:pt x="389667" y="137479"/>
                </a:lnTo>
                <a:lnTo>
                  <a:pt x="388930" y="137641"/>
                </a:lnTo>
                <a:lnTo>
                  <a:pt x="388209" y="137767"/>
                </a:lnTo>
                <a:lnTo>
                  <a:pt x="387506" y="137857"/>
                </a:lnTo>
                <a:lnTo>
                  <a:pt x="386820" y="137911"/>
                </a:lnTo>
                <a:lnTo>
                  <a:pt x="386152" y="137929"/>
                </a:lnTo>
                <a:lnTo>
                  <a:pt x="385668" y="137920"/>
                </a:lnTo>
                <a:lnTo>
                  <a:pt x="385189" y="137895"/>
                </a:lnTo>
                <a:lnTo>
                  <a:pt x="384714" y="137852"/>
                </a:lnTo>
                <a:lnTo>
                  <a:pt x="384245" y="137792"/>
                </a:lnTo>
                <a:lnTo>
                  <a:pt x="383780" y="137715"/>
                </a:lnTo>
                <a:lnTo>
                  <a:pt x="383319" y="137621"/>
                </a:lnTo>
                <a:lnTo>
                  <a:pt x="382864" y="137510"/>
                </a:lnTo>
                <a:lnTo>
                  <a:pt x="382413" y="137382"/>
                </a:lnTo>
                <a:lnTo>
                  <a:pt x="381967" y="137236"/>
                </a:lnTo>
                <a:lnTo>
                  <a:pt x="381525" y="137074"/>
                </a:lnTo>
                <a:lnTo>
                  <a:pt x="381088" y="136894"/>
                </a:lnTo>
                <a:lnTo>
                  <a:pt x="380656" y="136698"/>
                </a:lnTo>
                <a:lnTo>
                  <a:pt x="380229" y="136484"/>
                </a:lnTo>
                <a:lnTo>
                  <a:pt x="379806" y="136253"/>
                </a:lnTo>
                <a:lnTo>
                  <a:pt x="379388" y="136005"/>
                </a:lnTo>
                <a:lnTo>
                  <a:pt x="378975" y="135740"/>
                </a:lnTo>
                <a:lnTo>
                  <a:pt x="378566" y="135458"/>
                </a:lnTo>
                <a:lnTo>
                  <a:pt x="378163" y="135158"/>
                </a:lnTo>
                <a:lnTo>
                  <a:pt x="377763" y="134842"/>
                </a:lnTo>
                <a:lnTo>
                  <a:pt x="377369" y="134508"/>
                </a:lnTo>
                <a:lnTo>
                  <a:pt x="376979" y="134158"/>
                </a:lnTo>
                <a:lnTo>
                  <a:pt x="376594" y="133790"/>
                </a:lnTo>
                <a:lnTo>
                  <a:pt x="376214" y="133405"/>
                </a:lnTo>
                <a:lnTo>
                  <a:pt x="375838" y="133003"/>
                </a:lnTo>
                <a:lnTo>
                  <a:pt x="375473" y="132589"/>
                </a:lnTo>
                <a:lnTo>
                  <a:pt x="375123" y="132165"/>
                </a:lnTo>
                <a:lnTo>
                  <a:pt x="374788" y="131732"/>
                </a:lnTo>
                <a:lnTo>
                  <a:pt x="374469" y="131291"/>
                </a:lnTo>
                <a:lnTo>
                  <a:pt x="374166" y="130841"/>
                </a:lnTo>
                <a:lnTo>
                  <a:pt x="373878" y="130382"/>
                </a:lnTo>
                <a:lnTo>
                  <a:pt x="373606" y="129914"/>
                </a:lnTo>
                <a:lnTo>
                  <a:pt x="373349" y="129437"/>
                </a:lnTo>
                <a:lnTo>
                  <a:pt x="373108" y="128952"/>
                </a:lnTo>
                <a:lnTo>
                  <a:pt x="372883" y="128457"/>
                </a:lnTo>
                <a:lnTo>
                  <a:pt x="372673" y="127954"/>
                </a:lnTo>
                <a:lnTo>
                  <a:pt x="372478" y="127442"/>
                </a:lnTo>
                <a:lnTo>
                  <a:pt x="372300" y="126921"/>
                </a:lnTo>
                <a:lnTo>
                  <a:pt x="372136" y="126392"/>
                </a:lnTo>
                <a:lnTo>
                  <a:pt x="371988" y="125853"/>
                </a:lnTo>
                <a:lnTo>
                  <a:pt x="371856" y="125306"/>
                </a:lnTo>
                <a:lnTo>
                  <a:pt x="371740" y="124750"/>
                </a:lnTo>
                <a:lnTo>
                  <a:pt x="371639" y="124185"/>
                </a:lnTo>
                <a:lnTo>
                  <a:pt x="371553" y="123611"/>
                </a:lnTo>
                <a:lnTo>
                  <a:pt x="371483" y="123028"/>
                </a:lnTo>
                <a:lnTo>
                  <a:pt x="371429" y="122437"/>
                </a:lnTo>
                <a:lnTo>
                  <a:pt x="371390" y="121837"/>
                </a:lnTo>
                <a:lnTo>
                  <a:pt x="371366" y="121228"/>
                </a:lnTo>
                <a:lnTo>
                  <a:pt x="371359" y="120610"/>
                </a:lnTo>
                <a:lnTo>
                  <a:pt x="371365" y="120119"/>
                </a:lnTo>
                <a:lnTo>
                  <a:pt x="371383" y="119631"/>
                </a:lnTo>
                <a:lnTo>
                  <a:pt x="371414" y="119146"/>
                </a:lnTo>
                <a:lnTo>
                  <a:pt x="371457" y="118665"/>
                </a:lnTo>
                <a:lnTo>
                  <a:pt x="371512" y="118187"/>
                </a:lnTo>
                <a:lnTo>
                  <a:pt x="371580" y="117712"/>
                </a:lnTo>
                <a:lnTo>
                  <a:pt x="371660" y="117241"/>
                </a:lnTo>
                <a:lnTo>
                  <a:pt x="371752" y="116772"/>
                </a:lnTo>
                <a:lnTo>
                  <a:pt x="371857" y="116307"/>
                </a:lnTo>
                <a:lnTo>
                  <a:pt x="371973" y="115845"/>
                </a:lnTo>
                <a:lnTo>
                  <a:pt x="372103" y="115387"/>
                </a:lnTo>
                <a:lnTo>
                  <a:pt x="372244" y="114931"/>
                </a:lnTo>
                <a:lnTo>
                  <a:pt x="372398" y="114479"/>
                </a:lnTo>
                <a:lnTo>
                  <a:pt x="372564" y="114030"/>
                </a:lnTo>
                <a:lnTo>
                  <a:pt x="372742" y="113585"/>
                </a:lnTo>
                <a:lnTo>
                  <a:pt x="372933" y="113142"/>
                </a:lnTo>
                <a:lnTo>
                  <a:pt x="373136" y="112703"/>
                </a:lnTo>
                <a:lnTo>
                  <a:pt x="373351" y="112267"/>
                </a:lnTo>
                <a:lnTo>
                  <a:pt x="373578" y="111835"/>
                </a:lnTo>
                <a:lnTo>
                  <a:pt x="373818" y="111405"/>
                </a:lnTo>
                <a:lnTo>
                  <a:pt x="374070" y="110979"/>
                </a:lnTo>
                <a:lnTo>
                  <a:pt x="374335" y="110556"/>
                </a:lnTo>
                <a:lnTo>
                  <a:pt x="374612" y="110137"/>
                </a:lnTo>
                <a:lnTo>
                  <a:pt x="374901" y="109720"/>
                </a:lnTo>
                <a:lnTo>
                  <a:pt x="375204" y="109306"/>
                </a:lnTo>
                <a:lnTo>
                  <a:pt x="375523" y="108893"/>
                </a:lnTo>
                <a:lnTo>
                  <a:pt x="375859" y="108482"/>
                </a:lnTo>
                <a:lnTo>
                  <a:pt x="376211" y="108072"/>
                </a:lnTo>
                <a:lnTo>
                  <a:pt x="376580" y="107664"/>
                </a:lnTo>
                <a:lnTo>
                  <a:pt x="376965" y="107257"/>
                </a:lnTo>
                <a:lnTo>
                  <a:pt x="377365" y="106852"/>
                </a:lnTo>
                <a:lnTo>
                  <a:pt x="377783" y="106448"/>
                </a:lnTo>
                <a:lnTo>
                  <a:pt x="378216" y="106045"/>
                </a:lnTo>
                <a:lnTo>
                  <a:pt x="378666" y="105644"/>
                </a:lnTo>
                <a:lnTo>
                  <a:pt x="379132" y="105244"/>
                </a:lnTo>
                <a:lnTo>
                  <a:pt x="379614" y="104846"/>
                </a:lnTo>
                <a:lnTo>
                  <a:pt x="380113" y="104449"/>
                </a:lnTo>
                <a:lnTo>
                  <a:pt x="380628" y="104054"/>
                </a:lnTo>
                <a:lnTo>
                  <a:pt x="381159" y="103660"/>
                </a:lnTo>
                <a:lnTo>
                  <a:pt x="381707" y="103267"/>
                </a:lnTo>
                <a:lnTo>
                  <a:pt x="382270" y="102876"/>
                </a:lnTo>
                <a:lnTo>
                  <a:pt x="382850" y="102486"/>
                </a:lnTo>
                <a:lnTo>
                  <a:pt x="383447" y="102098"/>
                </a:lnTo>
                <a:lnTo>
                  <a:pt x="384059" y="101711"/>
                </a:lnTo>
                <a:lnTo>
                  <a:pt x="384688" y="101326"/>
                </a:lnTo>
                <a:lnTo>
                  <a:pt x="385333" y="100942"/>
                </a:lnTo>
                <a:lnTo>
                  <a:pt x="385995" y="100559"/>
                </a:lnTo>
                <a:lnTo>
                  <a:pt x="386672" y="100178"/>
                </a:lnTo>
                <a:lnTo>
                  <a:pt x="387074" y="99956"/>
                </a:lnTo>
                <a:lnTo>
                  <a:pt x="387514" y="99721"/>
                </a:lnTo>
                <a:lnTo>
                  <a:pt x="387993" y="99473"/>
                </a:lnTo>
                <a:lnTo>
                  <a:pt x="388510" y="99213"/>
                </a:lnTo>
                <a:lnTo>
                  <a:pt x="389066" y="98940"/>
                </a:lnTo>
                <a:lnTo>
                  <a:pt x="389661" y="98654"/>
                </a:lnTo>
                <a:lnTo>
                  <a:pt x="390295" y="98356"/>
                </a:lnTo>
                <a:lnTo>
                  <a:pt x="390967" y="98046"/>
                </a:lnTo>
                <a:lnTo>
                  <a:pt x="391678" y="97722"/>
                </a:lnTo>
                <a:lnTo>
                  <a:pt x="392427" y="97386"/>
                </a:lnTo>
                <a:lnTo>
                  <a:pt x="393216" y="97038"/>
                </a:lnTo>
                <a:lnTo>
                  <a:pt x="394043" y="96677"/>
                </a:lnTo>
                <a:lnTo>
                  <a:pt x="394909" y="96303"/>
                </a:lnTo>
                <a:lnTo>
                  <a:pt x="395813" y="95917"/>
                </a:lnTo>
                <a:lnTo>
                  <a:pt x="396756" y="95518"/>
                </a:lnTo>
                <a:lnTo>
                  <a:pt x="397738" y="95107"/>
                </a:lnTo>
                <a:lnTo>
                  <a:pt x="398759" y="94683"/>
                </a:lnTo>
                <a:lnTo>
                  <a:pt x="399818" y="94246"/>
                </a:lnTo>
                <a:lnTo>
                  <a:pt x="400916" y="93797"/>
                </a:lnTo>
                <a:lnTo>
                  <a:pt x="402053" y="93335"/>
                </a:lnTo>
                <a:lnTo>
                  <a:pt x="403228" y="92861"/>
                </a:lnTo>
                <a:lnTo>
                  <a:pt x="404442" y="92374"/>
                </a:lnTo>
                <a:lnTo>
                  <a:pt x="405695" y="91874"/>
                </a:lnTo>
                <a:lnTo>
                  <a:pt x="406987" y="91362"/>
                </a:lnTo>
                <a:lnTo>
                  <a:pt x="406987" y="127557"/>
                </a:lnTo>
                <a:lnTo>
                  <a:pt x="405919" y="128403"/>
                </a:lnTo>
                <a:lnTo>
                  <a:pt x="404868" y="129214"/>
                </a:lnTo>
                <a:lnTo>
                  <a:pt x="403835" y="129988"/>
                </a:lnTo>
                <a:close/>
                <a:moveTo>
                  <a:pt x="230015" y="85864"/>
                </a:moveTo>
                <a:lnTo>
                  <a:pt x="229925" y="84454"/>
                </a:lnTo>
                <a:lnTo>
                  <a:pt x="229800" y="83069"/>
                </a:lnTo>
                <a:lnTo>
                  <a:pt x="229639" y="81708"/>
                </a:lnTo>
                <a:lnTo>
                  <a:pt x="229442" y="80372"/>
                </a:lnTo>
                <a:lnTo>
                  <a:pt x="229209" y="79061"/>
                </a:lnTo>
                <a:lnTo>
                  <a:pt x="228941" y="77775"/>
                </a:lnTo>
                <a:lnTo>
                  <a:pt x="228636" y="76513"/>
                </a:lnTo>
                <a:lnTo>
                  <a:pt x="228296" y="75276"/>
                </a:lnTo>
                <a:lnTo>
                  <a:pt x="227920" y="74064"/>
                </a:lnTo>
                <a:lnTo>
                  <a:pt x="227508" y="72876"/>
                </a:lnTo>
                <a:lnTo>
                  <a:pt x="227061" y="71713"/>
                </a:lnTo>
                <a:lnTo>
                  <a:pt x="226577" y="70575"/>
                </a:lnTo>
                <a:lnTo>
                  <a:pt x="226058" y="69461"/>
                </a:lnTo>
                <a:lnTo>
                  <a:pt x="225503" y="68373"/>
                </a:lnTo>
                <a:lnTo>
                  <a:pt x="224912" y="67309"/>
                </a:lnTo>
                <a:lnTo>
                  <a:pt x="224285" y="66269"/>
                </a:lnTo>
                <a:lnTo>
                  <a:pt x="223623" y="65255"/>
                </a:lnTo>
                <a:lnTo>
                  <a:pt x="222924" y="64265"/>
                </a:lnTo>
                <a:lnTo>
                  <a:pt x="222190" y="63300"/>
                </a:lnTo>
                <a:lnTo>
                  <a:pt x="221420" y="62359"/>
                </a:lnTo>
                <a:lnTo>
                  <a:pt x="220615" y="61443"/>
                </a:lnTo>
                <a:lnTo>
                  <a:pt x="219773" y="60552"/>
                </a:lnTo>
                <a:lnTo>
                  <a:pt x="218904" y="59692"/>
                </a:lnTo>
                <a:lnTo>
                  <a:pt x="218014" y="58868"/>
                </a:lnTo>
                <a:lnTo>
                  <a:pt x="217105" y="58080"/>
                </a:lnTo>
                <a:lnTo>
                  <a:pt x="216176" y="57329"/>
                </a:lnTo>
                <a:lnTo>
                  <a:pt x="215227" y="56615"/>
                </a:lnTo>
                <a:lnTo>
                  <a:pt x="214258" y="55938"/>
                </a:lnTo>
                <a:lnTo>
                  <a:pt x="213270" y="55297"/>
                </a:lnTo>
                <a:lnTo>
                  <a:pt x="212261" y="54692"/>
                </a:lnTo>
                <a:lnTo>
                  <a:pt x="211232" y="54125"/>
                </a:lnTo>
                <a:lnTo>
                  <a:pt x="210184" y="53594"/>
                </a:lnTo>
                <a:lnTo>
                  <a:pt x="209116" y="53099"/>
                </a:lnTo>
                <a:lnTo>
                  <a:pt x="208027" y="52641"/>
                </a:lnTo>
                <a:lnTo>
                  <a:pt x="206919" y="52220"/>
                </a:lnTo>
                <a:lnTo>
                  <a:pt x="205791" y="51836"/>
                </a:lnTo>
                <a:lnTo>
                  <a:pt x="204643" y="51488"/>
                </a:lnTo>
                <a:lnTo>
                  <a:pt x="203475" y="51176"/>
                </a:lnTo>
                <a:lnTo>
                  <a:pt x="202288" y="50902"/>
                </a:lnTo>
                <a:lnTo>
                  <a:pt x="201080" y="50664"/>
                </a:lnTo>
                <a:lnTo>
                  <a:pt x="199853" y="50462"/>
                </a:lnTo>
                <a:lnTo>
                  <a:pt x="198605" y="50297"/>
                </a:lnTo>
                <a:lnTo>
                  <a:pt x="197338" y="50169"/>
                </a:lnTo>
                <a:lnTo>
                  <a:pt x="196051" y="50078"/>
                </a:lnTo>
                <a:lnTo>
                  <a:pt x="194744" y="50023"/>
                </a:lnTo>
                <a:lnTo>
                  <a:pt x="193417" y="50004"/>
                </a:lnTo>
                <a:lnTo>
                  <a:pt x="191848" y="50028"/>
                </a:lnTo>
                <a:lnTo>
                  <a:pt x="190301" y="50099"/>
                </a:lnTo>
                <a:lnTo>
                  <a:pt x="188777" y="50218"/>
                </a:lnTo>
                <a:lnTo>
                  <a:pt x="187275" y="50384"/>
                </a:lnTo>
                <a:lnTo>
                  <a:pt x="185795" y="50598"/>
                </a:lnTo>
                <a:lnTo>
                  <a:pt x="184337" y="50859"/>
                </a:lnTo>
                <a:lnTo>
                  <a:pt x="182902" y="51168"/>
                </a:lnTo>
                <a:lnTo>
                  <a:pt x="181488" y="51524"/>
                </a:lnTo>
                <a:lnTo>
                  <a:pt x="180098" y="51927"/>
                </a:lnTo>
                <a:lnTo>
                  <a:pt x="178729" y="52378"/>
                </a:lnTo>
                <a:lnTo>
                  <a:pt x="177382" y="52877"/>
                </a:lnTo>
                <a:lnTo>
                  <a:pt x="176058" y="53423"/>
                </a:lnTo>
                <a:lnTo>
                  <a:pt x="174756" y="54016"/>
                </a:lnTo>
                <a:lnTo>
                  <a:pt x="173477" y="54657"/>
                </a:lnTo>
                <a:lnTo>
                  <a:pt x="172219" y="55346"/>
                </a:lnTo>
                <a:lnTo>
                  <a:pt x="170984" y="56081"/>
                </a:lnTo>
                <a:lnTo>
                  <a:pt x="169771" y="56865"/>
                </a:lnTo>
                <a:lnTo>
                  <a:pt x="168580" y="57696"/>
                </a:lnTo>
                <a:lnTo>
                  <a:pt x="167412" y="58574"/>
                </a:lnTo>
                <a:lnTo>
                  <a:pt x="166266" y="59500"/>
                </a:lnTo>
                <a:lnTo>
                  <a:pt x="165142" y="60473"/>
                </a:lnTo>
                <a:lnTo>
                  <a:pt x="164040" y="61494"/>
                </a:lnTo>
                <a:lnTo>
                  <a:pt x="162961" y="62562"/>
                </a:lnTo>
                <a:lnTo>
                  <a:pt x="161903" y="63678"/>
                </a:lnTo>
                <a:lnTo>
                  <a:pt x="160879" y="64835"/>
                </a:lnTo>
                <a:lnTo>
                  <a:pt x="159898" y="66031"/>
                </a:lnTo>
                <a:lnTo>
                  <a:pt x="158961" y="67263"/>
                </a:lnTo>
                <a:lnTo>
                  <a:pt x="158068" y="68533"/>
                </a:lnTo>
                <a:lnTo>
                  <a:pt x="157218" y="69840"/>
                </a:lnTo>
                <a:lnTo>
                  <a:pt x="156411" y="71185"/>
                </a:lnTo>
                <a:lnTo>
                  <a:pt x="155649" y="72567"/>
                </a:lnTo>
                <a:lnTo>
                  <a:pt x="154929" y="73986"/>
                </a:lnTo>
                <a:lnTo>
                  <a:pt x="154254" y="75443"/>
                </a:lnTo>
                <a:lnTo>
                  <a:pt x="153622" y="76937"/>
                </a:lnTo>
                <a:lnTo>
                  <a:pt x="153033" y="78468"/>
                </a:lnTo>
                <a:lnTo>
                  <a:pt x="152489" y="80037"/>
                </a:lnTo>
                <a:lnTo>
                  <a:pt x="151987" y="81643"/>
                </a:lnTo>
                <a:lnTo>
                  <a:pt x="151530" y="83287"/>
                </a:lnTo>
                <a:lnTo>
                  <a:pt x="151115" y="84968"/>
                </a:lnTo>
                <a:lnTo>
                  <a:pt x="150745" y="86686"/>
                </a:lnTo>
                <a:lnTo>
                  <a:pt x="150418" y="88442"/>
                </a:lnTo>
                <a:lnTo>
                  <a:pt x="150135" y="90235"/>
                </a:lnTo>
                <a:lnTo>
                  <a:pt x="149895" y="92065"/>
                </a:lnTo>
                <a:lnTo>
                  <a:pt x="149699" y="93932"/>
                </a:lnTo>
                <a:lnTo>
                  <a:pt x="149546" y="95837"/>
                </a:lnTo>
                <a:lnTo>
                  <a:pt x="149437" y="97780"/>
                </a:lnTo>
                <a:lnTo>
                  <a:pt x="149372" y="99760"/>
                </a:lnTo>
                <a:lnTo>
                  <a:pt x="149350" y="101777"/>
                </a:lnTo>
                <a:lnTo>
                  <a:pt x="149371" y="103641"/>
                </a:lnTo>
                <a:lnTo>
                  <a:pt x="149435" y="105473"/>
                </a:lnTo>
                <a:lnTo>
                  <a:pt x="149541" y="107273"/>
                </a:lnTo>
                <a:lnTo>
                  <a:pt x="149690" y="109041"/>
                </a:lnTo>
                <a:lnTo>
                  <a:pt x="149881" y="110778"/>
                </a:lnTo>
                <a:lnTo>
                  <a:pt x="150115" y="112482"/>
                </a:lnTo>
                <a:lnTo>
                  <a:pt x="150392" y="114154"/>
                </a:lnTo>
                <a:lnTo>
                  <a:pt x="150710" y="115795"/>
                </a:lnTo>
                <a:lnTo>
                  <a:pt x="151072" y="117403"/>
                </a:lnTo>
                <a:lnTo>
                  <a:pt x="151475" y="118980"/>
                </a:lnTo>
                <a:lnTo>
                  <a:pt x="151922" y="120525"/>
                </a:lnTo>
                <a:lnTo>
                  <a:pt x="152410" y="122037"/>
                </a:lnTo>
                <a:lnTo>
                  <a:pt x="152942" y="123518"/>
                </a:lnTo>
                <a:lnTo>
                  <a:pt x="153515" y="124967"/>
                </a:lnTo>
                <a:lnTo>
                  <a:pt x="154132" y="126384"/>
                </a:lnTo>
                <a:lnTo>
                  <a:pt x="154791" y="127769"/>
                </a:lnTo>
                <a:lnTo>
                  <a:pt x="155492" y="129122"/>
                </a:lnTo>
                <a:lnTo>
                  <a:pt x="156236" y="130443"/>
                </a:lnTo>
                <a:lnTo>
                  <a:pt x="157022" y="131732"/>
                </a:lnTo>
                <a:lnTo>
                  <a:pt x="157851" y="132989"/>
                </a:lnTo>
                <a:lnTo>
                  <a:pt x="158722" y="134214"/>
                </a:lnTo>
                <a:lnTo>
                  <a:pt x="159636" y="135407"/>
                </a:lnTo>
                <a:lnTo>
                  <a:pt x="160592" y="136568"/>
                </a:lnTo>
                <a:lnTo>
                  <a:pt x="161591" y="137698"/>
                </a:lnTo>
                <a:lnTo>
                  <a:pt x="162620" y="138788"/>
                </a:lnTo>
                <a:lnTo>
                  <a:pt x="163665" y="139831"/>
                </a:lnTo>
                <a:lnTo>
                  <a:pt x="164728" y="140828"/>
                </a:lnTo>
                <a:lnTo>
                  <a:pt x="165809" y="141779"/>
                </a:lnTo>
                <a:lnTo>
                  <a:pt x="166906" y="142684"/>
                </a:lnTo>
                <a:lnTo>
                  <a:pt x="168020" y="143542"/>
                </a:lnTo>
                <a:lnTo>
                  <a:pt x="169152" y="144353"/>
                </a:lnTo>
                <a:lnTo>
                  <a:pt x="170301" y="145119"/>
                </a:lnTo>
                <a:lnTo>
                  <a:pt x="171467" y="145837"/>
                </a:lnTo>
                <a:lnTo>
                  <a:pt x="172651" y="146510"/>
                </a:lnTo>
                <a:lnTo>
                  <a:pt x="173851" y="147136"/>
                </a:lnTo>
                <a:lnTo>
                  <a:pt x="175069" y="147716"/>
                </a:lnTo>
                <a:lnTo>
                  <a:pt x="176303" y="148249"/>
                </a:lnTo>
                <a:lnTo>
                  <a:pt x="177555" y="148736"/>
                </a:lnTo>
                <a:lnTo>
                  <a:pt x="178825" y="149177"/>
                </a:lnTo>
                <a:lnTo>
                  <a:pt x="180111" y="149571"/>
                </a:lnTo>
                <a:lnTo>
                  <a:pt x="181415" y="149919"/>
                </a:lnTo>
                <a:lnTo>
                  <a:pt x="182735" y="150220"/>
                </a:lnTo>
                <a:lnTo>
                  <a:pt x="184073" y="150475"/>
                </a:lnTo>
                <a:lnTo>
                  <a:pt x="185428" y="150684"/>
                </a:lnTo>
                <a:lnTo>
                  <a:pt x="186801" y="150846"/>
                </a:lnTo>
                <a:lnTo>
                  <a:pt x="188190" y="150962"/>
                </a:lnTo>
                <a:lnTo>
                  <a:pt x="189597" y="151032"/>
                </a:lnTo>
                <a:lnTo>
                  <a:pt x="191021" y="151055"/>
                </a:lnTo>
                <a:lnTo>
                  <a:pt x="192331" y="151035"/>
                </a:lnTo>
                <a:lnTo>
                  <a:pt x="193623" y="150974"/>
                </a:lnTo>
                <a:lnTo>
                  <a:pt x="194896" y="150872"/>
                </a:lnTo>
                <a:lnTo>
                  <a:pt x="196151" y="150730"/>
                </a:lnTo>
                <a:lnTo>
                  <a:pt x="197388" y="150546"/>
                </a:lnTo>
                <a:lnTo>
                  <a:pt x="198606" y="150323"/>
                </a:lnTo>
                <a:lnTo>
                  <a:pt x="199806" y="150058"/>
                </a:lnTo>
                <a:lnTo>
                  <a:pt x="200987" y="149753"/>
                </a:lnTo>
                <a:lnTo>
                  <a:pt x="202150" y="149407"/>
                </a:lnTo>
                <a:lnTo>
                  <a:pt x="203294" y="149020"/>
                </a:lnTo>
                <a:lnTo>
                  <a:pt x="204420" y="148593"/>
                </a:lnTo>
                <a:lnTo>
                  <a:pt x="205527" y="148125"/>
                </a:lnTo>
                <a:lnTo>
                  <a:pt x="206616" y="147617"/>
                </a:lnTo>
                <a:lnTo>
                  <a:pt x="207687" y="147067"/>
                </a:lnTo>
                <a:lnTo>
                  <a:pt x="208739" y="146477"/>
                </a:lnTo>
                <a:lnTo>
                  <a:pt x="209772" y="145846"/>
                </a:lnTo>
                <a:lnTo>
                  <a:pt x="210787" y="145175"/>
                </a:lnTo>
                <a:lnTo>
                  <a:pt x="211784" y="144463"/>
                </a:lnTo>
                <a:lnTo>
                  <a:pt x="212762" y="143710"/>
                </a:lnTo>
                <a:lnTo>
                  <a:pt x="213722" y="142916"/>
                </a:lnTo>
                <a:lnTo>
                  <a:pt x="214664" y="142082"/>
                </a:lnTo>
                <a:lnTo>
                  <a:pt x="215587" y="141207"/>
                </a:lnTo>
                <a:lnTo>
                  <a:pt x="216491" y="140292"/>
                </a:lnTo>
                <a:lnTo>
                  <a:pt x="217377" y="139335"/>
                </a:lnTo>
                <a:lnTo>
                  <a:pt x="218239" y="138354"/>
                </a:lnTo>
                <a:lnTo>
                  <a:pt x="219073" y="137364"/>
                </a:lnTo>
                <a:lnTo>
                  <a:pt x="219877" y="136366"/>
                </a:lnTo>
                <a:lnTo>
                  <a:pt x="220653" y="135358"/>
                </a:lnTo>
                <a:lnTo>
                  <a:pt x="221399" y="134341"/>
                </a:lnTo>
                <a:lnTo>
                  <a:pt x="222117" y="133316"/>
                </a:lnTo>
                <a:lnTo>
                  <a:pt x="222806" y="132282"/>
                </a:lnTo>
                <a:lnTo>
                  <a:pt x="223466" y="131239"/>
                </a:lnTo>
                <a:lnTo>
                  <a:pt x="224096" y="130187"/>
                </a:lnTo>
                <a:lnTo>
                  <a:pt x="224698" y="129126"/>
                </a:lnTo>
                <a:lnTo>
                  <a:pt x="225271" y="128056"/>
                </a:lnTo>
                <a:lnTo>
                  <a:pt x="225815" y="126977"/>
                </a:lnTo>
                <a:lnTo>
                  <a:pt x="226330" y="125890"/>
                </a:lnTo>
                <a:lnTo>
                  <a:pt x="226817" y="124794"/>
                </a:lnTo>
                <a:lnTo>
                  <a:pt x="227274" y="123689"/>
                </a:lnTo>
                <a:lnTo>
                  <a:pt x="227702" y="122575"/>
                </a:lnTo>
                <a:lnTo>
                  <a:pt x="228101" y="121452"/>
                </a:lnTo>
                <a:lnTo>
                  <a:pt x="228472" y="120320"/>
                </a:lnTo>
                <a:lnTo>
                  <a:pt x="228813" y="119179"/>
                </a:lnTo>
                <a:lnTo>
                  <a:pt x="229126" y="118030"/>
                </a:lnTo>
                <a:lnTo>
                  <a:pt x="229409" y="116872"/>
                </a:lnTo>
                <a:lnTo>
                  <a:pt x="229664" y="115704"/>
                </a:lnTo>
                <a:lnTo>
                  <a:pt x="229890" y="114528"/>
                </a:lnTo>
                <a:lnTo>
                  <a:pt x="230087" y="113343"/>
                </a:lnTo>
                <a:lnTo>
                  <a:pt x="226857" y="111260"/>
                </a:lnTo>
                <a:lnTo>
                  <a:pt x="226463" y="112289"/>
                </a:lnTo>
                <a:lnTo>
                  <a:pt x="226060" y="113292"/>
                </a:lnTo>
                <a:lnTo>
                  <a:pt x="225650" y="114270"/>
                </a:lnTo>
                <a:lnTo>
                  <a:pt x="225232" y="115223"/>
                </a:lnTo>
                <a:lnTo>
                  <a:pt x="224807" y="116150"/>
                </a:lnTo>
                <a:lnTo>
                  <a:pt x="224373" y="117051"/>
                </a:lnTo>
                <a:lnTo>
                  <a:pt x="223932" y="117927"/>
                </a:lnTo>
                <a:lnTo>
                  <a:pt x="223483" y="118778"/>
                </a:lnTo>
                <a:lnTo>
                  <a:pt x="223026" y="119603"/>
                </a:lnTo>
                <a:lnTo>
                  <a:pt x="222562" y="120402"/>
                </a:lnTo>
                <a:lnTo>
                  <a:pt x="222089" y="121176"/>
                </a:lnTo>
                <a:lnTo>
                  <a:pt x="221609" y="121925"/>
                </a:lnTo>
                <a:lnTo>
                  <a:pt x="221121" y="122648"/>
                </a:lnTo>
                <a:lnTo>
                  <a:pt x="220626" y="123345"/>
                </a:lnTo>
                <a:lnTo>
                  <a:pt x="220122" y="124017"/>
                </a:lnTo>
                <a:lnTo>
                  <a:pt x="219611" y="124664"/>
                </a:lnTo>
                <a:lnTo>
                  <a:pt x="219092" y="125285"/>
                </a:lnTo>
                <a:lnTo>
                  <a:pt x="218565" y="125880"/>
                </a:lnTo>
                <a:lnTo>
                  <a:pt x="218031" y="126450"/>
                </a:lnTo>
                <a:lnTo>
                  <a:pt x="217489" y="126995"/>
                </a:lnTo>
                <a:lnTo>
                  <a:pt x="216938" y="127514"/>
                </a:lnTo>
                <a:lnTo>
                  <a:pt x="216381" y="128007"/>
                </a:lnTo>
                <a:lnTo>
                  <a:pt x="215815" y="128475"/>
                </a:lnTo>
                <a:lnTo>
                  <a:pt x="215242" y="128918"/>
                </a:lnTo>
                <a:lnTo>
                  <a:pt x="214660" y="129339"/>
                </a:lnTo>
                <a:lnTo>
                  <a:pt x="214070" y="129741"/>
                </a:lnTo>
                <a:lnTo>
                  <a:pt x="213471" y="130126"/>
                </a:lnTo>
                <a:lnTo>
                  <a:pt x="212864" y="130493"/>
                </a:lnTo>
                <a:lnTo>
                  <a:pt x="212249" y="130843"/>
                </a:lnTo>
                <a:lnTo>
                  <a:pt x="211625" y="131174"/>
                </a:lnTo>
                <a:lnTo>
                  <a:pt x="210992" y="131487"/>
                </a:lnTo>
                <a:lnTo>
                  <a:pt x="210351" y="131783"/>
                </a:lnTo>
                <a:lnTo>
                  <a:pt x="209701" y="132060"/>
                </a:lnTo>
                <a:lnTo>
                  <a:pt x="209043" y="132320"/>
                </a:lnTo>
                <a:lnTo>
                  <a:pt x="208377" y="132561"/>
                </a:lnTo>
                <a:lnTo>
                  <a:pt x="207702" y="132785"/>
                </a:lnTo>
                <a:lnTo>
                  <a:pt x="207018" y="132991"/>
                </a:lnTo>
                <a:lnTo>
                  <a:pt x="206326" y="133179"/>
                </a:lnTo>
                <a:lnTo>
                  <a:pt x="205626" y="133349"/>
                </a:lnTo>
                <a:lnTo>
                  <a:pt x="204917" y="133502"/>
                </a:lnTo>
                <a:lnTo>
                  <a:pt x="204199" y="133636"/>
                </a:lnTo>
                <a:lnTo>
                  <a:pt x="203473" y="133752"/>
                </a:lnTo>
                <a:lnTo>
                  <a:pt x="202738" y="133851"/>
                </a:lnTo>
                <a:lnTo>
                  <a:pt x="201995" y="133931"/>
                </a:lnTo>
                <a:lnTo>
                  <a:pt x="201244" y="133994"/>
                </a:lnTo>
                <a:lnTo>
                  <a:pt x="200484" y="134039"/>
                </a:lnTo>
                <a:lnTo>
                  <a:pt x="199715" y="134066"/>
                </a:lnTo>
                <a:lnTo>
                  <a:pt x="198938" y="134074"/>
                </a:lnTo>
                <a:lnTo>
                  <a:pt x="197772" y="134054"/>
                </a:lnTo>
                <a:lnTo>
                  <a:pt x="196619" y="133991"/>
                </a:lnTo>
                <a:lnTo>
                  <a:pt x="195479" y="133886"/>
                </a:lnTo>
                <a:lnTo>
                  <a:pt x="194351" y="133740"/>
                </a:lnTo>
                <a:lnTo>
                  <a:pt x="193236" y="133551"/>
                </a:lnTo>
                <a:lnTo>
                  <a:pt x="192134" y="133321"/>
                </a:lnTo>
                <a:lnTo>
                  <a:pt x="191044" y="133049"/>
                </a:lnTo>
                <a:lnTo>
                  <a:pt x="189967" y="132735"/>
                </a:lnTo>
                <a:lnTo>
                  <a:pt x="188903" y="132379"/>
                </a:lnTo>
                <a:lnTo>
                  <a:pt x="187851" y="131982"/>
                </a:lnTo>
                <a:lnTo>
                  <a:pt x="186812" y="131542"/>
                </a:lnTo>
                <a:lnTo>
                  <a:pt x="185786" y="131061"/>
                </a:lnTo>
                <a:lnTo>
                  <a:pt x="184772" y="130537"/>
                </a:lnTo>
                <a:lnTo>
                  <a:pt x="183771" y="129972"/>
                </a:lnTo>
                <a:lnTo>
                  <a:pt x="182783" y="129365"/>
                </a:lnTo>
                <a:lnTo>
                  <a:pt x="181807" y="128717"/>
                </a:lnTo>
                <a:lnTo>
                  <a:pt x="180844" y="128026"/>
                </a:lnTo>
                <a:lnTo>
                  <a:pt x="179893" y="127293"/>
                </a:lnTo>
                <a:lnTo>
                  <a:pt x="178956" y="126519"/>
                </a:lnTo>
                <a:lnTo>
                  <a:pt x="178030" y="125703"/>
                </a:lnTo>
                <a:lnTo>
                  <a:pt x="177118" y="124845"/>
                </a:lnTo>
                <a:lnTo>
                  <a:pt x="176218" y="123945"/>
                </a:lnTo>
                <a:lnTo>
                  <a:pt x="175331" y="123003"/>
                </a:lnTo>
                <a:lnTo>
                  <a:pt x="174457" y="122019"/>
                </a:lnTo>
                <a:lnTo>
                  <a:pt x="173607" y="120999"/>
                </a:lnTo>
                <a:lnTo>
                  <a:pt x="172793" y="119946"/>
                </a:lnTo>
                <a:lnTo>
                  <a:pt x="172017" y="118862"/>
                </a:lnTo>
                <a:lnTo>
                  <a:pt x="171276" y="117746"/>
                </a:lnTo>
                <a:lnTo>
                  <a:pt x="170573" y="116598"/>
                </a:lnTo>
                <a:lnTo>
                  <a:pt x="169905" y="115419"/>
                </a:lnTo>
                <a:lnTo>
                  <a:pt x="169275" y="114207"/>
                </a:lnTo>
                <a:lnTo>
                  <a:pt x="168681" y="112964"/>
                </a:lnTo>
                <a:lnTo>
                  <a:pt x="168123" y="111690"/>
                </a:lnTo>
                <a:lnTo>
                  <a:pt x="167602" y="110383"/>
                </a:lnTo>
                <a:lnTo>
                  <a:pt x="167117" y="109045"/>
                </a:lnTo>
                <a:lnTo>
                  <a:pt x="166669" y="107675"/>
                </a:lnTo>
                <a:lnTo>
                  <a:pt x="166258" y="106273"/>
                </a:lnTo>
                <a:lnTo>
                  <a:pt x="165883" y="104840"/>
                </a:lnTo>
                <a:lnTo>
                  <a:pt x="165545" y="103374"/>
                </a:lnTo>
                <a:lnTo>
                  <a:pt x="165243" y="101877"/>
                </a:lnTo>
                <a:lnTo>
                  <a:pt x="164978" y="100348"/>
                </a:lnTo>
                <a:lnTo>
                  <a:pt x="164749" y="98788"/>
                </a:lnTo>
                <a:lnTo>
                  <a:pt x="164556" y="97196"/>
                </a:lnTo>
                <a:lnTo>
                  <a:pt x="164401" y="95572"/>
                </a:lnTo>
                <a:lnTo>
                  <a:pt x="164282" y="93916"/>
                </a:lnTo>
                <a:lnTo>
                  <a:pt x="164199" y="92228"/>
                </a:lnTo>
                <a:lnTo>
                  <a:pt x="164153" y="90509"/>
                </a:lnTo>
                <a:lnTo>
                  <a:pt x="164143" y="88758"/>
                </a:lnTo>
                <a:lnTo>
                  <a:pt x="230087" y="88758"/>
                </a:lnTo>
                <a:lnTo>
                  <a:pt x="230069" y="87299"/>
                </a:lnTo>
                <a:lnTo>
                  <a:pt x="230015" y="85864"/>
                </a:lnTo>
                <a:close/>
                <a:moveTo>
                  <a:pt x="164518" y="79803"/>
                </a:moveTo>
                <a:lnTo>
                  <a:pt x="164683" y="78868"/>
                </a:lnTo>
                <a:lnTo>
                  <a:pt x="164867" y="77952"/>
                </a:lnTo>
                <a:lnTo>
                  <a:pt x="165071" y="77054"/>
                </a:lnTo>
                <a:lnTo>
                  <a:pt x="165295" y="76175"/>
                </a:lnTo>
                <a:lnTo>
                  <a:pt x="165538" y="75313"/>
                </a:lnTo>
                <a:lnTo>
                  <a:pt x="165801" y="74470"/>
                </a:lnTo>
                <a:lnTo>
                  <a:pt x="166084" y="73646"/>
                </a:lnTo>
                <a:lnTo>
                  <a:pt x="166386" y="72839"/>
                </a:lnTo>
                <a:lnTo>
                  <a:pt x="166709" y="72051"/>
                </a:lnTo>
                <a:lnTo>
                  <a:pt x="167050" y="71281"/>
                </a:lnTo>
                <a:lnTo>
                  <a:pt x="167412" y="70529"/>
                </a:lnTo>
                <a:lnTo>
                  <a:pt x="167793" y="69795"/>
                </a:lnTo>
                <a:lnTo>
                  <a:pt x="168194" y="69080"/>
                </a:lnTo>
                <a:lnTo>
                  <a:pt x="168615" y="68383"/>
                </a:lnTo>
                <a:lnTo>
                  <a:pt x="169056" y="67705"/>
                </a:lnTo>
                <a:lnTo>
                  <a:pt x="169516" y="67044"/>
                </a:lnTo>
                <a:lnTo>
                  <a:pt x="169996" y="66402"/>
                </a:lnTo>
                <a:lnTo>
                  <a:pt x="170495" y="65778"/>
                </a:lnTo>
                <a:lnTo>
                  <a:pt x="171015" y="65173"/>
                </a:lnTo>
                <a:lnTo>
                  <a:pt x="171554" y="64585"/>
                </a:lnTo>
                <a:lnTo>
                  <a:pt x="172113" y="64016"/>
                </a:lnTo>
                <a:lnTo>
                  <a:pt x="172684" y="63468"/>
                </a:lnTo>
                <a:lnTo>
                  <a:pt x="173263" y="62943"/>
                </a:lnTo>
                <a:lnTo>
                  <a:pt x="173847" y="62441"/>
                </a:lnTo>
                <a:lnTo>
                  <a:pt x="174438" y="61963"/>
                </a:lnTo>
                <a:lnTo>
                  <a:pt x="175035" y="61508"/>
                </a:lnTo>
                <a:lnTo>
                  <a:pt x="175638" y="61076"/>
                </a:lnTo>
                <a:lnTo>
                  <a:pt x="176248" y="60668"/>
                </a:lnTo>
                <a:lnTo>
                  <a:pt x="176864" y="60283"/>
                </a:lnTo>
                <a:lnTo>
                  <a:pt x="177487" y="59922"/>
                </a:lnTo>
                <a:lnTo>
                  <a:pt x="178115" y="59583"/>
                </a:lnTo>
                <a:lnTo>
                  <a:pt x="178751" y="59268"/>
                </a:lnTo>
                <a:lnTo>
                  <a:pt x="179392" y="58977"/>
                </a:lnTo>
                <a:lnTo>
                  <a:pt x="180040" y="58708"/>
                </a:lnTo>
                <a:lnTo>
                  <a:pt x="180694" y="58463"/>
                </a:lnTo>
                <a:lnTo>
                  <a:pt x="181354" y="58242"/>
                </a:lnTo>
                <a:lnTo>
                  <a:pt x="182021" y="58043"/>
                </a:lnTo>
                <a:lnTo>
                  <a:pt x="182694" y="57868"/>
                </a:lnTo>
                <a:lnTo>
                  <a:pt x="183373" y="57717"/>
                </a:lnTo>
                <a:lnTo>
                  <a:pt x="184059" y="57588"/>
                </a:lnTo>
                <a:lnTo>
                  <a:pt x="184751" y="57483"/>
                </a:lnTo>
                <a:lnTo>
                  <a:pt x="185450" y="57402"/>
                </a:lnTo>
                <a:lnTo>
                  <a:pt x="186154" y="57343"/>
                </a:lnTo>
                <a:lnTo>
                  <a:pt x="186865" y="57308"/>
                </a:lnTo>
                <a:lnTo>
                  <a:pt x="187583" y="57297"/>
                </a:lnTo>
                <a:lnTo>
                  <a:pt x="188051" y="57303"/>
                </a:lnTo>
                <a:lnTo>
                  <a:pt x="188517" y="57320"/>
                </a:lnTo>
                <a:lnTo>
                  <a:pt x="188982" y="57349"/>
                </a:lnTo>
                <a:lnTo>
                  <a:pt x="189445" y="57389"/>
                </a:lnTo>
                <a:lnTo>
                  <a:pt x="189906" y="57441"/>
                </a:lnTo>
                <a:lnTo>
                  <a:pt x="190366" y="57505"/>
                </a:lnTo>
                <a:lnTo>
                  <a:pt x="190824" y="57580"/>
                </a:lnTo>
                <a:lnTo>
                  <a:pt x="191281" y="57667"/>
                </a:lnTo>
                <a:lnTo>
                  <a:pt x="191736" y="57766"/>
                </a:lnTo>
                <a:lnTo>
                  <a:pt x="192189" y="57876"/>
                </a:lnTo>
                <a:lnTo>
                  <a:pt x="192641" y="57997"/>
                </a:lnTo>
                <a:lnTo>
                  <a:pt x="193091" y="58130"/>
                </a:lnTo>
                <a:lnTo>
                  <a:pt x="193540" y="58275"/>
                </a:lnTo>
                <a:lnTo>
                  <a:pt x="193986" y="58431"/>
                </a:lnTo>
                <a:lnTo>
                  <a:pt x="194432" y="58599"/>
                </a:lnTo>
                <a:lnTo>
                  <a:pt x="194875" y="58778"/>
                </a:lnTo>
                <a:lnTo>
                  <a:pt x="195317" y="58969"/>
                </a:lnTo>
                <a:lnTo>
                  <a:pt x="195757" y="59172"/>
                </a:lnTo>
                <a:lnTo>
                  <a:pt x="196196" y="59386"/>
                </a:lnTo>
                <a:lnTo>
                  <a:pt x="196633" y="59612"/>
                </a:lnTo>
                <a:lnTo>
                  <a:pt x="197068" y="59849"/>
                </a:lnTo>
                <a:lnTo>
                  <a:pt x="197502" y="60098"/>
                </a:lnTo>
                <a:lnTo>
                  <a:pt x="197934" y="60358"/>
                </a:lnTo>
                <a:lnTo>
                  <a:pt x="198365" y="60630"/>
                </a:lnTo>
                <a:lnTo>
                  <a:pt x="198790" y="60913"/>
                </a:lnTo>
                <a:lnTo>
                  <a:pt x="199207" y="61203"/>
                </a:lnTo>
                <a:lnTo>
                  <a:pt x="199614" y="61503"/>
                </a:lnTo>
                <a:lnTo>
                  <a:pt x="200013" y="61811"/>
                </a:lnTo>
                <a:lnTo>
                  <a:pt x="200403" y="62128"/>
                </a:lnTo>
                <a:lnTo>
                  <a:pt x="200784" y="62453"/>
                </a:lnTo>
                <a:lnTo>
                  <a:pt x="201156" y="62788"/>
                </a:lnTo>
                <a:lnTo>
                  <a:pt x="201519" y="63131"/>
                </a:lnTo>
                <a:lnTo>
                  <a:pt x="201874" y="63482"/>
                </a:lnTo>
                <a:lnTo>
                  <a:pt x="202219" y="63843"/>
                </a:lnTo>
                <a:lnTo>
                  <a:pt x="202556" y="64211"/>
                </a:lnTo>
                <a:lnTo>
                  <a:pt x="202884" y="64589"/>
                </a:lnTo>
                <a:lnTo>
                  <a:pt x="203203" y="64975"/>
                </a:lnTo>
                <a:lnTo>
                  <a:pt x="203513" y="65370"/>
                </a:lnTo>
                <a:lnTo>
                  <a:pt x="203814" y="65774"/>
                </a:lnTo>
                <a:lnTo>
                  <a:pt x="204106" y="66186"/>
                </a:lnTo>
                <a:lnTo>
                  <a:pt x="204390" y="66608"/>
                </a:lnTo>
                <a:lnTo>
                  <a:pt x="204664" y="67037"/>
                </a:lnTo>
                <a:lnTo>
                  <a:pt x="204930" y="67476"/>
                </a:lnTo>
                <a:lnTo>
                  <a:pt x="205187" y="67923"/>
                </a:lnTo>
                <a:lnTo>
                  <a:pt x="205435" y="68379"/>
                </a:lnTo>
                <a:lnTo>
                  <a:pt x="205674" y="68843"/>
                </a:lnTo>
                <a:lnTo>
                  <a:pt x="205905" y="69316"/>
                </a:lnTo>
                <a:lnTo>
                  <a:pt x="206126" y="69798"/>
                </a:lnTo>
                <a:lnTo>
                  <a:pt x="206263" y="70120"/>
                </a:lnTo>
                <a:lnTo>
                  <a:pt x="206396" y="70461"/>
                </a:lnTo>
                <a:lnTo>
                  <a:pt x="206525" y="70820"/>
                </a:lnTo>
                <a:lnTo>
                  <a:pt x="206650" y="71198"/>
                </a:lnTo>
                <a:lnTo>
                  <a:pt x="206771" y="71596"/>
                </a:lnTo>
                <a:lnTo>
                  <a:pt x="206888" y="72012"/>
                </a:lnTo>
                <a:lnTo>
                  <a:pt x="207001" y="72446"/>
                </a:lnTo>
                <a:lnTo>
                  <a:pt x="207110" y="72900"/>
                </a:lnTo>
                <a:lnTo>
                  <a:pt x="207215" y="73372"/>
                </a:lnTo>
                <a:lnTo>
                  <a:pt x="207316" y="73864"/>
                </a:lnTo>
                <a:lnTo>
                  <a:pt x="207413" y="74374"/>
                </a:lnTo>
                <a:lnTo>
                  <a:pt x="207506" y="74903"/>
                </a:lnTo>
                <a:lnTo>
                  <a:pt x="207596" y="75450"/>
                </a:lnTo>
                <a:lnTo>
                  <a:pt x="207681" y="76017"/>
                </a:lnTo>
                <a:lnTo>
                  <a:pt x="207762" y="76602"/>
                </a:lnTo>
                <a:lnTo>
                  <a:pt x="207839" y="77206"/>
                </a:lnTo>
                <a:lnTo>
                  <a:pt x="207912" y="77829"/>
                </a:lnTo>
                <a:lnTo>
                  <a:pt x="207982" y="78471"/>
                </a:lnTo>
                <a:lnTo>
                  <a:pt x="208047" y="79131"/>
                </a:lnTo>
                <a:lnTo>
                  <a:pt x="208108" y="79810"/>
                </a:lnTo>
                <a:lnTo>
                  <a:pt x="208166" y="80508"/>
                </a:lnTo>
                <a:lnTo>
                  <a:pt x="208219" y="81225"/>
                </a:lnTo>
                <a:lnTo>
                  <a:pt x="208268" y="81961"/>
                </a:lnTo>
                <a:lnTo>
                  <a:pt x="208314" y="82716"/>
                </a:lnTo>
                <a:lnTo>
                  <a:pt x="164143" y="82716"/>
                </a:lnTo>
                <a:lnTo>
                  <a:pt x="164249" y="81727"/>
                </a:lnTo>
                <a:lnTo>
                  <a:pt x="164374" y="80756"/>
                </a:lnTo>
                <a:lnTo>
                  <a:pt x="164518" y="79803"/>
                </a:lnTo>
                <a:close/>
                <a:moveTo>
                  <a:pt x="236983" y="65199"/>
                </a:moveTo>
                <a:lnTo>
                  <a:pt x="237293" y="65090"/>
                </a:lnTo>
                <a:lnTo>
                  <a:pt x="237598" y="64987"/>
                </a:lnTo>
                <a:lnTo>
                  <a:pt x="237898" y="64888"/>
                </a:lnTo>
                <a:lnTo>
                  <a:pt x="238193" y="64794"/>
                </a:lnTo>
                <a:lnTo>
                  <a:pt x="238484" y="64706"/>
                </a:lnTo>
                <a:lnTo>
                  <a:pt x="238770" y="64622"/>
                </a:lnTo>
                <a:lnTo>
                  <a:pt x="239051" y="64544"/>
                </a:lnTo>
                <a:lnTo>
                  <a:pt x="239327" y="64470"/>
                </a:lnTo>
                <a:lnTo>
                  <a:pt x="239599" y="64402"/>
                </a:lnTo>
                <a:lnTo>
                  <a:pt x="239866" y="64338"/>
                </a:lnTo>
                <a:lnTo>
                  <a:pt x="240129" y="64280"/>
                </a:lnTo>
                <a:lnTo>
                  <a:pt x="240386" y="64227"/>
                </a:lnTo>
                <a:lnTo>
                  <a:pt x="240639" y="64179"/>
                </a:lnTo>
                <a:lnTo>
                  <a:pt x="240888" y="64136"/>
                </a:lnTo>
                <a:lnTo>
                  <a:pt x="241131" y="64098"/>
                </a:lnTo>
                <a:lnTo>
                  <a:pt x="241370" y="64065"/>
                </a:lnTo>
                <a:lnTo>
                  <a:pt x="241605" y="64037"/>
                </a:lnTo>
                <a:lnTo>
                  <a:pt x="241834" y="64014"/>
                </a:lnTo>
                <a:lnTo>
                  <a:pt x="242059" y="63997"/>
                </a:lnTo>
                <a:lnTo>
                  <a:pt x="242279" y="63984"/>
                </a:lnTo>
                <a:lnTo>
                  <a:pt x="242494" y="63976"/>
                </a:lnTo>
                <a:lnTo>
                  <a:pt x="242705" y="63974"/>
                </a:lnTo>
                <a:lnTo>
                  <a:pt x="242963" y="63976"/>
                </a:lnTo>
                <a:lnTo>
                  <a:pt x="243217" y="63983"/>
                </a:lnTo>
                <a:lnTo>
                  <a:pt x="243466" y="63993"/>
                </a:lnTo>
                <a:lnTo>
                  <a:pt x="243711" y="64009"/>
                </a:lnTo>
                <a:lnTo>
                  <a:pt x="243951" y="64028"/>
                </a:lnTo>
                <a:lnTo>
                  <a:pt x="244186" y="64052"/>
                </a:lnTo>
                <a:lnTo>
                  <a:pt x="244417" y="64080"/>
                </a:lnTo>
                <a:lnTo>
                  <a:pt x="244644" y="64113"/>
                </a:lnTo>
                <a:lnTo>
                  <a:pt x="244866" y="64150"/>
                </a:lnTo>
                <a:lnTo>
                  <a:pt x="245083" y="64191"/>
                </a:lnTo>
                <a:lnTo>
                  <a:pt x="245296" y="64237"/>
                </a:lnTo>
                <a:lnTo>
                  <a:pt x="245505" y="64287"/>
                </a:lnTo>
                <a:lnTo>
                  <a:pt x="245709" y="64342"/>
                </a:lnTo>
                <a:lnTo>
                  <a:pt x="245908" y="64400"/>
                </a:lnTo>
                <a:lnTo>
                  <a:pt x="246103" y="64463"/>
                </a:lnTo>
                <a:lnTo>
                  <a:pt x="246293" y="64531"/>
                </a:lnTo>
                <a:lnTo>
                  <a:pt x="246479" y="64603"/>
                </a:lnTo>
                <a:lnTo>
                  <a:pt x="246660" y="64679"/>
                </a:lnTo>
                <a:lnTo>
                  <a:pt x="246837" y="64759"/>
                </a:lnTo>
                <a:lnTo>
                  <a:pt x="247010" y="64844"/>
                </a:lnTo>
                <a:lnTo>
                  <a:pt x="247177" y="64933"/>
                </a:lnTo>
                <a:lnTo>
                  <a:pt x="247341" y="65027"/>
                </a:lnTo>
                <a:lnTo>
                  <a:pt x="247499" y="65125"/>
                </a:lnTo>
                <a:lnTo>
                  <a:pt x="247653" y="65227"/>
                </a:lnTo>
                <a:lnTo>
                  <a:pt x="247804" y="65334"/>
                </a:lnTo>
                <a:lnTo>
                  <a:pt x="247950" y="65444"/>
                </a:lnTo>
                <a:lnTo>
                  <a:pt x="248094" y="65559"/>
                </a:lnTo>
                <a:lnTo>
                  <a:pt x="248234" y="65679"/>
                </a:lnTo>
                <a:lnTo>
                  <a:pt x="248370" y="65802"/>
                </a:lnTo>
                <a:lnTo>
                  <a:pt x="248503" y="65931"/>
                </a:lnTo>
                <a:lnTo>
                  <a:pt x="248633" y="66063"/>
                </a:lnTo>
                <a:lnTo>
                  <a:pt x="248759" y="66200"/>
                </a:lnTo>
                <a:lnTo>
                  <a:pt x="248882" y="66341"/>
                </a:lnTo>
                <a:lnTo>
                  <a:pt x="249001" y="66487"/>
                </a:lnTo>
                <a:lnTo>
                  <a:pt x="249117" y="66636"/>
                </a:lnTo>
                <a:lnTo>
                  <a:pt x="249229" y="66791"/>
                </a:lnTo>
                <a:lnTo>
                  <a:pt x="249338" y="66949"/>
                </a:lnTo>
                <a:lnTo>
                  <a:pt x="249444" y="67112"/>
                </a:lnTo>
                <a:lnTo>
                  <a:pt x="249546" y="67279"/>
                </a:lnTo>
                <a:lnTo>
                  <a:pt x="249644" y="67451"/>
                </a:lnTo>
                <a:lnTo>
                  <a:pt x="249740" y="67627"/>
                </a:lnTo>
                <a:lnTo>
                  <a:pt x="249831" y="67807"/>
                </a:lnTo>
                <a:lnTo>
                  <a:pt x="249920" y="67992"/>
                </a:lnTo>
                <a:lnTo>
                  <a:pt x="250005" y="68181"/>
                </a:lnTo>
                <a:lnTo>
                  <a:pt x="250086" y="68374"/>
                </a:lnTo>
                <a:lnTo>
                  <a:pt x="250164" y="68572"/>
                </a:lnTo>
                <a:lnTo>
                  <a:pt x="250239" y="68774"/>
                </a:lnTo>
                <a:lnTo>
                  <a:pt x="250310" y="68981"/>
                </a:lnTo>
                <a:lnTo>
                  <a:pt x="250378" y="69201"/>
                </a:lnTo>
                <a:lnTo>
                  <a:pt x="250443" y="69445"/>
                </a:lnTo>
                <a:lnTo>
                  <a:pt x="250505" y="69712"/>
                </a:lnTo>
                <a:lnTo>
                  <a:pt x="250565" y="70002"/>
                </a:lnTo>
                <a:lnTo>
                  <a:pt x="250621" y="70317"/>
                </a:lnTo>
                <a:lnTo>
                  <a:pt x="250675" y="70655"/>
                </a:lnTo>
                <a:lnTo>
                  <a:pt x="250725" y="71016"/>
                </a:lnTo>
                <a:lnTo>
                  <a:pt x="250773" y="71401"/>
                </a:lnTo>
                <a:lnTo>
                  <a:pt x="250818" y="71809"/>
                </a:lnTo>
                <a:lnTo>
                  <a:pt x="250860" y="72241"/>
                </a:lnTo>
                <a:lnTo>
                  <a:pt x="250899" y="72696"/>
                </a:lnTo>
                <a:lnTo>
                  <a:pt x="250935" y="73175"/>
                </a:lnTo>
                <a:lnTo>
                  <a:pt x="250968" y="73678"/>
                </a:lnTo>
                <a:lnTo>
                  <a:pt x="250999" y="74204"/>
                </a:lnTo>
                <a:lnTo>
                  <a:pt x="251026" y="74754"/>
                </a:lnTo>
                <a:lnTo>
                  <a:pt x="251051" y="75327"/>
                </a:lnTo>
                <a:lnTo>
                  <a:pt x="251072" y="75923"/>
                </a:lnTo>
                <a:lnTo>
                  <a:pt x="251091" y="76544"/>
                </a:lnTo>
                <a:lnTo>
                  <a:pt x="251107" y="77187"/>
                </a:lnTo>
                <a:lnTo>
                  <a:pt x="251120" y="77855"/>
                </a:lnTo>
                <a:lnTo>
                  <a:pt x="251130" y="78546"/>
                </a:lnTo>
                <a:lnTo>
                  <a:pt x="251138" y="79260"/>
                </a:lnTo>
                <a:lnTo>
                  <a:pt x="251142" y="79998"/>
                </a:lnTo>
                <a:lnTo>
                  <a:pt x="251143" y="80759"/>
                </a:lnTo>
                <a:lnTo>
                  <a:pt x="251143" y="171044"/>
                </a:lnTo>
                <a:lnTo>
                  <a:pt x="251141" y="171899"/>
                </a:lnTo>
                <a:lnTo>
                  <a:pt x="251136" y="172727"/>
                </a:lnTo>
                <a:lnTo>
                  <a:pt x="251126" y="173527"/>
                </a:lnTo>
                <a:lnTo>
                  <a:pt x="251113" y="174300"/>
                </a:lnTo>
                <a:lnTo>
                  <a:pt x="251096" y="175046"/>
                </a:lnTo>
                <a:lnTo>
                  <a:pt x="251075" y="175764"/>
                </a:lnTo>
                <a:lnTo>
                  <a:pt x="251050" y="176455"/>
                </a:lnTo>
                <a:lnTo>
                  <a:pt x="251022" y="177119"/>
                </a:lnTo>
                <a:lnTo>
                  <a:pt x="250989" y="177755"/>
                </a:lnTo>
                <a:lnTo>
                  <a:pt x="250953" y="178364"/>
                </a:lnTo>
                <a:lnTo>
                  <a:pt x="250914" y="178946"/>
                </a:lnTo>
                <a:lnTo>
                  <a:pt x="250870" y="179500"/>
                </a:lnTo>
                <a:lnTo>
                  <a:pt x="250822" y="180027"/>
                </a:lnTo>
                <a:lnTo>
                  <a:pt x="250771" y="180527"/>
                </a:lnTo>
                <a:lnTo>
                  <a:pt x="250716" y="180999"/>
                </a:lnTo>
                <a:lnTo>
                  <a:pt x="250657" y="181444"/>
                </a:lnTo>
                <a:lnTo>
                  <a:pt x="250594" y="181862"/>
                </a:lnTo>
                <a:lnTo>
                  <a:pt x="250528" y="182252"/>
                </a:lnTo>
                <a:lnTo>
                  <a:pt x="250458" y="182615"/>
                </a:lnTo>
                <a:lnTo>
                  <a:pt x="250384" y="182951"/>
                </a:lnTo>
                <a:lnTo>
                  <a:pt x="250306" y="183259"/>
                </a:lnTo>
                <a:lnTo>
                  <a:pt x="250224" y="183540"/>
                </a:lnTo>
                <a:lnTo>
                  <a:pt x="250139" y="183794"/>
                </a:lnTo>
                <a:lnTo>
                  <a:pt x="250049" y="184020"/>
                </a:lnTo>
                <a:lnTo>
                  <a:pt x="249957" y="184231"/>
                </a:lnTo>
                <a:lnTo>
                  <a:pt x="249861" y="184436"/>
                </a:lnTo>
                <a:lnTo>
                  <a:pt x="249762" y="184637"/>
                </a:lnTo>
                <a:lnTo>
                  <a:pt x="249660" y="184833"/>
                </a:lnTo>
                <a:lnTo>
                  <a:pt x="249555" y="185024"/>
                </a:lnTo>
                <a:lnTo>
                  <a:pt x="249447" y="185210"/>
                </a:lnTo>
                <a:lnTo>
                  <a:pt x="249336" y="185391"/>
                </a:lnTo>
                <a:lnTo>
                  <a:pt x="249222" y="185567"/>
                </a:lnTo>
                <a:lnTo>
                  <a:pt x="249105" y="185739"/>
                </a:lnTo>
                <a:lnTo>
                  <a:pt x="248984" y="185905"/>
                </a:lnTo>
                <a:lnTo>
                  <a:pt x="248861" y="186067"/>
                </a:lnTo>
                <a:lnTo>
                  <a:pt x="248734" y="186223"/>
                </a:lnTo>
                <a:lnTo>
                  <a:pt x="248605" y="186375"/>
                </a:lnTo>
                <a:lnTo>
                  <a:pt x="248472" y="186522"/>
                </a:lnTo>
                <a:lnTo>
                  <a:pt x="248336" y="186664"/>
                </a:lnTo>
                <a:lnTo>
                  <a:pt x="248197" y="186801"/>
                </a:lnTo>
                <a:lnTo>
                  <a:pt x="248056" y="186933"/>
                </a:lnTo>
                <a:lnTo>
                  <a:pt x="247911" y="187061"/>
                </a:lnTo>
                <a:lnTo>
                  <a:pt x="247763" y="187183"/>
                </a:lnTo>
                <a:lnTo>
                  <a:pt x="247611" y="187301"/>
                </a:lnTo>
                <a:lnTo>
                  <a:pt x="247457" y="187413"/>
                </a:lnTo>
                <a:lnTo>
                  <a:pt x="247300" y="187521"/>
                </a:lnTo>
                <a:lnTo>
                  <a:pt x="247140" y="187624"/>
                </a:lnTo>
                <a:lnTo>
                  <a:pt x="246976" y="187722"/>
                </a:lnTo>
                <a:lnTo>
                  <a:pt x="246635" y="187909"/>
                </a:lnTo>
                <a:lnTo>
                  <a:pt x="246288" y="188088"/>
                </a:lnTo>
                <a:lnTo>
                  <a:pt x="245935" y="188258"/>
                </a:lnTo>
                <a:lnTo>
                  <a:pt x="245576" y="188420"/>
                </a:lnTo>
                <a:lnTo>
                  <a:pt x="245211" y="188574"/>
                </a:lnTo>
                <a:lnTo>
                  <a:pt x="244841" y="188719"/>
                </a:lnTo>
                <a:lnTo>
                  <a:pt x="244464" y="188857"/>
                </a:lnTo>
                <a:lnTo>
                  <a:pt x="244082" y="188985"/>
                </a:lnTo>
                <a:lnTo>
                  <a:pt x="243695" y="189106"/>
                </a:lnTo>
                <a:lnTo>
                  <a:pt x="243301" y="189218"/>
                </a:lnTo>
                <a:lnTo>
                  <a:pt x="242902" y="189322"/>
                </a:lnTo>
                <a:lnTo>
                  <a:pt x="242497" y="189417"/>
                </a:lnTo>
                <a:lnTo>
                  <a:pt x="242086" y="189504"/>
                </a:lnTo>
                <a:lnTo>
                  <a:pt x="241669" y="189583"/>
                </a:lnTo>
                <a:lnTo>
                  <a:pt x="241247" y="189654"/>
                </a:lnTo>
                <a:lnTo>
                  <a:pt x="240818" y="189716"/>
                </a:lnTo>
                <a:lnTo>
                  <a:pt x="240384" y="189769"/>
                </a:lnTo>
                <a:lnTo>
                  <a:pt x="239944" y="189815"/>
                </a:lnTo>
                <a:lnTo>
                  <a:pt x="239499" y="189852"/>
                </a:lnTo>
                <a:lnTo>
                  <a:pt x="239047" y="189881"/>
                </a:lnTo>
                <a:lnTo>
                  <a:pt x="238590" y="189901"/>
                </a:lnTo>
                <a:lnTo>
                  <a:pt x="238127" y="189913"/>
                </a:lnTo>
                <a:lnTo>
                  <a:pt x="237658" y="189917"/>
                </a:lnTo>
                <a:lnTo>
                  <a:pt x="237184" y="189913"/>
                </a:lnTo>
                <a:lnTo>
                  <a:pt x="234579" y="189913"/>
                </a:lnTo>
                <a:lnTo>
                  <a:pt x="234579" y="193767"/>
                </a:lnTo>
                <a:lnTo>
                  <a:pt x="284584" y="193767"/>
                </a:lnTo>
                <a:lnTo>
                  <a:pt x="284584" y="189913"/>
                </a:lnTo>
                <a:lnTo>
                  <a:pt x="283941" y="189910"/>
                </a:lnTo>
                <a:lnTo>
                  <a:pt x="283315" y="189902"/>
                </a:lnTo>
                <a:lnTo>
                  <a:pt x="282706" y="189888"/>
                </a:lnTo>
                <a:lnTo>
                  <a:pt x="282114" y="189869"/>
                </a:lnTo>
                <a:lnTo>
                  <a:pt x="281539" y="189845"/>
                </a:lnTo>
                <a:lnTo>
                  <a:pt x="280980" y="189815"/>
                </a:lnTo>
                <a:lnTo>
                  <a:pt x="280438" y="189780"/>
                </a:lnTo>
                <a:lnTo>
                  <a:pt x="279913" y="189739"/>
                </a:lnTo>
                <a:lnTo>
                  <a:pt x="279405" y="189693"/>
                </a:lnTo>
                <a:lnTo>
                  <a:pt x="278914" y="189642"/>
                </a:lnTo>
                <a:lnTo>
                  <a:pt x="278439" y="189585"/>
                </a:lnTo>
                <a:lnTo>
                  <a:pt x="277982" y="189522"/>
                </a:lnTo>
                <a:lnTo>
                  <a:pt x="277541" y="189454"/>
                </a:lnTo>
                <a:lnTo>
                  <a:pt x="277117" y="189381"/>
                </a:lnTo>
                <a:lnTo>
                  <a:pt x="276710" y="189302"/>
                </a:lnTo>
                <a:lnTo>
                  <a:pt x="276319" y="189218"/>
                </a:lnTo>
                <a:lnTo>
                  <a:pt x="275946" y="189129"/>
                </a:lnTo>
                <a:lnTo>
                  <a:pt x="275589" y="189034"/>
                </a:lnTo>
                <a:lnTo>
                  <a:pt x="275249" y="188933"/>
                </a:lnTo>
                <a:lnTo>
                  <a:pt x="274926" y="188828"/>
                </a:lnTo>
                <a:lnTo>
                  <a:pt x="274620" y="188716"/>
                </a:lnTo>
                <a:lnTo>
                  <a:pt x="274330" y="188600"/>
                </a:lnTo>
                <a:lnTo>
                  <a:pt x="274057" y="188478"/>
                </a:lnTo>
                <a:lnTo>
                  <a:pt x="273802" y="188350"/>
                </a:lnTo>
                <a:lnTo>
                  <a:pt x="273557" y="188218"/>
                </a:lnTo>
                <a:lnTo>
                  <a:pt x="273319" y="188082"/>
                </a:lnTo>
                <a:lnTo>
                  <a:pt x="273087" y="187942"/>
                </a:lnTo>
                <a:lnTo>
                  <a:pt x="272861" y="187799"/>
                </a:lnTo>
                <a:lnTo>
                  <a:pt x="272641" y="187652"/>
                </a:lnTo>
                <a:lnTo>
                  <a:pt x="272428" y="187500"/>
                </a:lnTo>
                <a:lnTo>
                  <a:pt x="272220" y="187346"/>
                </a:lnTo>
                <a:lnTo>
                  <a:pt x="272019" y="187187"/>
                </a:lnTo>
                <a:lnTo>
                  <a:pt x="271824" y="187024"/>
                </a:lnTo>
                <a:lnTo>
                  <a:pt x="271635" y="186858"/>
                </a:lnTo>
                <a:lnTo>
                  <a:pt x="271452" y="186688"/>
                </a:lnTo>
                <a:lnTo>
                  <a:pt x="271275" y="186514"/>
                </a:lnTo>
                <a:lnTo>
                  <a:pt x="271105" y="186336"/>
                </a:lnTo>
                <a:lnTo>
                  <a:pt x="270940" y="186155"/>
                </a:lnTo>
                <a:lnTo>
                  <a:pt x="270782" y="185970"/>
                </a:lnTo>
                <a:lnTo>
                  <a:pt x="270630" y="185780"/>
                </a:lnTo>
                <a:lnTo>
                  <a:pt x="270484" y="185588"/>
                </a:lnTo>
                <a:lnTo>
                  <a:pt x="270344" y="185391"/>
                </a:lnTo>
                <a:lnTo>
                  <a:pt x="270211" y="185190"/>
                </a:lnTo>
                <a:lnTo>
                  <a:pt x="270083" y="184986"/>
                </a:lnTo>
                <a:lnTo>
                  <a:pt x="269962" y="184778"/>
                </a:lnTo>
                <a:lnTo>
                  <a:pt x="269847" y="184566"/>
                </a:lnTo>
                <a:lnTo>
                  <a:pt x="269737" y="184351"/>
                </a:lnTo>
                <a:lnTo>
                  <a:pt x="269635" y="184131"/>
                </a:lnTo>
                <a:lnTo>
                  <a:pt x="269537" y="183897"/>
                </a:lnTo>
                <a:lnTo>
                  <a:pt x="269443" y="183639"/>
                </a:lnTo>
                <a:lnTo>
                  <a:pt x="269354" y="183355"/>
                </a:lnTo>
                <a:lnTo>
                  <a:pt x="269268" y="183047"/>
                </a:lnTo>
                <a:lnTo>
                  <a:pt x="269187" y="182714"/>
                </a:lnTo>
                <a:lnTo>
                  <a:pt x="269110" y="182357"/>
                </a:lnTo>
                <a:lnTo>
                  <a:pt x="269038" y="181974"/>
                </a:lnTo>
                <a:lnTo>
                  <a:pt x="268969" y="181567"/>
                </a:lnTo>
                <a:lnTo>
                  <a:pt x="268905" y="181135"/>
                </a:lnTo>
                <a:lnTo>
                  <a:pt x="268844" y="180678"/>
                </a:lnTo>
                <a:lnTo>
                  <a:pt x="268788" y="180197"/>
                </a:lnTo>
                <a:lnTo>
                  <a:pt x="268736" y="179691"/>
                </a:lnTo>
                <a:lnTo>
                  <a:pt x="268688" y="179159"/>
                </a:lnTo>
                <a:lnTo>
                  <a:pt x="268645" y="178604"/>
                </a:lnTo>
                <a:lnTo>
                  <a:pt x="268605" y="178023"/>
                </a:lnTo>
                <a:lnTo>
                  <a:pt x="268570" y="177417"/>
                </a:lnTo>
                <a:lnTo>
                  <a:pt x="268538" y="176787"/>
                </a:lnTo>
                <a:lnTo>
                  <a:pt x="268511" y="176132"/>
                </a:lnTo>
                <a:lnTo>
                  <a:pt x="268489" y="175452"/>
                </a:lnTo>
                <a:lnTo>
                  <a:pt x="268470" y="174748"/>
                </a:lnTo>
                <a:lnTo>
                  <a:pt x="268455" y="174019"/>
                </a:lnTo>
                <a:lnTo>
                  <a:pt x="268445" y="173265"/>
                </a:lnTo>
                <a:lnTo>
                  <a:pt x="268439" y="172486"/>
                </a:lnTo>
                <a:lnTo>
                  <a:pt x="268437" y="171682"/>
                </a:lnTo>
                <a:lnTo>
                  <a:pt x="268437" y="142617"/>
                </a:lnTo>
                <a:lnTo>
                  <a:pt x="268869" y="143002"/>
                </a:lnTo>
                <a:lnTo>
                  <a:pt x="269297" y="143377"/>
                </a:lnTo>
                <a:lnTo>
                  <a:pt x="269722" y="143740"/>
                </a:lnTo>
                <a:lnTo>
                  <a:pt x="270144" y="144093"/>
                </a:lnTo>
                <a:lnTo>
                  <a:pt x="270562" y="144435"/>
                </a:lnTo>
                <a:lnTo>
                  <a:pt x="270976" y="144766"/>
                </a:lnTo>
                <a:lnTo>
                  <a:pt x="271386" y="145086"/>
                </a:lnTo>
                <a:lnTo>
                  <a:pt x="271793" y="145395"/>
                </a:lnTo>
                <a:lnTo>
                  <a:pt x="272197" y="145693"/>
                </a:lnTo>
                <a:lnTo>
                  <a:pt x="272596" y="145981"/>
                </a:lnTo>
                <a:lnTo>
                  <a:pt x="272992" y="146258"/>
                </a:lnTo>
                <a:lnTo>
                  <a:pt x="273385" y="146524"/>
                </a:lnTo>
                <a:lnTo>
                  <a:pt x="273774" y="146779"/>
                </a:lnTo>
                <a:lnTo>
                  <a:pt x="274159" y="147023"/>
                </a:lnTo>
                <a:lnTo>
                  <a:pt x="274541" y="147256"/>
                </a:lnTo>
                <a:lnTo>
                  <a:pt x="274919" y="147478"/>
                </a:lnTo>
                <a:lnTo>
                  <a:pt x="275293" y="147690"/>
                </a:lnTo>
                <a:lnTo>
                  <a:pt x="275664" y="147891"/>
                </a:lnTo>
                <a:lnTo>
                  <a:pt x="276031" y="148081"/>
                </a:lnTo>
                <a:lnTo>
                  <a:pt x="276394" y="148260"/>
                </a:lnTo>
                <a:lnTo>
                  <a:pt x="276754" y="148428"/>
                </a:lnTo>
                <a:lnTo>
                  <a:pt x="277111" y="148585"/>
                </a:lnTo>
                <a:lnTo>
                  <a:pt x="277463" y="148732"/>
                </a:lnTo>
                <a:lnTo>
                  <a:pt x="277812" y="148867"/>
                </a:lnTo>
                <a:lnTo>
                  <a:pt x="278285" y="149046"/>
                </a:lnTo>
                <a:lnTo>
                  <a:pt x="278764" y="149217"/>
                </a:lnTo>
                <a:lnTo>
                  <a:pt x="279251" y="149380"/>
                </a:lnTo>
                <a:lnTo>
                  <a:pt x="279745" y="149536"/>
                </a:lnTo>
                <a:lnTo>
                  <a:pt x="280247" y="149684"/>
                </a:lnTo>
                <a:lnTo>
                  <a:pt x="280755" y="149825"/>
                </a:lnTo>
                <a:lnTo>
                  <a:pt x="281271" y="149958"/>
                </a:lnTo>
                <a:lnTo>
                  <a:pt x="281794" y="150083"/>
                </a:lnTo>
                <a:lnTo>
                  <a:pt x="282324" y="150201"/>
                </a:lnTo>
                <a:lnTo>
                  <a:pt x="282862" y="150311"/>
                </a:lnTo>
                <a:lnTo>
                  <a:pt x="283407" y="150413"/>
                </a:lnTo>
                <a:lnTo>
                  <a:pt x="283959" y="150508"/>
                </a:lnTo>
                <a:lnTo>
                  <a:pt x="284518" y="150596"/>
                </a:lnTo>
                <a:lnTo>
                  <a:pt x="285084" y="150675"/>
                </a:lnTo>
                <a:lnTo>
                  <a:pt x="285658" y="150748"/>
                </a:lnTo>
                <a:lnTo>
                  <a:pt x="286239" y="150812"/>
                </a:lnTo>
                <a:lnTo>
                  <a:pt x="286827" y="150869"/>
                </a:lnTo>
                <a:lnTo>
                  <a:pt x="287423" y="150918"/>
                </a:lnTo>
                <a:lnTo>
                  <a:pt x="288025" y="150960"/>
                </a:lnTo>
                <a:lnTo>
                  <a:pt x="288635" y="150994"/>
                </a:lnTo>
                <a:lnTo>
                  <a:pt x="289252" y="151021"/>
                </a:lnTo>
                <a:lnTo>
                  <a:pt x="289877" y="151040"/>
                </a:lnTo>
                <a:lnTo>
                  <a:pt x="290508" y="151051"/>
                </a:lnTo>
                <a:lnTo>
                  <a:pt x="291147" y="151055"/>
                </a:lnTo>
                <a:lnTo>
                  <a:pt x="292612" y="151032"/>
                </a:lnTo>
                <a:lnTo>
                  <a:pt x="294057" y="150963"/>
                </a:lnTo>
                <a:lnTo>
                  <a:pt x="295480" y="150849"/>
                </a:lnTo>
                <a:lnTo>
                  <a:pt x="296882" y="150688"/>
                </a:lnTo>
                <a:lnTo>
                  <a:pt x="298264" y="150481"/>
                </a:lnTo>
                <a:lnTo>
                  <a:pt x="299624" y="150229"/>
                </a:lnTo>
                <a:lnTo>
                  <a:pt x="300964" y="149931"/>
                </a:lnTo>
                <a:lnTo>
                  <a:pt x="302282" y="149587"/>
                </a:lnTo>
                <a:lnTo>
                  <a:pt x="303580" y="149196"/>
                </a:lnTo>
                <a:lnTo>
                  <a:pt x="304856" y="148760"/>
                </a:lnTo>
                <a:lnTo>
                  <a:pt x="306112" y="148279"/>
                </a:lnTo>
                <a:lnTo>
                  <a:pt x="307346" y="147751"/>
                </a:lnTo>
                <a:lnTo>
                  <a:pt x="308560" y="147177"/>
                </a:lnTo>
                <a:lnTo>
                  <a:pt x="309752" y="146558"/>
                </a:lnTo>
                <a:lnTo>
                  <a:pt x="310924" y="145892"/>
                </a:lnTo>
                <a:lnTo>
                  <a:pt x="312075" y="145181"/>
                </a:lnTo>
                <a:lnTo>
                  <a:pt x="313204" y="144424"/>
                </a:lnTo>
                <a:lnTo>
                  <a:pt x="314313" y="143620"/>
                </a:lnTo>
                <a:lnTo>
                  <a:pt x="315401" y="142771"/>
                </a:lnTo>
                <a:lnTo>
                  <a:pt x="316467" y="141876"/>
                </a:lnTo>
                <a:lnTo>
                  <a:pt x="317513" y="140936"/>
                </a:lnTo>
                <a:lnTo>
                  <a:pt x="318538" y="139949"/>
                </a:lnTo>
                <a:lnTo>
                  <a:pt x="319542" y="138916"/>
                </a:lnTo>
                <a:lnTo>
                  <a:pt x="320525" y="137838"/>
                </a:lnTo>
                <a:lnTo>
                  <a:pt x="321681" y="136479"/>
                </a:lnTo>
                <a:lnTo>
                  <a:pt x="322787" y="135090"/>
                </a:lnTo>
                <a:lnTo>
                  <a:pt x="323845" y="133672"/>
                </a:lnTo>
                <a:lnTo>
                  <a:pt x="324854" y="132224"/>
                </a:lnTo>
                <a:lnTo>
                  <a:pt x="325813" y="130746"/>
                </a:lnTo>
                <a:lnTo>
                  <a:pt x="326723" y="129239"/>
                </a:lnTo>
                <a:lnTo>
                  <a:pt x="327584" y="127702"/>
                </a:lnTo>
                <a:lnTo>
                  <a:pt x="328396" y="126136"/>
                </a:lnTo>
                <a:lnTo>
                  <a:pt x="329158" y="124540"/>
                </a:lnTo>
                <a:lnTo>
                  <a:pt x="329871" y="122914"/>
                </a:lnTo>
                <a:lnTo>
                  <a:pt x="330536" y="121259"/>
                </a:lnTo>
                <a:lnTo>
                  <a:pt x="331150" y="119574"/>
                </a:lnTo>
                <a:lnTo>
                  <a:pt x="331716" y="117859"/>
                </a:lnTo>
                <a:lnTo>
                  <a:pt x="332233" y="116115"/>
                </a:lnTo>
                <a:lnTo>
                  <a:pt x="332700" y="114341"/>
                </a:lnTo>
                <a:lnTo>
                  <a:pt x="333118" y="112538"/>
                </a:lnTo>
                <a:lnTo>
                  <a:pt x="333487" y="110704"/>
                </a:lnTo>
                <a:lnTo>
                  <a:pt x="333807" y="108842"/>
                </a:lnTo>
                <a:lnTo>
                  <a:pt x="334078" y="106949"/>
                </a:lnTo>
                <a:lnTo>
                  <a:pt x="334299" y="105027"/>
                </a:lnTo>
                <a:lnTo>
                  <a:pt x="334471" y="103076"/>
                </a:lnTo>
                <a:lnTo>
                  <a:pt x="334594" y="101095"/>
                </a:lnTo>
                <a:lnTo>
                  <a:pt x="334668" y="99084"/>
                </a:lnTo>
                <a:lnTo>
                  <a:pt x="334692" y="97043"/>
                </a:lnTo>
                <a:lnTo>
                  <a:pt x="334672" y="95219"/>
                </a:lnTo>
                <a:lnTo>
                  <a:pt x="334611" y="93424"/>
                </a:lnTo>
                <a:lnTo>
                  <a:pt x="334508" y="91658"/>
                </a:lnTo>
                <a:lnTo>
                  <a:pt x="334365" y="89920"/>
                </a:lnTo>
                <a:lnTo>
                  <a:pt x="334182" y="88212"/>
                </a:lnTo>
                <a:lnTo>
                  <a:pt x="333957" y="86532"/>
                </a:lnTo>
                <a:lnTo>
                  <a:pt x="333691" y="84882"/>
                </a:lnTo>
                <a:lnTo>
                  <a:pt x="333384" y="83260"/>
                </a:lnTo>
                <a:lnTo>
                  <a:pt x="333037" y="81667"/>
                </a:lnTo>
                <a:lnTo>
                  <a:pt x="332649" y="80103"/>
                </a:lnTo>
                <a:lnTo>
                  <a:pt x="332220" y="78568"/>
                </a:lnTo>
                <a:lnTo>
                  <a:pt x="331749" y="77062"/>
                </a:lnTo>
                <a:lnTo>
                  <a:pt x="331239" y="75584"/>
                </a:lnTo>
                <a:lnTo>
                  <a:pt x="330687" y="74136"/>
                </a:lnTo>
                <a:lnTo>
                  <a:pt x="330094" y="72717"/>
                </a:lnTo>
                <a:lnTo>
                  <a:pt x="329460" y="71326"/>
                </a:lnTo>
                <a:lnTo>
                  <a:pt x="328786" y="69965"/>
                </a:lnTo>
                <a:lnTo>
                  <a:pt x="328071" y="68632"/>
                </a:lnTo>
                <a:lnTo>
                  <a:pt x="327315" y="67328"/>
                </a:lnTo>
                <a:lnTo>
                  <a:pt x="326518" y="66053"/>
                </a:lnTo>
                <a:lnTo>
                  <a:pt x="325680" y="64807"/>
                </a:lnTo>
                <a:lnTo>
                  <a:pt x="324801" y="63590"/>
                </a:lnTo>
                <a:lnTo>
                  <a:pt x="323881" y="62402"/>
                </a:lnTo>
                <a:lnTo>
                  <a:pt x="322921" y="61242"/>
                </a:lnTo>
                <a:lnTo>
                  <a:pt x="322114" y="60325"/>
                </a:lnTo>
                <a:lnTo>
                  <a:pt x="321290" y="59447"/>
                </a:lnTo>
                <a:lnTo>
                  <a:pt x="320450" y="58609"/>
                </a:lnTo>
                <a:lnTo>
                  <a:pt x="319593" y="57809"/>
                </a:lnTo>
                <a:lnTo>
                  <a:pt x="318719" y="57048"/>
                </a:lnTo>
                <a:lnTo>
                  <a:pt x="317829" y="56326"/>
                </a:lnTo>
                <a:lnTo>
                  <a:pt x="316922" y="55643"/>
                </a:lnTo>
                <a:lnTo>
                  <a:pt x="315999" y="54999"/>
                </a:lnTo>
                <a:lnTo>
                  <a:pt x="315059" y="54394"/>
                </a:lnTo>
                <a:lnTo>
                  <a:pt x="314102" y="53829"/>
                </a:lnTo>
                <a:lnTo>
                  <a:pt x="313128" y="53302"/>
                </a:lnTo>
                <a:lnTo>
                  <a:pt x="312138" y="52814"/>
                </a:lnTo>
                <a:lnTo>
                  <a:pt x="311132" y="52365"/>
                </a:lnTo>
                <a:lnTo>
                  <a:pt x="310108" y="51956"/>
                </a:lnTo>
                <a:lnTo>
                  <a:pt x="309068" y="51585"/>
                </a:lnTo>
                <a:lnTo>
                  <a:pt x="308012" y="51253"/>
                </a:lnTo>
                <a:lnTo>
                  <a:pt x="306939" y="50960"/>
                </a:lnTo>
                <a:lnTo>
                  <a:pt x="305849" y="50707"/>
                </a:lnTo>
                <a:lnTo>
                  <a:pt x="304742" y="50492"/>
                </a:lnTo>
                <a:lnTo>
                  <a:pt x="303619" y="50317"/>
                </a:lnTo>
                <a:lnTo>
                  <a:pt x="302479" y="50180"/>
                </a:lnTo>
                <a:lnTo>
                  <a:pt x="301323" y="50083"/>
                </a:lnTo>
                <a:lnTo>
                  <a:pt x="300150" y="50024"/>
                </a:lnTo>
                <a:lnTo>
                  <a:pt x="298960" y="50004"/>
                </a:lnTo>
                <a:lnTo>
                  <a:pt x="298276" y="50013"/>
                </a:lnTo>
                <a:lnTo>
                  <a:pt x="297594" y="50039"/>
                </a:lnTo>
                <a:lnTo>
                  <a:pt x="296915" y="50082"/>
                </a:lnTo>
                <a:lnTo>
                  <a:pt x="296238" y="50142"/>
                </a:lnTo>
                <a:lnTo>
                  <a:pt x="295565" y="50219"/>
                </a:lnTo>
                <a:lnTo>
                  <a:pt x="294894" y="50314"/>
                </a:lnTo>
                <a:lnTo>
                  <a:pt x="294226" y="50425"/>
                </a:lnTo>
                <a:lnTo>
                  <a:pt x="293560" y="50554"/>
                </a:lnTo>
                <a:lnTo>
                  <a:pt x="292898" y="50700"/>
                </a:lnTo>
                <a:lnTo>
                  <a:pt x="292237" y="50864"/>
                </a:lnTo>
                <a:lnTo>
                  <a:pt x="291580" y="51044"/>
                </a:lnTo>
                <a:lnTo>
                  <a:pt x="290926" y="51242"/>
                </a:lnTo>
                <a:lnTo>
                  <a:pt x="290274" y="51456"/>
                </a:lnTo>
                <a:lnTo>
                  <a:pt x="289624" y="51688"/>
                </a:lnTo>
                <a:lnTo>
                  <a:pt x="288978" y="51937"/>
                </a:lnTo>
                <a:lnTo>
                  <a:pt x="288334" y="52204"/>
                </a:lnTo>
                <a:lnTo>
                  <a:pt x="287693" y="52487"/>
                </a:lnTo>
                <a:lnTo>
                  <a:pt x="287055" y="52788"/>
                </a:lnTo>
                <a:lnTo>
                  <a:pt x="286419" y="53106"/>
                </a:lnTo>
                <a:lnTo>
                  <a:pt x="285786" y="53441"/>
                </a:lnTo>
                <a:lnTo>
                  <a:pt x="285156" y="53793"/>
                </a:lnTo>
                <a:lnTo>
                  <a:pt x="284528" y="54162"/>
                </a:lnTo>
                <a:lnTo>
                  <a:pt x="283904" y="54549"/>
                </a:lnTo>
                <a:lnTo>
                  <a:pt x="283282" y="54953"/>
                </a:lnTo>
                <a:lnTo>
                  <a:pt x="282661" y="55378"/>
                </a:lnTo>
                <a:lnTo>
                  <a:pt x="282041" y="55831"/>
                </a:lnTo>
                <a:lnTo>
                  <a:pt x="281420" y="56310"/>
                </a:lnTo>
                <a:lnTo>
                  <a:pt x="280800" y="56815"/>
                </a:lnTo>
                <a:lnTo>
                  <a:pt x="280180" y="57347"/>
                </a:lnTo>
                <a:lnTo>
                  <a:pt x="279561" y="57906"/>
                </a:lnTo>
                <a:lnTo>
                  <a:pt x="278941" y="58491"/>
                </a:lnTo>
                <a:lnTo>
                  <a:pt x="278322" y="59103"/>
                </a:lnTo>
                <a:lnTo>
                  <a:pt x="277702" y="59741"/>
                </a:lnTo>
                <a:lnTo>
                  <a:pt x="277083" y="60406"/>
                </a:lnTo>
                <a:lnTo>
                  <a:pt x="276465" y="61097"/>
                </a:lnTo>
                <a:lnTo>
                  <a:pt x="275846" y="61815"/>
                </a:lnTo>
                <a:lnTo>
                  <a:pt x="275228" y="62560"/>
                </a:lnTo>
                <a:lnTo>
                  <a:pt x="274609" y="63331"/>
                </a:lnTo>
                <a:lnTo>
                  <a:pt x="273991" y="64129"/>
                </a:lnTo>
                <a:lnTo>
                  <a:pt x="273373" y="64954"/>
                </a:lnTo>
                <a:lnTo>
                  <a:pt x="272756" y="65805"/>
                </a:lnTo>
                <a:lnTo>
                  <a:pt x="272138" y="66682"/>
                </a:lnTo>
                <a:lnTo>
                  <a:pt x="271521" y="67587"/>
                </a:lnTo>
                <a:lnTo>
                  <a:pt x="270903" y="68517"/>
                </a:lnTo>
                <a:lnTo>
                  <a:pt x="270286" y="69475"/>
                </a:lnTo>
                <a:lnTo>
                  <a:pt x="269670" y="70459"/>
                </a:lnTo>
                <a:lnTo>
                  <a:pt x="269053" y="71469"/>
                </a:lnTo>
                <a:lnTo>
                  <a:pt x="268437" y="72506"/>
                </a:lnTo>
                <a:lnTo>
                  <a:pt x="268437" y="50213"/>
                </a:lnTo>
                <a:lnTo>
                  <a:pt x="264478" y="50213"/>
                </a:lnTo>
                <a:lnTo>
                  <a:pt x="235100" y="62099"/>
                </a:lnTo>
                <a:lnTo>
                  <a:pt x="236350" y="65432"/>
                </a:lnTo>
                <a:lnTo>
                  <a:pt x="236669" y="65313"/>
                </a:lnTo>
                <a:lnTo>
                  <a:pt x="236983" y="65199"/>
                </a:lnTo>
                <a:close/>
                <a:moveTo>
                  <a:pt x="270522" y="76618"/>
                </a:moveTo>
                <a:lnTo>
                  <a:pt x="271183" y="75929"/>
                </a:lnTo>
                <a:lnTo>
                  <a:pt x="271827" y="75266"/>
                </a:lnTo>
                <a:lnTo>
                  <a:pt x="272454" y="74628"/>
                </a:lnTo>
                <a:lnTo>
                  <a:pt x="273064" y="74017"/>
                </a:lnTo>
                <a:lnTo>
                  <a:pt x="273657" y="73432"/>
                </a:lnTo>
                <a:lnTo>
                  <a:pt x="274233" y="72873"/>
                </a:lnTo>
                <a:lnTo>
                  <a:pt x="274792" y="72340"/>
                </a:lnTo>
                <a:lnTo>
                  <a:pt x="275334" y="71833"/>
                </a:lnTo>
                <a:lnTo>
                  <a:pt x="275859" y="71352"/>
                </a:lnTo>
                <a:lnTo>
                  <a:pt x="276367" y="70896"/>
                </a:lnTo>
                <a:lnTo>
                  <a:pt x="276858" y="70467"/>
                </a:lnTo>
                <a:lnTo>
                  <a:pt x="277332" y="70064"/>
                </a:lnTo>
                <a:lnTo>
                  <a:pt x="277789" y="69687"/>
                </a:lnTo>
                <a:lnTo>
                  <a:pt x="278229" y="69336"/>
                </a:lnTo>
                <a:lnTo>
                  <a:pt x="278652" y="69011"/>
                </a:lnTo>
                <a:lnTo>
                  <a:pt x="279058" y="68712"/>
                </a:lnTo>
                <a:lnTo>
                  <a:pt x="279447" y="68439"/>
                </a:lnTo>
                <a:lnTo>
                  <a:pt x="279819" y="68192"/>
                </a:lnTo>
                <a:lnTo>
                  <a:pt x="280174" y="67971"/>
                </a:lnTo>
                <a:lnTo>
                  <a:pt x="280512" y="67776"/>
                </a:lnTo>
                <a:lnTo>
                  <a:pt x="280833" y="67607"/>
                </a:lnTo>
                <a:lnTo>
                  <a:pt x="281242" y="67403"/>
                </a:lnTo>
                <a:lnTo>
                  <a:pt x="281650" y="67208"/>
                </a:lnTo>
                <a:lnTo>
                  <a:pt x="282059" y="67022"/>
                </a:lnTo>
                <a:lnTo>
                  <a:pt x="282468" y="66844"/>
                </a:lnTo>
                <a:lnTo>
                  <a:pt x="282878" y="66675"/>
                </a:lnTo>
                <a:lnTo>
                  <a:pt x="283288" y="66515"/>
                </a:lnTo>
                <a:lnTo>
                  <a:pt x="283698" y="66363"/>
                </a:lnTo>
                <a:lnTo>
                  <a:pt x="284109" y="66220"/>
                </a:lnTo>
                <a:lnTo>
                  <a:pt x="284520" y="66085"/>
                </a:lnTo>
                <a:lnTo>
                  <a:pt x="284932" y="65960"/>
                </a:lnTo>
                <a:lnTo>
                  <a:pt x="285344" y="65843"/>
                </a:lnTo>
                <a:lnTo>
                  <a:pt x="285756" y="65734"/>
                </a:lnTo>
                <a:lnTo>
                  <a:pt x="286168" y="65635"/>
                </a:lnTo>
                <a:lnTo>
                  <a:pt x="286581" y="65543"/>
                </a:lnTo>
                <a:lnTo>
                  <a:pt x="286994" y="65461"/>
                </a:lnTo>
                <a:lnTo>
                  <a:pt x="287408" y="65387"/>
                </a:lnTo>
                <a:lnTo>
                  <a:pt x="287822" y="65322"/>
                </a:lnTo>
                <a:lnTo>
                  <a:pt x="288236" y="65266"/>
                </a:lnTo>
                <a:lnTo>
                  <a:pt x="288651" y="65218"/>
                </a:lnTo>
                <a:lnTo>
                  <a:pt x="289066" y="65179"/>
                </a:lnTo>
                <a:lnTo>
                  <a:pt x="289482" y="65149"/>
                </a:lnTo>
                <a:lnTo>
                  <a:pt x="289897" y="65127"/>
                </a:lnTo>
                <a:lnTo>
                  <a:pt x="290314" y="65114"/>
                </a:lnTo>
                <a:lnTo>
                  <a:pt x="290730" y="65110"/>
                </a:lnTo>
                <a:lnTo>
                  <a:pt x="291490" y="65124"/>
                </a:lnTo>
                <a:lnTo>
                  <a:pt x="292241" y="65166"/>
                </a:lnTo>
                <a:lnTo>
                  <a:pt x="292983" y="65237"/>
                </a:lnTo>
                <a:lnTo>
                  <a:pt x="293717" y="65335"/>
                </a:lnTo>
                <a:lnTo>
                  <a:pt x="294441" y="65462"/>
                </a:lnTo>
                <a:lnTo>
                  <a:pt x="295158" y="65617"/>
                </a:lnTo>
                <a:lnTo>
                  <a:pt x="295865" y="65800"/>
                </a:lnTo>
                <a:lnTo>
                  <a:pt x="296564" y="66012"/>
                </a:lnTo>
                <a:lnTo>
                  <a:pt x="297254" y="66251"/>
                </a:lnTo>
                <a:lnTo>
                  <a:pt x="297936" y="66519"/>
                </a:lnTo>
                <a:lnTo>
                  <a:pt x="298608" y="66815"/>
                </a:lnTo>
                <a:lnTo>
                  <a:pt x="299273" y="67139"/>
                </a:lnTo>
                <a:lnTo>
                  <a:pt x="299928" y="67491"/>
                </a:lnTo>
                <a:lnTo>
                  <a:pt x="300575" y="67872"/>
                </a:lnTo>
                <a:lnTo>
                  <a:pt x="301213" y="68280"/>
                </a:lnTo>
                <a:lnTo>
                  <a:pt x="301842" y="68717"/>
                </a:lnTo>
                <a:lnTo>
                  <a:pt x="302463" y="69182"/>
                </a:lnTo>
                <a:lnTo>
                  <a:pt x="303075" y="69675"/>
                </a:lnTo>
                <a:lnTo>
                  <a:pt x="303678" y="70197"/>
                </a:lnTo>
                <a:lnTo>
                  <a:pt x="304273" y="70746"/>
                </a:lnTo>
                <a:lnTo>
                  <a:pt x="304859" y="71324"/>
                </a:lnTo>
                <a:lnTo>
                  <a:pt x="305436" y="71930"/>
                </a:lnTo>
                <a:lnTo>
                  <a:pt x="306005" y="72564"/>
                </a:lnTo>
                <a:lnTo>
                  <a:pt x="306565" y="73226"/>
                </a:lnTo>
                <a:lnTo>
                  <a:pt x="307347" y="74223"/>
                </a:lnTo>
                <a:lnTo>
                  <a:pt x="308096" y="75255"/>
                </a:lnTo>
                <a:lnTo>
                  <a:pt x="308811" y="76323"/>
                </a:lnTo>
                <a:lnTo>
                  <a:pt x="309493" y="77425"/>
                </a:lnTo>
                <a:lnTo>
                  <a:pt x="310142" y="78562"/>
                </a:lnTo>
                <a:lnTo>
                  <a:pt x="310758" y="79734"/>
                </a:lnTo>
                <a:lnTo>
                  <a:pt x="311340" y="80942"/>
                </a:lnTo>
                <a:lnTo>
                  <a:pt x="311889" y="82184"/>
                </a:lnTo>
                <a:lnTo>
                  <a:pt x="312405" y="83462"/>
                </a:lnTo>
                <a:lnTo>
                  <a:pt x="312888" y="84774"/>
                </a:lnTo>
                <a:lnTo>
                  <a:pt x="313337" y="86122"/>
                </a:lnTo>
                <a:lnTo>
                  <a:pt x="313753" y="87505"/>
                </a:lnTo>
                <a:lnTo>
                  <a:pt x="314136" y="88922"/>
                </a:lnTo>
                <a:lnTo>
                  <a:pt x="314485" y="90375"/>
                </a:lnTo>
                <a:lnTo>
                  <a:pt x="314801" y="91863"/>
                </a:lnTo>
                <a:lnTo>
                  <a:pt x="315084" y="93385"/>
                </a:lnTo>
                <a:lnTo>
                  <a:pt x="315334" y="94943"/>
                </a:lnTo>
                <a:lnTo>
                  <a:pt x="315550" y="96536"/>
                </a:lnTo>
                <a:lnTo>
                  <a:pt x="315733" y="98164"/>
                </a:lnTo>
                <a:lnTo>
                  <a:pt x="315883" y="99827"/>
                </a:lnTo>
                <a:lnTo>
                  <a:pt x="315999" y="101525"/>
                </a:lnTo>
                <a:lnTo>
                  <a:pt x="316083" y="103258"/>
                </a:lnTo>
                <a:lnTo>
                  <a:pt x="316132" y="105026"/>
                </a:lnTo>
                <a:lnTo>
                  <a:pt x="316149" y="106829"/>
                </a:lnTo>
                <a:lnTo>
                  <a:pt x="316134" y="108418"/>
                </a:lnTo>
                <a:lnTo>
                  <a:pt x="316091" y="109977"/>
                </a:lnTo>
                <a:lnTo>
                  <a:pt x="316017" y="111507"/>
                </a:lnTo>
                <a:lnTo>
                  <a:pt x="315915" y="113006"/>
                </a:lnTo>
                <a:lnTo>
                  <a:pt x="315783" y="114475"/>
                </a:lnTo>
                <a:lnTo>
                  <a:pt x="315622" y="115914"/>
                </a:lnTo>
                <a:lnTo>
                  <a:pt x="315431" y="117323"/>
                </a:lnTo>
                <a:lnTo>
                  <a:pt x="315212" y="118702"/>
                </a:lnTo>
                <a:lnTo>
                  <a:pt x="314962" y="120052"/>
                </a:lnTo>
                <a:lnTo>
                  <a:pt x="314684" y="121371"/>
                </a:lnTo>
                <a:lnTo>
                  <a:pt x="314376" y="122660"/>
                </a:lnTo>
                <a:lnTo>
                  <a:pt x="314040" y="123919"/>
                </a:lnTo>
                <a:lnTo>
                  <a:pt x="313673" y="125148"/>
                </a:lnTo>
                <a:lnTo>
                  <a:pt x="313278" y="126347"/>
                </a:lnTo>
                <a:lnTo>
                  <a:pt x="312853" y="127516"/>
                </a:lnTo>
                <a:lnTo>
                  <a:pt x="312399" y="128656"/>
                </a:lnTo>
                <a:lnTo>
                  <a:pt x="311915" y="129765"/>
                </a:lnTo>
                <a:lnTo>
                  <a:pt x="311403" y="130844"/>
                </a:lnTo>
                <a:lnTo>
                  <a:pt x="310861" y="131893"/>
                </a:lnTo>
                <a:lnTo>
                  <a:pt x="310289" y="132912"/>
                </a:lnTo>
                <a:lnTo>
                  <a:pt x="309689" y="133901"/>
                </a:lnTo>
                <a:lnTo>
                  <a:pt x="309059" y="134860"/>
                </a:lnTo>
                <a:lnTo>
                  <a:pt x="308399" y="135790"/>
                </a:lnTo>
                <a:lnTo>
                  <a:pt x="307711" y="136689"/>
                </a:lnTo>
                <a:lnTo>
                  <a:pt x="307166" y="137351"/>
                </a:lnTo>
                <a:lnTo>
                  <a:pt x="306607" y="137985"/>
                </a:lnTo>
                <a:lnTo>
                  <a:pt x="306034" y="138591"/>
                </a:lnTo>
                <a:lnTo>
                  <a:pt x="305448" y="139169"/>
                </a:lnTo>
                <a:lnTo>
                  <a:pt x="304848" y="139718"/>
                </a:lnTo>
                <a:lnTo>
                  <a:pt x="304234" y="140239"/>
                </a:lnTo>
                <a:lnTo>
                  <a:pt x="303606" y="140733"/>
                </a:lnTo>
                <a:lnTo>
                  <a:pt x="302965" y="141198"/>
                </a:lnTo>
                <a:lnTo>
                  <a:pt x="302310" y="141634"/>
                </a:lnTo>
                <a:lnTo>
                  <a:pt x="301641" y="142043"/>
                </a:lnTo>
                <a:lnTo>
                  <a:pt x="300959" y="142423"/>
                </a:lnTo>
                <a:lnTo>
                  <a:pt x="300262" y="142776"/>
                </a:lnTo>
                <a:lnTo>
                  <a:pt x="299552" y="143100"/>
                </a:lnTo>
                <a:lnTo>
                  <a:pt x="298828" y="143396"/>
                </a:lnTo>
                <a:lnTo>
                  <a:pt x="298091" y="143663"/>
                </a:lnTo>
                <a:lnTo>
                  <a:pt x="297340" y="143903"/>
                </a:lnTo>
                <a:lnTo>
                  <a:pt x="296575" y="144114"/>
                </a:lnTo>
                <a:lnTo>
                  <a:pt x="295796" y="144297"/>
                </a:lnTo>
                <a:lnTo>
                  <a:pt x="295003" y="144452"/>
                </a:lnTo>
                <a:lnTo>
                  <a:pt x="294197" y="144579"/>
                </a:lnTo>
                <a:lnTo>
                  <a:pt x="293377" y="144678"/>
                </a:lnTo>
                <a:lnTo>
                  <a:pt x="292543" y="144748"/>
                </a:lnTo>
                <a:lnTo>
                  <a:pt x="291696" y="144791"/>
                </a:lnTo>
                <a:lnTo>
                  <a:pt x="290834" y="144805"/>
                </a:lnTo>
                <a:lnTo>
                  <a:pt x="290119" y="144797"/>
                </a:lnTo>
                <a:lnTo>
                  <a:pt x="289414" y="144773"/>
                </a:lnTo>
                <a:lnTo>
                  <a:pt x="288719" y="144733"/>
                </a:lnTo>
                <a:lnTo>
                  <a:pt x="288035" y="144677"/>
                </a:lnTo>
                <a:lnTo>
                  <a:pt x="287360" y="144606"/>
                </a:lnTo>
                <a:lnTo>
                  <a:pt x="286697" y="144519"/>
                </a:lnTo>
                <a:lnTo>
                  <a:pt x="286043" y="144415"/>
                </a:lnTo>
                <a:lnTo>
                  <a:pt x="285400" y="144296"/>
                </a:lnTo>
                <a:lnTo>
                  <a:pt x="284767" y="144161"/>
                </a:lnTo>
                <a:lnTo>
                  <a:pt x="284144" y="144010"/>
                </a:lnTo>
                <a:lnTo>
                  <a:pt x="283532" y="143843"/>
                </a:lnTo>
                <a:lnTo>
                  <a:pt x="282930" y="143660"/>
                </a:lnTo>
                <a:lnTo>
                  <a:pt x="282338" y="143462"/>
                </a:lnTo>
                <a:lnTo>
                  <a:pt x="281757" y="143247"/>
                </a:lnTo>
                <a:lnTo>
                  <a:pt x="281186" y="143017"/>
                </a:lnTo>
                <a:lnTo>
                  <a:pt x="280625" y="142770"/>
                </a:lnTo>
                <a:lnTo>
                  <a:pt x="280075" y="142508"/>
                </a:lnTo>
                <a:lnTo>
                  <a:pt x="279535" y="142230"/>
                </a:lnTo>
                <a:lnTo>
                  <a:pt x="279005" y="141936"/>
                </a:lnTo>
                <a:lnTo>
                  <a:pt x="278485" y="141626"/>
                </a:lnTo>
                <a:lnTo>
                  <a:pt x="277976" y="141300"/>
                </a:lnTo>
                <a:lnTo>
                  <a:pt x="277477" y="140958"/>
                </a:lnTo>
                <a:lnTo>
                  <a:pt x="276988" y="140601"/>
                </a:lnTo>
                <a:lnTo>
                  <a:pt x="276510" y="140227"/>
                </a:lnTo>
                <a:lnTo>
                  <a:pt x="276044" y="139843"/>
                </a:lnTo>
                <a:lnTo>
                  <a:pt x="275593" y="139454"/>
                </a:lnTo>
                <a:lnTo>
                  <a:pt x="275157" y="139060"/>
                </a:lnTo>
                <a:lnTo>
                  <a:pt x="274735" y="138661"/>
                </a:lnTo>
                <a:lnTo>
                  <a:pt x="274328" y="138257"/>
                </a:lnTo>
                <a:lnTo>
                  <a:pt x="273935" y="137848"/>
                </a:lnTo>
                <a:lnTo>
                  <a:pt x="273557" y="137433"/>
                </a:lnTo>
                <a:lnTo>
                  <a:pt x="273194" y="137014"/>
                </a:lnTo>
                <a:lnTo>
                  <a:pt x="272845" y="136589"/>
                </a:lnTo>
                <a:lnTo>
                  <a:pt x="272511" y="136160"/>
                </a:lnTo>
                <a:lnTo>
                  <a:pt x="272192" y="135725"/>
                </a:lnTo>
                <a:lnTo>
                  <a:pt x="271887" y="135286"/>
                </a:lnTo>
                <a:lnTo>
                  <a:pt x="271597" y="134841"/>
                </a:lnTo>
                <a:lnTo>
                  <a:pt x="271322" y="134391"/>
                </a:lnTo>
                <a:lnTo>
                  <a:pt x="271061" y="133936"/>
                </a:lnTo>
                <a:lnTo>
                  <a:pt x="270815" y="133476"/>
                </a:lnTo>
                <a:lnTo>
                  <a:pt x="270584" y="133011"/>
                </a:lnTo>
                <a:lnTo>
                  <a:pt x="270367" y="132541"/>
                </a:lnTo>
                <a:lnTo>
                  <a:pt x="270165" y="132066"/>
                </a:lnTo>
                <a:lnTo>
                  <a:pt x="269977" y="131586"/>
                </a:lnTo>
                <a:lnTo>
                  <a:pt x="269805" y="131101"/>
                </a:lnTo>
                <a:lnTo>
                  <a:pt x="269646" y="130610"/>
                </a:lnTo>
                <a:lnTo>
                  <a:pt x="269503" y="130115"/>
                </a:lnTo>
                <a:lnTo>
                  <a:pt x="269374" y="129614"/>
                </a:lnTo>
                <a:lnTo>
                  <a:pt x="269298" y="129297"/>
                </a:lnTo>
                <a:lnTo>
                  <a:pt x="269224" y="128953"/>
                </a:lnTo>
                <a:lnTo>
                  <a:pt x="269154" y="128581"/>
                </a:lnTo>
                <a:lnTo>
                  <a:pt x="269088" y="128181"/>
                </a:lnTo>
                <a:lnTo>
                  <a:pt x="269024" y="127755"/>
                </a:lnTo>
                <a:lnTo>
                  <a:pt x="268964" y="127300"/>
                </a:lnTo>
                <a:lnTo>
                  <a:pt x="268907" y="126818"/>
                </a:lnTo>
                <a:lnTo>
                  <a:pt x="268853" y="126309"/>
                </a:lnTo>
                <a:lnTo>
                  <a:pt x="268803" y="125772"/>
                </a:lnTo>
                <a:lnTo>
                  <a:pt x="268756" y="125208"/>
                </a:lnTo>
                <a:lnTo>
                  <a:pt x="268712" y="124616"/>
                </a:lnTo>
                <a:lnTo>
                  <a:pt x="268671" y="123997"/>
                </a:lnTo>
                <a:lnTo>
                  <a:pt x="268633" y="123350"/>
                </a:lnTo>
                <a:lnTo>
                  <a:pt x="268599" y="122676"/>
                </a:lnTo>
                <a:lnTo>
                  <a:pt x="268568" y="121975"/>
                </a:lnTo>
                <a:lnTo>
                  <a:pt x="268541" y="121246"/>
                </a:lnTo>
                <a:lnTo>
                  <a:pt x="268516" y="120489"/>
                </a:lnTo>
                <a:lnTo>
                  <a:pt x="268495" y="119705"/>
                </a:lnTo>
                <a:lnTo>
                  <a:pt x="268477" y="118894"/>
                </a:lnTo>
                <a:lnTo>
                  <a:pt x="268463" y="118055"/>
                </a:lnTo>
                <a:lnTo>
                  <a:pt x="268451" y="117188"/>
                </a:lnTo>
                <a:lnTo>
                  <a:pt x="268443" y="116294"/>
                </a:lnTo>
                <a:lnTo>
                  <a:pt x="268438" y="115373"/>
                </a:lnTo>
                <a:lnTo>
                  <a:pt x="268437" y="114424"/>
                </a:lnTo>
                <a:lnTo>
                  <a:pt x="268437" y="78842"/>
                </a:lnTo>
                <a:lnTo>
                  <a:pt x="269149" y="78074"/>
                </a:lnTo>
                <a:lnTo>
                  <a:pt x="269844" y="77333"/>
                </a:lnTo>
                <a:lnTo>
                  <a:pt x="270522" y="76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strategy">
            <a:extLst xmlns:a="http://schemas.openxmlformats.org/drawingml/2006/main">
              <a:ext uri="{FF2B5EF4-FFF2-40B4-BE49-F238E27FC236}">
                <a16:creationId xmlns:a16="http://schemas.microsoft.com/office/drawing/2014/main" id="{9F36FAD9-D7D7-412C-9B7B-EC926F3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035" y="6534015"/>
            <a:ext cx="658259" cy="172932"/>
          </a:xfrm>
          <a:custGeom xmlns:a="http://schemas.openxmlformats.org/drawingml/2006/main">
            <a:pathLst>
              <a:path w="658259" h="172932">
                <a:moveTo>
                  <a:pt x="57922" y="28753"/>
                </a:moveTo>
                <a:lnTo>
                  <a:pt x="57922" y="61047"/>
                </a:lnTo>
                <a:lnTo>
                  <a:pt x="54484" y="61047"/>
                </a:lnTo>
                <a:cubicBezTo>
                  <a:pt x="51845" y="50918"/>
                  <a:pt x="48459" y="44028"/>
                  <a:pt x="44327" y="40378"/>
                </a:cubicBezTo>
                <a:cubicBezTo>
                  <a:pt x="40195" y="36725"/>
                  <a:pt x="34934" y="34899"/>
                  <a:pt x="28544" y="34899"/>
                </a:cubicBezTo>
                <a:cubicBezTo>
                  <a:pt x="23683" y="34899"/>
                  <a:pt x="19759" y="36183"/>
                  <a:pt x="16772" y="38750"/>
                </a:cubicBezTo>
                <a:cubicBezTo>
                  <a:pt x="13786" y="41316"/>
                  <a:pt x="12293" y="44160"/>
                  <a:pt x="12293" y="47283"/>
                </a:cubicBezTo>
                <a:cubicBezTo>
                  <a:pt x="12293" y="51168"/>
                  <a:pt x="13404" y="54497"/>
                  <a:pt x="15626" y="57271"/>
                </a:cubicBezTo>
                <a:cubicBezTo>
                  <a:pt x="17779" y="60116"/>
                  <a:pt x="22155" y="63134"/>
                  <a:pt x="28753" y="66324"/>
                </a:cubicBezTo>
                <a:lnTo>
                  <a:pt x="43962" y="73714"/>
                </a:lnTo>
                <a:cubicBezTo>
                  <a:pt x="58061" y="80581"/>
                  <a:pt x="65110" y="89635"/>
                  <a:pt x="65110" y="100875"/>
                </a:cubicBezTo>
                <a:cubicBezTo>
                  <a:pt x="65110" y="109545"/>
                  <a:pt x="61828" y="116535"/>
                  <a:pt x="55265" y="121844"/>
                </a:cubicBezTo>
                <a:cubicBezTo>
                  <a:pt x="48702" y="127150"/>
                  <a:pt x="41358" y="129803"/>
                  <a:pt x="33232" y="129803"/>
                </a:cubicBezTo>
                <a:cubicBezTo>
                  <a:pt x="27398" y="129803"/>
                  <a:pt x="20731" y="128762"/>
                  <a:pt x="13230" y="126678"/>
                </a:cubicBezTo>
                <a:cubicBezTo>
                  <a:pt x="10938" y="125983"/>
                  <a:pt x="9063" y="125636"/>
                  <a:pt x="7605" y="125636"/>
                </a:cubicBezTo>
                <a:cubicBezTo>
                  <a:pt x="6007" y="125636"/>
                  <a:pt x="4757" y="126539"/>
                  <a:pt x="3855" y="128345"/>
                </a:cubicBezTo>
                <a:lnTo>
                  <a:pt x="417" y="128345"/>
                </a:lnTo>
                <a:lnTo>
                  <a:pt x="417" y="94175"/>
                </a:lnTo>
                <a:lnTo>
                  <a:pt x="3855" y="94175"/>
                </a:lnTo>
                <a:cubicBezTo>
                  <a:pt x="5799" y="103933"/>
                  <a:pt x="9515" y="111286"/>
                  <a:pt x="15001" y="116234"/>
                </a:cubicBezTo>
                <a:cubicBezTo>
                  <a:pt x="20488" y="121183"/>
                  <a:pt x="26634" y="123657"/>
                  <a:pt x="33440" y="123657"/>
                </a:cubicBezTo>
                <a:cubicBezTo>
                  <a:pt x="38233" y="123657"/>
                  <a:pt x="42139" y="122253"/>
                  <a:pt x="45160" y="119444"/>
                </a:cubicBezTo>
                <a:cubicBezTo>
                  <a:pt x="48181" y="116634"/>
                  <a:pt x="49692" y="113251"/>
                  <a:pt x="49692" y="109297"/>
                </a:cubicBezTo>
                <a:cubicBezTo>
                  <a:pt x="49692" y="104509"/>
                  <a:pt x="48008" y="100485"/>
                  <a:pt x="44639" y="97225"/>
                </a:cubicBezTo>
                <a:cubicBezTo>
                  <a:pt x="41271" y="93966"/>
                  <a:pt x="34552" y="89839"/>
                  <a:pt x="24481" y="84845"/>
                </a:cubicBezTo>
                <a:cubicBezTo>
                  <a:pt x="14411" y="79849"/>
                  <a:pt x="7813" y="75339"/>
                  <a:pt x="4688" y="71315"/>
                </a:cubicBezTo>
                <a:cubicBezTo>
                  <a:pt x="1563" y="67361"/>
                  <a:pt x="0" y="62366"/>
                  <a:pt x="0" y="56330"/>
                </a:cubicBezTo>
                <a:cubicBezTo>
                  <a:pt x="0" y="48491"/>
                  <a:pt x="2691" y="41935"/>
                  <a:pt x="8074" y="36663"/>
                </a:cubicBezTo>
                <a:cubicBezTo>
                  <a:pt x="13456" y="31390"/>
                  <a:pt x="20418" y="28753"/>
                  <a:pt x="28961" y="28753"/>
                </a:cubicBezTo>
                <a:cubicBezTo>
                  <a:pt x="32711" y="28753"/>
                  <a:pt x="37260" y="29551"/>
                  <a:pt x="42608" y="31149"/>
                </a:cubicBezTo>
                <a:cubicBezTo>
                  <a:pt x="46150" y="32190"/>
                  <a:pt x="48511" y="32711"/>
                  <a:pt x="49692" y="32711"/>
                </a:cubicBezTo>
                <a:cubicBezTo>
                  <a:pt x="50803" y="32711"/>
                  <a:pt x="51671" y="32468"/>
                  <a:pt x="52296" y="31982"/>
                </a:cubicBezTo>
                <a:cubicBezTo>
                  <a:pt x="52921" y="31496"/>
                  <a:pt x="53651" y="30419"/>
                  <a:pt x="54484" y="28753"/>
                </a:cubicBezTo>
                <a:lnTo>
                  <a:pt x="57922" y="28753"/>
                </a:lnTo>
                <a:close/>
                <a:moveTo>
                  <a:pt x="109301" y="0"/>
                </a:moveTo>
                <a:lnTo>
                  <a:pt x="109301" y="31461"/>
                </a:lnTo>
                <a:lnTo>
                  <a:pt x="131595" y="31461"/>
                </a:lnTo>
                <a:lnTo>
                  <a:pt x="131595" y="38753"/>
                </a:lnTo>
                <a:lnTo>
                  <a:pt x="109301" y="38753"/>
                </a:lnTo>
                <a:lnTo>
                  <a:pt x="109301" y="100549"/>
                </a:lnTo>
                <a:cubicBezTo>
                  <a:pt x="109301" y="106724"/>
                  <a:pt x="110187" y="110887"/>
                  <a:pt x="111958" y="113037"/>
                </a:cubicBezTo>
                <a:cubicBezTo>
                  <a:pt x="113729" y="115186"/>
                  <a:pt x="116003" y="116260"/>
                  <a:pt x="118781" y="116260"/>
                </a:cubicBezTo>
                <a:cubicBezTo>
                  <a:pt x="121073" y="116260"/>
                  <a:pt x="123296" y="115549"/>
                  <a:pt x="125449" y="114125"/>
                </a:cubicBezTo>
                <a:cubicBezTo>
                  <a:pt x="127602" y="112701"/>
                  <a:pt x="129268" y="110600"/>
                  <a:pt x="130449" y="107822"/>
                </a:cubicBezTo>
                <a:lnTo>
                  <a:pt x="134512" y="107822"/>
                </a:lnTo>
                <a:cubicBezTo>
                  <a:pt x="132081" y="114648"/>
                  <a:pt x="128643" y="119810"/>
                  <a:pt x="124199" y="123309"/>
                </a:cubicBezTo>
                <a:cubicBezTo>
                  <a:pt x="119754" y="126805"/>
                  <a:pt x="115170" y="128553"/>
                  <a:pt x="110447" y="128553"/>
                </a:cubicBezTo>
                <a:cubicBezTo>
                  <a:pt x="107253" y="128553"/>
                  <a:pt x="104127" y="127667"/>
                  <a:pt x="101072" y="125893"/>
                </a:cubicBezTo>
                <a:cubicBezTo>
                  <a:pt x="98016" y="124120"/>
                  <a:pt x="95759" y="121583"/>
                  <a:pt x="94300" y="118282"/>
                </a:cubicBezTo>
                <a:cubicBezTo>
                  <a:pt x="92842" y="114979"/>
                  <a:pt x="92112" y="109885"/>
                  <a:pt x="92112" y="103001"/>
                </a:cubicBezTo>
                <a:lnTo>
                  <a:pt x="92112" y="38753"/>
                </a:lnTo>
                <a:lnTo>
                  <a:pt x="77007" y="38753"/>
                </a:lnTo>
                <a:lnTo>
                  <a:pt x="77007" y="35316"/>
                </a:lnTo>
                <a:cubicBezTo>
                  <a:pt x="80827" y="33783"/>
                  <a:pt x="84733" y="31189"/>
                  <a:pt x="88727" y="27532"/>
                </a:cubicBezTo>
                <a:cubicBezTo>
                  <a:pt x="92720" y="23875"/>
                  <a:pt x="96279" y="19538"/>
                  <a:pt x="99405" y="14523"/>
                </a:cubicBezTo>
                <a:cubicBezTo>
                  <a:pt x="101002" y="11877"/>
                  <a:pt x="103224" y="7036"/>
                  <a:pt x="106072" y="0"/>
                </a:cubicBezTo>
                <a:lnTo>
                  <a:pt x="109301" y="0"/>
                </a:lnTo>
                <a:close/>
                <a:moveTo>
                  <a:pt x="169249" y="28753"/>
                </a:moveTo>
                <a:lnTo>
                  <a:pt x="169249" y="50213"/>
                </a:lnTo>
                <a:cubicBezTo>
                  <a:pt x="177235" y="35906"/>
                  <a:pt x="185431" y="28753"/>
                  <a:pt x="193834" y="28753"/>
                </a:cubicBezTo>
                <a:cubicBezTo>
                  <a:pt x="197654" y="28753"/>
                  <a:pt x="200814" y="29916"/>
                  <a:pt x="203314" y="32242"/>
                </a:cubicBezTo>
                <a:cubicBezTo>
                  <a:pt x="205814" y="34569"/>
                  <a:pt x="207065" y="37260"/>
                  <a:pt x="207065" y="40316"/>
                </a:cubicBezTo>
                <a:cubicBezTo>
                  <a:pt x="207065" y="43025"/>
                  <a:pt x="206162" y="45317"/>
                  <a:pt x="204356" y="47192"/>
                </a:cubicBezTo>
                <a:cubicBezTo>
                  <a:pt x="202550" y="49067"/>
                  <a:pt x="200397" y="50004"/>
                  <a:pt x="197897" y="50004"/>
                </a:cubicBezTo>
                <a:cubicBezTo>
                  <a:pt x="195466" y="50004"/>
                  <a:pt x="192740" y="48806"/>
                  <a:pt x="189719" y="46410"/>
                </a:cubicBezTo>
                <a:cubicBezTo>
                  <a:pt x="186698" y="44014"/>
                  <a:pt x="184458" y="42816"/>
                  <a:pt x="183000" y="42816"/>
                </a:cubicBezTo>
                <a:cubicBezTo>
                  <a:pt x="181750" y="42816"/>
                  <a:pt x="180395" y="43509"/>
                  <a:pt x="178937" y="44893"/>
                </a:cubicBezTo>
                <a:cubicBezTo>
                  <a:pt x="175812" y="47734"/>
                  <a:pt x="172582" y="52410"/>
                  <a:pt x="169249" y="58921"/>
                </a:cubicBezTo>
                <a:lnTo>
                  <a:pt x="169249" y="104537"/>
                </a:lnTo>
                <a:cubicBezTo>
                  <a:pt x="169249" y="109800"/>
                  <a:pt x="169908" y="113783"/>
                  <a:pt x="171228" y="116485"/>
                </a:cubicBezTo>
                <a:cubicBezTo>
                  <a:pt x="172131" y="118356"/>
                  <a:pt x="173728" y="119915"/>
                  <a:pt x="176020" y="121163"/>
                </a:cubicBezTo>
                <a:cubicBezTo>
                  <a:pt x="178312" y="122409"/>
                  <a:pt x="181611" y="123032"/>
                  <a:pt x="185917" y="123032"/>
                </a:cubicBezTo>
                <a:lnTo>
                  <a:pt x="185917" y="126886"/>
                </a:lnTo>
                <a:lnTo>
                  <a:pt x="137058" y="126886"/>
                </a:lnTo>
                <a:lnTo>
                  <a:pt x="137058" y="123032"/>
                </a:lnTo>
                <a:cubicBezTo>
                  <a:pt x="141920" y="123032"/>
                  <a:pt x="145531" y="122270"/>
                  <a:pt x="147893" y="120746"/>
                </a:cubicBezTo>
                <a:cubicBezTo>
                  <a:pt x="149629" y="119637"/>
                  <a:pt x="150844" y="117870"/>
                  <a:pt x="151539" y="115443"/>
                </a:cubicBezTo>
                <a:cubicBezTo>
                  <a:pt x="151886" y="114265"/>
                  <a:pt x="152060" y="110904"/>
                  <a:pt x="152060" y="105361"/>
                </a:cubicBezTo>
                <a:lnTo>
                  <a:pt x="152060" y="68460"/>
                </a:lnTo>
                <a:cubicBezTo>
                  <a:pt x="152060" y="57372"/>
                  <a:pt x="151834" y="50772"/>
                  <a:pt x="151382" y="48660"/>
                </a:cubicBezTo>
                <a:cubicBezTo>
                  <a:pt x="150931" y="46546"/>
                  <a:pt x="150098" y="45004"/>
                  <a:pt x="148882" y="44034"/>
                </a:cubicBezTo>
                <a:cubicBezTo>
                  <a:pt x="147667" y="43064"/>
                  <a:pt x="146156" y="42579"/>
                  <a:pt x="144351" y="42579"/>
                </a:cubicBezTo>
                <a:cubicBezTo>
                  <a:pt x="142198" y="42579"/>
                  <a:pt x="139767" y="43098"/>
                  <a:pt x="137058" y="44138"/>
                </a:cubicBezTo>
                <a:lnTo>
                  <a:pt x="136017" y="40394"/>
                </a:lnTo>
                <a:lnTo>
                  <a:pt x="164873" y="28753"/>
                </a:lnTo>
                <a:lnTo>
                  <a:pt x="169249" y="28753"/>
                </a:lnTo>
                <a:close/>
                <a:moveTo>
                  <a:pt x="263669" y="113135"/>
                </a:moveTo>
                <a:cubicBezTo>
                  <a:pt x="253877" y="120705"/>
                  <a:pt x="247730" y="125081"/>
                  <a:pt x="245230" y="126261"/>
                </a:cubicBezTo>
                <a:cubicBezTo>
                  <a:pt x="241480" y="128067"/>
                  <a:pt x="237486" y="128970"/>
                  <a:pt x="233250" y="128970"/>
                </a:cubicBezTo>
                <a:cubicBezTo>
                  <a:pt x="226652" y="128970"/>
                  <a:pt x="221218" y="126713"/>
                  <a:pt x="216946" y="122198"/>
                </a:cubicBezTo>
                <a:cubicBezTo>
                  <a:pt x="212675" y="117684"/>
                  <a:pt x="210540" y="111746"/>
                  <a:pt x="210540" y="104384"/>
                </a:cubicBezTo>
                <a:cubicBezTo>
                  <a:pt x="210540" y="99731"/>
                  <a:pt x="211581" y="95703"/>
                  <a:pt x="213665" y="92300"/>
                </a:cubicBezTo>
                <a:cubicBezTo>
                  <a:pt x="216512" y="87577"/>
                  <a:pt x="221461" y="83132"/>
                  <a:pt x="228510" y="78965"/>
                </a:cubicBezTo>
                <a:cubicBezTo>
                  <a:pt x="235559" y="74798"/>
                  <a:pt x="247279" y="69728"/>
                  <a:pt x="263669" y="63756"/>
                </a:cubicBezTo>
                <a:lnTo>
                  <a:pt x="263669" y="60005"/>
                </a:lnTo>
                <a:cubicBezTo>
                  <a:pt x="263669" y="50491"/>
                  <a:pt x="262159" y="43962"/>
                  <a:pt x="259138" y="40420"/>
                </a:cubicBezTo>
                <a:cubicBezTo>
                  <a:pt x="256117" y="36878"/>
                  <a:pt x="251724" y="35107"/>
                  <a:pt x="245959" y="35107"/>
                </a:cubicBezTo>
                <a:cubicBezTo>
                  <a:pt x="241584" y="35107"/>
                  <a:pt x="238112" y="36284"/>
                  <a:pt x="235542" y="38636"/>
                </a:cubicBezTo>
                <a:cubicBezTo>
                  <a:pt x="232903" y="40989"/>
                  <a:pt x="231583" y="43688"/>
                  <a:pt x="231583" y="46733"/>
                </a:cubicBezTo>
                <a:lnTo>
                  <a:pt x="231792" y="52752"/>
                </a:lnTo>
                <a:cubicBezTo>
                  <a:pt x="231792" y="55934"/>
                  <a:pt x="230975" y="58390"/>
                  <a:pt x="229343" y="60119"/>
                </a:cubicBezTo>
                <a:cubicBezTo>
                  <a:pt x="227711" y="61849"/>
                  <a:pt x="225576" y="62714"/>
                  <a:pt x="222937" y="62714"/>
                </a:cubicBezTo>
                <a:cubicBezTo>
                  <a:pt x="220367" y="62714"/>
                  <a:pt x="218266" y="61814"/>
                  <a:pt x="216634" y="60015"/>
                </a:cubicBezTo>
                <a:cubicBezTo>
                  <a:pt x="215002" y="58214"/>
                  <a:pt x="214186" y="55755"/>
                  <a:pt x="214186" y="52638"/>
                </a:cubicBezTo>
                <a:cubicBezTo>
                  <a:pt x="214186" y="46685"/>
                  <a:pt x="217242" y="41216"/>
                  <a:pt x="223353" y="36230"/>
                </a:cubicBezTo>
                <a:cubicBezTo>
                  <a:pt x="229465" y="31245"/>
                  <a:pt x="238042" y="28753"/>
                  <a:pt x="249085" y="28753"/>
                </a:cubicBezTo>
                <a:cubicBezTo>
                  <a:pt x="257558" y="28753"/>
                  <a:pt x="264503" y="30174"/>
                  <a:pt x="269920" y="33017"/>
                </a:cubicBezTo>
                <a:cubicBezTo>
                  <a:pt x="274018" y="35168"/>
                  <a:pt x="277039" y="38533"/>
                  <a:pt x="278983" y="43113"/>
                </a:cubicBezTo>
                <a:cubicBezTo>
                  <a:pt x="280233" y="46095"/>
                  <a:pt x="280858" y="52199"/>
                  <a:pt x="280858" y="61425"/>
                </a:cubicBezTo>
                <a:lnTo>
                  <a:pt x="280858" y="93784"/>
                </a:lnTo>
                <a:cubicBezTo>
                  <a:pt x="280858" y="102872"/>
                  <a:pt x="281032" y="108439"/>
                  <a:pt x="281379" y="110485"/>
                </a:cubicBezTo>
                <a:cubicBezTo>
                  <a:pt x="281727" y="112532"/>
                  <a:pt x="282300" y="113902"/>
                  <a:pt x="283098" y="114597"/>
                </a:cubicBezTo>
                <a:cubicBezTo>
                  <a:pt x="283897" y="115289"/>
                  <a:pt x="284817" y="115635"/>
                  <a:pt x="285859" y="115635"/>
                </a:cubicBezTo>
                <a:cubicBezTo>
                  <a:pt x="286970" y="115635"/>
                  <a:pt x="287942" y="115392"/>
                  <a:pt x="288776" y="114906"/>
                </a:cubicBezTo>
                <a:cubicBezTo>
                  <a:pt x="290234" y="114003"/>
                  <a:pt x="293047" y="111468"/>
                  <a:pt x="297214" y="107301"/>
                </a:cubicBezTo>
                <a:lnTo>
                  <a:pt x="297214" y="113135"/>
                </a:lnTo>
                <a:cubicBezTo>
                  <a:pt x="289436" y="123553"/>
                  <a:pt x="282004" y="128762"/>
                  <a:pt x="274920" y="128762"/>
                </a:cubicBezTo>
                <a:cubicBezTo>
                  <a:pt x="271517" y="128762"/>
                  <a:pt x="268809" y="127581"/>
                  <a:pt x="266795" y="125220"/>
                </a:cubicBezTo>
                <a:cubicBezTo>
                  <a:pt x="264781" y="122858"/>
                  <a:pt x="263739" y="118830"/>
                  <a:pt x="263669" y="113135"/>
                </a:cubicBezTo>
                <a:moveTo>
                  <a:pt x="263669" y="106305"/>
                </a:moveTo>
                <a:lnTo>
                  <a:pt x="263669" y="70110"/>
                </a:lnTo>
                <a:cubicBezTo>
                  <a:pt x="253182" y="74258"/>
                  <a:pt x="246411" y="77197"/>
                  <a:pt x="243355" y="78926"/>
                </a:cubicBezTo>
                <a:cubicBezTo>
                  <a:pt x="237868" y="81969"/>
                  <a:pt x="233944" y="85150"/>
                  <a:pt x="231583" y="88468"/>
                </a:cubicBezTo>
                <a:cubicBezTo>
                  <a:pt x="229222" y="91787"/>
                  <a:pt x="228041" y="95417"/>
                  <a:pt x="228041" y="99358"/>
                </a:cubicBezTo>
                <a:cubicBezTo>
                  <a:pt x="228041" y="104337"/>
                  <a:pt x="229534" y="108468"/>
                  <a:pt x="232521" y="111752"/>
                </a:cubicBezTo>
                <a:cubicBezTo>
                  <a:pt x="235507" y="115035"/>
                  <a:pt x="238945" y="116677"/>
                  <a:pt x="242834" y="116677"/>
                </a:cubicBezTo>
                <a:cubicBezTo>
                  <a:pt x="248112" y="116677"/>
                  <a:pt x="255057" y="113220"/>
                  <a:pt x="263669" y="106305"/>
                </a:cubicBezTo>
                <a:close/>
                <a:moveTo>
                  <a:pt x="331188" y="0"/>
                </a:moveTo>
                <a:lnTo>
                  <a:pt x="331188" y="31461"/>
                </a:lnTo>
                <a:lnTo>
                  <a:pt x="353482" y="31461"/>
                </a:lnTo>
                <a:lnTo>
                  <a:pt x="353482" y="38753"/>
                </a:lnTo>
                <a:lnTo>
                  <a:pt x="331188" y="38753"/>
                </a:lnTo>
                <a:lnTo>
                  <a:pt x="331188" y="100549"/>
                </a:lnTo>
                <a:cubicBezTo>
                  <a:pt x="331188" y="106724"/>
                  <a:pt x="332074" y="110887"/>
                  <a:pt x="333845" y="113037"/>
                </a:cubicBezTo>
                <a:cubicBezTo>
                  <a:pt x="335615" y="115186"/>
                  <a:pt x="337890" y="116260"/>
                  <a:pt x="340668" y="116260"/>
                </a:cubicBezTo>
                <a:cubicBezTo>
                  <a:pt x="342960" y="116260"/>
                  <a:pt x="345182" y="115549"/>
                  <a:pt x="347335" y="114125"/>
                </a:cubicBezTo>
                <a:cubicBezTo>
                  <a:pt x="349488" y="112701"/>
                  <a:pt x="351155" y="110600"/>
                  <a:pt x="352336" y="107822"/>
                </a:cubicBezTo>
                <a:lnTo>
                  <a:pt x="356399" y="107822"/>
                </a:lnTo>
                <a:cubicBezTo>
                  <a:pt x="353968" y="114648"/>
                  <a:pt x="350530" y="119810"/>
                  <a:pt x="346085" y="123309"/>
                </a:cubicBezTo>
                <a:cubicBezTo>
                  <a:pt x="341640" y="126805"/>
                  <a:pt x="337057" y="128553"/>
                  <a:pt x="332334" y="128553"/>
                </a:cubicBezTo>
                <a:cubicBezTo>
                  <a:pt x="329139" y="128553"/>
                  <a:pt x="326014" y="127667"/>
                  <a:pt x="322958" y="125893"/>
                </a:cubicBezTo>
                <a:cubicBezTo>
                  <a:pt x="319902" y="124120"/>
                  <a:pt x="317645" y="121583"/>
                  <a:pt x="316187" y="118282"/>
                </a:cubicBezTo>
                <a:cubicBezTo>
                  <a:pt x="314728" y="114979"/>
                  <a:pt x="313999" y="109885"/>
                  <a:pt x="313999" y="103001"/>
                </a:cubicBezTo>
                <a:lnTo>
                  <a:pt x="313999" y="38753"/>
                </a:lnTo>
                <a:lnTo>
                  <a:pt x="298893" y="38753"/>
                </a:lnTo>
                <a:lnTo>
                  <a:pt x="298893" y="35316"/>
                </a:lnTo>
                <a:cubicBezTo>
                  <a:pt x="302713" y="33783"/>
                  <a:pt x="306620" y="31189"/>
                  <a:pt x="310613" y="27532"/>
                </a:cubicBezTo>
                <a:cubicBezTo>
                  <a:pt x="314607" y="23875"/>
                  <a:pt x="318166" y="19538"/>
                  <a:pt x="321291" y="14523"/>
                </a:cubicBezTo>
                <a:cubicBezTo>
                  <a:pt x="322889" y="11877"/>
                  <a:pt x="325111" y="7036"/>
                  <a:pt x="327959" y="0"/>
                </a:cubicBezTo>
                <a:lnTo>
                  <a:pt x="331188" y="0"/>
                </a:lnTo>
                <a:close/>
                <a:moveTo>
                  <a:pt x="379259" y="67506"/>
                </a:moveTo>
                <a:cubicBezTo>
                  <a:pt x="379190" y="81641"/>
                  <a:pt x="382628" y="92729"/>
                  <a:pt x="389573" y="100767"/>
                </a:cubicBezTo>
                <a:cubicBezTo>
                  <a:pt x="396518" y="108804"/>
                  <a:pt x="404678" y="112823"/>
                  <a:pt x="414054" y="112823"/>
                </a:cubicBezTo>
                <a:cubicBezTo>
                  <a:pt x="420305" y="112823"/>
                  <a:pt x="425739" y="111104"/>
                  <a:pt x="430358" y="107666"/>
                </a:cubicBezTo>
                <a:cubicBezTo>
                  <a:pt x="434976" y="104228"/>
                  <a:pt x="438848" y="98342"/>
                  <a:pt x="441973" y="90008"/>
                </a:cubicBezTo>
                <a:lnTo>
                  <a:pt x="445203" y="92092"/>
                </a:lnTo>
                <a:cubicBezTo>
                  <a:pt x="443744" y="101606"/>
                  <a:pt x="439508" y="110270"/>
                  <a:pt x="432493" y="118083"/>
                </a:cubicBezTo>
                <a:cubicBezTo>
                  <a:pt x="425479" y="125897"/>
                  <a:pt x="416693" y="129803"/>
                  <a:pt x="406137" y="129803"/>
                </a:cubicBezTo>
                <a:cubicBezTo>
                  <a:pt x="394678" y="129803"/>
                  <a:pt x="384868" y="125351"/>
                  <a:pt x="376707" y="116446"/>
                </a:cubicBezTo>
                <a:cubicBezTo>
                  <a:pt x="368547" y="107539"/>
                  <a:pt x="364466" y="95565"/>
                  <a:pt x="364466" y="80525"/>
                </a:cubicBezTo>
                <a:cubicBezTo>
                  <a:pt x="364466" y="64239"/>
                  <a:pt x="368651" y="51539"/>
                  <a:pt x="377020" y="42426"/>
                </a:cubicBezTo>
                <a:cubicBezTo>
                  <a:pt x="385389" y="33310"/>
                  <a:pt x="395893" y="28753"/>
                  <a:pt x="408533" y="28753"/>
                </a:cubicBezTo>
                <a:cubicBezTo>
                  <a:pt x="419228" y="28753"/>
                  <a:pt x="428014" y="32269"/>
                  <a:pt x="434889" y="39300"/>
                </a:cubicBezTo>
                <a:cubicBezTo>
                  <a:pt x="441765" y="46330"/>
                  <a:pt x="445203" y="55732"/>
                  <a:pt x="445203" y="67506"/>
                </a:cubicBezTo>
                <a:lnTo>
                  <a:pt x="379259" y="67506"/>
                </a:lnTo>
                <a:moveTo>
                  <a:pt x="379259" y="61464"/>
                </a:moveTo>
                <a:lnTo>
                  <a:pt x="423430" y="61464"/>
                </a:lnTo>
                <a:cubicBezTo>
                  <a:pt x="423083" y="55352"/>
                  <a:pt x="422354" y="51046"/>
                  <a:pt x="421242" y="48546"/>
                </a:cubicBezTo>
                <a:cubicBezTo>
                  <a:pt x="419506" y="44657"/>
                  <a:pt x="416919" y="41601"/>
                  <a:pt x="413481" y="39379"/>
                </a:cubicBezTo>
                <a:cubicBezTo>
                  <a:pt x="410043" y="37156"/>
                  <a:pt x="406449" y="36045"/>
                  <a:pt x="402699" y="36045"/>
                </a:cubicBezTo>
                <a:cubicBezTo>
                  <a:pt x="396935" y="36045"/>
                  <a:pt x="391778" y="38285"/>
                  <a:pt x="387229" y="42764"/>
                </a:cubicBezTo>
                <a:cubicBezTo>
                  <a:pt x="382680" y="47244"/>
                  <a:pt x="380023" y="53477"/>
                  <a:pt x="379259" y="61464"/>
                </a:cubicBezTo>
                <a:close/>
                <a:moveTo>
                  <a:pt x="482614" y="92114"/>
                </a:moveTo>
                <a:cubicBezTo>
                  <a:pt x="476780" y="89271"/>
                  <a:pt x="472300" y="85301"/>
                  <a:pt x="469175" y="80202"/>
                </a:cubicBezTo>
                <a:cubicBezTo>
                  <a:pt x="466050" y="75104"/>
                  <a:pt x="464487" y="69468"/>
                  <a:pt x="464487" y="63293"/>
                </a:cubicBezTo>
                <a:cubicBezTo>
                  <a:pt x="464487" y="53861"/>
                  <a:pt x="468046" y="45746"/>
                  <a:pt x="475165" y="38949"/>
                </a:cubicBezTo>
                <a:cubicBezTo>
                  <a:pt x="482284" y="32151"/>
                  <a:pt x="491399" y="28753"/>
                  <a:pt x="502511" y="28753"/>
                </a:cubicBezTo>
                <a:cubicBezTo>
                  <a:pt x="511609" y="28753"/>
                  <a:pt x="519492" y="30975"/>
                  <a:pt x="526159" y="35420"/>
                </a:cubicBezTo>
                <a:lnTo>
                  <a:pt x="546369" y="35420"/>
                </a:lnTo>
                <a:cubicBezTo>
                  <a:pt x="549356" y="35420"/>
                  <a:pt x="551092" y="35506"/>
                  <a:pt x="551578" y="35677"/>
                </a:cubicBezTo>
                <a:cubicBezTo>
                  <a:pt x="552064" y="35848"/>
                  <a:pt x="552411" y="36140"/>
                  <a:pt x="552620" y="36553"/>
                </a:cubicBezTo>
                <a:cubicBezTo>
                  <a:pt x="553036" y="37171"/>
                  <a:pt x="553245" y="38271"/>
                  <a:pt x="553245" y="39851"/>
                </a:cubicBezTo>
                <a:cubicBezTo>
                  <a:pt x="553245" y="41635"/>
                  <a:pt x="553071" y="42871"/>
                  <a:pt x="552724" y="43559"/>
                </a:cubicBezTo>
                <a:cubicBezTo>
                  <a:pt x="552516" y="43901"/>
                  <a:pt x="552151" y="44176"/>
                  <a:pt x="551630" y="44382"/>
                </a:cubicBezTo>
                <a:cubicBezTo>
                  <a:pt x="551109" y="44588"/>
                  <a:pt x="549356" y="44691"/>
                  <a:pt x="546369" y="44691"/>
                </a:cubicBezTo>
                <a:lnTo>
                  <a:pt x="533972" y="44691"/>
                </a:lnTo>
                <a:cubicBezTo>
                  <a:pt x="537862" y="49703"/>
                  <a:pt x="539806" y="56105"/>
                  <a:pt x="539806" y="63899"/>
                </a:cubicBezTo>
                <a:cubicBezTo>
                  <a:pt x="539806" y="72806"/>
                  <a:pt x="536403" y="80426"/>
                  <a:pt x="529597" y="86759"/>
                </a:cubicBezTo>
                <a:cubicBezTo>
                  <a:pt x="522791" y="93092"/>
                  <a:pt x="513658" y="96259"/>
                  <a:pt x="502199" y="96259"/>
                </a:cubicBezTo>
                <a:cubicBezTo>
                  <a:pt x="497476" y="96259"/>
                  <a:pt x="492649" y="95550"/>
                  <a:pt x="487718" y="94133"/>
                </a:cubicBezTo>
                <a:cubicBezTo>
                  <a:pt x="484662" y="96770"/>
                  <a:pt x="482596" y="99078"/>
                  <a:pt x="481520" y="101057"/>
                </a:cubicBezTo>
                <a:cubicBezTo>
                  <a:pt x="480443" y="103034"/>
                  <a:pt x="479905" y="104716"/>
                  <a:pt x="479905" y="106103"/>
                </a:cubicBezTo>
                <a:cubicBezTo>
                  <a:pt x="479905" y="107284"/>
                  <a:pt x="480478" y="108430"/>
                  <a:pt x="481624" y="109541"/>
                </a:cubicBezTo>
                <a:cubicBezTo>
                  <a:pt x="482770" y="110650"/>
                  <a:pt x="485010" y="111448"/>
                  <a:pt x="488343" y="111934"/>
                </a:cubicBezTo>
                <a:cubicBezTo>
                  <a:pt x="490288" y="112212"/>
                  <a:pt x="495149" y="112455"/>
                  <a:pt x="502928" y="112663"/>
                </a:cubicBezTo>
                <a:cubicBezTo>
                  <a:pt x="517235" y="113008"/>
                  <a:pt x="526506" y="113493"/>
                  <a:pt x="530743" y="114118"/>
                </a:cubicBezTo>
                <a:cubicBezTo>
                  <a:pt x="537202" y="115021"/>
                  <a:pt x="542358" y="117416"/>
                  <a:pt x="546213" y="121303"/>
                </a:cubicBezTo>
                <a:cubicBezTo>
                  <a:pt x="550067" y="125188"/>
                  <a:pt x="551995" y="129976"/>
                  <a:pt x="551995" y="135666"/>
                </a:cubicBezTo>
                <a:cubicBezTo>
                  <a:pt x="551995" y="143508"/>
                  <a:pt x="548314" y="150864"/>
                  <a:pt x="540952" y="157735"/>
                </a:cubicBezTo>
                <a:cubicBezTo>
                  <a:pt x="530118" y="167867"/>
                  <a:pt x="515985" y="172932"/>
                  <a:pt x="498552" y="172932"/>
                </a:cubicBezTo>
                <a:cubicBezTo>
                  <a:pt x="485148" y="172932"/>
                  <a:pt x="473828" y="169915"/>
                  <a:pt x="464591" y="163882"/>
                </a:cubicBezTo>
                <a:cubicBezTo>
                  <a:pt x="459382" y="160414"/>
                  <a:pt x="456778" y="156807"/>
                  <a:pt x="456778" y="153061"/>
                </a:cubicBezTo>
                <a:cubicBezTo>
                  <a:pt x="456778" y="151398"/>
                  <a:pt x="457160" y="149735"/>
                  <a:pt x="457924" y="148070"/>
                </a:cubicBezTo>
                <a:cubicBezTo>
                  <a:pt x="459104" y="145502"/>
                  <a:pt x="461535" y="141930"/>
                  <a:pt x="465216" y="137353"/>
                </a:cubicBezTo>
                <a:cubicBezTo>
                  <a:pt x="465702" y="136730"/>
                  <a:pt x="469244" y="132985"/>
                  <a:pt x="475842" y="126118"/>
                </a:cubicBezTo>
                <a:cubicBezTo>
                  <a:pt x="472231" y="123963"/>
                  <a:pt x="469678" y="122033"/>
                  <a:pt x="468185" y="120330"/>
                </a:cubicBezTo>
                <a:cubicBezTo>
                  <a:pt x="466692" y="118626"/>
                  <a:pt x="465945" y="116697"/>
                  <a:pt x="465945" y="114541"/>
                </a:cubicBezTo>
                <a:cubicBezTo>
                  <a:pt x="465945" y="112106"/>
                  <a:pt x="466935" y="109255"/>
                  <a:pt x="468914" y="105986"/>
                </a:cubicBezTo>
                <a:cubicBezTo>
                  <a:pt x="470894" y="102718"/>
                  <a:pt x="475460" y="98094"/>
                  <a:pt x="482614" y="92114"/>
                </a:cubicBezTo>
                <a:moveTo>
                  <a:pt x="500740" y="33961"/>
                </a:moveTo>
                <a:cubicBezTo>
                  <a:pt x="495601" y="33961"/>
                  <a:pt x="491295" y="35999"/>
                  <a:pt x="487822" y="40075"/>
                </a:cubicBezTo>
                <a:cubicBezTo>
                  <a:pt x="484350" y="44149"/>
                  <a:pt x="482614" y="50399"/>
                  <a:pt x="482614" y="58827"/>
                </a:cubicBezTo>
                <a:cubicBezTo>
                  <a:pt x="482614" y="69741"/>
                  <a:pt x="484975" y="78203"/>
                  <a:pt x="489697" y="84210"/>
                </a:cubicBezTo>
                <a:cubicBezTo>
                  <a:pt x="493309" y="88770"/>
                  <a:pt x="497893" y="91050"/>
                  <a:pt x="503449" y="91050"/>
                </a:cubicBezTo>
                <a:cubicBezTo>
                  <a:pt x="508727" y="91050"/>
                  <a:pt x="513068" y="89081"/>
                  <a:pt x="516471" y="85144"/>
                </a:cubicBezTo>
                <a:cubicBezTo>
                  <a:pt x="519874" y="81207"/>
                  <a:pt x="521575" y="75025"/>
                  <a:pt x="521575" y="66598"/>
                </a:cubicBezTo>
                <a:cubicBezTo>
                  <a:pt x="521575" y="55616"/>
                  <a:pt x="519179" y="47016"/>
                  <a:pt x="514387" y="40798"/>
                </a:cubicBezTo>
                <a:cubicBezTo>
                  <a:pt x="510845" y="36240"/>
                  <a:pt x="506296" y="33961"/>
                  <a:pt x="500740" y="33961"/>
                </a:cubicBezTo>
                <a:moveTo>
                  <a:pt x="481572" y="126948"/>
                </a:moveTo>
                <a:cubicBezTo>
                  <a:pt x="478308" y="130484"/>
                  <a:pt x="475842" y="133776"/>
                  <a:pt x="474175" y="136825"/>
                </a:cubicBezTo>
                <a:cubicBezTo>
                  <a:pt x="472508" y="139877"/>
                  <a:pt x="471675" y="142685"/>
                  <a:pt x="471675" y="145251"/>
                </a:cubicBezTo>
                <a:cubicBezTo>
                  <a:pt x="471675" y="148578"/>
                  <a:pt x="473689" y="151489"/>
                  <a:pt x="477717" y="153985"/>
                </a:cubicBezTo>
                <a:cubicBezTo>
                  <a:pt x="484662" y="158282"/>
                  <a:pt x="494698" y="160431"/>
                  <a:pt x="507824" y="160431"/>
                </a:cubicBezTo>
                <a:cubicBezTo>
                  <a:pt x="520325" y="160431"/>
                  <a:pt x="529545" y="158229"/>
                  <a:pt x="535483" y="153826"/>
                </a:cubicBezTo>
                <a:cubicBezTo>
                  <a:pt x="541421" y="149424"/>
                  <a:pt x="544390" y="144729"/>
                  <a:pt x="544390" y="139739"/>
                </a:cubicBezTo>
                <a:cubicBezTo>
                  <a:pt x="544390" y="136134"/>
                  <a:pt x="542619" y="133569"/>
                  <a:pt x="539077" y="132043"/>
                </a:cubicBezTo>
                <a:cubicBezTo>
                  <a:pt x="535465" y="130517"/>
                  <a:pt x="528312" y="129617"/>
                  <a:pt x="517617" y="129341"/>
                </a:cubicBezTo>
                <a:cubicBezTo>
                  <a:pt x="501990" y="128924"/>
                  <a:pt x="489975" y="128127"/>
                  <a:pt x="481572" y="126948"/>
                </a:cubicBezTo>
                <a:close/>
                <a:moveTo>
                  <a:pt x="554083" y="31461"/>
                </a:moveTo>
                <a:lnTo>
                  <a:pt x="598566" y="31461"/>
                </a:lnTo>
                <a:lnTo>
                  <a:pt x="598566" y="35316"/>
                </a:lnTo>
                <a:lnTo>
                  <a:pt x="596379" y="35316"/>
                </a:lnTo>
                <a:cubicBezTo>
                  <a:pt x="593253" y="35316"/>
                  <a:pt x="590909" y="35993"/>
                  <a:pt x="589347" y="37347"/>
                </a:cubicBezTo>
                <a:cubicBezTo>
                  <a:pt x="587784" y="38701"/>
                  <a:pt x="587003" y="40386"/>
                  <a:pt x="587003" y="42400"/>
                </a:cubicBezTo>
                <a:cubicBezTo>
                  <a:pt x="587003" y="45108"/>
                  <a:pt x="588149" y="48859"/>
                  <a:pt x="590441" y="53651"/>
                </a:cubicBezTo>
                <a:lnTo>
                  <a:pt x="613672" y="101780"/>
                </a:lnTo>
                <a:lnTo>
                  <a:pt x="635028" y="49067"/>
                </a:lnTo>
                <a:cubicBezTo>
                  <a:pt x="636209" y="46219"/>
                  <a:pt x="636799" y="43407"/>
                  <a:pt x="636799" y="40629"/>
                </a:cubicBezTo>
                <a:cubicBezTo>
                  <a:pt x="636799" y="39379"/>
                  <a:pt x="636556" y="38441"/>
                  <a:pt x="636070" y="37816"/>
                </a:cubicBezTo>
                <a:cubicBezTo>
                  <a:pt x="635514" y="37052"/>
                  <a:pt x="634646" y="36444"/>
                  <a:pt x="633465" y="35993"/>
                </a:cubicBezTo>
                <a:cubicBezTo>
                  <a:pt x="632285" y="35541"/>
                  <a:pt x="630201" y="35316"/>
                  <a:pt x="627215" y="35316"/>
                </a:cubicBezTo>
                <a:lnTo>
                  <a:pt x="627215" y="31461"/>
                </a:lnTo>
                <a:lnTo>
                  <a:pt x="658259" y="31461"/>
                </a:lnTo>
                <a:lnTo>
                  <a:pt x="658259" y="35316"/>
                </a:lnTo>
                <a:cubicBezTo>
                  <a:pt x="655689" y="35593"/>
                  <a:pt x="653710" y="36149"/>
                  <a:pt x="652321" y="36982"/>
                </a:cubicBezTo>
                <a:cubicBezTo>
                  <a:pt x="650932" y="37816"/>
                  <a:pt x="649404" y="39379"/>
                  <a:pt x="647737" y="41670"/>
                </a:cubicBezTo>
                <a:cubicBezTo>
                  <a:pt x="647112" y="42643"/>
                  <a:pt x="645932" y="45317"/>
                  <a:pt x="644195" y="49692"/>
                </a:cubicBezTo>
                <a:lnTo>
                  <a:pt x="605338" y="144909"/>
                </a:lnTo>
                <a:cubicBezTo>
                  <a:pt x="601587" y="154146"/>
                  <a:pt x="596674" y="161126"/>
                  <a:pt x="590597" y="165848"/>
                </a:cubicBezTo>
                <a:cubicBezTo>
                  <a:pt x="584520" y="170571"/>
                  <a:pt x="578669" y="172932"/>
                  <a:pt x="573043" y="172932"/>
                </a:cubicBezTo>
                <a:cubicBezTo>
                  <a:pt x="568946" y="172932"/>
                  <a:pt x="565577" y="171766"/>
                  <a:pt x="562938" y="169432"/>
                </a:cubicBezTo>
                <a:cubicBezTo>
                  <a:pt x="560299" y="167099"/>
                  <a:pt x="558979" y="164423"/>
                  <a:pt x="558979" y="161404"/>
                </a:cubicBezTo>
                <a:cubicBezTo>
                  <a:pt x="558979" y="158522"/>
                  <a:pt x="559934" y="156198"/>
                  <a:pt x="561844" y="154431"/>
                </a:cubicBezTo>
                <a:cubicBezTo>
                  <a:pt x="563754" y="152667"/>
                  <a:pt x="566376" y="151784"/>
                  <a:pt x="569710" y="151784"/>
                </a:cubicBezTo>
                <a:cubicBezTo>
                  <a:pt x="572001" y="151784"/>
                  <a:pt x="575127" y="152548"/>
                  <a:pt x="579085" y="154076"/>
                </a:cubicBezTo>
                <a:cubicBezTo>
                  <a:pt x="581863" y="155118"/>
                  <a:pt x="583600" y="155639"/>
                  <a:pt x="584294" y="155639"/>
                </a:cubicBezTo>
                <a:cubicBezTo>
                  <a:pt x="586378" y="155639"/>
                  <a:pt x="588652" y="154555"/>
                  <a:pt x="591118" y="152387"/>
                </a:cubicBezTo>
                <a:cubicBezTo>
                  <a:pt x="593583" y="150221"/>
                  <a:pt x="596066" y="146028"/>
                  <a:pt x="598566" y="139807"/>
                </a:cubicBezTo>
                <a:lnTo>
                  <a:pt x="605338" y="123136"/>
                </a:lnTo>
                <a:lnTo>
                  <a:pt x="571064" y="51150"/>
                </a:lnTo>
                <a:cubicBezTo>
                  <a:pt x="570022" y="48997"/>
                  <a:pt x="568355" y="46324"/>
                  <a:pt x="566063" y="43129"/>
                </a:cubicBezTo>
                <a:cubicBezTo>
                  <a:pt x="564327" y="40698"/>
                  <a:pt x="562903" y="39066"/>
                  <a:pt x="561792" y="38233"/>
                </a:cubicBezTo>
                <a:cubicBezTo>
                  <a:pt x="560195" y="37121"/>
                  <a:pt x="557625" y="36149"/>
                  <a:pt x="554083" y="35316"/>
                </a:cubicBezTo>
                <a:lnTo>
                  <a:pt x="554083" y="314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53d76089644e4"/>
          <a:stretch xmlns:a="http://schemas.openxmlformats.org/drawingml/2006/main"/>
        </p:blipFill>
        <p:spPr>
          <a:xfrm xmlns:a="http://schemas.openxmlformats.org/drawingml/2006/main">
            <a:off x="10281569" y="5331038"/>
            <a:ext cx="989939" cy="562627"/>
          </a:xfrm>
          <a:prstGeom xmlns:a="http://schemas.openxmlformats.org/drawingml/2006/main" prst="rect">
            <a:avLst/>
          </a:prstGeom>
        </p:spPr>
      </p:pic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E0AFB-C045-4F63-8016-26D75C9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31" y="4545593"/>
            <a:ext cx="3720866" cy="721117"/>
          </a:xfrm>
          <a:custGeom xmlns:a="http://schemas.openxmlformats.org/drawingml/2006/main">
            <a:pathLst>
              <a:path w="3720866" h="721117">
                <a:moveTo>
                  <a:pt x="0" y="100987"/>
                </a:moveTo>
                <a:cubicBezTo>
                  <a:pt x="0" y="45216"/>
                  <a:pt x="45216" y="0"/>
                  <a:pt x="100987" y="0"/>
                </a:cubicBezTo>
                <a:lnTo>
                  <a:pt x="620144" y="0"/>
                </a:lnTo>
                <a:lnTo>
                  <a:pt x="1550361" y="0"/>
                </a:lnTo>
                <a:lnTo>
                  <a:pt x="3619879" y="0"/>
                </a:lnTo>
                <a:cubicBezTo>
                  <a:pt x="3675649" y="0"/>
                  <a:pt x="3720866" y="45216"/>
                  <a:pt x="3720866" y="100987"/>
                </a:cubicBezTo>
                <a:lnTo>
                  <a:pt x="3720866" y="353454"/>
                </a:lnTo>
                <a:lnTo>
                  <a:pt x="3720866" y="504934"/>
                </a:lnTo>
                <a:cubicBezTo>
                  <a:pt x="3720866" y="560704"/>
                  <a:pt x="3675649" y="605921"/>
                  <a:pt x="3619879" y="605921"/>
                </a:cubicBezTo>
                <a:lnTo>
                  <a:pt x="1550361" y="605921"/>
                </a:lnTo>
                <a:lnTo>
                  <a:pt x="876452" y="721117"/>
                </a:lnTo>
                <a:lnTo>
                  <a:pt x="620144" y="605921"/>
                </a:lnTo>
                <a:lnTo>
                  <a:pt x="100987" y="605921"/>
                </a:lnTo>
                <a:cubicBezTo>
                  <a:pt x="45216" y="605921"/>
                  <a:pt x="0" y="560704"/>
                  <a:pt x="0" y="504934"/>
                </a:cubicBezTo>
                <a:lnTo>
                  <a:pt x="0" y="353454"/>
                </a:lnTo>
                <a:lnTo>
                  <a:pt x="0" y="100987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824f5e836483d"/>
          <a:stretch xmlns:a="http://schemas.openxmlformats.org/drawingml/2006/main"/>
        </p:blipFill>
        <p:spPr>
          <a:xfrm xmlns:a="http://schemas.openxmlformats.org/drawingml/2006/main">
            <a:off x="11194716" y="4562658"/>
            <a:ext cx="554716" cy="554716"/>
          </a:xfrm>
          <a:prstGeom xmlns:a="http://schemas.openxmlformats.org/drawingml/2006/main" prst="rect">
            <a:avLst/>
          </a:prstGeom>
        </p:spPr>
      </p:pic>
      <p:sp>
        <p:nvSpPr>
          <p:cNvPr id="158" name="Text Historical">
            <a:extLst xmlns:a="http://schemas.openxmlformats.org/drawingml/2006/main">
              <a:ext uri="{FF2B5EF4-FFF2-40B4-BE49-F238E27FC236}">
                <a16:creationId xmlns:a16="http://schemas.microsoft.com/office/drawing/2014/main" id="{362D4333-7DD1-4523-BA5B-A7252A9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578" y="4649958"/>
            <a:ext cx="746987" cy="138971"/>
          </a:xfrm>
          <a:custGeom xmlns:a="http://schemas.openxmlformats.org/drawingml/2006/main">
            <a:pathLst>
              <a:path w="746987" h="138971">
                <a:moveTo>
                  <a:pt x="152078" y="44"/>
                </a:moveTo>
                <a:lnTo>
                  <a:pt x="151751" y="79"/>
                </a:lnTo>
                <a:lnTo>
                  <a:pt x="151428" y="123"/>
                </a:lnTo>
                <a:lnTo>
                  <a:pt x="151109" y="178"/>
                </a:lnTo>
                <a:lnTo>
                  <a:pt x="150795" y="242"/>
                </a:lnTo>
                <a:lnTo>
                  <a:pt x="150485" y="316"/>
                </a:lnTo>
                <a:lnTo>
                  <a:pt x="150180" y="400"/>
                </a:lnTo>
                <a:lnTo>
                  <a:pt x="149879" y="493"/>
                </a:lnTo>
                <a:lnTo>
                  <a:pt x="149583" y="597"/>
                </a:lnTo>
                <a:lnTo>
                  <a:pt x="149291" y="711"/>
                </a:lnTo>
                <a:lnTo>
                  <a:pt x="149004" y="834"/>
                </a:lnTo>
                <a:lnTo>
                  <a:pt x="148721" y="967"/>
                </a:lnTo>
                <a:lnTo>
                  <a:pt x="148442" y="1110"/>
                </a:lnTo>
                <a:lnTo>
                  <a:pt x="148169" y="1263"/>
                </a:lnTo>
                <a:lnTo>
                  <a:pt x="147899" y="1426"/>
                </a:lnTo>
                <a:lnTo>
                  <a:pt x="147635" y="1599"/>
                </a:lnTo>
                <a:lnTo>
                  <a:pt x="147374" y="1781"/>
                </a:lnTo>
                <a:lnTo>
                  <a:pt x="147118" y="1974"/>
                </a:lnTo>
                <a:lnTo>
                  <a:pt x="146867" y="2176"/>
                </a:lnTo>
                <a:lnTo>
                  <a:pt x="146620" y="2388"/>
                </a:lnTo>
                <a:lnTo>
                  <a:pt x="146378" y="2610"/>
                </a:lnTo>
                <a:lnTo>
                  <a:pt x="146140" y="2842"/>
                </a:lnTo>
                <a:lnTo>
                  <a:pt x="145909" y="3081"/>
                </a:lnTo>
                <a:lnTo>
                  <a:pt x="145688" y="3324"/>
                </a:lnTo>
                <a:lnTo>
                  <a:pt x="145477" y="3571"/>
                </a:lnTo>
                <a:lnTo>
                  <a:pt x="145276" y="3822"/>
                </a:lnTo>
                <a:lnTo>
                  <a:pt x="145085" y="4078"/>
                </a:lnTo>
                <a:lnTo>
                  <a:pt x="144903" y="4337"/>
                </a:lnTo>
                <a:lnTo>
                  <a:pt x="144731" y="4601"/>
                </a:lnTo>
                <a:lnTo>
                  <a:pt x="144569" y="4869"/>
                </a:lnTo>
                <a:lnTo>
                  <a:pt x="144417" y="5142"/>
                </a:lnTo>
                <a:lnTo>
                  <a:pt x="144275" y="5418"/>
                </a:lnTo>
                <a:lnTo>
                  <a:pt x="144142" y="5699"/>
                </a:lnTo>
                <a:lnTo>
                  <a:pt x="144020" y="5983"/>
                </a:lnTo>
                <a:lnTo>
                  <a:pt x="143907" y="6272"/>
                </a:lnTo>
                <a:lnTo>
                  <a:pt x="143804" y="6566"/>
                </a:lnTo>
                <a:lnTo>
                  <a:pt x="143710" y="6863"/>
                </a:lnTo>
                <a:lnTo>
                  <a:pt x="143627" y="7165"/>
                </a:lnTo>
                <a:lnTo>
                  <a:pt x="143553" y="7470"/>
                </a:lnTo>
                <a:lnTo>
                  <a:pt x="143489" y="7780"/>
                </a:lnTo>
                <a:lnTo>
                  <a:pt x="143435" y="8094"/>
                </a:lnTo>
                <a:lnTo>
                  <a:pt x="143391" y="8413"/>
                </a:lnTo>
                <a:lnTo>
                  <a:pt x="143357" y="8735"/>
                </a:lnTo>
                <a:lnTo>
                  <a:pt x="143332" y="9062"/>
                </a:lnTo>
                <a:lnTo>
                  <a:pt x="143318" y="9393"/>
                </a:lnTo>
                <a:lnTo>
                  <a:pt x="143313" y="9728"/>
                </a:lnTo>
                <a:lnTo>
                  <a:pt x="143318" y="10063"/>
                </a:lnTo>
                <a:lnTo>
                  <a:pt x="143333" y="10394"/>
                </a:lnTo>
                <a:lnTo>
                  <a:pt x="143358" y="10721"/>
                </a:lnTo>
                <a:lnTo>
                  <a:pt x="143393" y="11045"/>
                </a:lnTo>
                <a:lnTo>
                  <a:pt x="143437" y="11364"/>
                </a:lnTo>
                <a:lnTo>
                  <a:pt x="143492" y="11679"/>
                </a:lnTo>
                <a:lnTo>
                  <a:pt x="143557" y="11990"/>
                </a:lnTo>
                <a:lnTo>
                  <a:pt x="143632" y="12297"/>
                </a:lnTo>
                <a:lnTo>
                  <a:pt x="143717" y="12600"/>
                </a:lnTo>
                <a:lnTo>
                  <a:pt x="143812" y="12899"/>
                </a:lnTo>
                <a:lnTo>
                  <a:pt x="143917" y="13194"/>
                </a:lnTo>
                <a:lnTo>
                  <a:pt x="144032" y="13485"/>
                </a:lnTo>
                <a:lnTo>
                  <a:pt x="144156" y="13772"/>
                </a:lnTo>
                <a:lnTo>
                  <a:pt x="144291" y="14055"/>
                </a:lnTo>
                <a:lnTo>
                  <a:pt x="144436" y="14334"/>
                </a:lnTo>
                <a:lnTo>
                  <a:pt x="144591" y="14609"/>
                </a:lnTo>
                <a:lnTo>
                  <a:pt x="144755" y="14880"/>
                </a:lnTo>
                <a:lnTo>
                  <a:pt x="144930" y="15147"/>
                </a:lnTo>
                <a:lnTo>
                  <a:pt x="145115" y="15410"/>
                </a:lnTo>
                <a:lnTo>
                  <a:pt x="145309" y="15669"/>
                </a:lnTo>
                <a:lnTo>
                  <a:pt x="145514" y="15924"/>
                </a:lnTo>
                <a:lnTo>
                  <a:pt x="145729" y="16175"/>
                </a:lnTo>
                <a:lnTo>
                  <a:pt x="145953" y="16422"/>
                </a:lnTo>
                <a:lnTo>
                  <a:pt x="146188" y="16665"/>
                </a:lnTo>
                <a:lnTo>
                  <a:pt x="146430" y="16900"/>
                </a:lnTo>
                <a:lnTo>
                  <a:pt x="146675" y="17126"/>
                </a:lnTo>
                <a:lnTo>
                  <a:pt x="146925" y="17341"/>
                </a:lnTo>
                <a:lnTo>
                  <a:pt x="147178" y="17547"/>
                </a:lnTo>
                <a:lnTo>
                  <a:pt x="147436" y="17742"/>
                </a:lnTo>
                <a:lnTo>
                  <a:pt x="147697" y="17928"/>
                </a:lnTo>
                <a:lnTo>
                  <a:pt x="147963" y="18103"/>
                </a:lnTo>
                <a:lnTo>
                  <a:pt x="148233" y="18269"/>
                </a:lnTo>
                <a:lnTo>
                  <a:pt x="148506" y="18424"/>
                </a:lnTo>
                <a:lnTo>
                  <a:pt x="148784" y="18569"/>
                </a:lnTo>
                <a:lnTo>
                  <a:pt x="149065" y="18705"/>
                </a:lnTo>
                <a:lnTo>
                  <a:pt x="149351" y="18830"/>
                </a:lnTo>
                <a:lnTo>
                  <a:pt x="149640" y="18945"/>
                </a:lnTo>
                <a:lnTo>
                  <a:pt x="149934" y="19050"/>
                </a:lnTo>
                <a:lnTo>
                  <a:pt x="150231" y="19146"/>
                </a:lnTo>
                <a:lnTo>
                  <a:pt x="150533" y="19231"/>
                </a:lnTo>
                <a:lnTo>
                  <a:pt x="150838" y="19306"/>
                </a:lnTo>
                <a:lnTo>
                  <a:pt x="151148" y="19371"/>
                </a:lnTo>
                <a:lnTo>
                  <a:pt x="151461" y="19426"/>
                </a:lnTo>
                <a:lnTo>
                  <a:pt x="151779" y="19472"/>
                </a:lnTo>
                <a:lnTo>
                  <a:pt x="152100" y="19507"/>
                </a:lnTo>
                <a:lnTo>
                  <a:pt x="152426" y="19532"/>
                </a:lnTo>
                <a:lnTo>
                  <a:pt x="152755" y="19547"/>
                </a:lnTo>
                <a:lnTo>
                  <a:pt x="153089" y="19552"/>
                </a:lnTo>
                <a:lnTo>
                  <a:pt x="153422" y="19547"/>
                </a:lnTo>
                <a:lnTo>
                  <a:pt x="153751" y="19532"/>
                </a:lnTo>
                <a:lnTo>
                  <a:pt x="154076" y="19507"/>
                </a:lnTo>
                <a:lnTo>
                  <a:pt x="154397" y="19472"/>
                </a:lnTo>
                <a:lnTo>
                  <a:pt x="154714" y="19426"/>
                </a:lnTo>
                <a:lnTo>
                  <a:pt x="155026" y="19371"/>
                </a:lnTo>
                <a:lnTo>
                  <a:pt x="155335" y="19306"/>
                </a:lnTo>
                <a:lnTo>
                  <a:pt x="155639" y="19231"/>
                </a:lnTo>
                <a:lnTo>
                  <a:pt x="155939" y="19146"/>
                </a:lnTo>
                <a:lnTo>
                  <a:pt x="156235" y="19050"/>
                </a:lnTo>
                <a:lnTo>
                  <a:pt x="156527" y="18945"/>
                </a:lnTo>
                <a:lnTo>
                  <a:pt x="156814" y="18830"/>
                </a:lnTo>
                <a:lnTo>
                  <a:pt x="157098" y="18705"/>
                </a:lnTo>
                <a:lnTo>
                  <a:pt x="157377" y="18569"/>
                </a:lnTo>
                <a:lnTo>
                  <a:pt x="157652" y="18424"/>
                </a:lnTo>
                <a:lnTo>
                  <a:pt x="157923" y="18269"/>
                </a:lnTo>
                <a:lnTo>
                  <a:pt x="158190" y="18103"/>
                </a:lnTo>
                <a:lnTo>
                  <a:pt x="158453" y="17928"/>
                </a:lnTo>
                <a:lnTo>
                  <a:pt x="158711" y="17742"/>
                </a:lnTo>
                <a:lnTo>
                  <a:pt x="158966" y="17547"/>
                </a:lnTo>
                <a:lnTo>
                  <a:pt x="159216" y="17341"/>
                </a:lnTo>
                <a:lnTo>
                  <a:pt x="159462" y="17126"/>
                </a:lnTo>
                <a:lnTo>
                  <a:pt x="159704" y="16900"/>
                </a:lnTo>
                <a:lnTo>
                  <a:pt x="159941" y="16665"/>
                </a:lnTo>
                <a:lnTo>
                  <a:pt x="160172" y="16422"/>
                </a:lnTo>
                <a:lnTo>
                  <a:pt x="160393" y="16175"/>
                </a:lnTo>
                <a:lnTo>
                  <a:pt x="160604" y="15924"/>
                </a:lnTo>
                <a:lnTo>
                  <a:pt x="160805" y="15669"/>
                </a:lnTo>
                <a:lnTo>
                  <a:pt x="160997" y="15410"/>
                </a:lnTo>
                <a:lnTo>
                  <a:pt x="161178" y="15147"/>
                </a:lnTo>
                <a:lnTo>
                  <a:pt x="161350" y="14880"/>
                </a:lnTo>
                <a:lnTo>
                  <a:pt x="161512" y="14609"/>
                </a:lnTo>
                <a:lnTo>
                  <a:pt x="161664" y="14334"/>
                </a:lnTo>
                <a:lnTo>
                  <a:pt x="161807" y="14055"/>
                </a:lnTo>
                <a:lnTo>
                  <a:pt x="161939" y="13772"/>
                </a:lnTo>
                <a:lnTo>
                  <a:pt x="162062" y="13485"/>
                </a:lnTo>
                <a:lnTo>
                  <a:pt x="162175" y="13194"/>
                </a:lnTo>
                <a:lnTo>
                  <a:pt x="162278" y="12899"/>
                </a:lnTo>
                <a:lnTo>
                  <a:pt x="162371" y="12600"/>
                </a:lnTo>
                <a:lnTo>
                  <a:pt x="162454" y="12297"/>
                </a:lnTo>
                <a:lnTo>
                  <a:pt x="162528" y="11990"/>
                </a:lnTo>
                <a:lnTo>
                  <a:pt x="162592" y="11679"/>
                </a:lnTo>
                <a:lnTo>
                  <a:pt x="162646" y="11364"/>
                </a:lnTo>
                <a:lnTo>
                  <a:pt x="162690" y="11045"/>
                </a:lnTo>
                <a:lnTo>
                  <a:pt x="162724" y="10721"/>
                </a:lnTo>
                <a:lnTo>
                  <a:pt x="162749" y="10394"/>
                </a:lnTo>
                <a:lnTo>
                  <a:pt x="162764" y="10063"/>
                </a:lnTo>
                <a:lnTo>
                  <a:pt x="162769" y="9728"/>
                </a:lnTo>
                <a:lnTo>
                  <a:pt x="162764" y="9393"/>
                </a:lnTo>
                <a:lnTo>
                  <a:pt x="162749" y="9062"/>
                </a:lnTo>
                <a:lnTo>
                  <a:pt x="162724" y="8735"/>
                </a:lnTo>
                <a:lnTo>
                  <a:pt x="162690" y="8413"/>
                </a:lnTo>
                <a:lnTo>
                  <a:pt x="162646" y="8094"/>
                </a:lnTo>
                <a:lnTo>
                  <a:pt x="162592" y="7780"/>
                </a:lnTo>
                <a:lnTo>
                  <a:pt x="162528" y="7470"/>
                </a:lnTo>
                <a:lnTo>
                  <a:pt x="162454" y="7165"/>
                </a:lnTo>
                <a:lnTo>
                  <a:pt x="162371" y="6863"/>
                </a:lnTo>
                <a:lnTo>
                  <a:pt x="162278" y="6566"/>
                </a:lnTo>
                <a:lnTo>
                  <a:pt x="162175" y="6272"/>
                </a:lnTo>
                <a:lnTo>
                  <a:pt x="162062" y="5983"/>
                </a:lnTo>
                <a:lnTo>
                  <a:pt x="161939" y="5699"/>
                </a:lnTo>
                <a:lnTo>
                  <a:pt x="161807" y="5418"/>
                </a:lnTo>
                <a:lnTo>
                  <a:pt x="161664" y="5142"/>
                </a:lnTo>
                <a:lnTo>
                  <a:pt x="161512" y="4869"/>
                </a:lnTo>
                <a:lnTo>
                  <a:pt x="161350" y="4601"/>
                </a:lnTo>
                <a:lnTo>
                  <a:pt x="161178" y="4337"/>
                </a:lnTo>
                <a:lnTo>
                  <a:pt x="160997" y="4078"/>
                </a:lnTo>
                <a:lnTo>
                  <a:pt x="160805" y="3822"/>
                </a:lnTo>
                <a:lnTo>
                  <a:pt x="160604" y="3571"/>
                </a:lnTo>
                <a:lnTo>
                  <a:pt x="160393" y="3324"/>
                </a:lnTo>
                <a:lnTo>
                  <a:pt x="160172" y="3081"/>
                </a:lnTo>
                <a:lnTo>
                  <a:pt x="159941" y="2842"/>
                </a:lnTo>
                <a:lnTo>
                  <a:pt x="159704" y="2610"/>
                </a:lnTo>
                <a:lnTo>
                  <a:pt x="159462" y="2388"/>
                </a:lnTo>
                <a:lnTo>
                  <a:pt x="159216" y="2176"/>
                </a:lnTo>
                <a:lnTo>
                  <a:pt x="158966" y="1974"/>
                </a:lnTo>
                <a:lnTo>
                  <a:pt x="158711" y="1781"/>
                </a:lnTo>
                <a:lnTo>
                  <a:pt x="158453" y="1599"/>
                </a:lnTo>
                <a:lnTo>
                  <a:pt x="158190" y="1426"/>
                </a:lnTo>
                <a:lnTo>
                  <a:pt x="157923" y="1263"/>
                </a:lnTo>
                <a:lnTo>
                  <a:pt x="157652" y="1110"/>
                </a:lnTo>
                <a:lnTo>
                  <a:pt x="157377" y="967"/>
                </a:lnTo>
                <a:lnTo>
                  <a:pt x="157098" y="834"/>
                </a:lnTo>
                <a:lnTo>
                  <a:pt x="156814" y="711"/>
                </a:lnTo>
                <a:lnTo>
                  <a:pt x="156527" y="597"/>
                </a:lnTo>
                <a:lnTo>
                  <a:pt x="156235" y="493"/>
                </a:lnTo>
                <a:lnTo>
                  <a:pt x="155939" y="400"/>
                </a:lnTo>
                <a:lnTo>
                  <a:pt x="155639" y="316"/>
                </a:lnTo>
                <a:lnTo>
                  <a:pt x="155335" y="242"/>
                </a:lnTo>
                <a:lnTo>
                  <a:pt x="155026" y="178"/>
                </a:lnTo>
                <a:lnTo>
                  <a:pt x="154714" y="123"/>
                </a:lnTo>
                <a:lnTo>
                  <a:pt x="154397" y="79"/>
                </a:lnTo>
                <a:lnTo>
                  <a:pt x="154076" y="44"/>
                </a:lnTo>
                <a:lnTo>
                  <a:pt x="153751" y="20"/>
                </a:lnTo>
                <a:lnTo>
                  <a:pt x="153422" y="5"/>
                </a:lnTo>
                <a:lnTo>
                  <a:pt x="153089" y="0"/>
                </a:lnTo>
                <a:lnTo>
                  <a:pt x="152747" y="5"/>
                </a:lnTo>
                <a:lnTo>
                  <a:pt x="152411" y="20"/>
                </a:lnTo>
                <a:lnTo>
                  <a:pt x="152078" y="44"/>
                </a:lnTo>
                <a:close/>
                <a:moveTo>
                  <a:pt x="128626" y="132705"/>
                </a:moveTo>
                <a:lnTo>
                  <a:pt x="128247" y="132677"/>
                </a:lnTo>
                <a:lnTo>
                  <a:pt x="127870" y="132641"/>
                </a:lnTo>
                <a:lnTo>
                  <a:pt x="127494" y="132597"/>
                </a:lnTo>
                <a:lnTo>
                  <a:pt x="127119" y="132545"/>
                </a:lnTo>
                <a:lnTo>
                  <a:pt x="126746" y="132485"/>
                </a:lnTo>
                <a:lnTo>
                  <a:pt x="126374" y="132418"/>
                </a:lnTo>
                <a:lnTo>
                  <a:pt x="126003" y="132342"/>
                </a:lnTo>
                <a:lnTo>
                  <a:pt x="125633" y="132258"/>
                </a:lnTo>
                <a:lnTo>
                  <a:pt x="125265" y="132166"/>
                </a:lnTo>
                <a:lnTo>
                  <a:pt x="124899" y="132066"/>
                </a:lnTo>
                <a:lnTo>
                  <a:pt x="124533" y="131958"/>
                </a:lnTo>
                <a:lnTo>
                  <a:pt x="124169" y="131843"/>
                </a:lnTo>
                <a:lnTo>
                  <a:pt x="123806" y="131719"/>
                </a:lnTo>
                <a:lnTo>
                  <a:pt x="123445" y="131587"/>
                </a:lnTo>
                <a:lnTo>
                  <a:pt x="123085" y="131447"/>
                </a:lnTo>
                <a:lnTo>
                  <a:pt x="122726" y="131299"/>
                </a:lnTo>
                <a:lnTo>
                  <a:pt x="122369" y="131144"/>
                </a:lnTo>
                <a:lnTo>
                  <a:pt x="122013" y="130980"/>
                </a:lnTo>
                <a:lnTo>
                  <a:pt x="121658" y="130808"/>
                </a:lnTo>
                <a:lnTo>
                  <a:pt x="121305" y="130629"/>
                </a:lnTo>
                <a:lnTo>
                  <a:pt x="120952" y="130441"/>
                </a:lnTo>
                <a:lnTo>
                  <a:pt x="120708" y="130296"/>
                </a:lnTo>
                <a:lnTo>
                  <a:pt x="120471" y="130149"/>
                </a:lnTo>
                <a:lnTo>
                  <a:pt x="120241" y="129999"/>
                </a:lnTo>
                <a:lnTo>
                  <a:pt x="120018" y="129847"/>
                </a:lnTo>
                <a:lnTo>
                  <a:pt x="119802" y="129693"/>
                </a:lnTo>
                <a:lnTo>
                  <a:pt x="119593" y="129536"/>
                </a:lnTo>
                <a:lnTo>
                  <a:pt x="119391" y="129377"/>
                </a:lnTo>
                <a:lnTo>
                  <a:pt x="119195" y="129216"/>
                </a:lnTo>
                <a:lnTo>
                  <a:pt x="119007" y="129053"/>
                </a:lnTo>
                <a:lnTo>
                  <a:pt x="118826" y="128887"/>
                </a:lnTo>
                <a:lnTo>
                  <a:pt x="118652" y="128718"/>
                </a:lnTo>
                <a:lnTo>
                  <a:pt x="118485" y="128548"/>
                </a:lnTo>
                <a:lnTo>
                  <a:pt x="118324" y="128375"/>
                </a:lnTo>
                <a:lnTo>
                  <a:pt x="118171" y="128200"/>
                </a:lnTo>
                <a:lnTo>
                  <a:pt x="118025" y="128022"/>
                </a:lnTo>
                <a:lnTo>
                  <a:pt x="117886" y="127842"/>
                </a:lnTo>
                <a:lnTo>
                  <a:pt x="117753" y="127660"/>
                </a:lnTo>
                <a:lnTo>
                  <a:pt x="117628" y="127476"/>
                </a:lnTo>
                <a:lnTo>
                  <a:pt x="117510" y="127289"/>
                </a:lnTo>
                <a:lnTo>
                  <a:pt x="117398" y="127100"/>
                </a:lnTo>
                <a:lnTo>
                  <a:pt x="117294" y="126908"/>
                </a:lnTo>
                <a:lnTo>
                  <a:pt x="117197" y="126714"/>
                </a:lnTo>
                <a:lnTo>
                  <a:pt x="117106" y="126518"/>
                </a:lnTo>
                <a:lnTo>
                  <a:pt x="117023" y="126320"/>
                </a:lnTo>
                <a:lnTo>
                  <a:pt x="116921" y="126044"/>
                </a:lnTo>
                <a:lnTo>
                  <a:pt x="116824" y="125746"/>
                </a:lnTo>
                <a:lnTo>
                  <a:pt x="116731" y="125424"/>
                </a:lnTo>
                <a:lnTo>
                  <a:pt x="116642" y="125079"/>
                </a:lnTo>
                <a:lnTo>
                  <a:pt x="116558" y="124711"/>
                </a:lnTo>
                <a:lnTo>
                  <a:pt x="116478" y="124319"/>
                </a:lnTo>
                <a:lnTo>
                  <a:pt x="116402" y="123904"/>
                </a:lnTo>
                <a:lnTo>
                  <a:pt x="116331" y="123466"/>
                </a:lnTo>
                <a:lnTo>
                  <a:pt x="116264" y="123004"/>
                </a:lnTo>
                <a:lnTo>
                  <a:pt x="116201" y="122519"/>
                </a:lnTo>
                <a:lnTo>
                  <a:pt x="116143" y="122011"/>
                </a:lnTo>
                <a:lnTo>
                  <a:pt x="116088" y="121480"/>
                </a:lnTo>
                <a:lnTo>
                  <a:pt x="116039" y="120925"/>
                </a:lnTo>
                <a:lnTo>
                  <a:pt x="115993" y="120347"/>
                </a:lnTo>
                <a:lnTo>
                  <a:pt x="115952" y="119745"/>
                </a:lnTo>
                <a:lnTo>
                  <a:pt x="115915" y="119121"/>
                </a:lnTo>
                <a:lnTo>
                  <a:pt x="115883" y="118473"/>
                </a:lnTo>
                <a:lnTo>
                  <a:pt x="115855" y="117802"/>
                </a:lnTo>
                <a:lnTo>
                  <a:pt x="115831" y="117107"/>
                </a:lnTo>
                <a:lnTo>
                  <a:pt x="115812" y="116389"/>
                </a:lnTo>
                <a:lnTo>
                  <a:pt x="115796" y="115648"/>
                </a:lnTo>
                <a:lnTo>
                  <a:pt x="115786" y="114884"/>
                </a:lnTo>
                <a:lnTo>
                  <a:pt x="115779" y="114096"/>
                </a:lnTo>
                <a:lnTo>
                  <a:pt x="115777" y="113285"/>
                </a:lnTo>
                <a:lnTo>
                  <a:pt x="115777" y="29423"/>
                </a:lnTo>
                <a:lnTo>
                  <a:pt x="115779" y="28636"/>
                </a:lnTo>
                <a:lnTo>
                  <a:pt x="115785" y="27871"/>
                </a:lnTo>
                <a:lnTo>
                  <a:pt x="115794" y="27128"/>
                </a:lnTo>
                <a:lnTo>
                  <a:pt x="115808" y="26408"/>
                </a:lnTo>
                <a:lnTo>
                  <a:pt x="115825" y="25711"/>
                </a:lnTo>
                <a:lnTo>
                  <a:pt x="115846" y="25036"/>
                </a:lnTo>
                <a:lnTo>
                  <a:pt x="115871" y="24383"/>
                </a:lnTo>
                <a:lnTo>
                  <a:pt x="115899" y="23753"/>
                </a:lnTo>
                <a:lnTo>
                  <a:pt x="115932" y="23145"/>
                </a:lnTo>
                <a:lnTo>
                  <a:pt x="115968" y="22560"/>
                </a:lnTo>
                <a:lnTo>
                  <a:pt x="116009" y="21997"/>
                </a:lnTo>
                <a:lnTo>
                  <a:pt x="116053" y="21457"/>
                </a:lnTo>
                <a:lnTo>
                  <a:pt x="116100" y="20939"/>
                </a:lnTo>
                <a:lnTo>
                  <a:pt x="116152" y="20443"/>
                </a:lnTo>
                <a:lnTo>
                  <a:pt x="116208" y="19970"/>
                </a:lnTo>
                <a:lnTo>
                  <a:pt x="116267" y="19520"/>
                </a:lnTo>
                <a:lnTo>
                  <a:pt x="116330" y="19092"/>
                </a:lnTo>
                <a:lnTo>
                  <a:pt x="116397" y="18686"/>
                </a:lnTo>
                <a:lnTo>
                  <a:pt x="116468" y="18303"/>
                </a:lnTo>
                <a:lnTo>
                  <a:pt x="116542" y="17942"/>
                </a:lnTo>
                <a:lnTo>
                  <a:pt x="116621" y="17604"/>
                </a:lnTo>
                <a:lnTo>
                  <a:pt x="116703" y="17288"/>
                </a:lnTo>
                <a:lnTo>
                  <a:pt x="116789" y="16995"/>
                </a:lnTo>
                <a:lnTo>
                  <a:pt x="116879" y="16724"/>
                </a:lnTo>
                <a:lnTo>
                  <a:pt x="116974" y="16468"/>
                </a:lnTo>
                <a:lnTo>
                  <a:pt x="117077" y="16216"/>
                </a:lnTo>
                <a:lnTo>
                  <a:pt x="117185" y="15970"/>
                </a:lnTo>
                <a:lnTo>
                  <a:pt x="117301" y="15730"/>
                </a:lnTo>
                <a:lnTo>
                  <a:pt x="117424" y="15495"/>
                </a:lnTo>
                <a:lnTo>
                  <a:pt x="117553" y="15266"/>
                </a:lnTo>
                <a:lnTo>
                  <a:pt x="117689" y="15042"/>
                </a:lnTo>
                <a:lnTo>
                  <a:pt x="117832" y="14824"/>
                </a:lnTo>
                <a:lnTo>
                  <a:pt x="117982" y="14611"/>
                </a:lnTo>
                <a:lnTo>
                  <a:pt x="118139" y="14403"/>
                </a:lnTo>
                <a:lnTo>
                  <a:pt x="118302" y="14201"/>
                </a:lnTo>
                <a:lnTo>
                  <a:pt x="118473" y="14005"/>
                </a:lnTo>
                <a:lnTo>
                  <a:pt x="118650" y="13814"/>
                </a:lnTo>
                <a:lnTo>
                  <a:pt x="118834" y="13629"/>
                </a:lnTo>
                <a:lnTo>
                  <a:pt x="119024" y="13449"/>
                </a:lnTo>
                <a:lnTo>
                  <a:pt x="119222" y="13274"/>
                </a:lnTo>
                <a:lnTo>
                  <a:pt x="119426" y="13105"/>
                </a:lnTo>
                <a:lnTo>
                  <a:pt x="119638" y="12942"/>
                </a:lnTo>
                <a:lnTo>
                  <a:pt x="119856" y="12784"/>
                </a:lnTo>
                <a:lnTo>
                  <a:pt x="120081" y="12631"/>
                </a:lnTo>
                <a:lnTo>
                  <a:pt x="120312" y="12484"/>
                </a:lnTo>
                <a:lnTo>
                  <a:pt x="120551" y="12343"/>
                </a:lnTo>
                <a:lnTo>
                  <a:pt x="120796" y="12207"/>
                </a:lnTo>
                <a:lnTo>
                  <a:pt x="121048" y="12076"/>
                </a:lnTo>
                <a:lnTo>
                  <a:pt x="121393" y="11896"/>
                </a:lnTo>
                <a:lnTo>
                  <a:pt x="121739" y="11724"/>
                </a:lnTo>
                <a:lnTo>
                  <a:pt x="122086" y="11559"/>
                </a:lnTo>
                <a:lnTo>
                  <a:pt x="122435" y="11403"/>
                </a:lnTo>
                <a:lnTo>
                  <a:pt x="122786" y="11253"/>
                </a:lnTo>
                <a:lnTo>
                  <a:pt x="123139" y="11112"/>
                </a:lnTo>
                <a:lnTo>
                  <a:pt x="123493" y="10978"/>
                </a:lnTo>
                <a:lnTo>
                  <a:pt x="123849" y="10851"/>
                </a:lnTo>
                <a:lnTo>
                  <a:pt x="124207" y="10733"/>
                </a:lnTo>
                <a:lnTo>
                  <a:pt x="124566" y="10622"/>
                </a:lnTo>
                <a:lnTo>
                  <a:pt x="124927" y="10518"/>
                </a:lnTo>
                <a:lnTo>
                  <a:pt x="125289" y="10423"/>
                </a:lnTo>
                <a:lnTo>
                  <a:pt x="125654" y="10335"/>
                </a:lnTo>
                <a:lnTo>
                  <a:pt x="126019" y="10254"/>
                </a:lnTo>
                <a:lnTo>
                  <a:pt x="126387" y="10182"/>
                </a:lnTo>
                <a:lnTo>
                  <a:pt x="126756" y="10117"/>
                </a:lnTo>
                <a:lnTo>
                  <a:pt x="127127" y="10059"/>
                </a:lnTo>
                <a:lnTo>
                  <a:pt x="127500" y="10009"/>
                </a:lnTo>
                <a:lnTo>
                  <a:pt x="127874" y="9967"/>
                </a:lnTo>
                <a:lnTo>
                  <a:pt x="128250" y="9933"/>
                </a:lnTo>
                <a:lnTo>
                  <a:pt x="128627" y="9906"/>
                </a:lnTo>
                <a:lnTo>
                  <a:pt x="129007" y="9887"/>
                </a:lnTo>
                <a:lnTo>
                  <a:pt x="129387" y="9876"/>
                </a:lnTo>
                <a:lnTo>
                  <a:pt x="129770" y="9872"/>
                </a:lnTo>
                <a:lnTo>
                  <a:pt x="134370" y="9872"/>
                </a:lnTo>
                <a:lnTo>
                  <a:pt x="134370" y="6326"/>
                </a:lnTo>
                <a:lnTo>
                  <a:pt x="78782" y="6326"/>
                </a:lnTo>
                <a:lnTo>
                  <a:pt x="78782" y="9872"/>
                </a:lnTo>
                <a:lnTo>
                  <a:pt x="83382" y="9872"/>
                </a:lnTo>
                <a:lnTo>
                  <a:pt x="83765" y="9876"/>
                </a:lnTo>
                <a:lnTo>
                  <a:pt x="84146" y="9888"/>
                </a:lnTo>
                <a:lnTo>
                  <a:pt x="84525" y="9908"/>
                </a:lnTo>
                <a:lnTo>
                  <a:pt x="84903" y="9936"/>
                </a:lnTo>
                <a:lnTo>
                  <a:pt x="85278" y="9971"/>
                </a:lnTo>
                <a:lnTo>
                  <a:pt x="85653" y="10015"/>
                </a:lnTo>
                <a:lnTo>
                  <a:pt x="86025" y="10067"/>
                </a:lnTo>
                <a:lnTo>
                  <a:pt x="86396" y="10127"/>
                </a:lnTo>
                <a:lnTo>
                  <a:pt x="86765" y="10195"/>
                </a:lnTo>
                <a:lnTo>
                  <a:pt x="87133" y="10271"/>
                </a:lnTo>
                <a:lnTo>
                  <a:pt x="87499" y="10354"/>
                </a:lnTo>
                <a:lnTo>
                  <a:pt x="87863" y="10446"/>
                </a:lnTo>
                <a:lnTo>
                  <a:pt x="88226" y="10546"/>
                </a:lnTo>
                <a:lnTo>
                  <a:pt x="88587" y="10653"/>
                </a:lnTo>
                <a:lnTo>
                  <a:pt x="88946" y="10769"/>
                </a:lnTo>
                <a:lnTo>
                  <a:pt x="89303" y="10893"/>
                </a:lnTo>
                <a:lnTo>
                  <a:pt x="89659" y="11024"/>
                </a:lnTo>
                <a:lnTo>
                  <a:pt x="90014" y="11164"/>
                </a:lnTo>
                <a:lnTo>
                  <a:pt x="90366" y="11311"/>
                </a:lnTo>
                <a:lnTo>
                  <a:pt x="90717" y="11467"/>
                </a:lnTo>
                <a:lnTo>
                  <a:pt x="91066" y="11631"/>
                </a:lnTo>
                <a:lnTo>
                  <a:pt x="91414" y="11802"/>
                </a:lnTo>
                <a:lnTo>
                  <a:pt x="91760" y="11981"/>
                </a:lnTo>
                <a:lnTo>
                  <a:pt x="92104" y="12169"/>
                </a:lnTo>
                <a:lnTo>
                  <a:pt x="92356" y="12314"/>
                </a:lnTo>
                <a:lnTo>
                  <a:pt x="92601" y="12461"/>
                </a:lnTo>
                <a:lnTo>
                  <a:pt x="92838" y="12610"/>
                </a:lnTo>
                <a:lnTo>
                  <a:pt x="93068" y="12762"/>
                </a:lnTo>
                <a:lnTo>
                  <a:pt x="93290" y="12915"/>
                </a:lnTo>
                <a:lnTo>
                  <a:pt x="93506" y="13072"/>
                </a:lnTo>
                <a:lnTo>
                  <a:pt x="93714" y="13230"/>
                </a:lnTo>
                <a:lnTo>
                  <a:pt x="93914" y="13391"/>
                </a:lnTo>
                <a:lnTo>
                  <a:pt x="94108" y="13554"/>
                </a:lnTo>
                <a:lnTo>
                  <a:pt x="94294" y="13720"/>
                </a:lnTo>
                <a:lnTo>
                  <a:pt x="94472" y="13888"/>
                </a:lnTo>
                <a:lnTo>
                  <a:pt x="94644" y="14058"/>
                </a:lnTo>
                <a:lnTo>
                  <a:pt x="94808" y="14231"/>
                </a:lnTo>
                <a:lnTo>
                  <a:pt x="94965" y="14405"/>
                </a:lnTo>
                <a:lnTo>
                  <a:pt x="95114" y="14583"/>
                </a:lnTo>
                <a:lnTo>
                  <a:pt x="95256" y="14762"/>
                </a:lnTo>
                <a:lnTo>
                  <a:pt x="95391" y="14944"/>
                </a:lnTo>
                <a:lnTo>
                  <a:pt x="95518" y="15128"/>
                </a:lnTo>
                <a:lnTo>
                  <a:pt x="95639" y="15314"/>
                </a:lnTo>
                <a:lnTo>
                  <a:pt x="95751" y="15503"/>
                </a:lnTo>
                <a:lnTo>
                  <a:pt x="95857" y="15694"/>
                </a:lnTo>
                <a:lnTo>
                  <a:pt x="95955" y="15887"/>
                </a:lnTo>
                <a:lnTo>
                  <a:pt x="96046" y="16083"/>
                </a:lnTo>
                <a:lnTo>
                  <a:pt x="96129" y="16281"/>
                </a:lnTo>
                <a:lnTo>
                  <a:pt x="96231" y="16556"/>
                </a:lnTo>
                <a:lnTo>
                  <a:pt x="96328" y="16855"/>
                </a:lnTo>
                <a:lnTo>
                  <a:pt x="96421" y="17177"/>
                </a:lnTo>
                <a:lnTo>
                  <a:pt x="96510" y="17523"/>
                </a:lnTo>
                <a:lnTo>
                  <a:pt x="96594" y="17892"/>
                </a:lnTo>
                <a:lnTo>
                  <a:pt x="96675" y="18285"/>
                </a:lnTo>
                <a:lnTo>
                  <a:pt x="96750" y="18702"/>
                </a:lnTo>
                <a:lnTo>
                  <a:pt x="96822" y="19142"/>
                </a:lnTo>
                <a:lnTo>
                  <a:pt x="96889" y="19606"/>
                </a:lnTo>
                <a:lnTo>
                  <a:pt x="96951" y="20093"/>
                </a:lnTo>
                <a:lnTo>
                  <a:pt x="97010" y="20604"/>
                </a:lnTo>
                <a:lnTo>
                  <a:pt x="97064" y="21138"/>
                </a:lnTo>
                <a:lnTo>
                  <a:pt x="97114" y="21696"/>
                </a:lnTo>
                <a:lnTo>
                  <a:pt x="97159" y="22278"/>
                </a:lnTo>
                <a:lnTo>
                  <a:pt x="97200" y="22883"/>
                </a:lnTo>
                <a:lnTo>
                  <a:pt x="97237" y="23512"/>
                </a:lnTo>
                <a:lnTo>
                  <a:pt x="97269" y="24164"/>
                </a:lnTo>
                <a:lnTo>
                  <a:pt x="97297" y="24840"/>
                </a:lnTo>
                <a:lnTo>
                  <a:pt x="97321" y="25540"/>
                </a:lnTo>
                <a:lnTo>
                  <a:pt x="97341" y="26263"/>
                </a:lnTo>
                <a:lnTo>
                  <a:pt x="97356" y="27009"/>
                </a:lnTo>
                <a:lnTo>
                  <a:pt x="97367" y="27779"/>
                </a:lnTo>
                <a:lnTo>
                  <a:pt x="97373" y="28573"/>
                </a:lnTo>
                <a:lnTo>
                  <a:pt x="97375" y="29391"/>
                </a:lnTo>
                <a:lnTo>
                  <a:pt x="97375" y="66514"/>
                </a:lnTo>
                <a:lnTo>
                  <a:pt x="36995" y="66514"/>
                </a:lnTo>
                <a:lnTo>
                  <a:pt x="36995" y="29391"/>
                </a:lnTo>
                <a:lnTo>
                  <a:pt x="36997" y="28604"/>
                </a:lnTo>
                <a:lnTo>
                  <a:pt x="37003" y="27841"/>
                </a:lnTo>
                <a:lnTo>
                  <a:pt x="37013" y="27099"/>
                </a:lnTo>
                <a:lnTo>
                  <a:pt x="37027" y="26380"/>
                </a:lnTo>
                <a:lnTo>
                  <a:pt x="37045" y="25684"/>
                </a:lnTo>
                <a:lnTo>
                  <a:pt x="37067" y="25010"/>
                </a:lnTo>
                <a:lnTo>
                  <a:pt x="37093" y="24358"/>
                </a:lnTo>
                <a:lnTo>
                  <a:pt x="37123" y="23729"/>
                </a:lnTo>
                <a:lnTo>
                  <a:pt x="37157" y="23122"/>
                </a:lnTo>
                <a:lnTo>
                  <a:pt x="37195" y="22538"/>
                </a:lnTo>
                <a:lnTo>
                  <a:pt x="37237" y="21976"/>
                </a:lnTo>
                <a:lnTo>
                  <a:pt x="37282" y="21436"/>
                </a:lnTo>
                <a:lnTo>
                  <a:pt x="37332" y="20919"/>
                </a:lnTo>
                <a:lnTo>
                  <a:pt x="37386" y="20425"/>
                </a:lnTo>
                <a:lnTo>
                  <a:pt x="37444" y="19953"/>
                </a:lnTo>
                <a:lnTo>
                  <a:pt x="37506" y="19503"/>
                </a:lnTo>
                <a:lnTo>
                  <a:pt x="37572" y="19076"/>
                </a:lnTo>
                <a:lnTo>
                  <a:pt x="37642" y="18671"/>
                </a:lnTo>
                <a:lnTo>
                  <a:pt x="37716" y="18288"/>
                </a:lnTo>
                <a:lnTo>
                  <a:pt x="37794" y="17928"/>
                </a:lnTo>
                <a:lnTo>
                  <a:pt x="37876" y="17591"/>
                </a:lnTo>
                <a:lnTo>
                  <a:pt x="37961" y="17275"/>
                </a:lnTo>
                <a:lnTo>
                  <a:pt x="38051" y="16983"/>
                </a:lnTo>
                <a:lnTo>
                  <a:pt x="38145" y="16712"/>
                </a:lnTo>
                <a:lnTo>
                  <a:pt x="38244" y="16456"/>
                </a:lnTo>
                <a:lnTo>
                  <a:pt x="38349" y="16205"/>
                </a:lnTo>
                <a:lnTo>
                  <a:pt x="38461" y="15960"/>
                </a:lnTo>
                <a:lnTo>
                  <a:pt x="38579" y="15720"/>
                </a:lnTo>
                <a:lnTo>
                  <a:pt x="38703" y="15486"/>
                </a:lnTo>
                <a:lnTo>
                  <a:pt x="38834" y="15257"/>
                </a:lnTo>
                <a:lnTo>
                  <a:pt x="38971" y="15033"/>
                </a:lnTo>
                <a:lnTo>
                  <a:pt x="39114" y="14815"/>
                </a:lnTo>
                <a:lnTo>
                  <a:pt x="39264" y="14603"/>
                </a:lnTo>
                <a:lnTo>
                  <a:pt x="39420" y="14396"/>
                </a:lnTo>
                <a:lnTo>
                  <a:pt x="39582" y="14194"/>
                </a:lnTo>
                <a:lnTo>
                  <a:pt x="39750" y="13998"/>
                </a:lnTo>
                <a:lnTo>
                  <a:pt x="39925" y="13808"/>
                </a:lnTo>
                <a:lnTo>
                  <a:pt x="40107" y="13623"/>
                </a:lnTo>
                <a:lnTo>
                  <a:pt x="40294" y="13443"/>
                </a:lnTo>
                <a:lnTo>
                  <a:pt x="40488" y="13269"/>
                </a:lnTo>
                <a:lnTo>
                  <a:pt x="40688" y="13100"/>
                </a:lnTo>
                <a:lnTo>
                  <a:pt x="40895" y="12937"/>
                </a:lnTo>
                <a:lnTo>
                  <a:pt x="41107" y="12779"/>
                </a:lnTo>
                <a:lnTo>
                  <a:pt x="41326" y="12627"/>
                </a:lnTo>
                <a:lnTo>
                  <a:pt x="41552" y="12480"/>
                </a:lnTo>
                <a:lnTo>
                  <a:pt x="41784" y="12339"/>
                </a:lnTo>
                <a:lnTo>
                  <a:pt x="42022" y="12203"/>
                </a:lnTo>
                <a:lnTo>
                  <a:pt x="42266" y="12073"/>
                </a:lnTo>
                <a:lnTo>
                  <a:pt x="42611" y="11893"/>
                </a:lnTo>
                <a:lnTo>
                  <a:pt x="42956" y="11721"/>
                </a:lnTo>
                <a:lnTo>
                  <a:pt x="43304" y="11557"/>
                </a:lnTo>
                <a:lnTo>
                  <a:pt x="43653" y="11400"/>
                </a:lnTo>
                <a:lnTo>
                  <a:pt x="44004" y="11251"/>
                </a:lnTo>
                <a:lnTo>
                  <a:pt x="44357" y="11110"/>
                </a:lnTo>
                <a:lnTo>
                  <a:pt x="44711" y="10976"/>
                </a:lnTo>
                <a:lnTo>
                  <a:pt x="45067" y="10850"/>
                </a:lnTo>
                <a:lnTo>
                  <a:pt x="45425" y="10732"/>
                </a:lnTo>
                <a:lnTo>
                  <a:pt x="45784" y="10621"/>
                </a:lnTo>
                <a:lnTo>
                  <a:pt x="46145" y="10518"/>
                </a:lnTo>
                <a:lnTo>
                  <a:pt x="46507" y="10422"/>
                </a:lnTo>
                <a:lnTo>
                  <a:pt x="46872" y="10334"/>
                </a:lnTo>
                <a:lnTo>
                  <a:pt x="47237" y="10254"/>
                </a:lnTo>
                <a:lnTo>
                  <a:pt x="47605" y="10181"/>
                </a:lnTo>
                <a:lnTo>
                  <a:pt x="47974" y="10116"/>
                </a:lnTo>
                <a:lnTo>
                  <a:pt x="48345" y="10059"/>
                </a:lnTo>
                <a:lnTo>
                  <a:pt x="48718" y="10009"/>
                </a:lnTo>
                <a:lnTo>
                  <a:pt x="49092" y="9967"/>
                </a:lnTo>
                <a:lnTo>
                  <a:pt x="49468" y="9933"/>
                </a:lnTo>
                <a:lnTo>
                  <a:pt x="49845" y="9906"/>
                </a:lnTo>
                <a:lnTo>
                  <a:pt x="50224" y="9887"/>
                </a:lnTo>
                <a:lnTo>
                  <a:pt x="50605" y="9876"/>
                </a:lnTo>
                <a:lnTo>
                  <a:pt x="50988" y="9872"/>
                </a:lnTo>
                <a:lnTo>
                  <a:pt x="55684" y="9872"/>
                </a:lnTo>
                <a:lnTo>
                  <a:pt x="55684" y="6326"/>
                </a:lnTo>
                <a:lnTo>
                  <a:pt x="0" y="6326"/>
                </a:lnTo>
                <a:lnTo>
                  <a:pt x="0" y="9872"/>
                </a:lnTo>
                <a:lnTo>
                  <a:pt x="4600" y="9872"/>
                </a:lnTo>
                <a:lnTo>
                  <a:pt x="4983" y="9876"/>
                </a:lnTo>
                <a:lnTo>
                  <a:pt x="5364" y="9888"/>
                </a:lnTo>
                <a:lnTo>
                  <a:pt x="5745" y="9908"/>
                </a:lnTo>
                <a:lnTo>
                  <a:pt x="6123" y="9936"/>
                </a:lnTo>
                <a:lnTo>
                  <a:pt x="6501" y="9972"/>
                </a:lnTo>
                <a:lnTo>
                  <a:pt x="6877" y="10015"/>
                </a:lnTo>
                <a:lnTo>
                  <a:pt x="7251" y="10067"/>
                </a:lnTo>
                <a:lnTo>
                  <a:pt x="7625" y="10127"/>
                </a:lnTo>
                <a:lnTo>
                  <a:pt x="7997" y="10195"/>
                </a:lnTo>
                <a:lnTo>
                  <a:pt x="8368" y="10271"/>
                </a:lnTo>
                <a:lnTo>
                  <a:pt x="8737" y="10355"/>
                </a:lnTo>
                <a:lnTo>
                  <a:pt x="9105" y="10447"/>
                </a:lnTo>
                <a:lnTo>
                  <a:pt x="9472" y="10547"/>
                </a:lnTo>
                <a:lnTo>
                  <a:pt x="9837" y="10654"/>
                </a:lnTo>
                <a:lnTo>
                  <a:pt x="10201" y="10770"/>
                </a:lnTo>
                <a:lnTo>
                  <a:pt x="10564" y="10894"/>
                </a:lnTo>
                <a:lnTo>
                  <a:pt x="10925" y="11026"/>
                </a:lnTo>
                <a:lnTo>
                  <a:pt x="11285" y="11166"/>
                </a:lnTo>
                <a:lnTo>
                  <a:pt x="11644" y="11313"/>
                </a:lnTo>
                <a:lnTo>
                  <a:pt x="12002" y="11469"/>
                </a:lnTo>
                <a:lnTo>
                  <a:pt x="12358" y="11633"/>
                </a:lnTo>
                <a:lnTo>
                  <a:pt x="12712" y="11805"/>
                </a:lnTo>
                <a:lnTo>
                  <a:pt x="13066" y="11984"/>
                </a:lnTo>
                <a:lnTo>
                  <a:pt x="13418" y="12172"/>
                </a:lnTo>
                <a:lnTo>
                  <a:pt x="13662" y="12317"/>
                </a:lnTo>
                <a:lnTo>
                  <a:pt x="13899" y="12464"/>
                </a:lnTo>
                <a:lnTo>
                  <a:pt x="14129" y="12614"/>
                </a:lnTo>
                <a:lnTo>
                  <a:pt x="14352" y="12766"/>
                </a:lnTo>
                <a:lnTo>
                  <a:pt x="14568" y="12920"/>
                </a:lnTo>
                <a:lnTo>
                  <a:pt x="14778" y="13076"/>
                </a:lnTo>
                <a:lnTo>
                  <a:pt x="14980" y="13235"/>
                </a:lnTo>
                <a:lnTo>
                  <a:pt x="15175" y="13397"/>
                </a:lnTo>
                <a:lnTo>
                  <a:pt x="15363" y="13560"/>
                </a:lnTo>
                <a:lnTo>
                  <a:pt x="15544" y="13726"/>
                </a:lnTo>
                <a:lnTo>
                  <a:pt x="15719" y="13894"/>
                </a:lnTo>
                <a:lnTo>
                  <a:pt x="15886" y="14065"/>
                </a:lnTo>
                <a:lnTo>
                  <a:pt x="16046" y="14238"/>
                </a:lnTo>
                <a:lnTo>
                  <a:pt x="16199" y="14413"/>
                </a:lnTo>
                <a:lnTo>
                  <a:pt x="16346" y="14590"/>
                </a:lnTo>
                <a:lnTo>
                  <a:pt x="16485" y="14770"/>
                </a:lnTo>
                <a:lnTo>
                  <a:pt x="16617" y="14953"/>
                </a:lnTo>
                <a:lnTo>
                  <a:pt x="16742" y="15137"/>
                </a:lnTo>
                <a:lnTo>
                  <a:pt x="16861" y="15324"/>
                </a:lnTo>
                <a:lnTo>
                  <a:pt x="16972" y="15513"/>
                </a:lnTo>
                <a:lnTo>
                  <a:pt x="17076" y="15705"/>
                </a:lnTo>
                <a:lnTo>
                  <a:pt x="17174" y="15898"/>
                </a:lnTo>
                <a:lnTo>
                  <a:pt x="17264" y="16095"/>
                </a:lnTo>
                <a:lnTo>
                  <a:pt x="17347" y="16293"/>
                </a:lnTo>
                <a:lnTo>
                  <a:pt x="17449" y="16569"/>
                </a:lnTo>
                <a:lnTo>
                  <a:pt x="17546" y="16868"/>
                </a:lnTo>
                <a:lnTo>
                  <a:pt x="17639" y="17190"/>
                </a:lnTo>
                <a:lnTo>
                  <a:pt x="17728" y="17536"/>
                </a:lnTo>
                <a:lnTo>
                  <a:pt x="17812" y="17906"/>
                </a:lnTo>
                <a:lnTo>
                  <a:pt x="17892" y="18300"/>
                </a:lnTo>
                <a:lnTo>
                  <a:pt x="17968" y="18717"/>
                </a:lnTo>
                <a:lnTo>
                  <a:pt x="18040" y="19158"/>
                </a:lnTo>
                <a:lnTo>
                  <a:pt x="18107" y="19622"/>
                </a:lnTo>
                <a:lnTo>
                  <a:pt x="18169" y="20110"/>
                </a:lnTo>
                <a:lnTo>
                  <a:pt x="18228" y="20622"/>
                </a:lnTo>
                <a:lnTo>
                  <a:pt x="18282" y="21157"/>
                </a:lnTo>
                <a:lnTo>
                  <a:pt x="18332" y="21716"/>
                </a:lnTo>
                <a:lnTo>
                  <a:pt x="18377" y="22299"/>
                </a:lnTo>
                <a:lnTo>
                  <a:pt x="18418" y="22905"/>
                </a:lnTo>
                <a:lnTo>
                  <a:pt x="18455" y="23535"/>
                </a:lnTo>
                <a:lnTo>
                  <a:pt x="18487" y="24188"/>
                </a:lnTo>
                <a:lnTo>
                  <a:pt x="18515" y="24865"/>
                </a:lnTo>
                <a:lnTo>
                  <a:pt x="18539" y="25566"/>
                </a:lnTo>
                <a:lnTo>
                  <a:pt x="18559" y="26290"/>
                </a:lnTo>
                <a:lnTo>
                  <a:pt x="18574" y="27038"/>
                </a:lnTo>
                <a:lnTo>
                  <a:pt x="18585" y="27809"/>
                </a:lnTo>
                <a:lnTo>
                  <a:pt x="18591" y="28605"/>
                </a:lnTo>
                <a:lnTo>
                  <a:pt x="18593" y="29423"/>
                </a:lnTo>
                <a:lnTo>
                  <a:pt x="18593" y="113285"/>
                </a:lnTo>
                <a:lnTo>
                  <a:pt x="18589" y="114245"/>
                </a:lnTo>
                <a:lnTo>
                  <a:pt x="18577" y="115174"/>
                </a:lnTo>
                <a:lnTo>
                  <a:pt x="18557" y="116074"/>
                </a:lnTo>
                <a:lnTo>
                  <a:pt x="18529" y="116943"/>
                </a:lnTo>
                <a:lnTo>
                  <a:pt x="18493" y="117783"/>
                </a:lnTo>
                <a:lnTo>
                  <a:pt x="18450" y="118592"/>
                </a:lnTo>
                <a:lnTo>
                  <a:pt x="18398" y="119372"/>
                </a:lnTo>
                <a:lnTo>
                  <a:pt x="18338" y="120122"/>
                </a:lnTo>
                <a:lnTo>
                  <a:pt x="18270" y="120842"/>
                </a:lnTo>
                <a:lnTo>
                  <a:pt x="18194" y="121532"/>
                </a:lnTo>
                <a:lnTo>
                  <a:pt x="18110" y="122191"/>
                </a:lnTo>
                <a:lnTo>
                  <a:pt x="18018" y="122821"/>
                </a:lnTo>
                <a:lnTo>
                  <a:pt x="17918" y="123421"/>
                </a:lnTo>
                <a:lnTo>
                  <a:pt x="17811" y="123991"/>
                </a:lnTo>
                <a:lnTo>
                  <a:pt x="17695" y="124532"/>
                </a:lnTo>
                <a:lnTo>
                  <a:pt x="17571" y="125042"/>
                </a:lnTo>
                <a:lnTo>
                  <a:pt x="17439" y="125522"/>
                </a:lnTo>
                <a:lnTo>
                  <a:pt x="17299" y="125972"/>
                </a:lnTo>
                <a:lnTo>
                  <a:pt x="17152" y="126392"/>
                </a:lnTo>
                <a:lnTo>
                  <a:pt x="16996" y="126783"/>
                </a:lnTo>
                <a:lnTo>
                  <a:pt x="16832" y="127143"/>
                </a:lnTo>
                <a:lnTo>
                  <a:pt x="16661" y="127474"/>
                </a:lnTo>
                <a:lnTo>
                  <a:pt x="16481" y="127774"/>
                </a:lnTo>
                <a:lnTo>
                  <a:pt x="16293" y="128045"/>
                </a:lnTo>
                <a:lnTo>
                  <a:pt x="15982" y="128428"/>
                </a:lnTo>
                <a:lnTo>
                  <a:pt x="15656" y="128795"/>
                </a:lnTo>
                <a:lnTo>
                  <a:pt x="15314" y="129145"/>
                </a:lnTo>
                <a:lnTo>
                  <a:pt x="14957" y="129480"/>
                </a:lnTo>
                <a:lnTo>
                  <a:pt x="14584" y="129798"/>
                </a:lnTo>
                <a:lnTo>
                  <a:pt x="14197" y="130099"/>
                </a:lnTo>
                <a:lnTo>
                  <a:pt x="13794" y="130385"/>
                </a:lnTo>
                <a:lnTo>
                  <a:pt x="13375" y="130654"/>
                </a:lnTo>
                <a:lnTo>
                  <a:pt x="12942" y="130907"/>
                </a:lnTo>
                <a:lnTo>
                  <a:pt x="12493" y="131143"/>
                </a:lnTo>
                <a:lnTo>
                  <a:pt x="12028" y="131363"/>
                </a:lnTo>
                <a:lnTo>
                  <a:pt x="11549" y="131567"/>
                </a:lnTo>
                <a:lnTo>
                  <a:pt x="11054" y="131754"/>
                </a:lnTo>
                <a:lnTo>
                  <a:pt x="10544" y="131926"/>
                </a:lnTo>
                <a:lnTo>
                  <a:pt x="10018" y="132081"/>
                </a:lnTo>
                <a:lnTo>
                  <a:pt x="9478" y="132219"/>
                </a:lnTo>
                <a:lnTo>
                  <a:pt x="8922" y="132342"/>
                </a:lnTo>
                <a:lnTo>
                  <a:pt x="8350" y="132448"/>
                </a:lnTo>
                <a:lnTo>
                  <a:pt x="7764" y="132537"/>
                </a:lnTo>
                <a:lnTo>
                  <a:pt x="7162" y="132611"/>
                </a:lnTo>
                <a:lnTo>
                  <a:pt x="6544" y="132668"/>
                </a:lnTo>
                <a:lnTo>
                  <a:pt x="5912" y="132708"/>
                </a:lnTo>
                <a:lnTo>
                  <a:pt x="5264" y="132733"/>
                </a:lnTo>
                <a:lnTo>
                  <a:pt x="4600" y="132741"/>
                </a:lnTo>
                <a:lnTo>
                  <a:pt x="0" y="132741"/>
                </a:lnTo>
                <a:lnTo>
                  <a:pt x="0" y="136287"/>
                </a:lnTo>
                <a:lnTo>
                  <a:pt x="55684" y="136287"/>
                </a:lnTo>
                <a:lnTo>
                  <a:pt x="55684" y="132741"/>
                </a:lnTo>
                <a:lnTo>
                  <a:pt x="50988" y="132741"/>
                </a:lnTo>
                <a:lnTo>
                  <a:pt x="50605" y="132737"/>
                </a:lnTo>
                <a:lnTo>
                  <a:pt x="50224" y="132725"/>
                </a:lnTo>
                <a:lnTo>
                  <a:pt x="49845" y="132705"/>
                </a:lnTo>
                <a:lnTo>
                  <a:pt x="49468" y="132677"/>
                </a:lnTo>
                <a:lnTo>
                  <a:pt x="49092" y="132641"/>
                </a:lnTo>
                <a:lnTo>
                  <a:pt x="48718" y="132597"/>
                </a:lnTo>
                <a:lnTo>
                  <a:pt x="48345" y="132545"/>
                </a:lnTo>
                <a:lnTo>
                  <a:pt x="47974" y="132485"/>
                </a:lnTo>
                <a:lnTo>
                  <a:pt x="47605" y="132417"/>
                </a:lnTo>
                <a:lnTo>
                  <a:pt x="47237" y="132341"/>
                </a:lnTo>
                <a:lnTo>
                  <a:pt x="46872" y="132257"/>
                </a:lnTo>
                <a:lnTo>
                  <a:pt x="46507" y="132165"/>
                </a:lnTo>
                <a:lnTo>
                  <a:pt x="46145" y="132065"/>
                </a:lnTo>
                <a:lnTo>
                  <a:pt x="45784" y="131957"/>
                </a:lnTo>
                <a:lnTo>
                  <a:pt x="45425" y="131841"/>
                </a:lnTo>
                <a:lnTo>
                  <a:pt x="45067" y="131717"/>
                </a:lnTo>
                <a:lnTo>
                  <a:pt x="44711" y="131585"/>
                </a:lnTo>
                <a:lnTo>
                  <a:pt x="44357" y="131445"/>
                </a:lnTo>
                <a:lnTo>
                  <a:pt x="44004" y="131298"/>
                </a:lnTo>
                <a:lnTo>
                  <a:pt x="43653" y="131142"/>
                </a:lnTo>
                <a:lnTo>
                  <a:pt x="43304" y="130978"/>
                </a:lnTo>
                <a:lnTo>
                  <a:pt x="42956" y="130806"/>
                </a:lnTo>
                <a:lnTo>
                  <a:pt x="42611" y="130626"/>
                </a:lnTo>
                <a:lnTo>
                  <a:pt x="42266" y="130438"/>
                </a:lnTo>
                <a:lnTo>
                  <a:pt x="42014" y="130293"/>
                </a:lnTo>
                <a:lnTo>
                  <a:pt x="41770" y="130145"/>
                </a:lnTo>
                <a:lnTo>
                  <a:pt x="41532" y="129995"/>
                </a:lnTo>
                <a:lnTo>
                  <a:pt x="41303" y="129843"/>
                </a:lnTo>
                <a:lnTo>
                  <a:pt x="41080" y="129689"/>
                </a:lnTo>
                <a:lnTo>
                  <a:pt x="40865" y="129532"/>
                </a:lnTo>
                <a:lnTo>
                  <a:pt x="40657" y="129373"/>
                </a:lnTo>
                <a:lnTo>
                  <a:pt x="40456" y="129211"/>
                </a:lnTo>
                <a:lnTo>
                  <a:pt x="40263" y="129047"/>
                </a:lnTo>
                <a:lnTo>
                  <a:pt x="40077" y="128881"/>
                </a:lnTo>
                <a:lnTo>
                  <a:pt x="39898" y="128713"/>
                </a:lnTo>
                <a:lnTo>
                  <a:pt x="39726" y="128542"/>
                </a:lnTo>
                <a:lnTo>
                  <a:pt x="39562" y="128369"/>
                </a:lnTo>
                <a:lnTo>
                  <a:pt x="39406" y="128193"/>
                </a:lnTo>
                <a:lnTo>
                  <a:pt x="39256" y="128016"/>
                </a:lnTo>
                <a:lnTo>
                  <a:pt x="39114" y="127835"/>
                </a:lnTo>
                <a:lnTo>
                  <a:pt x="38979" y="127653"/>
                </a:lnTo>
                <a:lnTo>
                  <a:pt x="38852" y="127468"/>
                </a:lnTo>
                <a:lnTo>
                  <a:pt x="38732" y="127281"/>
                </a:lnTo>
                <a:lnTo>
                  <a:pt x="38619" y="127092"/>
                </a:lnTo>
                <a:lnTo>
                  <a:pt x="38513" y="126900"/>
                </a:lnTo>
                <a:lnTo>
                  <a:pt x="38415" y="126706"/>
                </a:lnTo>
                <a:lnTo>
                  <a:pt x="38324" y="126509"/>
                </a:lnTo>
                <a:lnTo>
                  <a:pt x="38241" y="126311"/>
                </a:lnTo>
                <a:lnTo>
                  <a:pt x="38139" y="126035"/>
                </a:lnTo>
                <a:lnTo>
                  <a:pt x="38042" y="125736"/>
                </a:lnTo>
                <a:lnTo>
                  <a:pt x="37949" y="125413"/>
                </a:lnTo>
                <a:lnTo>
                  <a:pt x="37860" y="125068"/>
                </a:lnTo>
                <a:lnTo>
                  <a:pt x="37776" y="124699"/>
                </a:lnTo>
                <a:lnTo>
                  <a:pt x="37696" y="124306"/>
                </a:lnTo>
                <a:lnTo>
                  <a:pt x="37620" y="123890"/>
                </a:lnTo>
                <a:lnTo>
                  <a:pt x="37549" y="123451"/>
                </a:lnTo>
                <a:lnTo>
                  <a:pt x="37482" y="122989"/>
                </a:lnTo>
                <a:lnTo>
                  <a:pt x="37419" y="122503"/>
                </a:lnTo>
                <a:lnTo>
                  <a:pt x="37361" y="121994"/>
                </a:lnTo>
                <a:lnTo>
                  <a:pt x="37306" y="121462"/>
                </a:lnTo>
                <a:lnTo>
                  <a:pt x="37257" y="120906"/>
                </a:lnTo>
                <a:lnTo>
                  <a:pt x="37211" y="120327"/>
                </a:lnTo>
                <a:lnTo>
                  <a:pt x="37170" y="119724"/>
                </a:lnTo>
                <a:lnTo>
                  <a:pt x="37133" y="119099"/>
                </a:lnTo>
                <a:lnTo>
                  <a:pt x="37101" y="118449"/>
                </a:lnTo>
                <a:lnTo>
                  <a:pt x="37073" y="117777"/>
                </a:lnTo>
                <a:lnTo>
                  <a:pt x="37049" y="117081"/>
                </a:lnTo>
                <a:lnTo>
                  <a:pt x="37030" y="116362"/>
                </a:lnTo>
                <a:lnTo>
                  <a:pt x="37014" y="115620"/>
                </a:lnTo>
                <a:lnTo>
                  <a:pt x="37004" y="114854"/>
                </a:lnTo>
                <a:lnTo>
                  <a:pt x="36997" y="114065"/>
                </a:lnTo>
                <a:lnTo>
                  <a:pt x="36995" y="113252"/>
                </a:lnTo>
                <a:lnTo>
                  <a:pt x="36995" y="73607"/>
                </a:lnTo>
                <a:lnTo>
                  <a:pt x="97375" y="73607"/>
                </a:lnTo>
                <a:lnTo>
                  <a:pt x="97375" y="113252"/>
                </a:lnTo>
                <a:lnTo>
                  <a:pt x="97371" y="114213"/>
                </a:lnTo>
                <a:lnTo>
                  <a:pt x="97359" y="115144"/>
                </a:lnTo>
                <a:lnTo>
                  <a:pt x="97338" y="116046"/>
                </a:lnTo>
                <a:lnTo>
                  <a:pt x="97309" y="116917"/>
                </a:lnTo>
                <a:lnTo>
                  <a:pt x="97271" y="117758"/>
                </a:lnTo>
                <a:lnTo>
                  <a:pt x="97226" y="118569"/>
                </a:lnTo>
                <a:lnTo>
                  <a:pt x="97172" y="119350"/>
                </a:lnTo>
                <a:lnTo>
                  <a:pt x="97109" y="120101"/>
                </a:lnTo>
                <a:lnTo>
                  <a:pt x="97038" y="120822"/>
                </a:lnTo>
                <a:lnTo>
                  <a:pt x="96959" y="121513"/>
                </a:lnTo>
                <a:lnTo>
                  <a:pt x="96872" y="122174"/>
                </a:lnTo>
                <a:lnTo>
                  <a:pt x="96776" y="122805"/>
                </a:lnTo>
                <a:lnTo>
                  <a:pt x="96672" y="123406"/>
                </a:lnTo>
                <a:lnTo>
                  <a:pt x="96560" y="123977"/>
                </a:lnTo>
                <a:lnTo>
                  <a:pt x="96439" y="124518"/>
                </a:lnTo>
                <a:lnTo>
                  <a:pt x="96310" y="125029"/>
                </a:lnTo>
                <a:lnTo>
                  <a:pt x="96173" y="125510"/>
                </a:lnTo>
                <a:lnTo>
                  <a:pt x="96028" y="125961"/>
                </a:lnTo>
                <a:lnTo>
                  <a:pt x="95874" y="126381"/>
                </a:lnTo>
                <a:lnTo>
                  <a:pt x="95711" y="126772"/>
                </a:lnTo>
                <a:lnTo>
                  <a:pt x="95541" y="127133"/>
                </a:lnTo>
                <a:lnTo>
                  <a:pt x="95362" y="127464"/>
                </a:lnTo>
                <a:lnTo>
                  <a:pt x="95175" y="127765"/>
                </a:lnTo>
                <a:lnTo>
                  <a:pt x="94979" y="128036"/>
                </a:lnTo>
                <a:lnTo>
                  <a:pt x="94668" y="128420"/>
                </a:lnTo>
                <a:lnTo>
                  <a:pt x="94342" y="128787"/>
                </a:lnTo>
                <a:lnTo>
                  <a:pt x="94001" y="129139"/>
                </a:lnTo>
                <a:lnTo>
                  <a:pt x="93646" y="129473"/>
                </a:lnTo>
                <a:lnTo>
                  <a:pt x="93275" y="129792"/>
                </a:lnTo>
                <a:lnTo>
                  <a:pt x="92889" y="130094"/>
                </a:lnTo>
                <a:lnTo>
                  <a:pt x="92488" y="130380"/>
                </a:lnTo>
                <a:lnTo>
                  <a:pt x="92072" y="130650"/>
                </a:lnTo>
                <a:lnTo>
                  <a:pt x="91641" y="130903"/>
                </a:lnTo>
                <a:lnTo>
                  <a:pt x="91196" y="131140"/>
                </a:lnTo>
                <a:lnTo>
                  <a:pt x="90735" y="131360"/>
                </a:lnTo>
                <a:lnTo>
                  <a:pt x="90259" y="131565"/>
                </a:lnTo>
                <a:lnTo>
                  <a:pt x="89768" y="131753"/>
                </a:lnTo>
                <a:lnTo>
                  <a:pt x="89263" y="131924"/>
                </a:lnTo>
                <a:lnTo>
                  <a:pt x="88742" y="132079"/>
                </a:lnTo>
                <a:lnTo>
                  <a:pt x="88206" y="132218"/>
                </a:lnTo>
                <a:lnTo>
                  <a:pt x="87656" y="132341"/>
                </a:lnTo>
                <a:lnTo>
                  <a:pt x="87090" y="132447"/>
                </a:lnTo>
                <a:lnTo>
                  <a:pt x="86510" y="132537"/>
                </a:lnTo>
                <a:lnTo>
                  <a:pt x="85914" y="132610"/>
                </a:lnTo>
                <a:lnTo>
                  <a:pt x="85304" y="132668"/>
                </a:lnTo>
                <a:lnTo>
                  <a:pt x="84678" y="132708"/>
                </a:lnTo>
                <a:lnTo>
                  <a:pt x="84038" y="132733"/>
                </a:lnTo>
                <a:lnTo>
                  <a:pt x="83382" y="132741"/>
                </a:lnTo>
                <a:lnTo>
                  <a:pt x="78782" y="132741"/>
                </a:lnTo>
                <a:lnTo>
                  <a:pt x="78782" y="136287"/>
                </a:lnTo>
                <a:lnTo>
                  <a:pt x="131716" y="136287"/>
                </a:lnTo>
                <a:lnTo>
                  <a:pt x="134370" y="136287"/>
                </a:lnTo>
                <a:lnTo>
                  <a:pt x="174365" y="136287"/>
                </a:lnTo>
                <a:lnTo>
                  <a:pt x="174365" y="132741"/>
                </a:lnTo>
                <a:lnTo>
                  <a:pt x="173853" y="132739"/>
                </a:lnTo>
                <a:lnTo>
                  <a:pt x="173354" y="132732"/>
                </a:lnTo>
                <a:lnTo>
                  <a:pt x="172869" y="132720"/>
                </a:lnTo>
                <a:lnTo>
                  <a:pt x="172397" y="132704"/>
                </a:lnTo>
                <a:lnTo>
                  <a:pt x="171938" y="132683"/>
                </a:lnTo>
                <a:lnTo>
                  <a:pt x="171493" y="132657"/>
                </a:lnTo>
                <a:lnTo>
                  <a:pt x="171062" y="132627"/>
                </a:lnTo>
                <a:lnTo>
                  <a:pt x="170644" y="132592"/>
                </a:lnTo>
                <a:lnTo>
                  <a:pt x="170239" y="132553"/>
                </a:lnTo>
                <a:lnTo>
                  <a:pt x="169848" y="132509"/>
                </a:lnTo>
                <a:lnTo>
                  <a:pt x="169470" y="132460"/>
                </a:lnTo>
                <a:lnTo>
                  <a:pt x="169106" y="132406"/>
                </a:lnTo>
                <a:lnTo>
                  <a:pt x="168755" y="132348"/>
                </a:lnTo>
                <a:lnTo>
                  <a:pt x="168418" y="132285"/>
                </a:lnTo>
                <a:lnTo>
                  <a:pt x="168095" y="132218"/>
                </a:lnTo>
                <a:lnTo>
                  <a:pt x="167784" y="132146"/>
                </a:lnTo>
                <a:lnTo>
                  <a:pt x="167488" y="132069"/>
                </a:lnTo>
                <a:lnTo>
                  <a:pt x="167204" y="131988"/>
                </a:lnTo>
                <a:lnTo>
                  <a:pt x="166934" y="131902"/>
                </a:lnTo>
                <a:lnTo>
                  <a:pt x="166678" y="131811"/>
                </a:lnTo>
                <a:lnTo>
                  <a:pt x="166435" y="131716"/>
                </a:lnTo>
                <a:lnTo>
                  <a:pt x="166206" y="131616"/>
                </a:lnTo>
                <a:lnTo>
                  <a:pt x="165990" y="131511"/>
                </a:lnTo>
                <a:lnTo>
                  <a:pt x="165788" y="131402"/>
                </a:lnTo>
                <a:lnTo>
                  <a:pt x="165594" y="131288"/>
                </a:lnTo>
                <a:lnTo>
                  <a:pt x="165404" y="131169"/>
                </a:lnTo>
                <a:lnTo>
                  <a:pt x="165219" y="131046"/>
                </a:lnTo>
                <a:lnTo>
                  <a:pt x="165037" y="130917"/>
                </a:lnTo>
                <a:lnTo>
                  <a:pt x="164859" y="130784"/>
                </a:lnTo>
                <a:lnTo>
                  <a:pt x="164685" y="130646"/>
                </a:lnTo>
                <a:lnTo>
                  <a:pt x="164516" y="130503"/>
                </a:lnTo>
                <a:lnTo>
                  <a:pt x="164350" y="130356"/>
                </a:lnTo>
                <a:lnTo>
                  <a:pt x="164188" y="130203"/>
                </a:lnTo>
                <a:lnTo>
                  <a:pt x="164031" y="130046"/>
                </a:lnTo>
                <a:lnTo>
                  <a:pt x="163877" y="129884"/>
                </a:lnTo>
                <a:lnTo>
                  <a:pt x="163727" y="129717"/>
                </a:lnTo>
                <a:lnTo>
                  <a:pt x="163581" y="129545"/>
                </a:lnTo>
                <a:lnTo>
                  <a:pt x="163439" y="129368"/>
                </a:lnTo>
                <a:lnTo>
                  <a:pt x="163302" y="129187"/>
                </a:lnTo>
                <a:lnTo>
                  <a:pt x="163168" y="129001"/>
                </a:lnTo>
                <a:lnTo>
                  <a:pt x="163038" y="128810"/>
                </a:lnTo>
                <a:lnTo>
                  <a:pt x="162912" y="128614"/>
                </a:lnTo>
                <a:lnTo>
                  <a:pt x="162791" y="128413"/>
                </a:lnTo>
                <a:lnTo>
                  <a:pt x="162673" y="128208"/>
                </a:lnTo>
                <a:lnTo>
                  <a:pt x="162559" y="127998"/>
                </a:lnTo>
                <a:lnTo>
                  <a:pt x="162449" y="127783"/>
                </a:lnTo>
                <a:lnTo>
                  <a:pt x="162343" y="127563"/>
                </a:lnTo>
                <a:lnTo>
                  <a:pt x="162241" y="127338"/>
                </a:lnTo>
                <a:lnTo>
                  <a:pt x="162144" y="127101"/>
                </a:lnTo>
                <a:lnTo>
                  <a:pt x="162050" y="126845"/>
                </a:lnTo>
                <a:lnTo>
                  <a:pt x="161961" y="126571"/>
                </a:lnTo>
                <a:lnTo>
                  <a:pt x="161875" y="126277"/>
                </a:lnTo>
                <a:lnTo>
                  <a:pt x="161794" y="125964"/>
                </a:lnTo>
                <a:lnTo>
                  <a:pt x="161717" y="125632"/>
                </a:lnTo>
                <a:lnTo>
                  <a:pt x="161645" y="125280"/>
                </a:lnTo>
                <a:lnTo>
                  <a:pt x="161576" y="124910"/>
                </a:lnTo>
                <a:lnTo>
                  <a:pt x="161511" y="124521"/>
                </a:lnTo>
                <a:lnTo>
                  <a:pt x="161451" y="124112"/>
                </a:lnTo>
                <a:lnTo>
                  <a:pt x="161395" y="123684"/>
                </a:lnTo>
                <a:lnTo>
                  <a:pt x="161343" y="123238"/>
                </a:lnTo>
                <a:lnTo>
                  <a:pt x="161295" y="122772"/>
                </a:lnTo>
                <a:lnTo>
                  <a:pt x="161251" y="122287"/>
                </a:lnTo>
                <a:lnTo>
                  <a:pt x="161212" y="121783"/>
                </a:lnTo>
                <a:lnTo>
                  <a:pt x="161177" y="121260"/>
                </a:lnTo>
                <a:lnTo>
                  <a:pt x="161145" y="120718"/>
                </a:lnTo>
                <a:lnTo>
                  <a:pt x="161118" y="120157"/>
                </a:lnTo>
                <a:lnTo>
                  <a:pt x="161095" y="119576"/>
                </a:lnTo>
                <a:lnTo>
                  <a:pt x="161077" y="118977"/>
                </a:lnTo>
                <a:lnTo>
                  <a:pt x="161062" y="118358"/>
                </a:lnTo>
                <a:lnTo>
                  <a:pt x="161052" y="117721"/>
                </a:lnTo>
                <a:lnTo>
                  <a:pt x="161046" y="117064"/>
                </a:lnTo>
                <a:lnTo>
                  <a:pt x="161043" y="116388"/>
                </a:lnTo>
                <a:lnTo>
                  <a:pt x="161043" y="46004"/>
                </a:lnTo>
                <a:lnTo>
                  <a:pt x="156826" y="46004"/>
                </a:lnTo>
                <a:lnTo>
                  <a:pt x="130374" y="56714"/>
                </a:lnTo>
                <a:lnTo>
                  <a:pt x="131716" y="60159"/>
                </a:lnTo>
                <a:lnTo>
                  <a:pt x="132033" y="60042"/>
                </a:lnTo>
                <a:lnTo>
                  <a:pt x="132347" y="59930"/>
                </a:lnTo>
                <a:lnTo>
                  <a:pt x="132656" y="59823"/>
                </a:lnTo>
                <a:lnTo>
                  <a:pt x="132962" y="59720"/>
                </a:lnTo>
                <a:lnTo>
                  <a:pt x="133263" y="59623"/>
                </a:lnTo>
                <a:lnTo>
                  <a:pt x="133561" y="59531"/>
                </a:lnTo>
                <a:lnTo>
                  <a:pt x="133854" y="59444"/>
                </a:lnTo>
                <a:lnTo>
                  <a:pt x="134144" y="59362"/>
                </a:lnTo>
                <a:lnTo>
                  <a:pt x="134429" y="59285"/>
                </a:lnTo>
                <a:lnTo>
                  <a:pt x="134711" y="59212"/>
                </a:lnTo>
                <a:lnTo>
                  <a:pt x="134988" y="59145"/>
                </a:lnTo>
                <a:lnTo>
                  <a:pt x="135262" y="59083"/>
                </a:lnTo>
                <a:lnTo>
                  <a:pt x="135532" y="59025"/>
                </a:lnTo>
                <a:lnTo>
                  <a:pt x="135797" y="58973"/>
                </a:lnTo>
                <a:lnTo>
                  <a:pt x="136059" y="58926"/>
                </a:lnTo>
                <a:lnTo>
                  <a:pt x="136316" y="58884"/>
                </a:lnTo>
                <a:lnTo>
                  <a:pt x="136570" y="58846"/>
                </a:lnTo>
                <a:lnTo>
                  <a:pt x="136819" y="58814"/>
                </a:lnTo>
                <a:lnTo>
                  <a:pt x="137065" y="58786"/>
                </a:lnTo>
                <a:lnTo>
                  <a:pt x="137307" y="58764"/>
                </a:lnTo>
                <a:lnTo>
                  <a:pt x="137544" y="58747"/>
                </a:lnTo>
                <a:lnTo>
                  <a:pt x="137778" y="58734"/>
                </a:lnTo>
                <a:lnTo>
                  <a:pt x="138007" y="58727"/>
                </a:lnTo>
                <a:lnTo>
                  <a:pt x="138233" y="58724"/>
                </a:lnTo>
                <a:lnTo>
                  <a:pt x="138439" y="58726"/>
                </a:lnTo>
                <a:lnTo>
                  <a:pt x="138641" y="58732"/>
                </a:lnTo>
                <a:lnTo>
                  <a:pt x="138840" y="58743"/>
                </a:lnTo>
                <a:lnTo>
                  <a:pt x="139034" y="58757"/>
                </a:lnTo>
                <a:lnTo>
                  <a:pt x="139226" y="58776"/>
                </a:lnTo>
                <a:lnTo>
                  <a:pt x="139413" y="58799"/>
                </a:lnTo>
                <a:lnTo>
                  <a:pt x="139597" y="58826"/>
                </a:lnTo>
                <a:lnTo>
                  <a:pt x="139777" y="58857"/>
                </a:lnTo>
                <a:lnTo>
                  <a:pt x="139954" y="58892"/>
                </a:lnTo>
                <a:lnTo>
                  <a:pt x="140127" y="58932"/>
                </a:lnTo>
                <a:lnTo>
                  <a:pt x="140296" y="58975"/>
                </a:lnTo>
                <a:lnTo>
                  <a:pt x="140461" y="59023"/>
                </a:lnTo>
                <a:lnTo>
                  <a:pt x="140623" y="59075"/>
                </a:lnTo>
                <a:lnTo>
                  <a:pt x="140782" y="59131"/>
                </a:lnTo>
                <a:lnTo>
                  <a:pt x="140936" y="59191"/>
                </a:lnTo>
                <a:lnTo>
                  <a:pt x="141087" y="59255"/>
                </a:lnTo>
                <a:lnTo>
                  <a:pt x="141234" y="59324"/>
                </a:lnTo>
                <a:lnTo>
                  <a:pt x="141378" y="59396"/>
                </a:lnTo>
                <a:lnTo>
                  <a:pt x="141518" y="59473"/>
                </a:lnTo>
                <a:lnTo>
                  <a:pt x="141654" y="59554"/>
                </a:lnTo>
                <a:lnTo>
                  <a:pt x="141787" y="59639"/>
                </a:lnTo>
                <a:lnTo>
                  <a:pt x="141916" y="59728"/>
                </a:lnTo>
                <a:lnTo>
                  <a:pt x="142041" y="59822"/>
                </a:lnTo>
                <a:lnTo>
                  <a:pt x="142163" y="59919"/>
                </a:lnTo>
                <a:lnTo>
                  <a:pt x="142281" y="60022"/>
                </a:lnTo>
                <a:lnTo>
                  <a:pt x="142397" y="60131"/>
                </a:lnTo>
                <a:lnTo>
                  <a:pt x="142510" y="60247"/>
                </a:lnTo>
                <a:lnTo>
                  <a:pt x="142621" y="60369"/>
                </a:lnTo>
                <a:lnTo>
                  <a:pt x="142728" y="60498"/>
                </a:lnTo>
                <a:lnTo>
                  <a:pt x="142833" y="60633"/>
                </a:lnTo>
                <a:lnTo>
                  <a:pt x="142936" y="60775"/>
                </a:lnTo>
                <a:lnTo>
                  <a:pt x="143036" y="60923"/>
                </a:lnTo>
                <a:lnTo>
                  <a:pt x="143133" y="61078"/>
                </a:lnTo>
                <a:lnTo>
                  <a:pt x="143228" y="61239"/>
                </a:lnTo>
                <a:lnTo>
                  <a:pt x="143319" y="61407"/>
                </a:lnTo>
                <a:lnTo>
                  <a:pt x="143409" y="61581"/>
                </a:lnTo>
                <a:lnTo>
                  <a:pt x="143495" y="61761"/>
                </a:lnTo>
                <a:lnTo>
                  <a:pt x="143579" y="61948"/>
                </a:lnTo>
                <a:lnTo>
                  <a:pt x="143660" y="62142"/>
                </a:lnTo>
                <a:lnTo>
                  <a:pt x="143739" y="62342"/>
                </a:lnTo>
                <a:lnTo>
                  <a:pt x="143815" y="62548"/>
                </a:lnTo>
                <a:lnTo>
                  <a:pt x="143888" y="62761"/>
                </a:lnTo>
                <a:lnTo>
                  <a:pt x="143958" y="62981"/>
                </a:lnTo>
                <a:lnTo>
                  <a:pt x="144026" y="63207"/>
                </a:lnTo>
                <a:lnTo>
                  <a:pt x="144091" y="63439"/>
                </a:lnTo>
                <a:lnTo>
                  <a:pt x="144154" y="63678"/>
                </a:lnTo>
                <a:lnTo>
                  <a:pt x="144214" y="63923"/>
                </a:lnTo>
                <a:lnTo>
                  <a:pt x="144271" y="64175"/>
                </a:lnTo>
                <a:lnTo>
                  <a:pt x="144342" y="64543"/>
                </a:lnTo>
                <a:lnTo>
                  <a:pt x="144409" y="64946"/>
                </a:lnTo>
                <a:lnTo>
                  <a:pt x="144473" y="65383"/>
                </a:lnTo>
                <a:lnTo>
                  <a:pt x="144535" y="65856"/>
                </a:lnTo>
                <a:lnTo>
                  <a:pt x="144593" y="66363"/>
                </a:lnTo>
                <a:lnTo>
                  <a:pt x="144648" y="66906"/>
                </a:lnTo>
                <a:lnTo>
                  <a:pt x="144701" y="67483"/>
                </a:lnTo>
                <a:lnTo>
                  <a:pt x="144750" y="68095"/>
                </a:lnTo>
                <a:lnTo>
                  <a:pt x="144797" y="68742"/>
                </a:lnTo>
                <a:lnTo>
                  <a:pt x="144840" y="69423"/>
                </a:lnTo>
                <a:lnTo>
                  <a:pt x="144881" y="70140"/>
                </a:lnTo>
                <a:lnTo>
                  <a:pt x="144918" y="70892"/>
                </a:lnTo>
                <a:lnTo>
                  <a:pt x="144952" y="71678"/>
                </a:lnTo>
                <a:lnTo>
                  <a:pt x="144984" y="72499"/>
                </a:lnTo>
                <a:lnTo>
                  <a:pt x="145012" y="73355"/>
                </a:lnTo>
                <a:lnTo>
                  <a:pt x="145038" y="74247"/>
                </a:lnTo>
                <a:lnTo>
                  <a:pt x="145060" y="75172"/>
                </a:lnTo>
                <a:lnTo>
                  <a:pt x="145080" y="76133"/>
                </a:lnTo>
                <a:lnTo>
                  <a:pt x="145096" y="77129"/>
                </a:lnTo>
                <a:lnTo>
                  <a:pt x="145110" y="78160"/>
                </a:lnTo>
                <a:lnTo>
                  <a:pt x="145120" y="79225"/>
                </a:lnTo>
                <a:lnTo>
                  <a:pt x="145128" y="80325"/>
                </a:lnTo>
                <a:lnTo>
                  <a:pt x="145132" y="81461"/>
                </a:lnTo>
                <a:lnTo>
                  <a:pt x="145134" y="82631"/>
                </a:lnTo>
                <a:lnTo>
                  <a:pt x="145134" y="116388"/>
                </a:lnTo>
                <a:lnTo>
                  <a:pt x="145131" y="117056"/>
                </a:lnTo>
                <a:lnTo>
                  <a:pt x="145125" y="117706"/>
                </a:lnTo>
                <a:lnTo>
                  <a:pt x="145113" y="118338"/>
                </a:lnTo>
                <a:lnTo>
                  <a:pt x="145098" y="118951"/>
                </a:lnTo>
                <a:lnTo>
                  <a:pt x="145078" y="119547"/>
                </a:lnTo>
                <a:lnTo>
                  <a:pt x="145053" y="120124"/>
                </a:lnTo>
                <a:lnTo>
                  <a:pt x="145024" y="120682"/>
                </a:lnTo>
                <a:lnTo>
                  <a:pt x="144990" y="121223"/>
                </a:lnTo>
                <a:lnTo>
                  <a:pt x="144952" y="121745"/>
                </a:lnTo>
                <a:lnTo>
                  <a:pt x="144909" y="122249"/>
                </a:lnTo>
                <a:lnTo>
                  <a:pt x="144862" y="122734"/>
                </a:lnTo>
                <a:lnTo>
                  <a:pt x="144810" y="123202"/>
                </a:lnTo>
                <a:lnTo>
                  <a:pt x="144754" y="123651"/>
                </a:lnTo>
                <a:lnTo>
                  <a:pt x="144693" y="124082"/>
                </a:lnTo>
                <a:lnTo>
                  <a:pt x="144628" y="124494"/>
                </a:lnTo>
                <a:lnTo>
                  <a:pt x="144559" y="124889"/>
                </a:lnTo>
                <a:lnTo>
                  <a:pt x="144485" y="125265"/>
                </a:lnTo>
                <a:lnTo>
                  <a:pt x="144406" y="125623"/>
                </a:lnTo>
                <a:lnTo>
                  <a:pt x="144323" y="125962"/>
                </a:lnTo>
                <a:lnTo>
                  <a:pt x="144235" y="126283"/>
                </a:lnTo>
                <a:lnTo>
                  <a:pt x="144143" y="126586"/>
                </a:lnTo>
                <a:lnTo>
                  <a:pt x="144046" y="126871"/>
                </a:lnTo>
                <a:lnTo>
                  <a:pt x="143945" y="127138"/>
                </a:lnTo>
                <a:lnTo>
                  <a:pt x="143840" y="127386"/>
                </a:lnTo>
                <a:lnTo>
                  <a:pt x="143730" y="127622"/>
                </a:lnTo>
                <a:lnTo>
                  <a:pt x="143618" y="127853"/>
                </a:lnTo>
                <a:lnTo>
                  <a:pt x="143502" y="128078"/>
                </a:lnTo>
                <a:lnTo>
                  <a:pt x="143383" y="128297"/>
                </a:lnTo>
                <a:lnTo>
                  <a:pt x="143261" y="128511"/>
                </a:lnTo>
                <a:lnTo>
                  <a:pt x="143136" y="128719"/>
                </a:lnTo>
                <a:lnTo>
                  <a:pt x="143008" y="128921"/>
                </a:lnTo>
                <a:lnTo>
                  <a:pt x="142876" y="129118"/>
                </a:lnTo>
                <a:lnTo>
                  <a:pt x="142741" y="129309"/>
                </a:lnTo>
                <a:lnTo>
                  <a:pt x="142604" y="129495"/>
                </a:lnTo>
                <a:lnTo>
                  <a:pt x="142463" y="129674"/>
                </a:lnTo>
                <a:lnTo>
                  <a:pt x="142318" y="129849"/>
                </a:lnTo>
                <a:lnTo>
                  <a:pt x="142171" y="130017"/>
                </a:lnTo>
                <a:lnTo>
                  <a:pt x="142020" y="130180"/>
                </a:lnTo>
                <a:lnTo>
                  <a:pt x="141867" y="130337"/>
                </a:lnTo>
                <a:lnTo>
                  <a:pt x="141710" y="130489"/>
                </a:lnTo>
                <a:lnTo>
                  <a:pt x="141550" y="130635"/>
                </a:lnTo>
                <a:lnTo>
                  <a:pt x="141387" y="130775"/>
                </a:lnTo>
                <a:lnTo>
                  <a:pt x="141221" y="130910"/>
                </a:lnTo>
                <a:lnTo>
                  <a:pt x="141051" y="131039"/>
                </a:lnTo>
                <a:lnTo>
                  <a:pt x="140878" y="131162"/>
                </a:lnTo>
                <a:lnTo>
                  <a:pt x="140703" y="131280"/>
                </a:lnTo>
                <a:lnTo>
                  <a:pt x="140524" y="131392"/>
                </a:lnTo>
                <a:lnTo>
                  <a:pt x="140342" y="131498"/>
                </a:lnTo>
                <a:lnTo>
                  <a:pt x="140151" y="131599"/>
                </a:lnTo>
                <a:lnTo>
                  <a:pt x="139945" y="131697"/>
                </a:lnTo>
                <a:lnTo>
                  <a:pt x="139725" y="131789"/>
                </a:lnTo>
                <a:lnTo>
                  <a:pt x="139490" y="131878"/>
                </a:lnTo>
                <a:lnTo>
                  <a:pt x="139240" y="131962"/>
                </a:lnTo>
                <a:lnTo>
                  <a:pt x="138976" y="132042"/>
                </a:lnTo>
                <a:lnTo>
                  <a:pt x="138697" y="132117"/>
                </a:lnTo>
                <a:lnTo>
                  <a:pt x="138403" y="132189"/>
                </a:lnTo>
                <a:lnTo>
                  <a:pt x="138095" y="132255"/>
                </a:lnTo>
                <a:lnTo>
                  <a:pt x="137773" y="132318"/>
                </a:lnTo>
                <a:lnTo>
                  <a:pt x="137435" y="132376"/>
                </a:lnTo>
                <a:lnTo>
                  <a:pt x="137083" y="132430"/>
                </a:lnTo>
                <a:lnTo>
                  <a:pt x="136716" y="132480"/>
                </a:lnTo>
                <a:lnTo>
                  <a:pt x="136335" y="132525"/>
                </a:lnTo>
                <a:lnTo>
                  <a:pt x="135939" y="132566"/>
                </a:lnTo>
                <a:lnTo>
                  <a:pt x="135528" y="132603"/>
                </a:lnTo>
                <a:lnTo>
                  <a:pt x="135103" y="132635"/>
                </a:lnTo>
                <a:lnTo>
                  <a:pt x="134663" y="132663"/>
                </a:lnTo>
                <a:lnTo>
                  <a:pt x="134208" y="132687"/>
                </a:lnTo>
                <a:lnTo>
                  <a:pt x="133739" y="132706"/>
                </a:lnTo>
                <a:lnTo>
                  <a:pt x="133255" y="132722"/>
                </a:lnTo>
                <a:lnTo>
                  <a:pt x="132757" y="132732"/>
                </a:lnTo>
                <a:lnTo>
                  <a:pt x="132244" y="132739"/>
                </a:lnTo>
                <a:lnTo>
                  <a:pt x="131716" y="132741"/>
                </a:lnTo>
                <a:lnTo>
                  <a:pt x="129770" y="132741"/>
                </a:lnTo>
                <a:lnTo>
                  <a:pt x="129387" y="132737"/>
                </a:lnTo>
                <a:lnTo>
                  <a:pt x="129006" y="132725"/>
                </a:lnTo>
                <a:lnTo>
                  <a:pt x="128626" y="132705"/>
                </a:lnTo>
                <a:close/>
                <a:moveTo>
                  <a:pt x="280361" y="21885"/>
                </a:moveTo>
                <a:lnTo>
                  <a:pt x="280055" y="22620"/>
                </a:lnTo>
                <a:lnTo>
                  <a:pt x="279754" y="23335"/>
                </a:lnTo>
                <a:lnTo>
                  <a:pt x="279460" y="24028"/>
                </a:lnTo>
                <a:lnTo>
                  <a:pt x="279171" y="24700"/>
                </a:lnTo>
                <a:lnTo>
                  <a:pt x="278889" y="25352"/>
                </a:lnTo>
                <a:lnTo>
                  <a:pt x="278612" y="25982"/>
                </a:lnTo>
                <a:lnTo>
                  <a:pt x="278341" y="26591"/>
                </a:lnTo>
                <a:lnTo>
                  <a:pt x="278077" y="27180"/>
                </a:lnTo>
                <a:lnTo>
                  <a:pt x="277818" y="27747"/>
                </a:lnTo>
                <a:lnTo>
                  <a:pt x="277566" y="28293"/>
                </a:lnTo>
                <a:lnTo>
                  <a:pt x="277319" y="28818"/>
                </a:lnTo>
                <a:lnTo>
                  <a:pt x="277079" y="29322"/>
                </a:lnTo>
                <a:lnTo>
                  <a:pt x="276844" y="29805"/>
                </a:lnTo>
                <a:lnTo>
                  <a:pt x="276615" y="30268"/>
                </a:lnTo>
                <a:lnTo>
                  <a:pt x="276393" y="30709"/>
                </a:lnTo>
                <a:lnTo>
                  <a:pt x="276176" y="31128"/>
                </a:lnTo>
                <a:lnTo>
                  <a:pt x="275965" y="31527"/>
                </a:lnTo>
                <a:lnTo>
                  <a:pt x="275761" y="31905"/>
                </a:lnTo>
                <a:lnTo>
                  <a:pt x="275562" y="32262"/>
                </a:lnTo>
                <a:lnTo>
                  <a:pt x="275369" y="32598"/>
                </a:lnTo>
                <a:lnTo>
                  <a:pt x="275183" y="32913"/>
                </a:lnTo>
                <a:lnTo>
                  <a:pt x="274821" y="33486"/>
                </a:lnTo>
                <a:lnTo>
                  <a:pt x="274456" y="34053"/>
                </a:lnTo>
                <a:lnTo>
                  <a:pt x="274086" y="34614"/>
                </a:lnTo>
                <a:lnTo>
                  <a:pt x="273712" y="35168"/>
                </a:lnTo>
                <a:lnTo>
                  <a:pt x="273334" y="35715"/>
                </a:lnTo>
                <a:lnTo>
                  <a:pt x="272951" y="36256"/>
                </a:lnTo>
                <a:lnTo>
                  <a:pt x="272565" y="36791"/>
                </a:lnTo>
                <a:lnTo>
                  <a:pt x="272174" y="37319"/>
                </a:lnTo>
                <a:lnTo>
                  <a:pt x="271780" y="37840"/>
                </a:lnTo>
                <a:lnTo>
                  <a:pt x="271381" y="38355"/>
                </a:lnTo>
                <a:lnTo>
                  <a:pt x="270978" y="38864"/>
                </a:lnTo>
                <a:lnTo>
                  <a:pt x="270570" y="39366"/>
                </a:lnTo>
                <a:lnTo>
                  <a:pt x="270159" y="39861"/>
                </a:lnTo>
                <a:lnTo>
                  <a:pt x="269743" y="40350"/>
                </a:lnTo>
                <a:lnTo>
                  <a:pt x="269324" y="40832"/>
                </a:lnTo>
                <a:lnTo>
                  <a:pt x="268900" y="41308"/>
                </a:lnTo>
                <a:lnTo>
                  <a:pt x="268472" y="41778"/>
                </a:lnTo>
                <a:lnTo>
                  <a:pt x="268039" y="42240"/>
                </a:lnTo>
                <a:lnTo>
                  <a:pt x="267603" y="42697"/>
                </a:lnTo>
                <a:lnTo>
                  <a:pt x="267163" y="43147"/>
                </a:lnTo>
                <a:lnTo>
                  <a:pt x="266718" y="43590"/>
                </a:lnTo>
                <a:lnTo>
                  <a:pt x="266269" y="44027"/>
                </a:lnTo>
                <a:lnTo>
                  <a:pt x="265816" y="44457"/>
                </a:lnTo>
                <a:lnTo>
                  <a:pt x="265359" y="44881"/>
                </a:lnTo>
                <a:lnTo>
                  <a:pt x="264900" y="45296"/>
                </a:lnTo>
                <a:lnTo>
                  <a:pt x="264442" y="45702"/>
                </a:lnTo>
                <a:lnTo>
                  <a:pt x="263985" y="46097"/>
                </a:lnTo>
                <a:lnTo>
                  <a:pt x="263529" y="46482"/>
                </a:lnTo>
                <a:lnTo>
                  <a:pt x="263073" y="46856"/>
                </a:lnTo>
                <a:lnTo>
                  <a:pt x="262618" y="47221"/>
                </a:lnTo>
                <a:lnTo>
                  <a:pt x="262165" y="47575"/>
                </a:lnTo>
                <a:lnTo>
                  <a:pt x="261712" y="47920"/>
                </a:lnTo>
                <a:lnTo>
                  <a:pt x="261259" y="48254"/>
                </a:lnTo>
                <a:lnTo>
                  <a:pt x="260808" y="48577"/>
                </a:lnTo>
                <a:lnTo>
                  <a:pt x="260358" y="48891"/>
                </a:lnTo>
                <a:lnTo>
                  <a:pt x="259908" y="49195"/>
                </a:lnTo>
                <a:lnTo>
                  <a:pt x="259459" y="49488"/>
                </a:lnTo>
                <a:lnTo>
                  <a:pt x="259011" y="49771"/>
                </a:lnTo>
                <a:lnTo>
                  <a:pt x="258564" y="50044"/>
                </a:lnTo>
                <a:lnTo>
                  <a:pt x="258117" y="50307"/>
                </a:lnTo>
                <a:lnTo>
                  <a:pt x="257672" y="50559"/>
                </a:lnTo>
                <a:lnTo>
                  <a:pt x="257227" y="50802"/>
                </a:lnTo>
                <a:lnTo>
                  <a:pt x="256783" y="51034"/>
                </a:lnTo>
                <a:lnTo>
                  <a:pt x="256340" y="51256"/>
                </a:lnTo>
                <a:lnTo>
                  <a:pt x="255898" y="51468"/>
                </a:lnTo>
                <a:lnTo>
                  <a:pt x="255457" y="51669"/>
                </a:lnTo>
                <a:lnTo>
                  <a:pt x="255016" y="51861"/>
                </a:lnTo>
                <a:lnTo>
                  <a:pt x="254577" y="52042"/>
                </a:lnTo>
                <a:lnTo>
                  <a:pt x="254577" y="55205"/>
                </a:lnTo>
                <a:lnTo>
                  <a:pt x="268474" y="55205"/>
                </a:lnTo>
                <a:lnTo>
                  <a:pt x="268474" y="114312"/>
                </a:lnTo>
                <a:lnTo>
                  <a:pt x="268477" y="115096"/>
                </a:lnTo>
                <a:lnTo>
                  <a:pt x="268488" y="115861"/>
                </a:lnTo>
                <a:lnTo>
                  <a:pt x="268505" y="116610"/>
                </a:lnTo>
                <a:lnTo>
                  <a:pt x="268530" y="117342"/>
                </a:lnTo>
                <a:lnTo>
                  <a:pt x="268561" y="118056"/>
                </a:lnTo>
                <a:lnTo>
                  <a:pt x="268600" y="118754"/>
                </a:lnTo>
                <a:lnTo>
                  <a:pt x="268645" y="119434"/>
                </a:lnTo>
                <a:lnTo>
                  <a:pt x="268697" y="120097"/>
                </a:lnTo>
                <a:lnTo>
                  <a:pt x="268757" y="120743"/>
                </a:lnTo>
                <a:lnTo>
                  <a:pt x="268823" y="121371"/>
                </a:lnTo>
                <a:lnTo>
                  <a:pt x="268897" y="121983"/>
                </a:lnTo>
                <a:lnTo>
                  <a:pt x="268977" y="122577"/>
                </a:lnTo>
                <a:lnTo>
                  <a:pt x="269064" y="123154"/>
                </a:lnTo>
                <a:lnTo>
                  <a:pt x="269159" y="123715"/>
                </a:lnTo>
                <a:lnTo>
                  <a:pt x="269260" y="124257"/>
                </a:lnTo>
                <a:lnTo>
                  <a:pt x="269368" y="124783"/>
                </a:lnTo>
                <a:lnTo>
                  <a:pt x="269484" y="125292"/>
                </a:lnTo>
                <a:lnTo>
                  <a:pt x="269606" y="125783"/>
                </a:lnTo>
                <a:lnTo>
                  <a:pt x="269735" y="126257"/>
                </a:lnTo>
                <a:lnTo>
                  <a:pt x="269871" y="126714"/>
                </a:lnTo>
                <a:lnTo>
                  <a:pt x="270015" y="127154"/>
                </a:lnTo>
                <a:lnTo>
                  <a:pt x="270165" y="127577"/>
                </a:lnTo>
                <a:lnTo>
                  <a:pt x="270322" y="127983"/>
                </a:lnTo>
                <a:lnTo>
                  <a:pt x="270486" y="128371"/>
                </a:lnTo>
                <a:lnTo>
                  <a:pt x="270658" y="128747"/>
                </a:lnTo>
                <a:lnTo>
                  <a:pt x="270837" y="129116"/>
                </a:lnTo>
                <a:lnTo>
                  <a:pt x="271024" y="129477"/>
                </a:lnTo>
                <a:lnTo>
                  <a:pt x="271219" y="129831"/>
                </a:lnTo>
                <a:lnTo>
                  <a:pt x="271421" y="130178"/>
                </a:lnTo>
                <a:lnTo>
                  <a:pt x="271631" y="130517"/>
                </a:lnTo>
                <a:lnTo>
                  <a:pt x="271848" y="130849"/>
                </a:lnTo>
                <a:lnTo>
                  <a:pt x="272073" y="131174"/>
                </a:lnTo>
                <a:lnTo>
                  <a:pt x="272306" y="131491"/>
                </a:lnTo>
                <a:lnTo>
                  <a:pt x="272546" y="131801"/>
                </a:lnTo>
                <a:lnTo>
                  <a:pt x="272794" y="132104"/>
                </a:lnTo>
                <a:lnTo>
                  <a:pt x="273050" y="132400"/>
                </a:lnTo>
                <a:lnTo>
                  <a:pt x="273314" y="132688"/>
                </a:lnTo>
                <a:lnTo>
                  <a:pt x="273585" y="132968"/>
                </a:lnTo>
                <a:lnTo>
                  <a:pt x="273863" y="133242"/>
                </a:lnTo>
                <a:lnTo>
                  <a:pt x="274150" y="133508"/>
                </a:lnTo>
                <a:lnTo>
                  <a:pt x="274444" y="133767"/>
                </a:lnTo>
                <a:lnTo>
                  <a:pt x="274745" y="134018"/>
                </a:lnTo>
                <a:lnTo>
                  <a:pt x="275055" y="134263"/>
                </a:lnTo>
                <a:lnTo>
                  <a:pt x="275372" y="134499"/>
                </a:lnTo>
                <a:lnTo>
                  <a:pt x="275696" y="134729"/>
                </a:lnTo>
                <a:lnTo>
                  <a:pt x="276029" y="134951"/>
                </a:lnTo>
                <a:lnTo>
                  <a:pt x="276369" y="135166"/>
                </a:lnTo>
                <a:lnTo>
                  <a:pt x="276716" y="135374"/>
                </a:lnTo>
                <a:lnTo>
                  <a:pt x="277068" y="135573"/>
                </a:lnTo>
                <a:lnTo>
                  <a:pt x="277420" y="135765"/>
                </a:lnTo>
                <a:lnTo>
                  <a:pt x="277773" y="135947"/>
                </a:lnTo>
                <a:lnTo>
                  <a:pt x="278127" y="136121"/>
                </a:lnTo>
                <a:lnTo>
                  <a:pt x="278482" y="136287"/>
                </a:lnTo>
                <a:lnTo>
                  <a:pt x="278837" y="136444"/>
                </a:lnTo>
                <a:lnTo>
                  <a:pt x="279192" y="136593"/>
                </a:lnTo>
                <a:lnTo>
                  <a:pt x="279549" y="136733"/>
                </a:lnTo>
                <a:lnTo>
                  <a:pt x="279906" y="136865"/>
                </a:lnTo>
                <a:lnTo>
                  <a:pt x="280264" y="136988"/>
                </a:lnTo>
                <a:lnTo>
                  <a:pt x="280622" y="137103"/>
                </a:lnTo>
                <a:lnTo>
                  <a:pt x="280981" y="137209"/>
                </a:lnTo>
                <a:lnTo>
                  <a:pt x="281341" y="137307"/>
                </a:lnTo>
                <a:lnTo>
                  <a:pt x="281701" y="137396"/>
                </a:lnTo>
                <a:lnTo>
                  <a:pt x="282062" y="137477"/>
                </a:lnTo>
                <a:lnTo>
                  <a:pt x="282424" y="137549"/>
                </a:lnTo>
                <a:lnTo>
                  <a:pt x="282786" y="137612"/>
                </a:lnTo>
                <a:lnTo>
                  <a:pt x="283150" y="137668"/>
                </a:lnTo>
                <a:lnTo>
                  <a:pt x="283513" y="137714"/>
                </a:lnTo>
                <a:lnTo>
                  <a:pt x="283878" y="137753"/>
                </a:lnTo>
                <a:lnTo>
                  <a:pt x="284243" y="137782"/>
                </a:lnTo>
                <a:lnTo>
                  <a:pt x="284608" y="137804"/>
                </a:lnTo>
                <a:lnTo>
                  <a:pt x="284975" y="137816"/>
                </a:lnTo>
                <a:lnTo>
                  <a:pt x="285342" y="137821"/>
                </a:lnTo>
                <a:lnTo>
                  <a:pt x="285884" y="137812"/>
                </a:lnTo>
                <a:lnTo>
                  <a:pt x="286425" y="137787"/>
                </a:lnTo>
                <a:lnTo>
                  <a:pt x="286965" y="137745"/>
                </a:lnTo>
                <a:lnTo>
                  <a:pt x="287504" y="137687"/>
                </a:lnTo>
                <a:lnTo>
                  <a:pt x="288041" y="137611"/>
                </a:lnTo>
                <a:lnTo>
                  <a:pt x="288577" y="137519"/>
                </a:lnTo>
                <a:lnTo>
                  <a:pt x="289111" y="137410"/>
                </a:lnTo>
                <a:lnTo>
                  <a:pt x="289644" y="137285"/>
                </a:lnTo>
                <a:lnTo>
                  <a:pt x="290176" y="137142"/>
                </a:lnTo>
                <a:lnTo>
                  <a:pt x="290706" y="136983"/>
                </a:lnTo>
                <a:lnTo>
                  <a:pt x="291236" y="136807"/>
                </a:lnTo>
                <a:lnTo>
                  <a:pt x="291763" y="136614"/>
                </a:lnTo>
                <a:lnTo>
                  <a:pt x="292290" y="136405"/>
                </a:lnTo>
                <a:lnTo>
                  <a:pt x="292815" y="136179"/>
                </a:lnTo>
                <a:lnTo>
                  <a:pt x="293339" y="135936"/>
                </a:lnTo>
                <a:lnTo>
                  <a:pt x="293861" y="135676"/>
                </a:lnTo>
                <a:lnTo>
                  <a:pt x="294382" y="135400"/>
                </a:lnTo>
                <a:lnTo>
                  <a:pt x="294902" y="135107"/>
                </a:lnTo>
                <a:lnTo>
                  <a:pt x="295421" y="134797"/>
                </a:lnTo>
                <a:lnTo>
                  <a:pt x="295938" y="134470"/>
                </a:lnTo>
                <a:lnTo>
                  <a:pt x="296454" y="134126"/>
                </a:lnTo>
                <a:lnTo>
                  <a:pt x="296968" y="133766"/>
                </a:lnTo>
                <a:lnTo>
                  <a:pt x="297481" y="133389"/>
                </a:lnTo>
                <a:lnTo>
                  <a:pt x="297993" y="132996"/>
                </a:lnTo>
                <a:lnTo>
                  <a:pt x="298499" y="132585"/>
                </a:lnTo>
                <a:lnTo>
                  <a:pt x="298996" y="132159"/>
                </a:lnTo>
                <a:lnTo>
                  <a:pt x="299483" y="131717"/>
                </a:lnTo>
                <a:lnTo>
                  <a:pt x="299960" y="131259"/>
                </a:lnTo>
                <a:lnTo>
                  <a:pt x="300428" y="130785"/>
                </a:lnTo>
                <a:lnTo>
                  <a:pt x="300886" y="130295"/>
                </a:lnTo>
                <a:lnTo>
                  <a:pt x="301335" y="129789"/>
                </a:lnTo>
                <a:lnTo>
                  <a:pt x="301773" y="129267"/>
                </a:lnTo>
                <a:lnTo>
                  <a:pt x="302203" y="128729"/>
                </a:lnTo>
                <a:lnTo>
                  <a:pt x="302622" y="128175"/>
                </a:lnTo>
                <a:lnTo>
                  <a:pt x="303032" y="127605"/>
                </a:lnTo>
                <a:lnTo>
                  <a:pt x="303432" y="127020"/>
                </a:lnTo>
                <a:lnTo>
                  <a:pt x="303823" y="126418"/>
                </a:lnTo>
                <a:lnTo>
                  <a:pt x="304203" y="125801"/>
                </a:lnTo>
                <a:lnTo>
                  <a:pt x="304575" y="125167"/>
                </a:lnTo>
                <a:lnTo>
                  <a:pt x="304936" y="124518"/>
                </a:lnTo>
                <a:lnTo>
                  <a:pt x="305288" y="123852"/>
                </a:lnTo>
                <a:lnTo>
                  <a:pt x="305630" y="123171"/>
                </a:lnTo>
                <a:lnTo>
                  <a:pt x="305963" y="122474"/>
                </a:lnTo>
                <a:lnTo>
                  <a:pt x="306286" y="121760"/>
                </a:lnTo>
                <a:lnTo>
                  <a:pt x="306599" y="121031"/>
                </a:lnTo>
                <a:lnTo>
                  <a:pt x="306903" y="120286"/>
                </a:lnTo>
                <a:lnTo>
                  <a:pt x="307197" y="119525"/>
                </a:lnTo>
                <a:lnTo>
                  <a:pt x="307481" y="118748"/>
                </a:lnTo>
                <a:lnTo>
                  <a:pt x="303744" y="118748"/>
                </a:lnTo>
                <a:lnTo>
                  <a:pt x="303605" y="119064"/>
                </a:lnTo>
                <a:lnTo>
                  <a:pt x="303463" y="119374"/>
                </a:lnTo>
                <a:lnTo>
                  <a:pt x="303315" y="119677"/>
                </a:lnTo>
                <a:lnTo>
                  <a:pt x="303163" y="119974"/>
                </a:lnTo>
                <a:lnTo>
                  <a:pt x="303006" y="120264"/>
                </a:lnTo>
                <a:lnTo>
                  <a:pt x="302845" y="120548"/>
                </a:lnTo>
                <a:lnTo>
                  <a:pt x="302679" y="120825"/>
                </a:lnTo>
                <a:lnTo>
                  <a:pt x="302508" y="121096"/>
                </a:lnTo>
                <a:lnTo>
                  <a:pt x="302333" y="121361"/>
                </a:lnTo>
                <a:lnTo>
                  <a:pt x="302153" y="121618"/>
                </a:lnTo>
                <a:lnTo>
                  <a:pt x="301968" y="121870"/>
                </a:lnTo>
                <a:lnTo>
                  <a:pt x="301779" y="122115"/>
                </a:lnTo>
                <a:lnTo>
                  <a:pt x="301585" y="122353"/>
                </a:lnTo>
                <a:lnTo>
                  <a:pt x="301386" y="122585"/>
                </a:lnTo>
                <a:lnTo>
                  <a:pt x="301183" y="122810"/>
                </a:lnTo>
                <a:lnTo>
                  <a:pt x="300975" y="123029"/>
                </a:lnTo>
                <a:lnTo>
                  <a:pt x="300762" y="123241"/>
                </a:lnTo>
                <a:lnTo>
                  <a:pt x="300545" y="123447"/>
                </a:lnTo>
                <a:lnTo>
                  <a:pt x="300323" y="123647"/>
                </a:lnTo>
                <a:lnTo>
                  <a:pt x="300096" y="123840"/>
                </a:lnTo>
                <a:lnTo>
                  <a:pt x="299865" y="124026"/>
                </a:lnTo>
                <a:lnTo>
                  <a:pt x="299629" y="124206"/>
                </a:lnTo>
                <a:lnTo>
                  <a:pt x="299388" y="124380"/>
                </a:lnTo>
                <a:lnTo>
                  <a:pt x="299143" y="124547"/>
                </a:lnTo>
                <a:lnTo>
                  <a:pt x="298895" y="124707"/>
                </a:lnTo>
                <a:lnTo>
                  <a:pt x="298647" y="124860"/>
                </a:lnTo>
                <a:lnTo>
                  <a:pt x="298397" y="125007"/>
                </a:lnTo>
                <a:lnTo>
                  <a:pt x="298147" y="125147"/>
                </a:lnTo>
                <a:lnTo>
                  <a:pt x="297897" y="125280"/>
                </a:lnTo>
                <a:lnTo>
                  <a:pt x="297646" y="125406"/>
                </a:lnTo>
                <a:lnTo>
                  <a:pt x="297394" y="125526"/>
                </a:lnTo>
                <a:lnTo>
                  <a:pt x="297141" y="125638"/>
                </a:lnTo>
                <a:lnTo>
                  <a:pt x="296888" y="125744"/>
                </a:lnTo>
                <a:lnTo>
                  <a:pt x="296634" y="125843"/>
                </a:lnTo>
                <a:lnTo>
                  <a:pt x="296379" y="125935"/>
                </a:lnTo>
                <a:lnTo>
                  <a:pt x="296124" y="126020"/>
                </a:lnTo>
                <a:lnTo>
                  <a:pt x="295868" y="126099"/>
                </a:lnTo>
                <a:lnTo>
                  <a:pt x="295612" y="126170"/>
                </a:lnTo>
                <a:lnTo>
                  <a:pt x="295354" y="126235"/>
                </a:lnTo>
                <a:lnTo>
                  <a:pt x="295096" y="126293"/>
                </a:lnTo>
                <a:lnTo>
                  <a:pt x="294838" y="126344"/>
                </a:lnTo>
                <a:lnTo>
                  <a:pt x="294579" y="126389"/>
                </a:lnTo>
                <a:lnTo>
                  <a:pt x="294319" y="126426"/>
                </a:lnTo>
                <a:lnTo>
                  <a:pt x="294058" y="126457"/>
                </a:lnTo>
                <a:lnTo>
                  <a:pt x="293797" y="126481"/>
                </a:lnTo>
                <a:lnTo>
                  <a:pt x="293535" y="126498"/>
                </a:lnTo>
                <a:lnTo>
                  <a:pt x="293272" y="126508"/>
                </a:lnTo>
                <a:lnTo>
                  <a:pt x="293009" y="126511"/>
                </a:lnTo>
                <a:lnTo>
                  <a:pt x="292692" y="126506"/>
                </a:lnTo>
                <a:lnTo>
                  <a:pt x="292380" y="126491"/>
                </a:lnTo>
                <a:lnTo>
                  <a:pt x="292073" y="126465"/>
                </a:lnTo>
                <a:lnTo>
                  <a:pt x="291770" y="126429"/>
                </a:lnTo>
                <a:lnTo>
                  <a:pt x="291472" y="126383"/>
                </a:lnTo>
                <a:lnTo>
                  <a:pt x="291179" y="126326"/>
                </a:lnTo>
                <a:lnTo>
                  <a:pt x="290891" y="126259"/>
                </a:lnTo>
                <a:lnTo>
                  <a:pt x="290608" y="126182"/>
                </a:lnTo>
                <a:lnTo>
                  <a:pt x="290329" y="126094"/>
                </a:lnTo>
                <a:lnTo>
                  <a:pt x="290056" y="125997"/>
                </a:lnTo>
                <a:lnTo>
                  <a:pt x="289787" y="125888"/>
                </a:lnTo>
                <a:lnTo>
                  <a:pt x="289523" y="125770"/>
                </a:lnTo>
                <a:lnTo>
                  <a:pt x="289264" y="125641"/>
                </a:lnTo>
                <a:lnTo>
                  <a:pt x="289010" y="125502"/>
                </a:lnTo>
                <a:lnTo>
                  <a:pt x="288760" y="125353"/>
                </a:lnTo>
                <a:lnTo>
                  <a:pt x="288515" y="125193"/>
                </a:lnTo>
                <a:lnTo>
                  <a:pt x="288275" y="125024"/>
                </a:lnTo>
                <a:lnTo>
                  <a:pt x="288040" y="124843"/>
                </a:lnTo>
                <a:lnTo>
                  <a:pt x="287810" y="124653"/>
                </a:lnTo>
                <a:lnTo>
                  <a:pt x="287585" y="124452"/>
                </a:lnTo>
                <a:lnTo>
                  <a:pt x="287364" y="124241"/>
                </a:lnTo>
                <a:lnTo>
                  <a:pt x="287149" y="124020"/>
                </a:lnTo>
                <a:lnTo>
                  <a:pt x="286938" y="123788"/>
                </a:lnTo>
                <a:lnTo>
                  <a:pt x="286732" y="123546"/>
                </a:lnTo>
                <a:lnTo>
                  <a:pt x="286532" y="123289"/>
                </a:lnTo>
                <a:lnTo>
                  <a:pt x="286341" y="123013"/>
                </a:lnTo>
                <a:lnTo>
                  <a:pt x="286159" y="122717"/>
                </a:lnTo>
                <a:lnTo>
                  <a:pt x="285985" y="122403"/>
                </a:lnTo>
                <a:lnTo>
                  <a:pt x="285819" y="122068"/>
                </a:lnTo>
                <a:lnTo>
                  <a:pt x="285662" y="121715"/>
                </a:lnTo>
                <a:lnTo>
                  <a:pt x="285514" y="121342"/>
                </a:lnTo>
                <a:lnTo>
                  <a:pt x="285374" y="120950"/>
                </a:lnTo>
                <a:lnTo>
                  <a:pt x="285242" y="120539"/>
                </a:lnTo>
                <a:lnTo>
                  <a:pt x="285119" y="120109"/>
                </a:lnTo>
                <a:lnTo>
                  <a:pt x="285005" y="119659"/>
                </a:lnTo>
                <a:lnTo>
                  <a:pt x="284899" y="119190"/>
                </a:lnTo>
                <a:lnTo>
                  <a:pt x="284801" y="118702"/>
                </a:lnTo>
                <a:lnTo>
                  <a:pt x="284712" y="118194"/>
                </a:lnTo>
                <a:lnTo>
                  <a:pt x="284631" y="117667"/>
                </a:lnTo>
                <a:lnTo>
                  <a:pt x="284559" y="117121"/>
                </a:lnTo>
                <a:lnTo>
                  <a:pt x="284496" y="116555"/>
                </a:lnTo>
                <a:lnTo>
                  <a:pt x="284440" y="115971"/>
                </a:lnTo>
                <a:lnTo>
                  <a:pt x="284394" y="115367"/>
                </a:lnTo>
                <a:lnTo>
                  <a:pt x="284356" y="114743"/>
                </a:lnTo>
                <a:lnTo>
                  <a:pt x="284326" y="114101"/>
                </a:lnTo>
                <a:lnTo>
                  <a:pt x="284305" y="113439"/>
                </a:lnTo>
                <a:lnTo>
                  <a:pt x="284292" y="112758"/>
                </a:lnTo>
                <a:lnTo>
                  <a:pt x="284288" y="112057"/>
                </a:lnTo>
                <a:lnTo>
                  <a:pt x="284288" y="55205"/>
                </a:lnTo>
                <a:lnTo>
                  <a:pt x="304798" y="55205"/>
                </a:lnTo>
                <a:lnTo>
                  <a:pt x="304798" y="48496"/>
                </a:lnTo>
                <a:lnTo>
                  <a:pt x="284288" y="48496"/>
                </a:lnTo>
                <a:lnTo>
                  <a:pt x="284288" y="19552"/>
                </a:lnTo>
                <a:lnTo>
                  <a:pt x="281317" y="19552"/>
                </a:lnTo>
                <a:lnTo>
                  <a:pt x="280992" y="20350"/>
                </a:lnTo>
                <a:lnTo>
                  <a:pt x="280674" y="21128"/>
                </a:lnTo>
                <a:lnTo>
                  <a:pt x="280361" y="21885"/>
                </a:lnTo>
                <a:close/>
                <a:moveTo>
                  <a:pt x="235280" y="46554"/>
                </a:moveTo>
                <a:lnTo>
                  <a:pt x="235187" y="46726"/>
                </a:lnTo>
                <a:lnTo>
                  <a:pt x="235096" y="46892"/>
                </a:lnTo>
                <a:lnTo>
                  <a:pt x="235005" y="47052"/>
                </a:lnTo>
                <a:lnTo>
                  <a:pt x="234916" y="47207"/>
                </a:lnTo>
                <a:lnTo>
                  <a:pt x="234828" y="47357"/>
                </a:lnTo>
                <a:lnTo>
                  <a:pt x="234740" y="47500"/>
                </a:lnTo>
                <a:lnTo>
                  <a:pt x="234654" y="47638"/>
                </a:lnTo>
                <a:lnTo>
                  <a:pt x="234569" y="47770"/>
                </a:lnTo>
                <a:lnTo>
                  <a:pt x="234484" y="47897"/>
                </a:lnTo>
                <a:lnTo>
                  <a:pt x="234401" y="48018"/>
                </a:lnTo>
                <a:lnTo>
                  <a:pt x="234319" y="48133"/>
                </a:lnTo>
                <a:lnTo>
                  <a:pt x="234237" y="48243"/>
                </a:lnTo>
                <a:lnTo>
                  <a:pt x="234157" y="48347"/>
                </a:lnTo>
                <a:lnTo>
                  <a:pt x="234078" y="48445"/>
                </a:lnTo>
                <a:lnTo>
                  <a:pt x="233999" y="48538"/>
                </a:lnTo>
                <a:lnTo>
                  <a:pt x="233922" y="48625"/>
                </a:lnTo>
                <a:lnTo>
                  <a:pt x="233845" y="48706"/>
                </a:lnTo>
                <a:lnTo>
                  <a:pt x="233770" y="48782"/>
                </a:lnTo>
                <a:lnTo>
                  <a:pt x="233696" y="48852"/>
                </a:lnTo>
                <a:lnTo>
                  <a:pt x="233622" y="48916"/>
                </a:lnTo>
                <a:lnTo>
                  <a:pt x="233550" y="48975"/>
                </a:lnTo>
                <a:lnTo>
                  <a:pt x="233477" y="49030"/>
                </a:lnTo>
                <a:lnTo>
                  <a:pt x="233401" y="49082"/>
                </a:lnTo>
                <a:lnTo>
                  <a:pt x="233324" y="49132"/>
                </a:lnTo>
                <a:lnTo>
                  <a:pt x="233244" y="49180"/>
                </a:lnTo>
                <a:lnTo>
                  <a:pt x="233161" y="49226"/>
                </a:lnTo>
                <a:lnTo>
                  <a:pt x="233077" y="49269"/>
                </a:lnTo>
                <a:lnTo>
                  <a:pt x="232990" y="49309"/>
                </a:lnTo>
                <a:lnTo>
                  <a:pt x="232900" y="49348"/>
                </a:lnTo>
                <a:lnTo>
                  <a:pt x="232809" y="49384"/>
                </a:lnTo>
                <a:lnTo>
                  <a:pt x="232715" y="49418"/>
                </a:lnTo>
                <a:lnTo>
                  <a:pt x="232618" y="49449"/>
                </a:lnTo>
                <a:lnTo>
                  <a:pt x="232520" y="49478"/>
                </a:lnTo>
                <a:lnTo>
                  <a:pt x="232419" y="49505"/>
                </a:lnTo>
                <a:lnTo>
                  <a:pt x="232315" y="49530"/>
                </a:lnTo>
                <a:lnTo>
                  <a:pt x="232210" y="49552"/>
                </a:lnTo>
                <a:lnTo>
                  <a:pt x="232102" y="49572"/>
                </a:lnTo>
                <a:lnTo>
                  <a:pt x="231991" y="49589"/>
                </a:lnTo>
                <a:lnTo>
                  <a:pt x="231879" y="49604"/>
                </a:lnTo>
                <a:lnTo>
                  <a:pt x="231764" y="49617"/>
                </a:lnTo>
                <a:lnTo>
                  <a:pt x="231646" y="49627"/>
                </a:lnTo>
                <a:lnTo>
                  <a:pt x="231527" y="49636"/>
                </a:lnTo>
                <a:lnTo>
                  <a:pt x="231405" y="49641"/>
                </a:lnTo>
                <a:lnTo>
                  <a:pt x="231280" y="49645"/>
                </a:lnTo>
                <a:lnTo>
                  <a:pt x="231154" y="49646"/>
                </a:lnTo>
                <a:lnTo>
                  <a:pt x="231012" y="49644"/>
                </a:lnTo>
                <a:lnTo>
                  <a:pt x="230860" y="49636"/>
                </a:lnTo>
                <a:lnTo>
                  <a:pt x="230696" y="49624"/>
                </a:lnTo>
                <a:lnTo>
                  <a:pt x="230520" y="49606"/>
                </a:lnTo>
                <a:lnTo>
                  <a:pt x="230334" y="49584"/>
                </a:lnTo>
                <a:lnTo>
                  <a:pt x="230136" y="49556"/>
                </a:lnTo>
                <a:lnTo>
                  <a:pt x="229926" y="49524"/>
                </a:lnTo>
                <a:lnTo>
                  <a:pt x="229706" y="49486"/>
                </a:lnTo>
                <a:lnTo>
                  <a:pt x="229474" y="49444"/>
                </a:lnTo>
                <a:lnTo>
                  <a:pt x="229230" y="49397"/>
                </a:lnTo>
                <a:lnTo>
                  <a:pt x="228976" y="49344"/>
                </a:lnTo>
                <a:lnTo>
                  <a:pt x="228710" y="49287"/>
                </a:lnTo>
                <a:lnTo>
                  <a:pt x="228433" y="49224"/>
                </a:lnTo>
                <a:lnTo>
                  <a:pt x="228144" y="49157"/>
                </a:lnTo>
                <a:lnTo>
                  <a:pt x="227844" y="49085"/>
                </a:lnTo>
                <a:lnTo>
                  <a:pt x="227533" y="49007"/>
                </a:lnTo>
                <a:lnTo>
                  <a:pt x="227211" y="48925"/>
                </a:lnTo>
                <a:lnTo>
                  <a:pt x="226877" y="48837"/>
                </a:lnTo>
                <a:lnTo>
                  <a:pt x="226532" y="48745"/>
                </a:lnTo>
                <a:lnTo>
                  <a:pt x="226175" y="48648"/>
                </a:lnTo>
                <a:lnTo>
                  <a:pt x="225808" y="48545"/>
                </a:lnTo>
                <a:lnTo>
                  <a:pt x="225429" y="48438"/>
                </a:lnTo>
                <a:lnTo>
                  <a:pt x="225038" y="48326"/>
                </a:lnTo>
                <a:lnTo>
                  <a:pt x="224637" y="48208"/>
                </a:lnTo>
                <a:lnTo>
                  <a:pt x="224025" y="48029"/>
                </a:lnTo>
                <a:lnTo>
                  <a:pt x="223422" y="47856"/>
                </a:lnTo>
                <a:lnTo>
                  <a:pt x="222826" y="47692"/>
                </a:lnTo>
                <a:lnTo>
                  <a:pt x="222238" y="47535"/>
                </a:lnTo>
                <a:lnTo>
                  <a:pt x="221657" y="47386"/>
                </a:lnTo>
                <a:lnTo>
                  <a:pt x="221084" y="47244"/>
                </a:lnTo>
                <a:lnTo>
                  <a:pt x="220519" y="47110"/>
                </a:lnTo>
                <a:lnTo>
                  <a:pt x="219962" y="46984"/>
                </a:lnTo>
                <a:lnTo>
                  <a:pt x="219412" y="46865"/>
                </a:lnTo>
                <a:lnTo>
                  <a:pt x="218869" y="46754"/>
                </a:lnTo>
                <a:lnTo>
                  <a:pt x="218335" y="46651"/>
                </a:lnTo>
                <a:lnTo>
                  <a:pt x="217808" y="46555"/>
                </a:lnTo>
                <a:lnTo>
                  <a:pt x="217289" y="46467"/>
                </a:lnTo>
                <a:lnTo>
                  <a:pt x="216777" y="46387"/>
                </a:lnTo>
                <a:lnTo>
                  <a:pt x="216273" y="46314"/>
                </a:lnTo>
                <a:lnTo>
                  <a:pt x="215777" y="46249"/>
                </a:lnTo>
                <a:lnTo>
                  <a:pt x="215288" y="46192"/>
                </a:lnTo>
                <a:lnTo>
                  <a:pt x="214807" y="46142"/>
                </a:lnTo>
                <a:lnTo>
                  <a:pt x="214333" y="46100"/>
                </a:lnTo>
                <a:lnTo>
                  <a:pt x="213868" y="46065"/>
                </a:lnTo>
                <a:lnTo>
                  <a:pt x="213410" y="46039"/>
                </a:lnTo>
                <a:lnTo>
                  <a:pt x="212959" y="46019"/>
                </a:lnTo>
                <a:lnTo>
                  <a:pt x="212516" y="46008"/>
                </a:lnTo>
                <a:lnTo>
                  <a:pt x="212081" y="46004"/>
                </a:lnTo>
                <a:lnTo>
                  <a:pt x="211107" y="46017"/>
                </a:lnTo>
                <a:lnTo>
                  <a:pt x="210147" y="46055"/>
                </a:lnTo>
                <a:lnTo>
                  <a:pt x="209202" y="46118"/>
                </a:lnTo>
                <a:lnTo>
                  <a:pt x="208273" y="46206"/>
                </a:lnTo>
                <a:lnTo>
                  <a:pt x="207359" y="46320"/>
                </a:lnTo>
                <a:lnTo>
                  <a:pt x="206460" y="46459"/>
                </a:lnTo>
                <a:lnTo>
                  <a:pt x="205576" y="46623"/>
                </a:lnTo>
                <a:lnTo>
                  <a:pt x="204707" y="46813"/>
                </a:lnTo>
                <a:lnTo>
                  <a:pt x="203853" y="47028"/>
                </a:lnTo>
                <a:lnTo>
                  <a:pt x="203015" y="47268"/>
                </a:lnTo>
                <a:lnTo>
                  <a:pt x="202191" y="47533"/>
                </a:lnTo>
                <a:lnTo>
                  <a:pt x="201383" y="47824"/>
                </a:lnTo>
                <a:lnTo>
                  <a:pt x="200590" y="48139"/>
                </a:lnTo>
                <a:lnTo>
                  <a:pt x="199812" y="48481"/>
                </a:lnTo>
                <a:lnTo>
                  <a:pt x="199049" y="48847"/>
                </a:lnTo>
                <a:lnTo>
                  <a:pt x="198301" y="49239"/>
                </a:lnTo>
                <a:lnTo>
                  <a:pt x="197569" y="49656"/>
                </a:lnTo>
                <a:lnTo>
                  <a:pt x="196851" y="50098"/>
                </a:lnTo>
                <a:lnTo>
                  <a:pt x="196149" y="50565"/>
                </a:lnTo>
                <a:lnTo>
                  <a:pt x="195462" y="51058"/>
                </a:lnTo>
                <a:lnTo>
                  <a:pt x="194790" y="51576"/>
                </a:lnTo>
                <a:lnTo>
                  <a:pt x="194133" y="52120"/>
                </a:lnTo>
                <a:lnTo>
                  <a:pt x="193492" y="52688"/>
                </a:lnTo>
                <a:lnTo>
                  <a:pt x="192865" y="53282"/>
                </a:lnTo>
                <a:lnTo>
                  <a:pt x="192259" y="53895"/>
                </a:lnTo>
                <a:lnTo>
                  <a:pt x="191679" y="54519"/>
                </a:lnTo>
                <a:lnTo>
                  <a:pt x="191124" y="55156"/>
                </a:lnTo>
                <a:lnTo>
                  <a:pt x="190595" y="55806"/>
                </a:lnTo>
                <a:lnTo>
                  <a:pt x="190093" y="56467"/>
                </a:lnTo>
                <a:lnTo>
                  <a:pt x="189615" y="57141"/>
                </a:lnTo>
                <a:lnTo>
                  <a:pt x="189164" y="57827"/>
                </a:lnTo>
                <a:lnTo>
                  <a:pt x="188738" y="58526"/>
                </a:lnTo>
                <a:lnTo>
                  <a:pt x="188339" y="59237"/>
                </a:lnTo>
                <a:lnTo>
                  <a:pt x="187965" y="59960"/>
                </a:lnTo>
                <a:lnTo>
                  <a:pt x="187617" y="60695"/>
                </a:lnTo>
                <a:lnTo>
                  <a:pt x="187294" y="61443"/>
                </a:lnTo>
                <a:lnTo>
                  <a:pt x="186998" y="62203"/>
                </a:lnTo>
                <a:lnTo>
                  <a:pt x="186727" y="62975"/>
                </a:lnTo>
                <a:lnTo>
                  <a:pt x="186482" y="63760"/>
                </a:lnTo>
                <a:lnTo>
                  <a:pt x="186263" y="64557"/>
                </a:lnTo>
                <a:lnTo>
                  <a:pt x="186069" y="65366"/>
                </a:lnTo>
                <a:lnTo>
                  <a:pt x="185901" y="66188"/>
                </a:lnTo>
                <a:lnTo>
                  <a:pt x="185760" y="67021"/>
                </a:lnTo>
                <a:lnTo>
                  <a:pt x="185644" y="67868"/>
                </a:lnTo>
                <a:lnTo>
                  <a:pt x="185553" y="68726"/>
                </a:lnTo>
                <a:lnTo>
                  <a:pt x="185489" y="69597"/>
                </a:lnTo>
                <a:lnTo>
                  <a:pt x="185450" y="70480"/>
                </a:lnTo>
                <a:lnTo>
                  <a:pt x="185437" y="71375"/>
                </a:lnTo>
                <a:lnTo>
                  <a:pt x="185445" y="72064"/>
                </a:lnTo>
                <a:lnTo>
                  <a:pt x="185467" y="72744"/>
                </a:lnTo>
                <a:lnTo>
                  <a:pt x="185505" y="73413"/>
                </a:lnTo>
                <a:lnTo>
                  <a:pt x="185557" y="74072"/>
                </a:lnTo>
                <a:lnTo>
                  <a:pt x="185624" y="74721"/>
                </a:lnTo>
                <a:lnTo>
                  <a:pt x="185707" y="75360"/>
                </a:lnTo>
                <a:lnTo>
                  <a:pt x="185804" y="75990"/>
                </a:lnTo>
                <a:lnTo>
                  <a:pt x="185916" y="76609"/>
                </a:lnTo>
                <a:lnTo>
                  <a:pt x="186044" y="77218"/>
                </a:lnTo>
                <a:lnTo>
                  <a:pt x="186186" y="77818"/>
                </a:lnTo>
                <a:lnTo>
                  <a:pt x="186343" y="78407"/>
                </a:lnTo>
                <a:lnTo>
                  <a:pt x="186515" y="78986"/>
                </a:lnTo>
                <a:lnTo>
                  <a:pt x="186703" y="79556"/>
                </a:lnTo>
                <a:lnTo>
                  <a:pt x="186905" y="80115"/>
                </a:lnTo>
                <a:lnTo>
                  <a:pt x="187122" y="80665"/>
                </a:lnTo>
                <a:lnTo>
                  <a:pt x="187354" y="81204"/>
                </a:lnTo>
                <a:lnTo>
                  <a:pt x="187601" y="81734"/>
                </a:lnTo>
                <a:lnTo>
                  <a:pt x="187863" y="82253"/>
                </a:lnTo>
                <a:lnTo>
                  <a:pt x="188140" y="82763"/>
                </a:lnTo>
                <a:lnTo>
                  <a:pt x="188432" y="83263"/>
                </a:lnTo>
                <a:lnTo>
                  <a:pt x="188739" y="83752"/>
                </a:lnTo>
                <a:lnTo>
                  <a:pt x="189061" y="84232"/>
                </a:lnTo>
                <a:lnTo>
                  <a:pt x="189398" y="84702"/>
                </a:lnTo>
                <a:lnTo>
                  <a:pt x="189750" y="85162"/>
                </a:lnTo>
                <a:lnTo>
                  <a:pt x="190126" y="85627"/>
                </a:lnTo>
                <a:lnTo>
                  <a:pt x="190536" y="86096"/>
                </a:lnTo>
                <a:lnTo>
                  <a:pt x="190978" y="86571"/>
                </a:lnTo>
                <a:lnTo>
                  <a:pt x="191454" y="87050"/>
                </a:lnTo>
                <a:lnTo>
                  <a:pt x="191963" y="87533"/>
                </a:lnTo>
                <a:lnTo>
                  <a:pt x="192506" y="88022"/>
                </a:lnTo>
                <a:lnTo>
                  <a:pt x="193081" y="88515"/>
                </a:lnTo>
                <a:lnTo>
                  <a:pt x="193690" y="89012"/>
                </a:lnTo>
                <a:lnTo>
                  <a:pt x="194333" y="89515"/>
                </a:lnTo>
                <a:lnTo>
                  <a:pt x="195008" y="90022"/>
                </a:lnTo>
                <a:lnTo>
                  <a:pt x="195717" y="90533"/>
                </a:lnTo>
                <a:lnTo>
                  <a:pt x="196459" y="91050"/>
                </a:lnTo>
                <a:lnTo>
                  <a:pt x="197234" y="91571"/>
                </a:lnTo>
                <a:lnTo>
                  <a:pt x="198043" y="92096"/>
                </a:lnTo>
                <a:lnTo>
                  <a:pt x="198885" y="92627"/>
                </a:lnTo>
                <a:lnTo>
                  <a:pt x="199760" y="93162"/>
                </a:lnTo>
                <a:lnTo>
                  <a:pt x="200669" y="93701"/>
                </a:lnTo>
                <a:lnTo>
                  <a:pt x="201611" y="94246"/>
                </a:lnTo>
                <a:lnTo>
                  <a:pt x="202586" y="94794"/>
                </a:lnTo>
                <a:lnTo>
                  <a:pt x="203594" y="95348"/>
                </a:lnTo>
                <a:lnTo>
                  <a:pt x="204636" y="95906"/>
                </a:lnTo>
                <a:lnTo>
                  <a:pt x="205710" y="96469"/>
                </a:lnTo>
                <a:lnTo>
                  <a:pt x="206819" y="97037"/>
                </a:lnTo>
                <a:lnTo>
                  <a:pt x="207960" y="97609"/>
                </a:lnTo>
                <a:lnTo>
                  <a:pt x="209102" y="98179"/>
                </a:lnTo>
                <a:lnTo>
                  <a:pt x="210212" y="98741"/>
                </a:lnTo>
                <a:lnTo>
                  <a:pt x="211290" y="99294"/>
                </a:lnTo>
                <a:lnTo>
                  <a:pt x="212336" y="99840"/>
                </a:lnTo>
                <a:lnTo>
                  <a:pt x="213349" y="100377"/>
                </a:lnTo>
                <a:lnTo>
                  <a:pt x="214331" y="100905"/>
                </a:lnTo>
                <a:lnTo>
                  <a:pt x="215280" y="101426"/>
                </a:lnTo>
                <a:lnTo>
                  <a:pt x="216197" y="101938"/>
                </a:lnTo>
                <a:lnTo>
                  <a:pt x="217082" y="102441"/>
                </a:lnTo>
                <a:lnTo>
                  <a:pt x="217935" y="102937"/>
                </a:lnTo>
                <a:lnTo>
                  <a:pt x="218756" y="103424"/>
                </a:lnTo>
                <a:lnTo>
                  <a:pt x="219545" y="103902"/>
                </a:lnTo>
                <a:lnTo>
                  <a:pt x="220302" y="104373"/>
                </a:lnTo>
                <a:lnTo>
                  <a:pt x="221026" y="104835"/>
                </a:lnTo>
                <a:lnTo>
                  <a:pt x="221719" y="105289"/>
                </a:lnTo>
                <a:lnTo>
                  <a:pt x="222379" y="105734"/>
                </a:lnTo>
                <a:lnTo>
                  <a:pt x="223007" y="106171"/>
                </a:lnTo>
                <a:lnTo>
                  <a:pt x="223603" y="106600"/>
                </a:lnTo>
                <a:lnTo>
                  <a:pt x="224167" y="107021"/>
                </a:lnTo>
                <a:lnTo>
                  <a:pt x="224699" y="107433"/>
                </a:lnTo>
                <a:lnTo>
                  <a:pt x="225199" y="107837"/>
                </a:lnTo>
                <a:lnTo>
                  <a:pt x="225667" y="108233"/>
                </a:lnTo>
                <a:lnTo>
                  <a:pt x="226102" y="108620"/>
                </a:lnTo>
                <a:lnTo>
                  <a:pt x="226506" y="108999"/>
                </a:lnTo>
                <a:lnTo>
                  <a:pt x="226885" y="109378"/>
                </a:lnTo>
                <a:lnTo>
                  <a:pt x="227248" y="109764"/>
                </a:lnTo>
                <a:lnTo>
                  <a:pt x="227595" y="110157"/>
                </a:lnTo>
                <a:lnTo>
                  <a:pt x="227926" y="110557"/>
                </a:lnTo>
                <a:lnTo>
                  <a:pt x="228241" y="110965"/>
                </a:lnTo>
                <a:lnTo>
                  <a:pt x="228539" y="111380"/>
                </a:lnTo>
                <a:lnTo>
                  <a:pt x="228822" y="111803"/>
                </a:lnTo>
                <a:lnTo>
                  <a:pt x="229088" y="112233"/>
                </a:lnTo>
                <a:lnTo>
                  <a:pt x="229338" y="112670"/>
                </a:lnTo>
                <a:lnTo>
                  <a:pt x="229572" y="113114"/>
                </a:lnTo>
                <a:lnTo>
                  <a:pt x="229790" y="113566"/>
                </a:lnTo>
                <a:lnTo>
                  <a:pt x="229992" y="114025"/>
                </a:lnTo>
                <a:lnTo>
                  <a:pt x="230177" y="114491"/>
                </a:lnTo>
                <a:lnTo>
                  <a:pt x="230347" y="114965"/>
                </a:lnTo>
                <a:lnTo>
                  <a:pt x="230500" y="115446"/>
                </a:lnTo>
                <a:lnTo>
                  <a:pt x="230637" y="115934"/>
                </a:lnTo>
                <a:lnTo>
                  <a:pt x="230758" y="116430"/>
                </a:lnTo>
                <a:lnTo>
                  <a:pt x="230863" y="116933"/>
                </a:lnTo>
                <a:lnTo>
                  <a:pt x="230952" y="117443"/>
                </a:lnTo>
                <a:lnTo>
                  <a:pt x="231025" y="117961"/>
                </a:lnTo>
                <a:lnTo>
                  <a:pt x="231081" y="118486"/>
                </a:lnTo>
                <a:lnTo>
                  <a:pt x="231122" y="119018"/>
                </a:lnTo>
                <a:lnTo>
                  <a:pt x="231146" y="119558"/>
                </a:lnTo>
                <a:lnTo>
                  <a:pt x="231154" y="120105"/>
                </a:lnTo>
                <a:lnTo>
                  <a:pt x="231147" y="120557"/>
                </a:lnTo>
                <a:lnTo>
                  <a:pt x="231125" y="121003"/>
                </a:lnTo>
                <a:lnTo>
                  <a:pt x="231089" y="121444"/>
                </a:lnTo>
                <a:lnTo>
                  <a:pt x="231038" y="121880"/>
                </a:lnTo>
                <a:lnTo>
                  <a:pt x="230973" y="122310"/>
                </a:lnTo>
                <a:lnTo>
                  <a:pt x="230893" y="122735"/>
                </a:lnTo>
                <a:lnTo>
                  <a:pt x="230799" y="123154"/>
                </a:lnTo>
                <a:lnTo>
                  <a:pt x="230691" y="123567"/>
                </a:lnTo>
                <a:lnTo>
                  <a:pt x="230568" y="123976"/>
                </a:lnTo>
                <a:lnTo>
                  <a:pt x="230430" y="124378"/>
                </a:lnTo>
                <a:lnTo>
                  <a:pt x="230278" y="124776"/>
                </a:lnTo>
                <a:lnTo>
                  <a:pt x="230112" y="125167"/>
                </a:lnTo>
                <a:lnTo>
                  <a:pt x="229931" y="125554"/>
                </a:lnTo>
                <a:lnTo>
                  <a:pt x="229735" y="125934"/>
                </a:lnTo>
                <a:lnTo>
                  <a:pt x="229525" y="126310"/>
                </a:lnTo>
                <a:lnTo>
                  <a:pt x="229301" y="126679"/>
                </a:lnTo>
                <a:lnTo>
                  <a:pt x="229062" y="127044"/>
                </a:lnTo>
                <a:lnTo>
                  <a:pt x="228809" y="127403"/>
                </a:lnTo>
                <a:lnTo>
                  <a:pt x="228541" y="127756"/>
                </a:lnTo>
                <a:lnTo>
                  <a:pt x="228259" y="128104"/>
                </a:lnTo>
                <a:lnTo>
                  <a:pt x="227962" y="128446"/>
                </a:lnTo>
                <a:lnTo>
                  <a:pt x="227651" y="128783"/>
                </a:lnTo>
                <a:lnTo>
                  <a:pt x="227325" y="129115"/>
                </a:lnTo>
                <a:lnTo>
                  <a:pt x="226985" y="129440"/>
                </a:lnTo>
                <a:lnTo>
                  <a:pt x="226633" y="129757"/>
                </a:lnTo>
                <a:lnTo>
                  <a:pt x="226273" y="130059"/>
                </a:lnTo>
                <a:lnTo>
                  <a:pt x="225904" y="130349"/>
                </a:lnTo>
                <a:lnTo>
                  <a:pt x="225527" y="130625"/>
                </a:lnTo>
                <a:lnTo>
                  <a:pt x="225142" y="130887"/>
                </a:lnTo>
                <a:lnTo>
                  <a:pt x="224747" y="131136"/>
                </a:lnTo>
                <a:lnTo>
                  <a:pt x="224345" y="131372"/>
                </a:lnTo>
                <a:lnTo>
                  <a:pt x="223934" y="131594"/>
                </a:lnTo>
                <a:lnTo>
                  <a:pt x="223514" y="131802"/>
                </a:lnTo>
                <a:lnTo>
                  <a:pt x="223086" y="131997"/>
                </a:lnTo>
                <a:lnTo>
                  <a:pt x="222650" y="132179"/>
                </a:lnTo>
                <a:lnTo>
                  <a:pt x="222205" y="132347"/>
                </a:lnTo>
                <a:lnTo>
                  <a:pt x="221751" y="132502"/>
                </a:lnTo>
                <a:lnTo>
                  <a:pt x="221289" y="132643"/>
                </a:lnTo>
                <a:lnTo>
                  <a:pt x="220819" y="132771"/>
                </a:lnTo>
                <a:lnTo>
                  <a:pt x="220340" y="132885"/>
                </a:lnTo>
                <a:lnTo>
                  <a:pt x="219852" y="132986"/>
                </a:lnTo>
                <a:lnTo>
                  <a:pt x="219356" y="133074"/>
                </a:lnTo>
                <a:lnTo>
                  <a:pt x="218852" y="133148"/>
                </a:lnTo>
                <a:lnTo>
                  <a:pt x="218339" y="133208"/>
                </a:lnTo>
                <a:lnTo>
                  <a:pt x="217818" y="133256"/>
                </a:lnTo>
                <a:lnTo>
                  <a:pt x="217288" y="133289"/>
                </a:lnTo>
                <a:lnTo>
                  <a:pt x="216749" y="133309"/>
                </a:lnTo>
                <a:lnTo>
                  <a:pt x="216203" y="133316"/>
                </a:lnTo>
                <a:lnTo>
                  <a:pt x="215423" y="133304"/>
                </a:lnTo>
                <a:lnTo>
                  <a:pt x="214650" y="133269"/>
                </a:lnTo>
                <a:lnTo>
                  <a:pt x="213883" y="133209"/>
                </a:lnTo>
                <a:lnTo>
                  <a:pt x="213122" y="133126"/>
                </a:lnTo>
                <a:lnTo>
                  <a:pt x="212368" y="133020"/>
                </a:lnTo>
                <a:lnTo>
                  <a:pt x="211620" y="132889"/>
                </a:lnTo>
                <a:lnTo>
                  <a:pt x="210878" y="132735"/>
                </a:lnTo>
                <a:lnTo>
                  <a:pt x="210143" y="132557"/>
                </a:lnTo>
                <a:lnTo>
                  <a:pt x="209414" y="132356"/>
                </a:lnTo>
                <a:lnTo>
                  <a:pt x="208692" y="132131"/>
                </a:lnTo>
                <a:lnTo>
                  <a:pt x="207975" y="131882"/>
                </a:lnTo>
                <a:lnTo>
                  <a:pt x="207265" y="131609"/>
                </a:lnTo>
                <a:lnTo>
                  <a:pt x="206562" y="131313"/>
                </a:lnTo>
                <a:lnTo>
                  <a:pt x="205864" y="130992"/>
                </a:lnTo>
                <a:lnTo>
                  <a:pt x="205173" y="130649"/>
                </a:lnTo>
                <a:lnTo>
                  <a:pt x="204489" y="130281"/>
                </a:lnTo>
                <a:lnTo>
                  <a:pt x="203810" y="129890"/>
                </a:lnTo>
                <a:lnTo>
                  <a:pt x="203138" y="129475"/>
                </a:lnTo>
                <a:lnTo>
                  <a:pt x="202472" y="129036"/>
                </a:lnTo>
                <a:lnTo>
                  <a:pt x="201813" y="128574"/>
                </a:lnTo>
                <a:lnTo>
                  <a:pt x="201160" y="128088"/>
                </a:lnTo>
                <a:lnTo>
                  <a:pt x="200513" y="127578"/>
                </a:lnTo>
                <a:lnTo>
                  <a:pt x="199873" y="127045"/>
                </a:lnTo>
                <a:lnTo>
                  <a:pt x="199238" y="126487"/>
                </a:lnTo>
                <a:lnTo>
                  <a:pt x="198616" y="125907"/>
                </a:lnTo>
                <a:lnTo>
                  <a:pt x="198011" y="125303"/>
                </a:lnTo>
                <a:lnTo>
                  <a:pt x="197422" y="124676"/>
                </a:lnTo>
                <a:lnTo>
                  <a:pt x="196850" y="124027"/>
                </a:lnTo>
                <a:lnTo>
                  <a:pt x="196296" y="123354"/>
                </a:lnTo>
                <a:lnTo>
                  <a:pt x="195758" y="122658"/>
                </a:lnTo>
                <a:lnTo>
                  <a:pt x="195238" y="121939"/>
                </a:lnTo>
                <a:lnTo>
                  <a:pt x="194734" y="121197"/>
                </a:lnTo>
                <a:lnTo>
                  <a:pt x="194247" y="120432"/>
                </a:lnTo>
                <a:lnTo>
                  <a:pt x="193778" y="119644"/>
                </a:lnTo>
                <a:lnTo>
                  <a:pt x="193325" y="118833"/>
                </a:lnTo>
                <a:lnTo>
                  <a:pt x="192889" y="117999"/>
                </a:lnTo>
                <a:lnTo>
                  <a:pt x="192470" y="117142"/>
                </a:lnTo>
                <a:lnTo>
                  <a:pt x="192068" y="116262"/>
                </a:lnTo>
                <a:lnTo>
                  <a:pt x="191683" y="115359"/>
                </a:lnTo>
                <a:lnTo>
                  <a:pt x="191316" y="114433"/>
                </a:lnTo>
                <a:lnTo>
                  <a:pt x="190965" y="113483"/>
                </a:lnTo>
                <a:lnTo>
                  <a:pt x="190631" y="112511"/>
                </a:lnTo>
                <a:lnTo>
                  <a:pt x="190314" y="111515"/>
                </a:lnTo>
                <a:lnTo>
                  <a:pt x="190014" y="110497"/>
                </a:lnTo>
                <a:lnTo>
                  <a:pt x="189731" y="109456"/>
                </a:lnTo>
                <a:lnTo>
                  <a:pt x="189465" y="108391"/>
                </a:lnTo>
                <a:lnTo>
                  <a:pt x="189216" y="107303"/>
                </a:lnTo>
                <a:lnTo>
                  <a:pt x="188983" y="106193"/>
                </a:lnTo>
                <a:lnTo>
                  <a:pt x="185821" y="106193"/>
                </a:lnTo>
                <a:lnTo>
                  <a:pt x="185821" y="137629"/>
                </a:lnTo>
                <a:lnTo>
                  <a:pt x="188983" y="137629"/>
                </a:lnTo>
                <a:lnTo>
                  <a:pt x="189089" y="137426"/>
                </a:lnTo>
                <a:lnTo>
                  <a:pt x="189198" y="137231"/>
                </a:lnTo>
                <a:lnTo>
                  <a:pt x="189310" y="137045"/>
                </a:lnTo>
                <a:lnTo>
                  <a:pt x="189425" y="136868"/>
                </a:lnTo>
                <a:lnTo>
                  <a:pt x="189544" y="136699"/>
                </a:lnTo>
                <a:lnTo>
                  <a:pt x="189666" y="136539"/>
                </a:lnTo>
                <a:lnTo>
                  <a:pt x="189792" y="136387"/>
                </a:lnTo>
                <a:lnTo>
                  <a:pt x="189921" y="136245"/>
                </a:lnTo>
                <a:lnTo>
                  <a:pt x="190053" y="136110"/>
                </a:lnTo>
                <a:lnTo>
                  <a:pt x="190188" y="135985"/>
                </a:lnTo>
                <a:lnTo>
                  <a:pt x="190327" y="135868"/>
                </a:lnTo>
                <a:lnTo>
                  <a:pt x="190469" y="135760"/>
                </a:lnTo>
                <a:lnTo>
                  <a:pt x="190614" y="135661"/>
                </a:lnTo>
                <a:lnTo>
                  <a:pt x="190763" y="135570"/>
                </a:lnTo>
                <a:lnTo>
                  <a:pt x="190915" y="135487"/>
                </a:lnTo>
                <a:lnTo>
                  <a:pt x="191071" y="135414"/>
                </a:lnTo>
                <a:lnTo>
                  <a:pt x="191229" y="135349"/>
                </a:lnTo>
                <a:lnTo>
                  <a:pt x="191391" y="135293"/>
                </a:lnTo>
                <a:lnTo>
                  <a:pt x="191557" y="135245"/>
                </a:lnTo>
                <a:lnTo>
                  <a:pt x="191726" y="135206"/>
                </a:lnTo>
                <a:lnTo>
                  <a:pt x="191898" y="135176"/>
                </a:lnTo>
                <a:lnTo>
                  <a:pt x="192073" y="135154"/>
                </a:lnTo>
                <a:lnTo>
                  <a:pt x="192252" y="135141"/>
                </a:lnTo>
                <a:lnTo>
                  <a:pt x="192434" y="135137"/>
                </a:lnTo>
                <a:lnTo>
                  <a:pt x="192603" y="135139"/>
                </a:lnTo>
                <a:lnTo>
                  <a:pt x="192777" y="135144"/>
                </a:lnTo>
                <a:lnTo>
                  <a:pt x="192955" y="135152"/>
                </a:lnTo>
                <a:lnTo>
                  <a:pt x="193137" y="135164"/>
                </a:lnTo>
                <a:lnTo>
                  <a:pt x="193322" y="135179"/>
                </a:lnTo>
                <a:lnTo>
                  <a:pt x="193512" y="135197"/>
                </a:lnTo>
                <a:lnTo>
                  <a:pt x="193706" y="135219"/>
                </a:lnTo>
                <a:lnTo>
                  <a:pt x="193903" y="135244"/>
                </a:lnTo>
                <a:lnTo>
                  <a:pt x="194105" y="135272"/>
                </a:lnTo>
                <a:lnTo>
                  <a:pt x="194311" y="135303"/>
                </a:lnTo>
                <a:lnTo>
                  <a:pt x="194520" y="135338"/>
                </a:lnTo>
                <a:lnTo>
                  <a:pt x="194734" y="135377"/>
                </a:lnTo>
                <a:lnTo>
                  <a:pt x="194952" y="135418"/>
                </a:lnTo>
                <a:lnTo>
                  <a:pt x="195173" y="135463"/>
                </a:lnTo>
                <a:lnTo>
                  <a:pt x="195399" y="135511"/>
                </a:lnTo>
                <a:lnTo>
                  <a:pt x="195628" y="135563"/>
                </a:lnTo>
                <a:lnTo>
                  <a:pt x="195862" y="135618"/>
                </a:lnTo>
                <a:lnTo>
                  <a:pt x="196100" y="135676"/>
                </a:lnTo>
                <a:lnTo>
                  <a:pt x="196341" y="135738"/>
                </a:lnTo>
                <a:lnTo>
                  <a:pt x="196587" y="135803"/>
                </a:lnTo>
                <a:lnTo>
                  <a:pt x="196836" y="135871"/>
                </a:lnTo>
                <a:lnTo>
                  <a:pt x="197090" y="135942"/>
                </a:lnTo>
                <a:lnTo>
                  <a:pt x="197348" y="136017"/>
                </a:lnTo>
                <a:lnTo>
                  <a:pt x="197609" y="136095"/>
                </a:lnTo>
                <a:lnTo>
                  <a:pt x="198468" y="136330"/>
                </a:lnTo>
                <a:lnTo>
                  <a:pt x="199318" y="136555"/>
                </a:lnTo>
                <a:lnTo>
                  <a:pt x="200161" y="136769"/>
                </a:lnTo>
                <a:lnTo>
                  <a:pt x="200996" y="136974"/>
                </a:lnTo>
                <a:lnTo>
                  <a:pt x="201822" y="137169"/>
                </a:lnTo>
                <a:lnTo>
                  <a:pt x="202641" y="137353"/>
                </a:lnTo>
                <a:lnTo>
                  <a:pt x="203452" y="137528"/>
                </a:lnTo>
                <a:lnTo>
                  <a:pt x="204254" y="137693"/>
                </a:lnTo>
                <a:lnTo>
                  <a:pt x="205049" y="137848"/>
                </a:lnTo>
                <a:lnTo>
                  <a:pt x="205836" y="137992"/>
                </a:lnTo>
                <a:lnTo>
                  <a:pt x="206614" y="138127"/>
                </a:lnTo>
                <a:lnTo>
                  <a:pt x="207385" y="138252"/>
                </a:lnTo>
                <a:lnTo>
                  <a:pt x="208148" y="138367"/>
                </a:lnTo>
                <a:lnTo>
                  <a:pt x="208903" y="138472"/>
                </a:lnTo>
                <a:lnTo>
                  <a:pt x="209649" y="138566"/>
                </a:lnTo>
                <a:lnTo>
                  <a:pt x="210388" y="138651"/>
                </a:lnTo>
                <a:lnTo>
                  <a:pt x="211119" y="138726"/>
                </a:lnTo>
                <a:lnTo>
                  <a:pt x="211842" y="138791"/>
                </a:lnTo>
                <a:lnTo>
                  <a:pt x="212557" y="138846"/>
                </a:lnTo>
                <a:lnTo>
                  <a:pt x="213263" y="138891"/>
                </a:lnTo>
                <a:lnTo>
                  <a:pt x="213962" y="138926"/>
                </a:lnTo>
                <a:lnTo>
                  <a:pt x="214653" y="138951"/>
                </a:lnTo>
                <a:lnTo>
                  <a:pt x="215336" y="138966"/>
                </a:lnTo>
                <a:lnTo>
                  <a:pt x="216011" y="138971"/>
                </a:lnTo>
                <a:lnTo>
                  <a:pt x="216942" y="138958"/>
                </a:lnTo>
                <a:lnTo>
                  <a:pt x="217865" y="138920"/>
                </a:lnTo>
                <a:lnTo>
                  <a:pt x="218781" y="138856"/>
                </a:lnTo>
                <a:lnTo>
                  <a:pt x="219689" y="138767"/>
                </a:lnTo>
                <a:lnTo>
                  <a:pt x="220590" y="138653"/>
                </a:lnTo>
                <a:lnTo>
                  <a:pt x="221483" y="138513"/>
                </a:lnTo>
                <a:lnTo>
                  <a:pt x="222369" y="138348"/>
                </a:lnTo>
                <a:lnTo>
                  <a:pt x="223247" y="138157"/>
                </a:lnTo>
                <a:lnTo>
                  <a:pt x="224118" y="137941"/>
                </a:lnTo>
                <a:lnTo>
                  <a:pt x="224981" y="137699"/>
                </a:lnTo>
                <a:lnTo>
                  <a:pt x="225837" y="137432"/>
                </a:lnTo>
                <a:lnTo>
                  <a:pt x="226685" y="137140"/>
                </a:lnTo>
                <a:lnTo>
                  <a:pt x="227526" y="136822"/>
                </a:lnTo>
                <a:lnTo>
                  <a:pt x="228359" y="136479"/>
                </a:lnTo>
                <a:lnTo>
                  <a:pt x="229185" y="136110"/>
                </a:lnTo>
                <a:lnTo>
                  <a:pt x="230004" y="135716"/>
                </a:lnTo>
                <a:lnTo>
                  <a:pt x="230815" y="135297"/>
                </a:lnTo>
                <a:lnTo>
                  <a:pt x="231618" y="134852"/>
                </a:lnTo>
                <a:lnTo>
                  <a:pt x="232414" y="134381"/>
                </a:lnTo>
                <a:lnTo>
                  <a:pt x="233202" y="133885"/>
                </a:lnTo>
                <a:lnTo>
                  <a:pt x="233983" y="133364"/>
                </a:lnTo>
                <a:lnTo>
                  <a:pt x="234757" y="132817"/>
                </a:lnTo>
                <a:lnTo>
                  <a:pt x="235523" y="132245"/>
                </a:lnTo>
                <a:lnTo>
                  <a:pt x="236281" y="131648"/>
                </a:lnTo>
                <a:lnTo>
                  <a:pt x="237020" y="131029"/>
                </a:lnTo>
                <a:lnTo>
                  <a:pt x="237728" y="130395"/>
                </a:lnTo>
                <a:lnTo>
                  <a:pt x="238404" y="129744"/>
                </a:lnTo>
                <a:lnTo>
                  <a:pt x="239049" y="129077"/>
                </a:lnTo>
                <a:lnTo>
                  <a:pt x="239662" y="128394"/>
                </a:lnTo>
                <a:lnTo>
                  <a:pt x="240244" y="127695"/>
                </a:lnTo>
                <a:lnTo>
                  <a:pt x="240794" y="126980"/>
                </a:lnTo>
                <a:lnTo>
                  <a:pt x="241313" y="126248"/>
                </a:lnTo>
                <a:lnTo>
                  <a:pt x="241801" y="125501"/>
                </a:lnTo>
                <a:lnTo>
                  <a:pt x="242257" y="124737"/>
                </a:lnTo>
                <a:lnTo>
                  <a:pt x="242681" y="123958"/>
                </a:lnTo>
                <a:lnTo>
                  <a:pt x="243074" y="123162"/>
                </a:lnTo>
                <a:lnTo>
                  <a:pt x="243436" y="122350"/>
                </a:lnTo>
                <a:lnTo>
                  <a:pt x="243766" y="121522"/>
                </a:lnTo>
                <a:lnTo>
                  <a:pt x="244065" y="120678"/>
                </a:lnTo>
                <a:lnTo>
                  <a:pt x="244332" y="119818"/>
                </a:lnTo>
                <a:lnTo>
                  <a:pt x="244568" y="118942"/>
                </a:lnTo>
                <a:lnTo>
                  <a:pt x="244772" y="118049"/>
                </a:lnTo>
                <a:lnTo>
                  <a:pt x="244945" y="117141"/>
                </a:lnTo>
                <a:lnTo>
                  <a:pt x="245087" y="116216"/>
                </a:lnTo>
                <a:lnTo>
                  <a:pt x="245197" y="115275"/>
                </a:lnTo>
                <a:lnTo>
                  <a:pt x="245276" y="114319"/>
                </a:lnTo>
                <a:lnTo>
                  <a:pt x="245323" y="113346"/>
                </a:lnTo>
                <a:lnTo>
                  <a:pt x="245338" y="112357"/>
                </a:lnTo>
                <a:lnTo>
                  <a:pt x="245305" y="111075"/>
                </a:lnTo>
                <a:lnTo>
                  <a:pt x="245203" y="109813"/>
                </a:lnTo>
                <a:lnTo>
                  <a:pt x="245034" y="108573"/>
                </a:lnTo>
                <a:lnTo>
                  <a:pt x="244798" y="107354"/>
                </a:lnTo>
                <a:lnTo>
                  <a:pt x="244494" y="106155"/>
                </a:lnTo>
                <a:lnTo>
                  <a:pt x="244122" y="104978"/>
                </a:lnTo>
                <a:lnTo>
                  <a:pt x="243683" y="103822"/>
                </a:lnTo>
                <a:lnTo>
                  <a:pt x="243177" y="102686"/>
                </a:lnTo>
                <a:lnTo>
                  <a:pt x="242602" y="101572"/>
                </a:lnTo>
                <a:lnTo>
                  <a:pt x="241961" y="100478"/>
                </a:lnTo>
                <a:lnTo>
                  <a:pt x="241251" y="99406"/>
                </a:lnTo>
                <a:lnTo>
                  <a:pt x="240474" y="98354"/>
                </a:lnTo>
                <a:lnTo>
                  <a:pt x="239630" y="97323"/>
                </a:lnTo>
                <a:lnTo>
                  <a:pt x="238718" y="96314"/>
                </a:lnTo>
                <a:lnTo>
                  <a:pt x="237738" y="95325"/>
                </a:lnTo>
                <a:lnTo>
                  <a:pt x="236691" y="94357"/>
                </a:lnTo>
                <a:lnTo>
                  <a:pt x="235577" y="93410"/>
                </a:lnTo>
                <a:lnTo>
                  <a:pt x="234394" y="92484"/>
                </a:lnTo>
                <a:lnTo>
                  <a:pt x="233145" y="91579"/>
                </a:lnTo>
                <a:lnTo>
                  <a:pt x="231827" y="90695"/>
                </a:lnTo>
                <a:lnTo>
                  <a:pt x="230443" y="89832"/>
                </a:lnTo>
                <a:lnTo>
                  <a:pt x="228990" y="88990"/>
                </a:lnTo>
                <a:lnTo>
                  <a:pt x="227470" y="88169"/>
                </a:lnTo>
                <a:lnTo>
                  <a:pt x="225883" y="87369"/>
                </a:lnTo>
                <a:lnTo>
                  <a:pt x="211890" y="80570"/>
                </a:lnTo>
                <a:lnTo>
                  <a:pt x="211142" y="80204"/>
                </a:lnTo>
                <a:lnTo>
                  <a:pt x="210415" y="79840"/>
                </a:lnTo>
                <a:lnTo>
                  <a:pt x="209709" y="79477"/>
                </a:lnTo>
                <a:lnTo>
                  <a:pt x="209025" y="79116"/>
                </a:lnTo>
                <a:lnTo>
                  <a:pt x="208362" y="78756"/>
                </a:lnTo>
                <a:lnTo>
                  <a:pt x="207721" y="78398"/>
                </a:lnTo>
                <a:lnTo>
                  <a:pt x="207100" y="78042"/>
                </a:lnTo>
                <a:lnTo>
                  <a:pt x="206501" y="77688"/>
                </a:lnTo>
                <a:lnTo>
                  <a:pt x="205923" y="77335"/>
                </a:lnTo>
                <a:lnTo>
                  <a:pt x="205367" y="76984"/>
                </a:lnTo>
                <a:lnTo>
                  <a:pt x="204832" y="76634"/>
                </a:lnTo>
                <a:lnTo>
                  <a:pt x="204318" y="76286"/>
                </a:lnTo>
                <a:lnTo>
                  <a:pt x="203826" y="75940"/>
                </a:lnTo>
                <a:lnTo>
                  <a:pt x="203354" y="75596"/>
                </a:lnTo>
                <a:lnTo>
                  <a:pt x="202904" y="75253"/>
                </a:lnTo>
                <a:lnTo>
                  <a:pt x="202476" y="74911"/>
                </a:lnTo>
                <a:lnTo>
                  <a:pt x="202068" y="74572"/>
                </a:lnTo>
                <a:lnTo>
                  <a:pt x="201682" y="74234"/>
                </a:lnTo>
                <a:lnTo>
                  <a:pt x="201318" y="73898"/>
                </a:lnTo>
                <a:lnTo>
                  <a:pt x="200974" y="73563"/>
                </a:lnTo>
                <a:lnTo>
                  <a:pt x="200652" y="73230"/>
                </a:lnTo>
                <a:lnTo>
                  <a:pt x="200351" y="72899"/>
                </a:lnTo>
                <a:lnTo>
                  <a:pt x="200072" y="72569"/>
                </a:lnTo>
                <a:lnTo>
                  <a:pt x="199814" y="72241"/>
                </a:lnTo>
                <a:lnTo>
                  <a:pt x="199563" y="71919"/>
                </a:lnTo>
                <a:lnTo>
                  <a:pt x="199324" y="71592"/>
                </a:lnTo>
                <a:lnTo>
                  <a:pt x="199095" y="71260"/>
                </a:lnTo>
                <a:lnTo>
                  <a:pt x="198876" y="70922"/>
                </a:lnTo>
                <a:lnTo>
                  <a:pt x="198669" y="70579"/>
                </a:lnTo>
                <a:lnTo>
                  <a:pt x="198472" y="70231"/>
                </a:lnTo>
                <a:lnTo>
                  <a:pt x="198285" y="69878"/>
                </a:lnTo>
                <a:lnTo>
                  <a:pt x="198110" y="69519"/>
                </a:lnTo>
                <a:lnTo>
                  <a:pt x="197945" y="69154"/>
                </a:lnTo>
                <a:lnTo>
                  <a:pt x="197790" y="68785"/>
                </a:lnTo>
                <a:lnTo>
                  <a:pt x="197646" y="68410"/>
                </a:lnTo>
                <a:lnTo>
                  <a:pt x="197513" y="68030"/>
                </a:lnTo>
                <a:lnTo>
                  <a:pt x="197391" y="67644"/>
                </a:lnTo>
                <a:lnTo>
                  <a:pt x="197279" y="67253"/>
                </a:lnTo>
                <a:lnTo>
                  <a:pt x="197178" y="66857"/>
                </a:lnTo>
                <a:lnTo>
                  <a:pt x="197087" y="66456"/>
                </a:lnTo>
                <a:lnTo>
                  <a:pt x="197008" y="66049"/>
                </a:lnTo>
                <a:lnTo>
                  <a:pt x="196938" y="65637"/>
                </a:lnTo>
                <a:lnTo>
                  <a:pt x="196880" y="65219"/>
                </a:lnTo>
                <a:lnTo>
                  <a:pt x="196832" y="64796"/>
                </a:lnTo>
                <a:lnTo>
                  <a:pt x="196795" y="64368"/>
                </a:lnTo>
                <a:lnTo>
                  <a:pt x="196768" y="63935"/>
                </a:lnTo>
                <a:lnTo>
                  <a:pt x="196752" y="63496"/>
                </a:lnTo>
                <a:lnTo>
                  <a:pt x="196747" y="63052"/>
                </a:lnTo>
                <a:lnTo>
                  <a:pt x="196754" y="62694"/>
                </a:lnTo>
                <a:lnTo>
                  <a:pt x="196775" y="62339"/>
                </a:lnTo>
                <a:lnTo>
                  <a:pt x="196811" y="61987"/>
                </a:lnTo>
                <a:lnTo>
                  <a:pt x="196861" y="61637"/>
                </a:lnTo>
                <a:lnTo>
                  <a:pt x="196925" y="61290"/>
                </a:lnTo>
                <a:lnTo>
                  <a:pt x="197004" y="60945"/>
                </a:lnTo>
                <a:lnTo>
                  <a:pt x="197097" y="60603"/>
                </a:lnTo>
                <a:lnTo>
                  <a:pt x="197205" y="60264"/>
                </a:lnTo>
                <a:lnTo>
                  <a:pt x="197326" y="59928"/>
                </a:lnTo>
                <a:lnTo>
                  <a:pt x="197462" y="59594"/>
                </a:lnTo>
                <a:lnTo>
                  <a:pt x="197612" y="59263"/>
                </a:lnTo>
                <a:lnTo>
                  <a:pt x="197777" y="58935"/>
                </a:lnTo>
                <a:lnTo>
                  <a:pt x="197956" y="58609"/>
                </a:lnTo>
                <a:lnTo>
                  <a:pt x="198149" y="58286"/>
                </a:lnTo>
                <a:lnTo>
                  <a:pt x="198356" y="57965"/>
                </a:lnTo>
                <a:lnTo>
                  <a:pt x="198578" y="57648"/>
                </a:lnTo>
                <a:lnTo>
                  <a:pt x="198814" y="57333"/>
                </a:lnTo>
                <a:lnTo>
                  <a:pt x="199065" y="57020"/>
                </a:lnTo>
                <a:lnTo>
                  <a:pt x="199330" y="56710"/>
                </a:lnTo>
                <a:lnTo>
                  <a:pt x="199609" y="56403"/>
                </a:lnTo>
                <a:lnTo>
                  <a:pt x="199902" y="56099"/>
                </a:lnTo>
                <a:lnTo>
                  <a:pt x="200210" y="55797"/>
                </a:lnTo>
                <a:lnTo>
                  <a:pt x="200532" y="55498"/>
                </a:lnTo>
                <a:lnTo>
                  <a:pt x="200868" y="55202"/>
                </a:lnTo>
                <a:lnTo>
                  <a:pt x="201216" y="54913"/>
                </a:lnTo>
                <a:lnTo>
                  <a:pt x="201573" y="54636"/>
                </a:lnTo>
                <a:lnTo>
                  <a:pt x="201939" y="54372"/>
                </a:lnTo>
                <a:lnTo>
                  <a:pt x="202313" y="54119"/>
                </a:lnTo>
                <a:lnTo>
                  <a:pt x="202697" y="53879"/>
                </a:lnTo>
                <a:lnTo>
                  <a:pt x="203090" y="53652"/>
                </a:lnTo>
                <a:lnTo>
                  <a:pt x="203492" y="53437"/>
                </a:lnTo>
                <a:lnTo>
                  <a:pt x="203903" y="53234"/>
                </a:lnTo>
                <a:lnTo>
                  <a:pt x="204323" y="53043"/>
                </a:lnTo>
                <a:lnTo>
                  <a:pt x="204751" y="52864"/>
                </a:lnTo>
                <a:lnTo>
                  <a:pt x="205189" y="52698"/>
                </a:lnTo>
                <a:lnTo>
                  <a:pt x="205636" y="52545"/>
                </a:lnTo>
                <a:lnTo>
                  <a:pt x="206092" y="52403"/>
                </a:lnTo>
                <a:lnTo>
                  <a:pt x="206556" y="52274"/>
                </a:lnTo>
                <a:lnTo>
                  <a:pt x="207030" y="52157"/>
                </a:lnTo>
                <a:lnTo>
                  <a:pt x="207513" y="52052"/>
                </a:lnTo>
                <a:lnTo>
                  <a:pt x="208005" y="51960"/>
                </a:lnTo>
                <a:lnTo>
                  <a:pt x="208505" y="51880"/>
                </a:lnTo>
                <a:lnTo>
                  <a:pt x="209015" y="51813"/>
                </a:lnTo>
                <a:lnTo>
                  <a:pt x="209534" y="51757"/>
                </a:lnTo>
                <a:lnTo>
                  <a:pt x="210061" y="51714"/>
                </a:lnTo>
                <a:lnTo>
                  <a:pt x="210598" y="51683"/>
                </a:lnTo>
                <a:lnTo>
                  <a:pt x="211143" y="51665"/>
                </a:lnTo>
                <a:lnTo>
                  <a:pt x="211698" y="51659"/>
                </a:lnTo>
                <a:lnTo>
                  <a:pt x="212427" y="51668"/>
                </a:lnTo>
                <a:lnTo>
                  <a:pt x="213146" y="51694"/>
                </a:lnTo>
                <a:lnTo>
                  <a:pt x="213854" y="51738"/>
                </a:lnTo>
                <a:lnTo>
                  <a:pt x="214551" y="51799"/>
                </a:lnTo>
                <a:lnTo>
                  <a:pt x="215237" y="51878"/>
                </a:lnTo>
                <a:lnTo>
                  <a:pt x="215912" y="51974"/>
                </a:lnTo>
                <a:lnTo>
                  <a:pt x="216576" y="52088"/>
                </a:lnTo>
                <a:lnTo>
                  <a:pt x="217230" y="52219"/>
                </a:lnTo>
                <a:lnTo>
                  <a:pt x="217873" y="52368"/>
                </a:lnTo>
                <a:lnTo>
                  <a:pt x="218505" y="52534"/>
                </a:lnTo>
                <a:lnTo>
                  <a:pt x="219126" y="52718"/>
                </a:lnTo>
                <a:lnTo>
                  <a:pt x="219737" y="52919"/>
                </a:lnTo>
                <a:lnTo>
                  <a:pt x="220336" y="53138"/>
                </a:lnTo>
                <a:lnTo>
                  <a:pt x="220925" y="53374"/>
                </a:lnTo>
                <a:lnTo>
                  <a:pt x="221503" y="53628"/>
                </a:lnTo>
                <a:lnTo>
                  <a:pt x="222070" y="53899"/>
                </a:lnTo>
                <a:lnTo>
                  <a:pt x="222626" y="54188"/>
                </a:lnTo>
                <a:lnTo>
                  <a:pt x="223172" y="54494"/>
                </a:lnTo>
                <a:lnTo>
                  <a:pt x="223707" y="54818"/>
                </a:lnTo>
                <a:lnTo>
                  <a:pt x="224231" y="55159"/>
                </a:lnTo>
                <a:lnTo>
                  <a:pt x="224744" y="55518"/>
                </a:lnTo>
                <a:lnTo>
                  <a:pt x="225246" y="55894"/>
                </a:lnTo>
                <a:lnTo>
                  <a:pt x="225737" y="56288"/>
                </a:lnTo>
                <a:lnTo>
                  <a:pt x="226218" y="56699"/>
                </a:lnTo>
                <a:lnTo>
                  <a:pt x="226690" y="57135"/>
                </a:lnTo>
                <a:lnTo>
                  <a:pt x="227154" y="57601"/>
                </a:lnTo>
                <a:lnTo>
                  <a:pt x="227611" y="58099"/>
                </a:lnTo>
                <a:lnTo>
                  <a:pt x="228062" y="58627"/>
                </a:lnTo>
                <a:lnTo>
                  <a:pt x="228505" y="59187"/>
                </a:lnTo>
                <a:lnTo>
                  <a:pt x="228940" y="59777"/>
                </a:lnTo>
                <a:lnTo>
                  <a:pt x="229369" y="60399"/>
                </a:lnTo>
                <a:lnTo>
                  <a:pt x="229791" y="61051"/>
                </a:lnTo>
                <a:lnTo>
                  <a:pt x="230205" y="61735"/>
                </a:lnTo>
                <a:lnTo>
                  <a:pt x="230612" y="62450"/>
                </a:lnTo>
                <a:lnTo>
                  <a:pt x="231012" y="63195"/>
                </a:lnTo>
                <a:lnTo>
                  <a:pt x="231405" y="63972"/>
                </a:lnTo>
                <a:lnTo>
                  <a:pt x="231791" y="64780"/>
                </a:lnTo>
                <a:lnTo>
                  <a:pt x="232170" y="65619"/>
                </a:lnTo>
                <a:lnTo>
                  <a:pt x="232541" y="66489"/>
                </a:lnTo>
                <a:lnTo>
                  <a:pt x="232906" y="67390"/>
                </a:lnTo>
                <a:lnTo>
                  <a:pt x="233263" y="68322"/>
                </a:lnTo>
                <a:lnTo>
                  <a:pt x="233613" y="69285"/>
                </a:lnTo>
                <a:lnTo>
                  <a:pt x="233956" y="70279"/>
                </a:lnTo>
                <a:lnTo>
                  <a:pt x="234291" y="71304"/>
                </a:lnTo>
                <a:lnTo>
                  <a:pt x="234620" y="72360"/>
                </a:lnTo>
                <a:lnTo>
                  <a:pt x="234941" y="73448"/>
                </a:lnTo>
                <a:lnTo>
                  <a:pt x="235255" y="74566"/>
                </a:lnTo>
                <a:lnTo>
                  <a:pt x="235563" y="75715"/>
                </a:lnTo>
                <a:lnTo>
                  <a:pt x="238725" y="75715"/>
                </a:lnTo>
                <a:lnTo>
                  <a:pt x="238725" y="46004"/>
                </a:lnTo>
                <a:lnTo>
                  <a:pt x="235563" y="46004"/>
                </a:lnTo>
                <a:lnTo>
                  <a:pt x="235467" y="46193"/>
                </a:lnTo>
                <a:lnTo>
                  <a:pt x="235373" y="46376"/>
                </a:lnTo>
                <a:lnTo>
                  <a:pt x="235280" y="46554"/>
                </a:lnTo>
                <a:close/>
                <a:moveTo>
                  <a:pt x="349351" y="46162"/>
                </a:moveTo>
                <a:lnTo>
                  <a:pt x="348459" y="46251"/>
                </a:lnTo>
                <a:lnTo>
                  <a:pt x="347570" y="46360"/>
                </a:lnTo>
                <a:lnTo>
                  <a:pt x="346686" y="46489"/>
                </a:lnTo>
                <a:lnTo>
                  <a:pt x="345805" y="46637"/>
                </a:lnTo>
                <a:lnTo>
                  <a:pt x="344929" y="46805"/>
                </a:lnTo>
                <a:lnTo>
                  <a:pt x="344056" y="46993"/>
                </a:lnTo>
                <a:lnTo>
                  <a:pt x="343187" y="47201"/>
                </a:lnTo>
                <a:lnTo>
                  <a:pt x="342323" y="47428"/>
                </a:lnTo>
                <a:lnTo>
                  <a:pt x="341462" y="47676"/>
                </a:lnTo>
                <a:lnTo>
                  <a:pt x="340606" y="47943"/>
                </a:lnTo>
                <a:lnTo>
                  <a:pt x="339753" y="48229"/>
                </a:lnTo>
                <a:lnTo>
                  <a:pt x="338904" y="48536"/>
                </a:lnTo>
                <a:lnTo>
                  <a:pt x="338060" y="48862"/>
                </a:lnTo>
                <a:lnTo>
                  <a:pt x="337219" y="49208"/>
                </a:lnTo>
                <a:lnTo>
                  <a:pt x="336383" y="49574"/>
                </a:lnTo>
                <a:lnTo>
                  <a:pt x="335550" y="49960"/>
                </a:lnTo>
                <a:lnTo>
                  <a:pt x="334721" y="50366"/>
                </a:lnTo>
                <a:lnTo>
                  <a:pt x="333897" y="50791"/>
                </a:lnTo>
                <a:lnTo>
                  <a:pt x="333076" y="51236"/>
                </a:lnTo>
                <a:lnTo>
                  <a:pt x="332259" y="51701"/>
                </a:lnTo>
                <a:lnTo>
                  <a:pt x="331451" y="52186"/>
                </a:lnTo>
                <a:lnTo>
                  <a:pt x="330656" y="52693"/>
                </a:lnTo>
                <a:lnTo>
                  <a:pt x="329875" y="53222"/>
                </a:lnTo>
                <a:lnTo>
                  <a:pt x="329106" y="53772"/>
                </a:lnTo>
                <a:lnTo>
                  <a:pt x="328350" y="54344"/>
                </a:lnTo>
                <a:lnTo>
                  <a:pt x="327608" y="54938"/>
                </a:lnTo>
                <a:lnTo>
                  <a:pt x="326879" y="55553"/>
                </a:lnTo>
                <a:lnTo>
                  <a:pt x="326163" y="56190"/>
                </a:lnTo>
                <a:lnTo>
                  <a:pt x="325460" y="56848"/>
                </a:lnTo>
                <a:lnTo>
                  <a:pt x="324770" y="57528"/>
                </a:lnTo>
                <a:lnTo>
                  <a:pt x="324093" y="58230"/>
                </a:lnTo>
                <a:lnTo>
                  <a:pt x="323430" y="58953"/>
                </a:lnTo>
                <a:lnTo>
                  <a:pt x="322780" y="59698"/>
                </a:lnTo>
                <a:lnTo>
                  <a:pt x="322142" y="60465"/>
                </a:lnTo>
                <a:lnTo>
                  <a:pt x="321518" y="61253"/>
                </a:lnTo>
                <a:lnTo>
                  <a:pt x="320907" y="62062"/>
                </a:lnTo>
                <a:lnTo>
                  <a:pt x="320310" y="62894"/>
                </a:lnTo>
                <a:lnTo>
                  <a:pt x="319725" y="63746"/>
                </a:lnTo>
                <a:lnTo>
                  <a:pt x="319154" y="64621"/>
                </a:lnTo>
                <a:lnTo>
                  <a:pt x="318595" y="65517"/>
                </a:lnTo>
                <a:lnTo>
                  <a:pt x="318050" y="66435"/>
                </a:lnTo>
                <a:lnTo>
                  <a:pt x="317518" y="67374"/>
                </a:lnTo>
                <a:lnTo>
                  <a:pt x="316999" y="68335"/>
                </a:lnTo>
                <a:lnTo>
                  <a:pt x="316493" y="69318"/>
                </a:lnTo>
                <a:lnTo>
                  <a:pt x="316005" y="70311"/>
                </a:lnTo>
                <a:lnTo>
                  <a:pt x="315537" y="71305"/>
                </a:lnTo>
                <a:lnTo>
                  <a:pt x="315089" y="72300"/>
                </a:lnTo>
                <a:lnTo>
                  <a:pt x="314663" y="73295"/>
                </a:lnTo>
                <a:lnTo>
                  <a:pt x="314258" y="74291"/>
                </a:lnTo>
                <a:lnTo>
                  <a:pt x="313873" y="75287"/>
                </a:lnTo>
                <a:lnTo>
                  <a:pt x="313509" y="76283"/>
                </a:lnTo>
                <a:lnTo>
                  <a:pt x="313166" y="77281"/>
                </a:lnTo>
                <a:lnTo>
                  <a:pt x="312843" y="78278"/>
                </a:lnTo>
                <a:lnTo>
                  <a:pt x="312542" y="79276"/>
                </a:lnTo>
                <a:lnTo>
                  <a:pt x="312261" y="80275"/>
                </a:lnTo>
                <a:lnTo>
                  <a:pt x="312001" y="81274"/>
                </a:lnTo>
                <a:lnTo>
                  <a:pt x="311762" y="82274"/>
                </a:lnTo>
                <a:lnTo>
                  <a:pt x="311543" y="83274"/>
                </a:lnTo>
                <a:lnTo>
                  <a:pt x="311346" y="84274"/>
                </a:lnTo>
                <a:lnTo>
                  <a:pt x="311169" y="85275"/>
                </a:lnTo>
                <a:lnTo>
                  <a:pt x="311013" y="86277"/>
                </a:lnTo>
                <a:lnTo>
                  <a:pt x="310878" y="87279"/>
                </a:lnTo>
                <a:lnTo>
                  <a:pt x="310763" y="88282"/>
                </a:lnTo>
                <a:lnTo>
                  <a:pt x="310670" y="89285"/>
                </a:lnTo>
                <a:lnTo>
                  <a:pt x="310597" y="90288"/>
                </a:lnTo>
                <a:lnTo>
                  <a:pt x="310545" y="91292"/>
                </a:lnTo>
                <a:lnTo>
                  <a:pt x="310514" y="92297"/>
                </a:lnTo>
                <a:lnTo>
                  <a:pt x="310503" y="93302"/>
                </a:lnTo>
                <a:lnTo>
                  <a:pt x="310520" y="94677"/>
                </a:lnTo>
                <a:lnTo>
                  <a:pt x="310572" y="96040"/>
                </a:lnTo>
                <a:lnTo>
                  <a:pt x="310658" y="97392"/>
                </a:lnTo>
                <a:lnTo>
                  <a:pt x="310778" y="98733"/>
                </a:lnTo>
                <a:lnTo>
                  <a:pt x="310932" y="100062"/>
                </a:lnTo>
                <a:lnTo>
                  <a:pt x="311120" y="101380"/>
                </a:lnTo>
                <a:lnTo>
                  <a:pt x="311343" y="102687"/>
                </a:lnTo>
                <a:lnTo>
                  <a:pt x="311600" y="103982"/>
                </a:lnTo>
                <a:lnTo>
                  <a:pt x="311892" y="105266"/>
                </a:lnTo>
                <a:lnTo>
                  <a:pt x="312217" y="106539"/>
                </a:lnTo>
                <a:lnTo>
                  <a:pt x="312577" y="107801"/>
                </a:lnTo>
                <a:lnTo>
                  <a:pt x="312971" y="109051"/>
                </a:lnTo>
                <a:lnTo>
                  <a:pt x="313400" y="110290"/>
                </a:lnTo>
                <a:lnTo>
                  <a:pt x="313862" y="111517"/>
                </a:lnTo>
                <a:lnTo>
                  <a:pt x="314359" y="112734"/>
                </a:lnTo>
                <a:lnTo>
                  <a:pt x="314891" y="113939"/>
                </a:lnTo>
                <a:lnTo>
                  <a:pt x="315456" y="115132"/>
                </a:lnTo>
                <a:lnTo>
                  <a:pt x="316056" y="116315"/>
                </a:lnTo>
                <a:lnTo>
                  <a:pt x="316690" y="117486"/>
                </a:lnTo>
                <a:lnTo>
                  <a:pt x="317359" y="118646"/>
                </a:lnTo>
                <a:lnTo>
                  <a:pt x="318061" y="119794"/>
                </a:lnTo>
                <a:lnTo>
                  <a:pt x="318798" y="120931"/>
                </a:lnTo>
                <a:lnTo>
                  <a:pt x="319570" y="122057"/>
                </a:lnTo>
                <a:lnTo>
                  <a:pt x="320375" y="123172"/>
                </a:lnTo>
                <a:lnTo>
                  <a:pt x="321364" y="124461"/>
                </a:lnTo>
                <a:lnTo>
                  <a:pt x="322380" y="125695"/>
                </a:lnTo>
                <a:lnTo>
                  <a:pt x="323425" y="126875"/>
                </a:lnTo>
                <a:lnTo>
                  <a:pt x="324499" y="127999"/>
                </a:lnTo>
                <a:lnTo>
                  <a:pt x="325601" y="129069"/>
                </a:lnTo>
                <a:lnTo>
                  <a:pt x="326731" y="130084"/>
                </a:lnTo>
                <a:lnTo>
                  <a:pt x="327889" y="131044"/>
                </a:lnTo>
                <a:lnTo>
                  <a:pt x="329075" y="131949"/>
                </a:lnTo>
                <a:lnTo>
                  <a:pt x="330290" y="132799"/>
                </a:lnTo>
                <a:lnTo>
                  <a:pt x="331533" y="133595"/>
                </a:lnTo>
                <a:lnTo>
                  <a:pt x="332805" y="134335"/>
                </a:lnTo>
                <a:lnTo>
                  <a:pt x="334104" y="135021"/>
                </a:lnTo>
                <a:lnTo>
                  <a:pt x="335432" y="135652"/>
                </a:lnTo>
                <a:lnTo>
                  <a:pt x="336789" y="136228"/>
                </a:lnTo>
                <a:lnTo>
                  <a:pt x="338173" y="136749"/>
                </a:lnTo>
                <a:lnTo>
                  <a:pt x="339586" y="137215"/>
                </a:lnTo>
                <a:lnTo>
                  <a:pt x="341027" y="137627"/>
                </a:lnTo>
                <a:lnTo>
                  <a:pt x="342497" y="137983"/>
                </a:lnTo>
                <a:lnTo>
                  <a:pt x="343994" y="138285"/>
                </a:lnTo>
                <a:lnTo>
                  <a:pt x="345520" y="138532"/>
                </a:lnTo>
                <a:lnTo>
                  <a:pt x="347074" y="138724"/>
                </a:lnTo>
                <a:lnTo>
                  <a:pt x="348657" y="138861"/>
                </a:lnTo>
                <a:lnTo>
                  <a:pt x="350268" y="138943"/>
                </a:lnTo>
                <a:lnTo>
                  <a:pt x="351907" y="138971"/>
                </a:lnTo>
                <a:lnTo>
                  <a:pt x="352917" y="138960"/>
                </a:lnTo>
                <a:lnTo>
                  <a:pt x="353920" y="138928"/>
                </a:lnTo>
                <a:lnTo>
                  <a:pt x="354915" y="138875"/>
                </a:lnTo>
                <a:lnTo>
                  <a:pt x="355902" y="138801"/>
                </a:lnTo>
                <a:lnTo>
                  <a:pt x="356881" y="138705"/>
                </a:lnTo>
                <a:lnTo>
                  <a:pt x="357852" y="138588"/>
                </a:lnTo>
                <a:lnTo>
                  <a:pt x="358816" y="138449"/>
                </a:lnTo>
                <a:lnTo>
                  <a:pt x="359771" y="138290"/>
                </a:lnTo>
                <a:lnTo>
                  <a:pt x="360719" y="138109"/>
                </a:lnTo>
                <a:lnTo>
                  <a:pt x="361659" y="137907"/>
                </a:lnTo>
                <a:lnTo>
                  <a:pt x="362591" y="137683"/>
                </a:lnTo>
                <a:lnTo>
                  <a:pt x="363516" y="137439"/>
                </a:lnTo>
                <a:lnTo>
                  <a:pt x="364432" y="137173"/>
                </a:lnTo>
                <a:lnTo>
                  <a:pt x="365341" y="136886"/>
                </a:lnTo>
                <a:lnTo>
                  <a:pt x="366242" y="136577"/>
                </a:lnTo>
                <a:lnTo>
                  <a:pt x="367135" y="136247"/>
                </a:lnTo>
                <a:lnTo>
                  <a:pt x="368021" y="135896"/>
                </a:lnTo>
                <a:lnTo>
                  <a:pt x="368898" y="135524"/>
                </a:lnTo>
                <a:lnTo>
                  <a:pt x="369768" y="135130"/>
                </a:lnTo>
                <a:lnTo>
                  <a:pt x="370629" y="134715"/>
                </a:lnTo>
                <a:lnTo>
                  <a:pt x="371483" y="134279"/>
                </a:lnTo>
                <a:lnTo>
                  <a:pt x="372330" y="133822"/>
                </a:lnTo>
                <a:lnTo>
                  <a:pt x="373168" y="133343"/>
                </a:lnTo>
                <a:lnTo>
                  <a:pt x="373999" y="132843"/>
                </a:lnTo>
                <a:lnTo>
                  <a:pt x="374818" y="132322"/>
                </a:lnTo>
                <a:lnTo>
                  <a:pt x="375622" y="131780"/>
                </a:lnTo>
                <a:lnTo>
                  <a:pt x="376412" y="131218"/>
                </a:lnTo>
                <a:lnTo>
                  <a:pt x="377187" y="130635"/>
                </a:lnTo>
                <a:lnTo>
                  <a:pt x="377947" y="130032"/>
                </a:lnTo>
                <a:lnTo>
                  <a:pt x="378692" y="129408"/>
                </a:lnTo>
                <a:lnTo>
                  <a:pt x="379422" y="128764"/>
                </a:lnTo>
                <a:lnTo>
                  <a:pt x="380138" y="128098"/>
                </a:lnTo>
                <a:lnTo>
                  <a:pt x="380839" y="127413"/>
                </a:lnTo>
                <a:lnTo>
                  <a:pt x="381524" y="126706"/>
                </a:lnTo>
                <a:lnTo>
                  <a:pt x="382196" y="125979"/>
                </a:lnTo>
                <a:lnTo>
                  <a:pt x="382852" y="125232"/>
                </a:lnTo>
                <a:lnTo>
                  <a:pt x="383493" y="124463"/>
                </a:lnTo>
                <a:lnTo>
                  <a:pt x="384120" y="123675"/>
                </a:lnTo>
                <a:lnTo>
                  <a:pt x="384732" y="122865"/>
                </a:lnTo>
                <a:lnTo>
                  <a:pt x="385329" y="122035"/>
                </a:lnTo>
                <a:lnTo>
                  <a:pt x="385911" y="121185"/>
                </a:lnTo>
                <a:lnTo>
                  <a:pt x="386479" y="120314"/>
                </a:lnTo>
                <a:lnTo>
                  <a:pt x="387032" y="119422"/>
                </a:lnTo>
                <a:lnTo>
                  <a:pt x="387570" y="118509"/>
                </a:lnTo>
                <a:lnTo>
                  <a:pt x="388093" y="117576"/>
                </a:lnTo>
                <a:lnTo>
                  <a:pt x="388601" y="116623"/>
                </a:lnTo>
                <a:lnTo>
                  <a:pt x="389094" y="115649"/>
                </a:lnTo>
                <a:lnTo>
                  <a:pt x="389573" y="114654"/>
                </a:lnTo>
                <a:lnTo>
                  <a:pt x="390034" y="113649"/>
                </a:lnTo>
                <a:lnTo>
                  <a:pt x="390476" y="112645"/>
                </a:lnTo>
                <a:lnTo>
                  <a:pt x="390898" y="111642"/>
                </a:lnTo>
                <a:lnTo>
                  <a:pt x="391301" y="110640"/>
                </a:lnTo>
                <a:lnTo>
                  <a:pt x="391684" y="109640"/>
                </a:lnTo>
                <a:lnTo>
                  <a:pt x="392047" y="108640"/>
                </a:lnTo>
                <a:lnTo>
                  <a:pt x="392390" y="107641"/>
                </a:lnTo>
                <a:lnTo>
                  <a:pt x="392714" y="106643"/>
                </a:lnTo>
                <a:lnTo>
                  <a:pt x="393019" y="105646"/>
                </a:lnTo>
                <a:lnTo>
                  <a:pt x="393303" y="104650"/>
                </a:lnTo>
                <a:lnTo>
                  <a:pt x="393568" y="103656"/>
                </a:lnTo>
                <a:lnTo>
                  <a:pt x="393814" y="102662"/>
                </a:lnTo>
                <a:lnTo>
                  <a:pt x="394040" y="101669"/>
                </a:lnTo>
                <a:lnTo>
                  <a:pt x="394246" y="100677"/>
                </a:lnTo>
                <a:lnTo>
                  <a:pt x="394432" y="99686"/>
                </a:lnTo>
                <a:lnTo>
                  <a:pt x="394599" y="98696"/>
                </a:lnTo>
                <a:lnTo>
                  <a:pt x="394747" y="97707"/>
                </a:lnTo>
                <a:lnTo>
                  <a:pt x="394874" y="96719"/>
                </a:lnTo>
                <a:lnTo>
                  <a:pt x="394982" y="95733"/>
                </a:lnTo>
                <a:lnTo>
                  <a:pt x="395070" y="94747"/>
                </a:lnTo>
                <a:lnTo>
                  <a:pt x="395139" y="93762"/>
                </a:lnTo>
                <a:lnTo>
                  <a:pt x="395188" y="92778"/>
                </a:lnTo>
                <a:lnTo>
                  <a:pt x="395218" y="91795"/>
                </a:lnTo>
                <a:lnTo>
                  <a:pt x="395228" y="90813"/>
                </a:lnTo>
                <a:lnTo>
                  <a:pt x="395210" y="89423"/>
                </a:lnTo>
                <a:lnTo>
                  <a:pt x="395156" y="88047"/>
                </a:lnTo>
                <a:lnTo>
                  <a:pt x="395067" y="86684"/>
                </a:lnTo>
                <a:lnTo>
                  <a:pt x="394943" y="85334"/>
                </a:lnTo>
                <a:lnTo>
                  <a:pt x="394782" y="83997"/>
                </a:lnTo>
                <a:lnTo>
                  <a:pt x="394587" y="82674"/>
                </a:lnTo>
                <a:lnTo>
                  <a:pt x="394355" y="81364"/>
                </a:lnTo>
                <a:lnTo>
                  <a:pt x="394088" y="80068"/>
                </a:lnTo>
                <a:lnTo>
                  <a:pt x="393785" y="78784"/>
                </a:lnTo>
                <a:lnTo>
                  <a:pt x="393447" y="77514"/>
                </a:lnTo>
                <a:lnTo>
                  <a:pt x="393073" y="76258"/>
                </a:lnTo>
                <a:lnTo>
                  <a:pt x="392664" y="75014"/>
                </a:lnTo>
                <a:lnTo>
                  <a:pt x="392219" y="73784"/>
                </a:lnTo>
                <a:lnTo>
                  <a:pt x="391738" y="72567"/>
                </a:lnTo>
                <a:lnTo>
                  <a:pt x="391222" y="71364"/>
                </a:lnTo>
                <a:lnTo>
                  <a:pt x="390670" y="70174"/>
                </a:lnTo>
                <a:lnTo>
                  <a:pt x="390082" y="68997"/>
                </a:lnTo>
                <a:lnTo>
                  <a:pt x="389459" y="67834"/>
                </a:lnTo>
                <a:lnTo>
                  <a:pt x="388800" y="66683"/>
                </a:lnTo>
                <a:lnTo>
                  <a:pt x="388106" y="65547"/>
                </a:lnTo>
                <a:lnTo>
                  <a:pt x="387376" y="64423"/>
                </a:lnTo>
                <a:lnTo>
                  <a:pt x="386610" y="63313"/>
                </a:lnTo>
                <a:lnTo>
                  <a:pt x="385809" y="62216"/>
                </a:lnTo>
                <a:lnTo>
                  <a:pt x="384972" y="61132"/>
                </a:lnTo>
                <a:lnTo>
                  <a:pt x="383952" y="59898"/>
                </a:lnTo>
                <a:lnTo>
                  <a:pt x="382905" y="58716"/>
                </a:lnTo>
                <a:lnTo>
                  <a:pt x="381831" y="57587"/>
                </a:lnTo>
                <a:lnTo>
                  <a:pt x="380729" y="56510"/>
                </a:lnTo>
                <a:lnTo>
                  <a:pt x="379600" y="55485"/>
                </a:lnTo>
                <a:lnTo>
                  <a:pt x="378443" y="54514"/>
                </a:lnTo>
                <a:lnTo>
                  <a:pt x="377260" y="53594"/>
                </a:lnTo>
                <a:lnTo>
                  <a:pt x="376049" y="52728"/>
                </a:lnTo>
                <a:lnTo>
                  <a:pt x="374810" y="51914"/>
                </a:lnTo>
                <a:lnTo>
                  <a:pt x="373545" y="51152"/>
                </a:lnTo>
                <a:lnTo>
                  <a:pt x="372252" y="50443"/>
                </a:lnTo>
                <a:lnTo>
                  <a:pt x="370932" y="49786"/>
                </a:lnTo>
                <a:lnTo>
                  <a:pt x="369584" y="49182"/>
                </a:lnTo>
                <a:lnTo>
                  <a:pt x="368209" y="48631"/>
                </a:lnTo>
                <a:lnTo>
                  <a:pt x="366807" y="48131"/>
                </a:lnTo>
                <a:lnTo>
                  <a:pt x="365378" y="47685"/>
                </a:lnTo>
                <a:lnTo>
                  <a:pt x="363922" y="47291"/>
                </a:lnTo>
                <a:lnTo>
                  <a:pt x="362438" y="46950"/>
                </a:lnTo>
                <a:lnTo>
                  <a:pt x="360926" y="46661"/>
                </a:lnTo>
                <a:lnTo>
                  <a:pt x="359388" y="46424"/>
                </a:lnTo>
                <a:lnTo>
                  <a:pt x="357822" y="46240"/>
                </a:lnTo>
                <a:lnTo>
                  <a:pt x="356229" y="46109"/>
                </a:lnTo>
                <a:lnTo>
                  <a:pt x="354609" y="46030"/>
                </a:lnTo>
                <a:lnTo>
                  <a:pt x="352961" y="46004"/>
                </a:lnTo>
                <a:lnTo>
                  <a:pt x="352053" y="46014"/>
                </a:lnTo>
                <a:lnTo>
                  <a:pt x="351148" y="46044"/>
                </a:lnTo>
                <a:lnTo>
                  <a:pt x="350248" y="46093"/>
                </a:lnTo>
                <a:lnTo>
                  <a:pt x="349351" y="46162"/>
                </a:lnTo>
                <a:close/>
                <a:moveTo>
                  <a:pt x="353401" y="52585"/>
                </a:moveTo>
                <a:lnTo>
                  <a:pt x="354221" y="52728"/>
                </a:lnTo>
                <a:lnTo>
                  <a:pt x="355028" y="52904"/>
                </a:lnTo>
                <a:lnTo>
                  <a:pt x="355822" y="53111"/>
                </a:lnTo>
                <a:lnTo>
                  <a:pt x="356603" y="53351"/>
                </a:lnTo>
                <a:lnTo>
                  <a:pt x="357371" y="53622"/>
                </a:lnTo>
                <a:lnTo>
                  <a:pt x="358127" y="53925"/>
                </a:lnTo>
                <a:lnTo>
                  <a:pt x="358869" y="54260"/>
                </a:lnTo>
                <a:lnTo>
                  <a:pt x="359598" y="54627"/>
                </a:lnTo>
                <a:lnTo>
                  <a:pt x="360315" y="55026"/>
                </a:lnTo>
                <a:lnTo>
                  <a:pt x="361018" y="55456"/>
                </a:lnTo>
                <a:lnTo>
                  <a:pt x="361708" y="55919"/>
                </a:lnTo>
                <a:lnTo>
                  <a:pt x="362386" y="56414"/>
                </a:lnTo>
                <a:lnTo>
                  <a:pt x="363050" y="56940"/>
                </a:lnTo>
                <a:lnTo>
                  <a:pt x="363702" y="57498"/>
                </a:lnTo>
                <a:lnTo>
                  <a:pt x="364340" y="58089"/>
                </a:lnTo>
                <a:lnTo>
                  <a:pt x="364965" y="58711"/>
                </a:lnTo>
                <a:lnTo>
                  <a:pt x="365578" y="59365"/>
                </a:lnTo>
                <a:lnTo>
                  <a:pt x="366177" y="60051"/>
                </a:lnTo>
                <a:lnTo>
                  <a:pt x="366764" y="60769"/>
                </a:lnTo>
                <a:lnTo>
                  <a:pt x="367338" y="61519"/>
                </a:lnTo>
                <a:lnTo>
                  <a:pt x="368159" y="62653"/>
                </a:lnTo>
                <a:lnTo>
                  <a:pt x="368945" y="63821"/>
                </a:lnTo>
                <a:lnTo>
                  <a:pt x="369696" y="65025"/>
                </a:lnTo>
                <a:lnTo>
                  <a:pt x="370412" y="66263"/>
                </a:lnTo>
                <a:lnTo>
                  <a:pt x="371094" y="67535"/>
                </a:lnTo>
                <a:lnTo>
                  <a:pt x="371740" y="68842"/>
                </a:lnTo>
                <a:lnTo>
                  <a:pt x="372352" y="70184"/>
                </a:lnTo>
                <a:lnTo>
                  <a:pt x="372928" y="71560"/>
                </a:lnTo>
                <a:lnTo>
                  <a:pt x="373470" y="72971"/>
                </a:lnTo>
                <a:lnTo>
                  <a:pt x="373977" y="74416"/>
                </a:lnTo>
                <a:lnTo>
                  <a:pt x="374448" y="75896"/>
                </a:lnTo>
                <a:lnTo>
                  <a:pt x="374885" y="77410"/>
                </a:lnTo>
                <a:lnTo>
                  <a:pt x="375287" y="78959"/>
                </a:lnTo>
                <a:lnTo>
                  <a:pt x="375654" y="80543"/>
                </a:lnTo>
                <a:lnTo>
                  <a:pt x="375986" y="82161"/>
                </a:lnTo>
                <a:lnTo>
                  <a:pt x="376283" y="83814"/>
                </a:lnTo>
                <a:lnTo>
                  <a:pt x="376545" y="85501"/>
                </a:lnTo>
                <a:lnTo>
                  <a:pt x="376772" y="87223"/>
                </a:lnTo>
                <a:lnTo>
                  <a:pt x="376964" y="88979"/>
                </a:lnTo>
                <a:lnTo>
                  <a:pt x="377121" y="90770"/>
                </a:lnTo>
                <a:lnTo>
                  <a:pt x="377244" y="92596"/>
                </a:lnTo>
                <a:lnTo>
                  <a:pt x="377331" y="94456"/>
                </a:lnTo>
                <a:lnTo>
                  <a:pt x="377383" y="96351"/>
                </a:lnTo>
                <a:lnTo>
                  <a:pt x="377401" y="98280"/>
                </a:lnTo>
                <a:lnTo>
                  <a:pt x="377390" y="99816"/>
                </a:lnTo>
                <a:lnTo>
                  <a:pt x="377359" y="101314"/>
                </a:lnTo>
                <a:lnTo>
                  <a:pt x="377307" y="102774"/>
                </a:lnTo>
                <a:lnTo>
                  <a:pt x="377233" y="104196"/>
                </a:lnTo>
                <a:lnTo>
                  <a:pt x="377139" y="105579"/>
                </a:lnTo>
                <a:lnTo>
                  <a:pt x="377024" y="106925"/>
                </a:lnTo>
                <a:lnTo>
                  <a:pt x="376887" y="108232"/>
                </a:lnTo>
                <a:lnTo>
                  <a:pt x="376730" y="109500"/>
                </a:lnTo>
                <a:lnTo>
                  <a:pt x="376552" y="110731"/>
                </a:lnTo>
                <a:lnTo>
                  <a:pt x="376353" y="111923"/>
                </a:lnTo>
                <a:lnTo>
                  <a:pt x="376133" y="113077"/>
                </a:lnTo>
                <a:lnTo>
                  <a:pt x="375891" y="114193"/>
                </a:lnTo>
                <a:lnTo>
                  <a:pt x="375629" y="115271"/>
                </a:lnTo>
                <a:lnTo>
                  <a:pt x="375346" y="116311"/>
                </a:lnTo>
                <a:lnTo>
                  <a:pt x="375042" y="117312"/>
                </a:lnTo>
                <a:lnTo>
                  <a:pt x="374717" y="118275"/>
                </a:lnTo>
                <a:lnTo>
                  <a:pt x="374371" y="119200"/>
                </a:lnTo>
                <a:lnTo>
                  <a:pt x="374005" y="120086"/>
                </a:lnTo>
                <a:lnTo>
                  <a:pt x="373617" y="120935"/>
                </a:lnTo>
                <a:lnTo>
                  <a:pt x="373208" y="121745"/>
                </a:lnTo>
                <a:lnTo>
                  <a:pt x="372778" y="122517"/>
                </a:lnTo>
                <a:lnTo>
                  <a:pt x="372327" y="123251"/>
                </a:lnTo>
                <a:lnTo>
                  <a:pt x="371856" y="123946"/>
                </a:lnTo>
                <a:lnTo>
                  <a:pt x="371363" y="124603"/>
                </a:lnTo>
                <a:lnTo>
                  <a:pt x="370854" y="125228"/>
                </a:lnTo>
                <a:lnTo>
                  <a:pt x="370334" y="125827"/>
                </a:lnTo>
                <a:lnTo>
                  <a:pt x="369802" y="126398"/>
                </a:lnTo>
                <a:lnTo>
                  <a:pt x="369260" y="126944"/>
                </a:lnTo>
                <a:lnTo>
                  <a:pt x="368706" y="127462"/>
                </a:lnTo>
                <a:lnTo>
                  <a:pt x="368140" y="127954"/>
                </a:lnTo>
                <a:lnTo>
                  <a:pt x="367564" y="128419"/>
                </a:lnTo>
                <a:lnTo>
                  <a:pt x="366975" y="128858"/>
                </a:lnTo>
                <a:lnTo>
                  <a:pt x="366376" y="129270"/>
                </a:lnTo>
                <a:lnTo>
                  <a:pt x="365765" y="129656"/>
                </a:lnTo>
                <a:lnTo>
                  <a:pt x="365144" y="130015"/>
                </a:lnTo>
                <a:lnTo>
                  <a:pt x="364510" y="130347"/>
                </a:lnTo>
                <a:lnTo>
                  <a:pt x="363866" y="130653"/>
                </a:lnTo>
                <a:lnTo>
                  <a:pt x="363210" y="130932"/>
                </a:lnTo>
                <a:lnTo>
                  <a:pt x="362542" y="131185"/>
                </a:lnTo>
                <a:lnTo>
                  <a:pt x="361864" y="131411"/>
                </a:lnTo>
                <a:lnTo>
                  <a:pt x="361174" y="131610"/>
                </a:lnTo>
                <a:lnTo>
                  <a:pt x="360473" y="131783"/>
                </a:lnTo>
                <a:lnTo>
                  <a:pt x="359760" y="131929"/>
                </a:lnTo>
                <a:lnTo>
                  <a:pt x="359037" y="132049"/>
                </a:lnTo>
                <a:lnTo>
                  <a:pt x="358301" y="132142"/>
                </a:lnTo>
                <a:lnTo>
                  <a:pt x="357555" y="132209"/>
                </a:lnTo>
                <a:lnTo>
                  <a:pt x="356797" y="132249"/>
                </a:lnTo>
                <a:lnTo>
                  <a:pt x="356028" y="132262"/>
                </a:lnTo>
                <a:lnTo>
                  <a:pt x="354998" y="132238"/>
                </a:lnTo>
                <a:lnTo>
                  <a:pt x="353985" y="132165"/>
                </a:lnTo>
                <a:lnTo>
                  <a:pt x="352989" y="132045"/>
                </a:lnTo>
                <a:lnTo>
                  <a:pt x="352010" y="131876"/>
                </a:lnTo>
                <a:lnTo>
                  <a:pt x="351047" y="131659"/>
                </a:lnTo>
                <a:lnTo>
                  <a:pt x="350101" y="131394"/>
                </a:lnTo>
                <a:lnTo>
                  <a:pt x="349172" y="131081"/>
                </a:lnTo>
                <a:lnTo>
                  <a:pt x="348260" y="130720"/>
                </a:lnTo>
                <a:lnTo>
                  <a:pt x="347364" y="130310"/>
                </a:lnTo>
                <a:lnTo>
                  <a:pt x="346486" y="129852"/>
                </a:lnTo>
                <a:lnTo>
                  <a:pt x="345624" y="129346"/>
                </a:lnTo>
                <a:lnTo>
                  <a:pt x="344779" y="128792"/>
                </a:lnTo>
                <a:lnTo>
                  <a:pt x="343951" y="128190"/>
                </a:lnTo>
                <a:lnTo>
                  <a:pt x="343139" y="127539"/>
                </a:lnTo>
                <a:lnTo>
                  <a:pt x="342345" y="126840"/>
                </a:lnTo>
                <a:lnTo>
                  <a:pt x="341567" y="126093"/>
                </a:lnTo>
                <a:lnTo>
                  <a:pt x="340806" y="125298"/>
                </a:lnTo>
                <a:lnTo>
                  <a:pt x="340062" y="124455"/>
                </a:lnTo>
                <a:lnTo>
                  <a:pt x="339334" y="123563"/>
                </a:lnTo>
                <a:lnTo>
                  <a:pt x="338624" y="122624"/>
                </a:lnTo>
                <a:lnTo>
                  <a:pt x="337930" y="121636"/>
                </a:lnTo>
                <a:lnTo>
                  <a:pt x="337253" y="120600"/>
                </a:lnTo>
                <a:lnTo>
                  <a:pt x="336593" y="119515"/>
                </a:lnTo>
                <a:lnTo>
                  <a:pt x="335949" y="118383"/>
                </a:lnTo>
                <a:lnTo>
                  <a:pt x="335328" y="117217"/>
                </a:lnTo>
                <a:lnTo>
                  <a:pt x="334732" y="116032"/>
                </a:lnTo>
                <a:lnTo>
                  <a:pt x="334164" y="114830"/>
                </a:lnTo>
                <a:lnTo>
                  <a:pt x="333621" y="113609"/>
                </a:lnTo>
                <a:lnTo>
                  <a:pt x="333105" y="112370"/>
                </a:lnTo>
                <a:lnTo>
                  <a:pt x="332616" y="111113"/>
                </a:lnTo>
                <a:lnTo>
                  <a:pt x="332153" y="109837"/>
                </a:lnTo>
                <a:lnTo>
                  <a:pt x="331716" y="108543"/>
                </a:lnTo>
                <a:lnTo>
                  <a:pt x="331306" y="107231"/>
                </a:lnTo>
                <a:lnTo>
                  <a:pt x="330923" y="105901"/>
                </a:lnTo>
                <a:lnTo>
                  <a:pt x="330565" y="104552"/>
                </a:lnTo>
                <a:lnTo>
                  <a:pt x="330235" y="103185"/>
                </a:lnTo>
                <a:lnTo>
                  <a:pt x="329931" y="101800"/>
                </a:lnTo>
                <a:lnTo>
                  <a:pt x="329653" y="100396"/>
                </a:lnTo>
                <a:lnTo>
                  <a:pt x="329401" y="98974"/>
                </a:lnTo>
                <a:lnTo>
                  <a:pt x="329177" y="97534"/>
                </a:lnTo>
                <a:lnTo>
                  <a:pt x="328978" y="96076"/>
                </a:lnTo>
                <a:lnTo>
                  <a:pt x="328806" y="94600"/>
                </a:lnTo>
                <a:lnTo>
                  <a:pt x="328661" y="93105"/>
                </a:lnTo>
                <a:lnTo>
                  <a:pt x="328542" y="91591"/>
                </a:lnTo>
                <a:lnTo>
                  <a:pt x="328449" y="90060"/>
                </a:lnTo>
                <a:lnTo>
                  <a:pt x="328383" y="88510"/>
                </a:lnTo>
                <a:lnTo>
                  <a:pt x="328343" y="86942"/>
                </a:lnTo>
                <a:lnTo>
                  <a:pt x="328330" y="85356"/>
                </a:lnTo>
                <a:lnTo>
                  <a:pt x="328335" y="84375"/>
                </a:lnTo>
                <a:lnTo>
                  <a:pt x="328352" y="83408"/>
                </a:lnTo>
                <a:lnTo>
                  <a:pt x="328379" y="82456"/>
                </a:lnTo>
                <a:lnTo>
                  <a:pt x="328418" y="81519"/>
                </a:lnTo>
                <a:lnTo>
                  <a:pt x="328467" y="80598"/>
                </a:lnTo>
                <a:lnTo>
                  <a:pt x="328528" y="79691"/>
                </a:lnTo>
                <a:lnTo>
                  <a:pt x="328599" y="78799"/>
                </a:lnTo>
                <a:lnTo>
                  <a:pt x="328681" y="77922"/>
                </a:lnTo>
                <a:lnTo>
                  <a:pt x="328775" y="77060"/>
                </a:lnTo>
                <a:lnTo>
                  <a:pt x="328879" y="76213"/>
                </a:lnTo>
                <a:lnTo>
                  <a:pt x="328994" y="75381"/>
                </a:lnTo>
                <a:lnTo>
                  <a:pt x="329121" y="74563"/>
                </a:lnTo>
                <a:lnTo>
                  <a:pt x="329258" y="73761"/>
                </a:lnTo>
                <a:lnTo>
                  <a:pt x="329406" y="72974"/>
                </a:lnTo>
                <a:lnTo>
                  <a:pt x="329565" y="72202"/>
                </a:lnTo>
                <a:lnTo>
                  <a:pt x="329736" y="71444"/>
                </a:lnTo>
                <a:lnTo>
                  <a:pt x="329917" y="70702"/>
                </a:lnTo>
                <a:lnTo>
                  <a:pt x="330109" y="69975"/>
                </a:lnTo>
                <a:lnTo>
                  <a:pt x="330312" y="69262"/>
                </a:lnTo>
                <a:lnTo>
                  <a:pt x="330526" y="68565"/>
                </a:lnTo>
                <a:lnTo>
                  <a:pt x="330751" y="67882"/>
                </a:lnTo>
                <a:lnTo>
                  <a:pt x="330988" y="67215"/>
                </a:lnTo>
                <a:lnTo>
                  <a:pt x="331235" y="66562"/>
                </a:lnTo>
                <a:lnTo>
                  <a:pt x="331493" y="65924"/>
                </a:lnTo>
                <a:lnTo>
                  <a:pt x="331760" y="65302"/>
                </a:lnTo>
                <a:lnTo>
                  <a:pt x="332033" y="64695"/>
                </a:lnTo>
                <a:lnTo>
                  <a:pt x="332314" y="64105"/>
                </a:lnTo>
                <a:lnTo>
                  <a:pt x="332602" y="63530"/>
                </a:lnTo>
                <a:lnTo>
                  <a:pt x="332896" y="62971"/>
                </a:lnTo>
                <a:lnTo>
                  <a:pt x="333197" y="62427"/>
                </a:lnTo>
                <a:lnTo>
                  <a:pt x="333505" y="61900"/>
                </a:lnTo>
                <a:lnTo>
                  <a:pt x="333820" y="61388"/>
                </a:lnTo>
                <a:lnTo>
                  <a:pt x="334141" y="60892"/>
                </a:lnTo>
                <a:lnTo>
                  <a:pt x="334469" y="60411"/>
                </a:lnTo>
                <a:lnTo>
                  <a:pt x="334805" y="59947"/>
                </a:lnTo>
                <a:lnTo>
                  <a:pt x="335147" y="59498"/>
                </a:lnTo>
                <a:lnTo>
                  <a:pt x="335495" y="59065"/>
                </a:lnTo>
                <a:lnTo>
                  <a:pt x="335851" y="58648"/>
                </a:lnTo>
                <a:lnTo>
                  <a:pt x="336214" y="58247"/>
                </a:lnTo>
                <a:lnTo>
                  <a:pt x="336583" y="57862"/>
                </a:lnTo>
                <a:lnTo>
                  <a:pt x="336959" y="57492"/>
                </a:lnTo>
                <a:lnTo>
                  <a:pt x="337342" y="57138"/>
                </a:lnTo>
                <a:lnTo>
                  <a:pt x="337732" y="56800"/>
                </a:lnTo>
                <a:lnTo>
                  <a:pt x="338128" y="56477"/>
                </a:lnTo>
                <a:lnTo>
                  <a:pt x="338532" y="56171"/>
                </a:lnTo>
                <a:lnTo>
                  <a:pt x="338942" y="55880"/>
                </a:lnTo>
                <a:lnTo>
                  <a:pt x="339359" y="55605"/>
                </a:lnTo>
                <a:lnTo>
                  <a:pt x="339783" y="55346"/>
                </a:lnTo>
                <a:lnTo>
                  <a:pt x="340210" y="55100"/>
                </a:lnTo>
                <a:lnTo>
                  <a:pt x="340637" y="54864"/>
                </a:lnTo>
                <a:lnTo>
                  <a:pt x="341064" y="54639"/>
                </a:lnTo>
                <a:lnTo>
                  <a:pt x="341491" y="54424"/>
                </a:lnTo>
                <a:lnTo>
                  <a:pt x="341917" y="54220"/>
                </a:lnTo>
                <a:lnTo>
                  <a:pt x="342344" y="54026"/>
                </a:lnTo>
                <a:lnTo>
                  <a:pt x="342770" y="53843"/>
                </a:lnTo>
                <a:lnTo>
                  <a:pt x="343196" y="53670"/>
                </a:lnTo>
                <a:lnTo>
                  <a:pt x="343622" y="53508"/>
                </a:lnTo>
                <a:lnTo>
                  <a:pt x="344048" y="53356"/>
                </a:lnTo>
                <a:lnTo>
                  <a:pt x="344473" y="53215"/>
                </a:lnTo>
                <a:lnTo>
                  <a:pt x="344899" y="53084"/>
                </a:lnTo>
                <a:lnTo>
                  <a:pt x="345324" y="52963"/>
                </a:lnTo>
                <a:lnTo>
                  <a:pt x="345749" y="52853"/>
                </a:lnTo>
                <a:lnTo>
                  <a:pt x="346174" y="52754"/>
                </a:lnTo>
                <a:lnTo>
                  <a:pt x="346598" y="52665"/>
                </a:lnTo>
                <a:lnTo>
                  <a:pt x="347023" y="52586"/>
                </a:lnTo>
                <a:lnTo>
                  <a:pt x="347447" y="52518"/>
                </a:lnTo>
                <a:lnTo>
                  <a:pt x="347872" y="52461"/>
                </a:lnTo>
                <a:lnTo>
                  <a:pt x="348296" y="52413"/>
                </a:lnTo>
                <a:lnTo>
                  <a:pt x="348720" y="52377"/>
                </a:lnTo>
                <a:lnTo>
                  <a:pt x="349143" y="52351"/>
                </a:lnTo>
                <a:lnTo>
                  <a:pt x="349567" y="52335"/>
                </a:lnTo>
                <a:lnTo>
                  <a:pt x="349990" y="52330"/>
                </a:lnTo>
                <a:lnTo>
                  <a:pt x="350862" y="52346"/>
                </a:lnTo>
                <a:lnTo>
                  <a:pt x="351721" y="52393"/>
                </a:lnTo>
                <a:lnTo>
                  <a:pt x="352567" y="52473"/>
                </a:lnTo>
                <a:lnTo>
                  <a:pt x="353401" y="52585"/>
                </a:lnTo>
                <a:close/>
                <a:moveTo>
                  <a:pt x="501706" y="79"/>
                </a:moveTo>
                <a:lnTo>
                  <a:pt x="501383" y="123"/>
                </a:lnTo>
                <a:lnTo>
                  <a:pt x="501064" y="178"/>
                </a:lnTo>
                <a:lnTo>
                  <a:pt x="500750" y="242"/>
                </a:lnTo>
                <a:lnTo>
                  <a:pt x="500440" y="316"/>
                </a:lnTo>
                <a:lnTo>
                  <a:pt x="500135" y="400"/>
                </a:lnTo>
                <a:lnTo>
                  <a:pt x="499834" y="493"/>
                </a:lnTo>
                <a:lnTo>
                  <a:pt x="499538" y="597"/>
                </a:lnTo>
                <a:lnTo>
                  <a:pt x="499246" y="711"/>
                </a:lnTo>
                <a:lnTo>
                  <a:pt x="498959" y="834"/>
                </a:lnTo>
                <a:lnTo>
                  <a:pt x="498676" y="967"/>
                </a:lnTo>
                <a:lnTo>
                  <a:pt x="498398" y="1110"/>
                </a:lnTo>
                <a:lnTo>
                  <a:pt x="498124" y="1263"/>
                </a:lnTo>
                <a:lnTo>
                  <a:pt x="497855" y="1426"/>
                </a:lnTo>
                <a:lnTo>
                  <a:pt x="497590" y="1599"/>
                </a:lnTo>
                <a:lnTo>
                  <a:pt x="497330" y="1781"/>
                </a:lnTo>
                <a:lnTo>
                  <a:pt x="497074" y="1974"/>
                </a:lnTo>
                <a:lnTo>
                  <a:pt x="496823" y="2176"/>
                </a:lnTo>
                <a:lnTo>
                  <a:pt x="496576" y="2388"/>
                </a:lnTo>
                <a:lnTo>
                  <a:pt x="496333" y="2610"/>
                </a:lnTo>
                <a:lnTo>
                  <a:pt x="496095" y="2842"/>
                </a:lnTo>
                <a:lnTo>
                  <a:pt x="495865" y="3081"/>
                </a:lnTo>
                <a:lnTo>
                  <a:pt x="495644" y="3324"/>
                </a:lnTo>
                <a:lnTo>
                  <a:pt x="495433" y="3571"/>
                </a:lnTo>
                <a:lnTo>
                  <a:pt x="495232" y="3822"/>
                </a:lnTo>
                <a:lnTo>
                  <a:pt x="495040" y="4078"/>
                </a:lnTo>
                <a:lnTo>
                  <a:pt x="494859" y="4337"/>
                </a:lnTo>
                <a:lnTo>
                  <a:pt x="494687" y="4601"/>
                </a:lnTo>
                <a:lnTo>
                  <a:pt x="494525" y="4869"/>
                </a:lnTo>
                <a:lnTo>
                  <a:pt x="494373" y="5142"/>
                </a:lnTo>
                <a:lnTo>
                  <a:pt x="494230" y="5418"/>
                </a:lnTo>
                <a:lnTo>
                  <a:pt x="494098" y="5699"/>
                </a:lnTo>
                <a:lnTo>
                  <a:pt x="493975" y="5983"/>
                </a:lnTo>
                <a:lnTo>
                  <a:pt x="493862" y="6272"/>
                </a:lnTo>
                <a:lnTo>
                  <a:pt x="493759" y="6566"/>
                </a:lnTo>
                <a:lnTo>
                  <a:pt x="493666" y="6863"/>
                </a:lnTo>
                <a:lnTo>
                  <a:pt x="493582" y="7165"/>
                </a:lnTo>
                <a:lnTo>
                  <a:pt x="493509" y="7470"/>
                </a:lnTo>
                <a:lnTo>
                  <a:pt x="493445" y="7780"/>
                </a:lnTo>
                <a:lnTo>
                  <a:pt x="493391" y="8094"/>
                </a:lnTo>
                <a:lnTo>
                  <a:pt x="493347" y="8413"/>
                </a:lnTo>
                <a:lnTo>
                  <a:pt x="493312" y="8735"/>
                </a:lnTo>
                <a:lnTo>
                  <a:pt x="493288" y="9062"/>
                </a:lnTo>
                <a:lnTo>
                  <a:pt x="493273" y="9393"/>
                </a:lnTo>
                <a:lnTo>
                  <a:pt x="493268" y="9728"/>
                </a:lnTo>
                <a:lnTo>
                  <a:pt x="493273" y="10063"/>
                </a:lnTo>
                <a:lnTo>
                  <a:pt x="493288" y="10394"/>
                </a:lnTo>
                <a:lnTo>
                  <a:pt x="493313" y="10721"/>
                </a:lnTo>
                <a:lnTo>
                  <a:pt x="493348" y="11045"/>
                </a:lnTo>
                <a:lnTo>
                  <a:pt x="493393" y="11364"/>
                </a:lnTo>
                <a:lnTo>
                  <a:pt x="493448" y="11679"/>
                </a:lnTo>
                <a:lnTo>
                  <a:pt x="493513" y="11990"/>
                </a:lnTo>
                <a:lnTo>
                  <a:pt x="493588" y="12297"/>
                </a:lnTo>
                <a:lnTo>
                  <a:pt x="493672" y="12600"/>
                </a:lnTo>
                <a:lnTo>
                  <a:pt x="493767" y="12899"/>
                </a:lnTo>
                <a:lnTo>
                  <a:pt x="493872" y="13194"/>
                </a:lnTo>
                <a:lnTo>
                  <a:pt x="493987" y="13485"/>
                </a:lnTo>
                <a:lnTo>
                  <a:pt x="494112" y="13772"/>
                </a:lnTo>
                <a:lnTo>
                  <a:pt x="494247" y="14055"/>
                </a:lnTo>
                <a:lnTo>
                  <a:pt x="494391" y="14334"/>
                </a:lnTo>
                <a:lnTo>
                  <a:pt x="494546" y="14609"/>
                </a:lnTo>
                <a:lnTo>
                  <a:pt x="494711" y="14880"/>
                </a:lnTo>
                <a:lnTo>
                  <a:pt x="494885" y="15147"/>
                </a:lnTo>
                <a:lnTo>
                  <a:pt x="495070" y="15410"/>
                </a:lnTo>
                <a:lnTo>
                  <a:pt x="495265" y="15669"/>
                </a:lnTo>
                <a:lnTo>
                  <a:pt x="495470" y="15924"/>
                </a:lnTo>
                <a:lnTo>
                  <a:pt x="495684" y="16175"/>
                </a:lnTo>
                <a:lnTo>
                  <a:pt x="495909" y="16422"/>
                </a:lnTo>
                <a:lnTo>
                  <a:pt x="496143" y="16665"/>
                </a:lnTo>
                <a:lnTo>
                  <a:pt x="496385" y="16900"/>
                </a:lnTo>
                <a:lnTo>
                  <a:pt x="496631" y="17126"/>
                </a:lnTo>
                <a:lnTo>
                  <a:pt x="496880" y="17341"/>
                </a:lnTo>
                <a:lnTo>
                  <a:pt x="497134" y="17547"/>
                </a:lnTo>
                <a:lnTo>
                  <a:pt x="497391" y="17742"/>
                </a:lnTo>
                <a:lnTo>
                  <a:pt x="497653" y="17928"/>
                </a:lnTo>
                <a:lnTo>
                  <a:pt x="497918" y="18103"/>
                </a:lnTo>
                <a:lnTo>
                  <a:pt x="498188" y="18269"/>
                </a:lnTo>
                <a:lnTo>
                  <a:pt x="498462" y="18424"/>
                </a:lnTo>
                <a:lnTo>
                  <a:pt x="498739" y="18569"/>
                </a:lnTo>
                <a:lnTo>
                  <a:pt x="499021" y="18705"/>
                </a:lnTo>
                <a:lnTo>
                  <a:pt x="499306" y="18830"/>
                </a:lnTo>
                <a:lnTo>
                  <a:pt x="499596" y="18945"/>
                </a:lnTo>
                <a:lnTo>
                  <a:pt x="499889" y="19050"/>
                </a:lnTo>
                <a:lnTo>
                  <a:pt x="500187" y="19146"/>
                </a:lnTo>
                <a:lnTo>
                  <a:pt x="500488" y="19231"/>
                </a:lnTo>
                <a:lnTo>
                  <a:pt x="500794" y="19306"/>
                </a:lnTo>
                <a:lnTo>
                  <a:pt x="501103" y="19371"/>
                </a:lnTo>
                <a:lnTo>
                  <a:pt x="501417" y="19426"/>
                </a:lnTo>
                <a:lnTo>
                  <a:pt x="501734" y="19472"/>
                </a:lnTo>
                <a:lnTo>
                  <a:pt x="502056" y="19507"/>
                </a:lnTo>
                <a:lnTo>
                  <a:pt x="502381" y="19532"/>
                </a:lnTo>
                <a:lnTo>
                  <a:pt x="502711" y="19547"/>
                </a:lnTo>
                <a:lnTo>
                  <a:pt x="503044" y="19552"/>
                </a:lnTo>
                <a:lnTo>
                  <a:pt x="503377" y="19547"/>
                </a:lnTo>
                <a:lnTo>
                  <a:pt x="503707" y="19532"/>
                </a:lnTo>
                <a:lnTo>
                  <a:pt x="504032" y="19507"/>
                </a:lnTo>
                <a:lnTo>
                  <a:pt x="504353" y="19472"/>
                </a:lnTo>
                <a:lnTo>
                  <a:pt x="504669" y="19426"/>
                </a:lnTo>
                <a:lnTo>
                  <a:pt x="504982" y="19371"/>
                </a:lnTo>
                <a:lnTo>
                  <a:pt x="505290" y="19306"/>
                </a:lnTo>
                <a:lnTo>
                  <a:pt x="505594" y="19231"/>
                </a:lnTo>
                <a:lnTo>
                  <a:pt x="505895" y="19146"/>
                </a:lnTo>
                <a:lnTo>
                  <a:pt x="506190" y="19050"/>
                </a:lnTo>
                <a:lnTo>
                  <a:pt x="506482" y="18945"/>
                </a:lnTo>
                <a:lnTo>
                  <a:pt x="506770" y="18830"/>
                </a:lnTo>
                <a:lnTo>
                  <a:pt x="507053" y="18705"/>
                </a:lnTo>
                <a:lnTo>
                  <a:pt x="507333" y="18569"/>
                </a:lnTo>
                <a:lnTo>
                  <a:pt x="507608" y="18424"/>
                </a:lnTo>
                <a:lnTo>
                  <a:pt x="507879" y="18269"/>
                </a:lnTo>
                <a:lnTo>
                  <a:pt x="508146" y="18103"/>
                </a:lnTo>
                <a:lnTo>
                  <a:pt x="508408" y="17928"/>
                </a:lnTo>
                <a:lnTo>
                  <a:pt x="508667" y="17742"/>
                </a:lnTo>
                <a:lnTo>
                  <a:pt x="508921" y="17547"/>
                </a:lnTo>
                <a:lnTo>
                  <a:pt x="509171" y="17341"/>
                </a:lnTo>
                <a:lnTo>
                  <a:pt x="509417" y="17126"/>
                </a:lnTo>
                <a:lnTo>
                  <a:pt x="509659" y="16900"/>
                </a:lnTo>
                <a:lnTo>
                  <a:pt x="509897" y="16665"/>
                </a:lnTo>
                <a:lnTo>
                  <a:pt x="510127" y="16422"/>
                </a:lnTo>
                <a:lnTo>
                  <a:pt x="510348" y="16175"/>
                </a:lnTo>
                <a:lnTo>
                  <a:pt x="510559" y="15924"/>
                </a:lnTo>
                <a:lnTo>
                  <a:pt x="510761" y="15669"/>
                </a:lnTo>
                <a:lnTo>
                  <a:pt x="510952" y="15410"/>
                </a:lnTo>
                <a:lnTo>
                  <a:pt x="511134" y="15147"/>
                </a:lnTo>
                <a:lnTo>
                  <a:pt x="511305" y="14880"/>
                </a:lnTo>
                <a:lnTo>
                  <a:pt x="511467" y="14609"/>
                </a:lnTo>
                <a:lnTo>
                  <a:pt x="511620" y="14334"/>
                </a:lnTo>
                <a:lnTo>
                  <a:pt x="511762" y="14055"/>
                </a:lnTo>
                <a:lnTo>
                  <a:pt x="511895" y="13772"/>
                </a:lnTo>
                <a:lnTo>
                  <a:pt x="512017" y="13485"/>
                </a:lnTo>
                <a:lnTo>
                  <a:pt x="512130" y="13194"/>
                </a:lnTo>
                <a:lnTo>
                  <a:pt x="512233" y="12899"/>
                </a:lnTo>
                <a:lnTo>
                  <a:pt x="512326" y="12600"/>
                </a:lnTo>
                <a:lnTo>
                  <a:pt x="512410" y="12297"/>
                </a:lnTo>
                <a:lnTo>
                  <a:pt x="512484" y="11990"/>
                </a:lnTo>
                <a:lnTo>
                  <a:pt x="512547" y="11679"/>
                </a:lnTo>
                <a:lnTo>
                  <a:pt x="512601" y="11364"/>
                </a:lnTo>
                <a:lnTo>
                  <a:pt x="512646" y="11045"/>
                </a:lnTo>
                <a:lnTo>
                  <a:pt x="512680" y="10721"/>
                </a:lnTo>
                <a:lnTo>
                  <a:pt x="512704" y="10394"/>
                </a:lnTo>
                <a:lnTo>
                  <a:pt x="512719" y="10063"/>
                </a:lnTo>
                <a:lnTo>
                  <a:pt x="512724" y="9728"/>
                </a:lnTo>
                <a:lnTo>
                  <a:pt x="512719" y="9393"/>
                </a:lnTo>
                <a:lnTo>
                  <a:pt x="512704" y="9062"/>
                </a:lnTo>
                <a:lnTo>
                  <a:pt x="512680" y="8735"/>
                </a:lnTo>
                <a:lnTo>
                  <a:pt x="512646" y="8413"/>
                </a:lnTo>
                <a:lnTo>
                  <a:pt x="512601" y="8094"/>
                </a:lnTo>
                <a:lnTo>
                  <a:pt x="512547" y="7780"/>
                </a:lnTo>
                <a:lnTo>
                  <a:pt x="512484" y="7470"/>
                </a:lnTo>
                <a:lnTo>
                  <a:pt x="512410" y="7165"/>
                </a:lnTo>
                <a:lnTo>
                  <a:pt x="512326" y="6863"/>
                </a:lnTo>
                <a:lnTo>
                  <a:pt x="512233" y="6566"/>
                </a:lnTo>
                <a:lnTo>
                  <a:pt x="512130" y="6272"/>
                </a:lnTo>
                <a:lnTo>
                  <a:pt x="512017" y="5983"/>
                </a:lnTo>
                <a:lnTo>
                  <a:pt x="511895" y="5699"/>
                </a:lnTo>
                <a:lnTo>
                  <a:pt x="511762" y="5418"/>
                </a:lnTo>
                <a:lnTo>
                  <a:pt x="511620" y="5142"/>
                </a:lnTo>
                <a:lnTo>
                  <a:pt x="511467" y="4869"/>
                </a:lnTo>
                <a:lnTo>
                  <a:pt x="511305" y="4601"/>
                </a:lnTo>
                <a:lnTo>
                  <a:pt x="511134" y="4337"/>
                </a:lnTo>
                <a:lnTo>
                  <a:pt x="510952" y="4078"/>
                </a:lnTo>
                <a:lnTo>
                  <a:pt x="510761" y="3822"/>
                </a:lnTo>
                <a:lnTo>
                  <a:pt x="510559" y="3571"/>
                </a:lnTo>
                <a:lnTo>
                  <a:pt x="510348" y="3324"/>
                </a:lnTo>
                <a:lnTo>
                  <a:pt x="510127" y="3081"/>
                </a:lnTo>
                <a:lnTo>
                  <a:pt x="509897" y="2842"/>
                </a:lnTo>
                <a:lnTo>
                  <a:pt x="509659" y="2610"/>
                </a:lnTo>
                <a:lnTo>
                  <a:pt x="509417" y="2388"/>
                </a:lnTo>
                <a:lnTo>
                  <a:pt x="509171" y="2176"/>
                </a:lnTo>
                <a:lnTo>
                  <a:pt x="508921" y="1974"/>
                </a:lnTo>
                <a:lnTo>
                  <a:pt x="508667" y="1781"/>
                </a:lnTo>
                <a:lnTo>
                  <a:pt x="508408" y="1599"/>
                </a:lnTo>
                <a:lnTo>
                  <a:pt x="508146" y="1426"/>
                </a:lnTo>
                <a:lnTo>
                  <a:pt x="507879" y="1263"/>
                </a:lnTo>
                <a:lnTo>
                  <a:pt x="507608" y="1110"/>
                </a:lnTo>
                <a:lnTo>
                  <a:pt x="507333" y="967"/>
                </a:lnTo>
                <a:lnTo>
                  <a:pt x="507053" y="834"/>
                </a:lnTo>
                <a:lnTo>
                  <a:pt x="506770" y="711"/>
                </a:lnTo>
                <a:lnTo>
                  <a:pt x="506482" y="597"/>
                </a:lnTo>
                <a:lnTo>
                  <a:pt x="506190" y="493"/>
                </a:lnTo>
                <a:lnTo>
                  <a:pt x="505895" y="400"/>
                </a:lnTo>
                <a:lnTo>
                  <a:pt x="505594" y="316"/>
                </a:lnTo>
                <a:lnTo>
                  <a:pt x="505290" y="242"/>
                </a:lnTo>
                <a:lnTo>
                  <a:pt x="504982" y="178"/>
                </a:lnTo>
                <a:lnTo>
                  <a:pt x="504669" y="123"/>
                </a:lnTo>
                <a:lnTo>
                  <a:pt x="504353" y="79"/>
                </a:lnTo>
                <a:lnTo>
                  <a:pt x="504032" y="44"/>
                </a:lnTo>
                <a:lnTo>
                  <a:pt x="503707" y="20"/>
                </a:lnTo>
                <a:lnTo>
                  <a:pt x="503377" y="5"/>
                </a:lnTo>
                <a:lnTo>
                  <a:pt x="503044" y="0"/>
                </a:lnTo>
                <a:lnTo>
                  <a:pt x="502703" y="5"/>
                </a:lnTo>
                <a:lnTo>
                  <a:pt x="502366" y="20"/>
                </a:lnTo>
                <a:lnTo>
                  <a:pt x="502034" y="44"/>
                </a:lnTo>
                <a:lnTo>
                  <a:pt x="501706" y="79"/>
                </a:lnTo>
                <a:close/>
                <a:moveTo>
                  <a:pt x="704271" y="13955"/>
                </a:moveTo>
                <a:lnTo>
                  <a:pt x="704584" y="13835"/>
                </a:lnTo>
                <a:lnTo>
                  <a:pt x="704892" y="13720"/>
                </a:lnTo>
                <a:lnTo>
                  <a:pt x="705195" y="13611"/>
                </a:lnTo>
                <a:lnTo>
                  <a:pt x="705493" y="13507"/>
                </a:lnTo>
                <a:lnTo>
                  <a:pt x="705787" y="13409"/>
                </a:lnTo>
                <a:lnTo>
                  <a:pt x="706076" y="13316"/>
                </a:lnTo>
                <a:lnTo>
                  <a:pt x="706361" y="13228"/>
                </a:lnTo>
                <a:lnTo>
                  <a:pt x="706641" y="13145"/>
                </a:lnTo>
                <a:lnTo>
                  <a:pt x="706916" y="13068"/>
                </a:lnTo>
                <a:lnTo>
                  <a:pt x="707186" y="12996"/>
                </a:lnTo>
                <a:lnTo>
                  <a:pt x="707452" y="12930"/>
                </a:lnTo>
                <a:lnTo>
                  <a:pt x="707714" y="12868"/>
                </a:lnTo>
                <a:lnTo>
                  <a:pt x="707970" y="12813"/>
                </a:lnTo>
                <a:lnTo>
                  <a:pt x="708222" y="12762"/>
                </a:lnTo>
                <a:lnTo>
                  <a:pt x="708469" y="12717"/>
                </a:lnTo>
                <a:lnTo>
                  <a:pt x="708712" y="12677"/>
                </a:lnTo>
                <a:lnTo>
                  <a:pt x="708950" y="12642"/>
                </a:lnTo>
                <a:lnTo>
                  <a:pt x="709183" y="12613"/>
                </a:lnTo>
                <a:lnTo>
                  <a:pt x="709412" y="12589"/>
                </a:lnTo>
                <a:lnTo>
                  <a:pt x="709636" y="12570"/>
                </a:lnTo>
                <a:lnTo>
                  <a:pt x="709855" y="12557"/>
                </a:lnTo>
                <a:lnTo>
                  <a:pt x="710070" y="12549"/>
                </a:lnTo>
                <a:lnTo>
                  <a:pt x="710280" y="12546"/>
                </a:lnTo>
                <a:lnTo>
                  <a:pt x="710470" y="12548"/>
                </a:lnTo>
                <a:lnTo>
                  <a:pt x="710657" y="12555"/>
                </a:lnTo>
                <a:lnTo>
                  <a:pt x="710842" y="12566"/>
                </a:lnTo>
                <a:lnTo>
                  <a:pt x="711024" y="12581"/>
                </a:lnTo>
                <a:lnTo>
                  <a:pt x="711203" y="12600"/>
                </a:lnTo>
                <a:lnTo>
                  <a:pt x="711379" y="12624"/>
                </a:lnTo>
                <a:lnTo>
                  <a:pt x="711552" y="12652"/>
                </a:lnTo>
                <a:lnTo>
                  <a:pt x="711723" y="12685"/>
                </a:lnTo>
                <a:lnTo>
                  <a:pt x="711890" y="12722"/>
                </a:lnTo>
                <a:lnTo>
                  <a:pt x="712055" y="12763"/>
                </a:lnTo>
                <a:lnTo>
                  <a:pt x="712217" y="12808"/>
                </a:lnTo>
                <a:lnTo>
                  <a:pt x="712376" y="12858"/>
                </a:lnTo>
                <a:lnTo>
                  <a:pt x="712533" y="12912"/>
                </a:lnTo>
                <a:lnTo>
                  <a:pt x="712686" y="12970"/>
                </a:lnTo>
                <a:lnTo>
                  <a:pt x="712837" y="13033"/>
                </a:lnTo>
                <a:lnTo>
                  <a:pt x="712985" y="13100"/>
                </a:lnTo>
                <a:lnTo>
                  <a:pt x="713130" y="13171"/>
                </a:lnTo>
                <a:lnTo>
                  <a:pt x="713272" y="13247"/>
                </a:lnTo>
                <a:lnTo>
                  <a:pt x="713411" y="13327"/>
                </a:lnTo>
                <a:lnTo>
                  <a:pt x="713548" y="13412"/>
                </a:lnTo>
                <a:lnTo>
                  <a:pt x="713681" y="13500"/>
                </a:lnTo>
                <a:lnTo>
                  <a:pt x="713812" y="13593"/>
                </a:lnTo>
                <a:lnTo>
                  <a:pt x="713940" y="13691"/>
                </a:lnTo>
                <a:lnTo>
                  <a:pt x="714065" y="13792"/>
                </a:lnTo>
                <a:lnTo>
                  <a:pt x="714188" y="13900"/>
                </a:lnTo>
                <a:lnTo>
                  <a:pt x="714307" y="14014"/>
                </a:lnTo>
                <a:lnTo>
                  <a:pt x="714424" y="14137"/>
                </a:lnTo>
                <a:lnTo>
                  <a:pt x="714538" y="14267"/>
                </a:lnTo>
                <a:lnTo>
                  <a:pt x="714649" y="14404"/>
                </a:lnTo>
                <a:lnTo>
                  <a:pt x="714757" y="14549"/>
                </a:lnTo>
                <a:lnTo>
                  <a:pt x="714863" y="14701"/>
                </a:lnTo>
                <a:lnTo>
                  <a:pt x="714965" y="14861"/>
                </a:lnTo>
                <a:lnTo>
                  <a:pt x="715065" y="15028"/>
                </a:lnTo>
                <a:lnTo>
                  <a:pt x="715162" y="15203"/>
                </a:lnTo>
                <a:lnTo>
                  <a:pt x="715256" y="15385"/>
                </a:lnTo>
                <a:lnTo>
                  <a:pt x="715347" y="15575"/>
                </a:lnTo>
                <a:lnTo>
                  <a:pt x="715436" y="15772"/>
                </a:lnTo>
                <a:lnTo>
                  <a:pt x="715521" y="15977"/>
                </a:lnTo>
                <a:lnTo>
                  <a:pt x="715604" y="16189"/>
                </a:lnTo>
                <a:lnTo>
                  <a:pt x="715684" y="16409"/>
                </a:lnTo>
                <a:lnTo>
                  <a:pt x="715761" y="16637"/>
                </a:lnTo>
                <a:lnTo>
                  <a:pt x="715835" y="16871"/>
                </a:lnTo>
                <a:lnTo>
                  <a:pt x="715907" y="17114"/>
                </a:lnTo>
                <a:lnTo>
                  <a:pt x="715976" y="17363"/>
                </a:lnTo>
                <a:lnTo>
                  <a:pt x="716041" y="17621"/>
                </a:lnTo>
                <a:lnTo>
                  <a:pt x="716104" y="17886"/>
                </a:lnTo>
                <a:lnTo>
                  <a:pt x="716165" y="18158"/>
                </a:lnTo>
                <a:lnTo>
                  <a:pt x="716222" y="18438"/>
                </a:lnTo>
                <a:lnTo>
                  <a:pt x="716277" y="18741"/>
                </a:lnTo>
                <a:lnTo>
                  <a:pt x="716329" y="19084"/>
                </a:lnTo>
                <a:lnTo>
                  <a:pt x="716379" y="19466"/>
                </a:lnTo>
                <a:lnTo>
                  <a:pt x="716427" y="19889"/>
                </a:lnTo>
                <a:lnTo>
                  <a:pt x="716472" y="20351"/>
                </a:lnTo>
                <a:lnTo>
                  <a:pt x="716515" y="20853"/>
                </a:lnTo>
                <a:lnTo>
                  <a:pt x="716556" y="21394"/>
                </a:lnTo>
                <a:lnTo>
                  <a:pt x="716595" y="21975"/>
                </a:lnTo>
                <a:lnTo>
                  <a:pt x="716631" y="22596"/>
                </a:lnTo>
                <a:lnTo>
                  <a:pt x="716664" y="23257"/>
                </a:lnTo>
                <a:lnTo>
                  <a:pt x="716696" y="23958"/>
                </a:lnTo>
                <a:lnTo>
                  <a:pt x="716725" y="24698"/>
                </a:lnTo>
                <a:lnTo>
                  <a:pt x="716752" y="25478"/>
                </a:lnTo>
                <a:lnTo>
                  <a:pt x="716776" y="26298"/>
                </a:lnTo>
                <a:lnTo>
                  <a:pt x="716798" y="27157"/>
                </a:lnTo>
                <a:lnTo>
                  <a:pt x="716818" y="28056"/>
                </a:lnTo>
                <a:lnTo>
                  <a:pt x="716836" y="28995"/>
                </a:lnTo>
                <a:lnTo>
                  <a:pt x="716851" y="29974"/>
                </a:lnTo>
                <a:lnTo>
                  <a:pt x="716864" y="30992"/>
                </a:lnTo>
                <a:lnTo>
                  <a:pt x="716874" y="32051"/>
                </a:lnTo>
                <a:lnTo>
                  <a:pt x="716882" y="33148"/>
                </a:lnTo>
                <a:lnTo>
                  <a:pt x="716888" y="34286"/>
                </a:lnTo>
                <a:lnTo>
                  <a:pt x="716892" y="35463"/>
                </a:lnTo>
                <a:lnTo>
                  <a:pt x="716893" y="36680"/>
                </a:lnTo>
                <a:lnTo>
                  <a:pt x="716893" y="116364"/>
                </a:lnTo>
                <a:lnTo>
                  <a:pt x="716891" y="117033"/>
                </a:lnTo>
                <a:lnTo>
                  <a:pt x="716884" y="117684"/>
                </a:lnTo>
                <a:lnTo>
                  <a:pt x="716873" y="118317"/>
                </a:lnTo>
                <a:lnTo>
                  <a:pt x="716858" y="118931"/>
                </a:lnTo>
                <a:lnTo>
                  <a:pt x="716839" y="119527"/>
                </a:lnTo>
                <a:lnTo>
                  <a:pt x="716815" y="120105"/>
                </a:lnTo>
                <a:lnTo>
                  <a:pt x="716787" y="120665"/>
                </a:lnTo>
                <a:lnTo>
                  <a:pt x="716754" y="121206"/>
                </a:lnTo>
                <a:lnTo>
                  <a:pt x="716718" y="121729"/>
                </a:lnTo>
                <a:lnTo>
                  <a:pt x="716676" y="122234"/>
                </a:lnTo>
                <a:lnTo>
                  <a:pt x="716631" y="122720"/>
                </a:lnTo>
                <a:lnTo>
                  <a:pt x="716581" y="123188"/>
                </a:lnTo>
                <a:lnTo>
                  <a:pt x="716527" y="123638"/>
                </a:lnTo>
                <a:lnTo>
                  <a:pt x="716469" y="124070"/>
                </a:lnTo>
                <a:lnTo>
                  <a:pt x="716406" y="124483"/>
                </a:lnTo>
                <a:lnTo>
                  <a:pt x="716339" y="124878"/>
                </a:lnTo>
                <a:lnTo>
                  <a:pt x="716268" y="125255"/>
                </a:lnTo>
                <a:lnTo>
                  <a:pt x="716192" y="125613"/>
                </a:lnTo>
                <a:lnTo>
                  <a:pt x="716112" y="125953"/>
                </a:lnTo>
                <a:lnTo>
                  <a:pt x="716028" y="126275"/>
                </a:lnTo>
                <a:lnTo>
                  <a:pt x="715939" y="126579"/>
                </a:lnTo>
                <a:lnTo>
                  <a:pt x="715846" y="126864"/>
                </a:lnTo>
                <a:lnTo>
                  <a:pt x="715748" y="127131"/>
                </a:lnTo>
                <a:lnTo>
                  <a:pt x="715647" y="127380"/>
                </a:lnTo>
                <a:lnTo>
                  <a:pt x="715541" y="127616"/>
                </a:lnTo>
                <a:lnTo>
                  <a:pt x="715432" y="127847"/>
                </a:lnTo>
                <a:lnTo>
                  <a:pt x="715320" y="128073"/>
                </a:lnTo>
                <a:lnTo>
                  <a:pt x="715205" y="128292"/>
                </a:lnTo>
                <a:lnTo>
                  <a:pt x="715086" y="128506"/>
                </a:lnTo>
                <a:lnTo>
                  <a:pt x="714964" y="128714"/>
                </a:lnTo>
                <a:lnTo>
                  <a:pt x="714838" y="128917"/>
                </a:lnTo>
                <a:lnTo>
                  <a:pt x="714710" y="129114"/>
                </a:lnTo>
                <a:lnTo>
                  <a:pt x="714578" y="129305"/>
                </a:lnTo>
                <a:lnTo>
                  <a:pt x="714442" y="129491"/>
                </a:lnTo>
                <a:lnTo>
                  <a:pt x="714303" y="129671"/>
                </a:lnTo>
                <a:lnTo>
                  <a:pt x="714161" y="129846"/>
                </a:lnTo>
                <a:lnTo>
                  <a:pt x="714016" y="130014"/>
                </a:lnTo>
                <a:lnTo>
                  <a:pt x="713867" y="130177"/>
                </a:lnTo>
                <a:lnTo>
                  <a:pt x="713715" y="130335"/>
                </a:lnTo>
                <a:lnTo>
                  <a:pt x="713560" y="130487"/>
                </a:lnTo>
                <a:lnTo>
                  <a:pt x="713401" y="130633"/>
                </a:lnTo>
                <a:lnTo>
                  <a:pt x="713239" y="130773"/>
                </a:lnTo>
                <a:lnTo>
                  <a:pt x="713073" y="130908"/>
                </a:lnTo>
                <a:lnTo>
                  <a:pt x="712905" y="131038"/>
                </a:lnTo>
                <a:lnTo>
                  <a:pt x="712733" y="131161"/>
                </a:lnTo>
                <a:lnTo>
                  <a:pt x="712557" y="131279"/>
                </a:lnTo>
                <a:lnTo>
                  <a:pt x="712379" y="131391"/>
                </a:lnTo>
                <a:lnTo>
                  <a:pt x="712197" y="131498"/>
                </a:lnTo>
                <a:lnTo>
                  <a:pt x="712006" y="131599"/>
                </a:lnTo>
                <a:lnTo>
                  <a:pt x="711802" y="131697"/>
                </a:lnTo>
                <a:lnTo>
                  <a:pt x="711586" y="131789"/>
                </a:lnTo>
                <a:lnTo>
                  <a:pt x="711355" y="131878"/>
                </a:lnTo>
                <a:lnTo>
                  <a:pt x="711112" y="131962"/>
                </a:lnTo>
                <a:lnTo>
                  <a:pt x="710855" y="132042"/>
                </a:lnTo>
                <a:lnTo>
                  <a:pt x="710584" y="132117"/>
                </a:lnTo>
                <a:lnTo>
                  <a:pt x="710301" y="132189"/>
                </a:lnTo>
                <a:lnTo>
                  <a:pt x="710004" y="132255"/>
                </a:lnTo>
                <a:lnTo>
                  <a:pt x="709694" y="132318"/>
                </a:lnTo>
                <a:lnTo>
                  <a:pt x="709370" y="132376"/>
                </a:lnTo>
                <a:lnTo>
                  <a:pt x="709034" y="132430"/>
                </a:lnTo>
                <a:lnTo>
                  <a:pt x="708684" y="132480"/>
                </a:lnTo>
                <a:lnTo>
                  <a:pt x="708320" y="132525"/>
                </a:lnTo>
                <a:lnTo>
                  <a:pt x="707944" y="132566"/>
                </a:lnTo>
                <a:lnTo>
                  <a:pt x="707553" y="132603"/>
                </a:lnTo>
                <a:lnTo>
                  <a:pt x="707150" y="132635"/>
                </a:lnTo>
                <a:lnTo>
                  <a:pt x="706734" y="132663"/>
                </a:lnTo>
                <a:lnTo>
                  <a:pt x="706304" y="132687"/>
                </a:lnTo>
                <a:lnTo>
                  <a:pt x="705860" y="132706"/>
                </a:lnTo>
                <a:lnTo>
                  <a:pt x="705404" y="132722"/>
                </a:lnTo>
                <a:lnTo>
                  <a:pt x="704934" y="132732"/>
                </a:lnTo>
                <a:lnTo>
                  <a:pt x="704451" y="132739"/>
                </a:lnTo>
                <a:lnTo>
                  <a:pt x="703954" y="132741"/>
                </a:lnTo>
                <a:lnTo>
                  <a:pt x="703954" y="136287"/>
                </a:lnTo>
                <a:lnTo>
                  <a:pt x="746987" y="136287"/>
                </a:lnTo>
                <a:lnTo>
                  <a:pt x="746987" y="132741"/>
                </a:lnTo>
                <a:lnTo>
                  <a:pt x="746428" y="132739"/>
                </a:lnTo>
                <a:lnTo>
                  <a:pt x="745883" y="132731"/>
                </a:lnTo>
                <a:lnTo>
                  <a:pt x="745353" y="132719"/>
                </a:lnTo>
                <a:lnTo>
                  <a:pt x="744839" y="132703"/>
                </a:lnTo>
                <a:lnTo>
                  <a:pt x="744339" y="132681"/>
                </a:lnTo>
                <a:lnTo>
                  <a:pt x="743854" y="132654"/>
                </a:lnTo>
                <a:lnTo>
                  <a:pt x="743385" y="132623"/>
                </a:lnTo>
                <a:lnTo>
                  <a:pt x="742930" y="132587"/>
                </a:lnTo>
                <a:lnTo>
                  <a:pt x="742490" y="132546"/>
                </a:lnTo>
                <a:lnTo>
                  <a:pt x="742065" y="132500"/>
                </a:lnTo>
                <a:lnTo>
                  <a:pt x="741655" y="132450"/>
                </a:lnTo>
                <a:lnTo>
                  <a:pt x="741261" y="132394"/>
                </a:lnTo>
                <a:lnTo>
                  <a:pt x="740881" y="132334"/>
                </a:lnTo>
                <a:lnTo>
                  <a:pt x="740516" y="132269"/>
                </a:lnTo>
                <a:lnTo>
                  <a:pt x="740166" y="132199"/>
                </a:lnTo>
                <a:lnTo>
                  <a:pt x="739831" y="132125"/>
                </a:lnTo>
                <a:lnTo>
                  <a:pt x="739511" y="132045"/>
                </a:lnTo>
                <a:lnTo>
                  <a:pt x="739206" y="131961"/>
                </a:lnTo>
                <a:lnTo>
                  <a:pt x="738916" y="131872"/>
                </a:lnTo>
                <a:lnTo>
                  <a:pt x="738641" y="131778"/>
                </a:lnTo>
                <a:lnTo>
                  <a:pt x="738381" y="131679"/>
                </a:lnTo>
                <a:lnTo>
                  <a:pt x="738136" y="131576"/>
                </a:lnTo>
                <a:lnTo>
                  <a:pt x="737906" y="131467"/>
                </a:lnTo>
                <a:lnTo>
                  <a:pt x="737690" y="131354"/>
                </a:lnTo>
                <a:lnTo>
                  <a:pt x="737485" y="131236"/>
                </a:lnTo>
                <a:lnTo>
                  <a:pt x="737284" y="131114"/>
                </a:lnTo>
                <a:lnTo>
                  <a:pt x="737088" y="130987"/>
                </a:lnTo>
                <a:lnTo>
                  <a:pt x="736896" y="130855"/>
                </a:lnTo>
                <a:lnTo>
                  <a:pt x="736708" y="130719"/>
                </a:lnTo>
                <a:lnTo>
                  <a:pt x="736525" y="130579"/>
                </a:lnTo>
                <a:lnTo>
                  <a:pt x="736347" y="130434"/>
                </a:lnTo>
                <a:lnTo>
                  <a:pt x="736173" y="130284"/>
                </a:lnTo>
                <a:lnTo>
                  <a:pt x="736003" y="130130"/>
                </a:lnTo>
                <a:lnTo>
                  <a:pt x="735838" y="129972"/>
                </a:lnTo>
                <a:lnTo>
                  <a:pt x="735678" y="129809"/>
                </a:lnTo>
                <a:lnTo>
                  <a:pt x="735522" y="129642"/>
                </a:lnTo>
                <a:lnTo>
                  <a:pt x="735371" y="129470"/>
                </a:lnTo>
                <a:lnTo>
                  <a:pt x="735224" y="129294"/>
                </a:lnTo>
                <a:lnTo>
                  <a:pt x="735081" y="129113"/>
                </a:lnTo>
                <a:lnTo>
                  <a:pt x="734943" y="128928"/>
                </a:lnTo>
                <a:lnTo>
                  <a:pt x="734809" y="128738"/>
                </a:lnTo>
                <a:lnTo>
                  <a:pt x="734680" y="128544"/>
                </a:lnTo>
                <a:lnTo>
                  <a:pt x="734556" y="128345"/>
                </a:lnTo>
                <a:lnTo>
                  <a:pt x="734436" y="128142"/>
                </a:lnTo>
                <a:lnTo>
                  <a:pt x="734320" y="127934"/>
                </a:lnTo>
                <a:lnTo>
                  <a:pt x="734209" y="127722"/>
                </a:lnTo>
                <a:lnTo>
                  <a:pt x="734103" y="127505"/>
                </a:lnTo>
                <a:lnTo>
                  <a:pt x="734001" y="127284"/>
                </a:lnTo>
                <a:lnTo>
                  <a:pt x="733903" y="127051"/>
                </a:lnTo>
                <a:lnTo>
                  <a:pt x="733809" y="126798"/>
                </a:lnTo>
                <a:lnTo>
                  <a:pt x="733720" y="126526"/>
                </a:lnTo>
                <a:lnTo>
                  <a:pt x="733634" y="126235"/>
                </a:lnTo>
                <a:lnTo>
                  <a:pt x="733553" y="125925"/>
                </a:lnTo>
                <a:lnTo>
                  <a:pt x="733476" y="125595"/>
                </a:lnTo>
                <a:lnTo>
                  <a:pt x="733404" y="125246"/>
                </a:lnTo>
                <a:lnTo>
                  <a:pt x="733335" y="124878"/>
                </a:lnTo>
                <a:lnTo>
                  <a:pt x="733270" y="124490"/>
                </a:lnTo>
                <a:lnTo>
                  <a:pt x="733210" y="124084"/>
                </a:lnTo>
                <a:lnTo>
                  <a:pt x="733154" y="123658"/>
                </a:lnTo>
                <a:lnTo>
                  <a:pt x="733102" y="123212"/>
                </a:lnTo>
                <a:lnTo>
                  <a:pt x="733054" y="122748"/>
                </a:lnTo>
                <a:lnTo>
                  <a:pt x="733010" y="122264"/>
                </a:lnTo>
                <a:lnTo>
                  <a:pt x="732971" y="121760"/>
                </a:lnTo>
                <a:lnTo>
                  <a:pt x="732936" y="121238"/>
                </a:lnTo>
                <a:lnTo>
                  <a:pt x="732904" y="120696"/>
                </a:lnTo>
                <a:lnTo>
                  <a:pt x="732877" y="120135"/>
                </a:lnTo>
                <a:lnTo>
                  <a:pt x="732855" y="119555"/>
                </a:lnTo>
                <a:lnTo>
                  <a:pt x="732836" y="118955"/>
                </a:lnTo>
                <a:lnTo>
                  <a:pt x="732821" y="118336"/>
                </a:lnTo>
                <a:lnTo>
                  <a:pt x="732811" y="117698"/>
                </a:lnTo>
                <a:lnTo>
                  <a:pt x="732805" y="117041"/>
                </a:lnTo>
                <a:lnTo>
                  <a:pt x="732803" y="116364"/>
                </a:lnTo>
                <a:lnTo>
                  <a:pt x="732803" y="0"/>
                </a:lnTo>
                <a:lnTo>
                  <a:pt x="728490" y="0"/>
                </a:lnTo>
                <a:lnTo>
                  <a:pt x="702325" y="10725"/>
                </a:lnTo>
                <a:lnTo>
                  <a:pt x="703954" y="14080"/>
                </a:lnTo>
                <a:lnTo>
                  <a:pt x="704271" y="13955"/>
                </a:lnTo>
                <a:close/>
                <a:moveTo>
                  <a:pt x="408826" y="60042"/>
                </a:moveTo>
                <a:lnTo>
                  <a:pt x="409134" y="59930"/>
                </a:lnTo>
                <a:lnTo>
                  <a:pt x="409438" y="59823"/>
                </a:lnTo>
                <a:lnTo>
                  <a:pt x="409741" y="59720"/>
                </a:lnTo>
                <a:lnTo>
                  <a:pt x="410040" y="59623"/>
                </a:lnTo>
                <a:lnTo>
                  <a:pt x="410337" y="59531"/>
                </a:lnTo>
                <a:lnTo>
                  <a:pt x="410631" y="59444"/>
                </a:lnTo>
                <a:lnTo>
                  <a:pt x="410923" y="59362"/>
                </a:lnTo>
                <a:lnTo>
                  <a:pt x="411212" y="59285"/>
                </a:lnTo>
                <a:lnTo>
                  <a:pt x="411498" y="59212"/>
                </a:lnTo>
                <a:lnTo>
                  <a:pt x="411781" y="59145"/>
                </a:lnTo>
                <a:lnTo>
                  <a:pt x="412062" y="59083"/>
                </a:lnTo>
                <a:lnTo>
                  <a:pt x="412340" y="59025"/>
                </a:lnTo>
                <a:lnTo>
                  <a:pt x="412616" y="58973"/>
                </a:lnTo>
                <a:lnTo>
                  <a:pt x="412889" y="58926"/>
                </a:lnTo>
                <a:lnTo>
                  <a:pt x="413159" y="58884"/>
                </a:lnTo>
                <a:lnTo>
                  <a:pt x="413427" y="58846"/>
                </a:lnTo>
                <a:lnTo>
                  <a:pt x="413691" y="58814"/>
                </a:lnTo>
                <a:lnTo>
                  <a:pt x="413954" y="58786"/>
                </a:lnTo>
                <a:lnTo>
                  <a:pt x="414213" y="58764"/>
                </a:lnTo>
                <a:lnTo>
                  <a:pt x="414470" y="58747"/>
                </a:lnTo>
                <a:lnTo>
                  <a:pt x="414724" y="58734"/>
                </a:lnTo>
                <a:lnTo>
                  <a:pt x="414976" y="58727"/>
                </a:lnTo>
                <a:lnTo>
                  <a:pt x="415225" y="58724"/>
                </a:lnTo>
                <a:lnTo>
                  <a:pt x="415431" y="58726"/>
                </a:lnTo>
                <a:lnTo>
                  <a:pt x="415635" y="58733"/>
                </a:lnTo>
                <a:lnTo>
                  <a:pt x="415835" y="58745"/>
                </a:lnTo>
                <a:lnTo>
                  <a:pt x="416033" y="58761"/>
                </a:lnTo>
                <a:lnTo>
                  <a:pt x="416228" y="58782"/>
                </a:lnTo>
                <a:lnTo>
                  <a:pt x="416420" y="58808"/>
                </a:lnTo>
                <a:lnTo>
                  <a:pt x="416609" y="58838"/>
                </a:lnTo>
                <a:lnTo>
                  <a:pt x="416796" y="58873"/>
                </a:lnTo>
                <a:lnTo>
                  <a:pt x="416979" y="58912"/>
                </a:lnTo>
                <a:lnTo>
                  <a:pt x="417160" y="58957"/>
                </a:lnTo>
                <a:lnTo>
                  <a:pt x="417338" y="59005"/>
                </a:lnTo>
                <a:lnTo>
                  <a:pt x="417513" y="59059"/>
                </a:lnTo>
                <a:lnTo>
                  <a:pt x="417685" y="59117"/>
                </a:lnTo>
                <a:lnTo>
                  <a:pt x="417855" y="59180"/>
                </a:lnTo>
                <a:lnTo>
                  <a:pt x="418022" y="59247"/>
                </a:lnTo>
                <a:lnTo>
                  <a:pt x="418185" y="59319"/>
                </a:lnTo>
                <a:lnTo>
                  <a:pt x="418346" y="59396"/>
                </a:lnTo>
                <a:lnTo>
                  <a:pt x="418504" y="59477"/>
                </a:lnTo>
                <a:lnTo>
                  <a:pt x="418660" y="59563"/>
                </a:lnTo>
                <a:lnTo>
                  <a:pt x="418812" y="59654"/>
                </a:lnTo>
                <a:lnTo>
                  <a:pt x="418962" y="59749"/>
                </a:lnTo>
                <a:lnTo>
                  <a:pt x="419109" y="59849"/>
                </a:lnTo>
                <a:lnTo>
                  <a:pt x="419253" y="59954"/>
                </a:lnTo>
                <a:lnTo>
                  <a:pt x="419394" y="60063"/>
                </a:lnTo>
                <a:lnTo>
                  <a:pt x="419532" y="60177"/>
                </a:lnTo>
                <a:lnTo>
                  <a:pt x="419666" y="60297"/>
                </a:lnTo>
                <a:lnTo>
                  <a:pt x="419797" y="60422"/>
                </a:lnTo>
                <a:lnTo>
                  <a:pt x="419924" y="60553"/>
                </a:lnTo>
                <a:lnTo>
                  <a:pt x="420047" y="60689"/>
                </a:lnTo>
                <a:lnTo>
                  <a:pt x="420167" y="60831"/>
                </a:lnTo>
                <a:lnTo>
                  <a:pt x="420283" y="60978"/>
                </a:lnTo>
                <a:lnTo>
                  <a:pt x="420395" y="61131"/>
                </a:lnTo>
                <a:lnTo>
                  <a:pt x="420504" y="61289"/>
                </a:lnTo>
                <a:lnTo>
                  <a:pt x="420609" y="61453"/>
                </a:lnTo>
                <a:lnTo>
                  <a:pt x="420710" y="61622"/>
                </a:lnTo>
                <a:lnTo>
                  <a:pt x="420808" y="61796"/>
                </a:lnTo>
                <a:lnTo>
                  <a:pt x="420902" y="61976"/>
                </a:lnTo>
                <a:lnTo>
                  <a:pt x="420992" y="62162"/>
                </a:lnTo>
                <a:lnTo>
                  <a:pt x="421079" y="62353"/>
                </a:lnTo>
                <a:lnTo>
                  <a:pt x="421162" y="62549"/>
                </a:lnTo>
                <a:lnTo>
                  <a:pt x="421241" y="62751"/>
                </a:lnTo>
                <a:lnTo>
                  <a:pt x="421317" y="62959"/>
                </a:lnTo>
                <a:lnTo>
                  <a:pt x="421389" y="63172"/>
                </a:lnTo>
                <a:lnTo>
                  <a:pt x="421457" y="63390"/>
                </a:lnTo>
                <a:lnTo>
                  <a:pt x="421522" y="63614"/>
                </a:lnTo>
                <a:lnTo>
                  <a:pt x="421583" y="63844"/>
                </a:lnTo>
                <a:lnTo>
                  <a:pt x="421640" y="64079"/>
                </a:lnTo>
                <a:lnTo>
                  <a:pt x="421694" y="64319"/>
                </a:lnTo>
                <a:lnTo>
                  <a:pt x="421745" y="64583"/>
                </a:lnTo>
                <a:lnTo>
                  <a:pt x="421794" y="64891"/>
                </a:lnTo>
                <a:lnTo>
                  <a:pt x="421840" y="65241"/>
                </a:lnTo>
                <a:lnTo>
                  <a:pt x="421885" y="65634"/>
                </a:lnTo>
                <a:lnTo>
                  <a:pt x="421927" y="66071"/>
                </a:lnTo>
                <a:lnTo>
                  <a:pt x="421967" y="66550"/>
                </a:lnTo>
                <a:lnTo>
                  <a:pt x="422005" y="67073"/>
                </a:lnTo>
                <a:lnTo>
                  <a:pt x="422040" y="67638"/>
                </a:lnTo>
                <a:lnTo>
                  <a:pt x="422074" y="68247"/>
                </a:lnTo>
                <a:lnTo>
                  <a:pt x="422105" y="68898"/>
                </a:lnTo>
                <a:lnTo>
                  <a:pt x="422134" y="69592"/>
                </a:lnTo>
                <a:lnTo>
                  <a:pt x="422161" y="70330"/>
                </a:lnTo>
                <a:lnTo>
                  <a:pt x="422186" y="71110"/>
                </a:lnTo>
                <a:lnTo>
                  <a:pt x="422209" y="71934"/>
                </a:lnTo>
                <a:lnTo>
                  <a:pt x="422230" y="72801"/>
                </a:lnTo>
                <a:lnTo>
                  <a:pt x="422248" y="73710"/>
                </a:lnTo>
                <a:lnTo>
                  <a:pt x="422264" y="74663"/>
                </a:lnTo>
                <a:lnTo>
                  <a:pt x="422278" y="75658"/>
                </a:lnTo>
                <a:lnTo>
                  <a:pt x="422290" y="76697"/>
                </a:lnTo>
                <a:lnTo>
                  <a:pt x="422300" y="77778"/>
                </a:lnTo>
                <a:lnTo>
                  <a:pt x="422307" y="78903"/>
                </a:lnTo>
                <a:lnTo>
                  <a:pt x="422313" y="80071"/>
                </a:lnTo>
                <a:lnTo>
                  <a:pt x="422316" y="81281"/>
                </a:lnTo>
                <a:lnTo>
                  <a:pt x="422317" y="82535"/>
                </a:lnTo>
                <a:lnTo>
                  <a:pt x="422317" y="116484"/>
                </a:lnTo>
                <a:lnTo>
                  <a:pt x="422316" y="117111"/>
                </a:lnTo>
                <a:lnTo>
                  <a:pt x="422314" y="117717"/>
                </a:lnTo>
                <a:lnTo>
                  <a:pt x="422310" y="118302"/>
                </a:lnTo>
                <a:lnTo>
                  <a:pt x="422304" y="118866"/>
                </a:lnTo>
                <a:lnTo>
                  <a:pt x="422296" y="119410"/>
                </a:lnTo>
                <a:lnTo>
                  <a:pt x="422287" y="119932"/>
                </a:lnTo>
                <a:lnTo>
                  <a:pt x="422276" y="120434"/>
                </a:lnTo>
                <a:lnTo>
                  <a:pt x="422264" y="120914"/>
                </a:lnTo>
                <a:lnTo>
                  <a:pt x="422250" y="121374"/>
                </a:lnTo>
                <a:lnTo>
                  <a:pt x="422234" y="121813"/>
                </a:lnTo>
                <a:lnTo>
                  <a:pt x="422217" y="122231"/>
                </a:lnTo>
                <a:lnTo>
                  <a:pt x="422197" y="122627"/>
                </a:lnTo>
                <a:lnTo>
                  <a:pt x="422177" y="123003"/>
                </a:lnTo>
                <a:lnTo>
                  <a:pt x="422154" y="123359"/>
                </a:lnTo>
                <a:lnTo>
                  <a:pt x="422130" y="123693"/>
                </a:lnTo>
                <a:lnTo>
                  <a:pt x="422104" y="124006"/>
                </a:lnTo>
                <a:lnTo>
                  <a:pt x="422077" y="124298"/>
                </a:lnTo>
                <a:lnTo>
                  <a:pt x="422048" y="124570"/>
                </a:lnTo>
                <a:lnTo>
                  <a:pt x="422017" y="124820"/>
                </a:lnTo>
                <a:lnTo>
                  <a:pt x="421984" y="125050"/>
                </a:lnTo>
                <a:lnTo>
                  <a:pt x="421950" y="125259"/>
                </a:lnTo>
                <a:lnTo>
                  <a:pt x="421915" y="125447"/>
                </a:lnTo>
                <a:lnTo>
                  <a:pt x="421877" y="125614"/>
                </a:lnTo>
                <a:lnTo>
                  <a:pt x="421838" y="125760"/>
                </a:lnTo>
                <a:lnTo>
                  <a:pt x="421756" y="126035"/>
                </a:lnTo>
                <a:lnTo>
                  <a:pt x="421668" y="126305"/>
                </a:lnTo>
                <a:lnTo>
                  <a:pt x="421576" y="126568"/>
                </a:lnTo>
                <a:lnTo>
                  <a:pt x="421479" y="126825"/>
                </a:lnTo>
                <a:lnTo>
                  <a:pt x="421376" y="127076"/>
                </a:lnTo>
                <a:lnTo>
                  <a:pt x="421269" y="127320"/>
                </a:lnTo>
                <a:lnTo>
                  <a:pt x="421157" y="127558"/>
                </a:lnTo>
                <a:lnTo>
                  <a:pt x="421039" y="127790"/>
                </a:lnTo>
                <a:lnTo>
                  <a:pt x="420917" y="128015"/>
                </a:lnTo>
                <a:lnTo>
                  <a:pt x="420790" y="128234"/>
                </a:lnTo>
                <a:lnTo>
                  <a:pt x="420657" y="128447"/>
                </a:lnTo>
                <a:lnTo>
                  <a:pt x="420520" y="128654"/>
                </a:lnTo>
                <a:lnTo>
                  <a:pt x="420378" y="128854"/>
                </a:lnTo>
                <a:lnTo>
                  <a:pt x="420231" y="129047"/>
                </a:lnTo>
                <a:lnTo>
                  <a:pt x="420078" y="129235"/>
                </a:lnTo>
                <a:lnTo>
                  <a:pt x="419921" y="129416"/>
                </a:lnTo>
                <a:lnTo>
                  <a:pt x="419759" y="129591"/>
                </a:lnTo>
                <a:lnTo>
                  <a:pt x="419592" y="129760"/>
                </a:lnTo>
                <a:lnTo>
                  <a:pt x="419419" y="129922"/>
                </a:lnTo>
                <a:lnTo>
                  <a:pt x="419242" y="130078"/>
                </a:lnTo>
                <a:lnTo>
                  <a:pt x="419060" y="130227"/>
                </a:lnTo>
                <a:lnTo>
                  <a:pt x="418873" y="130371"/>
                </a:lnTo>
                <a:lnTo>
                  <a:pt x="418681" y="130508"/>
                </a:lnTo>
                <a:lnTo>
                  <a:pt x="418484" y="130638"/>
                </a:lnTo>
                <a:lnTo>
                  <a:pt x="418206" y="130810"/>
                </a:lnTo>
                <a:lnTo>
                  <a:pt x="417916" y="130974"/>
                </a:lnTo>
                <a:lnTo>
                  <a:pt x="417615" y="131131"/>
                </a:lnTo>
                <a:lnTo>
                  <a:pt x="417301" y="131281"/>
                </a:lnTo>
                <a:lnTo>
                  <a:pt x="416976" y="131423"/>
                </a:lnTo>
                <a:lnTo>
                  <a:pt x="416639" y="131558"/>
                </a:lnTo>
                <a:lnTo>
                  <a:pt x="416289" y="131686"/>
                </a:lnTo>
                <a:lnTo>
                  <a:pt x="415928" y="131807"/>
                </a:lnTo>
                <a:lnTo>
                  <a:pt x="415554" y="131920"/>
                </a:lnTo>
                <a:lnTo>
                  <a:pt x="415169" y="132026"/>
                </a:lnTo>
                <a:lnTo>
                  <a:pt x="414772" y="132124"/>
                </a:lnTo>
                <a:lnTo>
                  <a:pt x="414362" y="132215"/>
                </a:lnTo>
                <a:lnTo>
                  <a:pt x="413941" y="132299"/>
                </a:lnTo>
                <a:lnTo>
                  <a:pt x="413508" y="132376"/>
                </a:lnTo>
                <a:lnTo>
                  <a:pt x="413062" y="132445"/>
                </a:lnTo>
                <a:lnTo>
                  <a:pt x="412605" y="132507"/>
                </a:lnTo>
                <a:lnTo>
                  <a:pt x="412136" y="132562"/>
                </a:lnTo>
                <a:lnTo>
                  <a:pt x="411655" y="132610"/>
                </a:lnTo>
                <a:lnTo>
                  <a:pt x="411162" y="132650"/>
                </a:lnTo>
                <a:lnTo>
                  <a:pt x="410656" y="132683"/>
                </a:lnTo>
                <a:lnTo>
                  <a:pt x="410139" y="132708"/>
                </a:lnTo>
                <a:lnTo>
                  <a:pt x="409610" y="132726"/>
                </a:lnTo>
                <a:lnTo>
                  <a:pt x="409069" y="132737"/>
                </a:lnTo>
                <a:lnTo>
                  <a:pt x="408516" y="132741"/>
                </a:lnTo>
                <a:lnTo>
                  <a:pt x="408516" y="136287"/>
                </a:lnTo>
                <a:lnTo>
                  <a:pt x="453466" y="136287"/>
                </a:lnTo>
                <a:lnTo>
                  <a:pt x="453466" y="132741"/>
                </a:lnTo>
                <a:lnTo>
                  <a:pt x="452975" y="132738"/>
                </a:lnTo>
                <a:lnTo>
                  <a:pt x="452495" y="132729"/>
                </a:lnTo>
                <a:lnTo>
                  <a:pt x="452024" y="132714"/>
                </a:lnTo>
                <a:lnTo>
                  <a:pt x="451562" y="132693"/>
                </a:lnTo>
                <a:lnTo>
                  <a:pt x="451111" y="132666"/>
                </a:lnTo>
                <a:lnTo>
                  <a:pt x="450668" y="132634"/>
                </a:lnTo>
                <a:lnTo>
                  <a:pt x="450236" y="132595"/>
                </a:lnTo>
                <a:lnTo>
                  <a:pt x="449813" y="132550"/>
                </a:lnTo>
                <a:lnTo>
                  <a:pt x="449400" y="132499"/>
                </a:lnTo>
                <a:lnTo>
                  <a:pt x="448997" y="132443"/>
                </a:lnTo>
                <a:lnTo>
                  <a:pt x="448603" y="132380"/>
                </a:lnTo>
                <a:lnTo>
                  <a:pt x="448218" y="132311"/>
                </a:lnTo>
                <a:lnTo>
                  <a:pt x="447844" y="132237"/>
                </a:lnTo>
                <a:lnTo>
                  <a:pt x="447479" y="132156"/>
                </a:lnTo>
                <a:lnTo>
                  <a:pt x="447124" y="132069"/>
                </a:lnTo>
                <a:lnTo>
                  <a:pt x="446778" y="131977"/>
                </a:lnTo>
                <a:lnTo>
                  <a:pt x="446442" y="131878"/>
                </a:lnTo>
                <a:lnTo>
                  <a:pt x="446116" y="131774"/>
                </a:lnTo>
                <a:lnTo>
                  <a:pt x="445799" y="131664"/>
                </a:lnTo>
                <a:lnTo>
                  <a:pt x="445492" y="131547"/>
                </a:lnTo>
                <a:lnTo>
                  <a:pt x="445195" y="131425"/>
                </a:lnTo>
                <a:lnTo>
                  <a:pt x="444907" y="131296"/>
                </a:lnTo>
                <a:lnTo>
                  <a:pt x="444629" y="131162"/>
                </a:lnTo>
                <a:lnTo>
                  <a:pt x="444361" y="131022"/>
                </a:lnTo>
                <a:lnTo>
                  <a:pt x="444101" y="130877"/>
                </a:lnTo>
                <a:lnTo>
                  <a:pt x="443847" y="130729"/>
                </a:lnTo>
                <a:lnTo>
                  <a:pt x="443600" y="130578"/>
                </a:lnTo>
                <a:lnTo>
                  <a:pt x="443360" y="130424"/>
                </a:lnTo>
                <a:lnTo>
                  <a:pt x="443126" y="130267"/>
                </a:lnTo>
                <a:lnTo>
                  <a:pt x="442899" y="130107"/>
                </a:lnTo>
                <a:lnTo>
                  <a:pt x="442679" y="129944"/>
                </a:lnTo>
                <a:lnTo>
                  <a:pt x="442465" y="129778"/>
                </a:lnTo>
                <a:lnTo>
                  <a:pt x="442258" y="129609"/>
                </a:lnTo>
                <a:lnTo>
                  <a:pt x="442058" y="129437"/>
                </a:lnTo>
                <a:lnTo>
                  <a:pt x="441864" y="129263"/>
                </a:lnTo>
                <a:lnTo>
                  <a:pt x="441677" y="129085"/>
                </a:lnTo>
                <a:lnTo>
                  <a:pt x="441497" y="128904"/>
                </a:lnTo>
                <a:lnTo>
                  <a:pt x="441323" y="128720"/>
                </a:lnTo>
                <a:lnTo>
                  <a:pt x="441156" y="128533"/>
                </a:lnTo>
                <a:lnTo>
                  <a:pt x="440996" y="128344"/>
                </a:lnTo>
                <a:lnTo>
                  <a:pt x="440842" y="128151"/>
                </a:lnTo>
                <a:lnTo>
                  <a:pt x="440695" y="127955"/>
                </a:lnTo>
                <a:lnTo>
                  <a:pt x="440554" y="127756"/>
                </a:lnTo>
                <a:lnTo>
                  <a:pt x="440421" y="127555"/>
                </a:lnTo>
                <a:lnTo>
                  <a:pt x="440294" y="127350"/>
                </a:lnTo>
                <a:lnTo>
                  <a:pt x="440173" y="127142"/>
                </a:lnTo>
                <a:lnTo>
                  <a:pt x="440059" y="126932"/>
                </a:lnTo>
                <a:lnTo>
                  <a:pt x="439952" y="126718"/>
                </a:lnTo>
                <a:lnTo>
                  <a:pt x="439804" y="126401"/>
                </a:lnTo>
                <a:lnTo>
                  <a:pt x="439661" y="126072"/>
                </a:lnTo>
                <a:lnTo>
                  <a:pt x="439525" y="125731"/>
                </a:lnTo>
                <a:lnTo>
                  <a:pt x="439396" y="125377"/>
                </a:lnTo>
                <a:lnTo>
                  <a:pt x="439272" y="125011"/>
                </a:lnTo>
                <a:lnTo>
                  <a:pt x="439155" y="124633"/>
                </a:lnTo>
                <a:lnTo>
                  <a:pt x="439045" y="124242"/>
                </a:lnTo>
                <a:lnTo>
                  <a:pt x="438940" y="123839"/>
                </a:lnTo>
                <a:lnTo>
                  <a:pt x="438842" y="123424"/>
                </a:lnTo>
                <a:lnTo>
                  <a:pt x="438751" y="122997"/>
                </a:lnTo>
                <a:lnTo>
                  <a:pt x="438665" y="122557"/>
                </a:lnTo>
                <a:lnTo>
                  <a:pt x="438586" y="122106"/>
                </a:lnTo>
                <a:lnTo>
                  <a:pt x="438514" y="121641"/>
                </a:lnTo>
                <a:lnTo>
                  <a:pt x="438447" y="121165"/>
                </a:lnTo>
                <a:lnTo>
                  <a:pt x="438387" y="120676"/>
                </a:lnTo>
                <a:lnTo>
                  <a:pt x="438333" y="120175"/>
                </a:lnTo>
                <a:lnTo>
                  <a:pt x="438286" y="119662"/>
                </a:lnTo>
                <a:lnTo>
                  <a:pt x="438245" y="119137"/>
                </a:lnTo>
                <a:lnTo>
                  <a:pt x="438210" y="118599"/>
                </a:lnTo>
                <a:lnTo>
                  <a:pt x="438182" y="118049"/>
                </a:lnTo>
                <a:lnTo>
                  <a:pt x="438160" y="117487"/>
                </a:lnTo>
                <a:lnTo>
                  <a:pt x="438144" y="116912"/>
                </a:lnTo>
                <a:lnTo>
                  <a:pt x="438134" y="116325"/>
                </a:lnTo>
                <a:lnTo>
                  <a:pt x="438131" y="115726"/>
                </a:lnTo>
                <a:lnTo>
                  <a:pt x="438131" y="73759"/>
                </a:lnTo>
                <a:lnTo>
                  <a:pt x="438514" y="73019"/>
                </a:lnTo>
                <a:lnTo>
                  <a:pt x="438896" y="72297"/>
                </a:lnTo>
                <a:lnTo>
                  <a:pt x="439277" y="71592"/>
                </a:lnTo>
                <a:lnTo>
                  <a:pt x="439657" y="70905"/>
                </a:lnTo>
                <a:lnTo>
                  <a:pt x="440035" y="70235"/>
                </a:lnTo>
                <a:lnTo>
                  <a:pt x="440413" y="69583"/>
                </a:lnTo>
                <a:lnTo>
                  <a:pt x="440790" y="68949"/>
                </a:lnTo>
                <a:lnTo>
                  <a:pt x="441166" y="68332"/>
                </a:lnTo>
                <a:lnTo>
                  <a:pt x="441541" y="67733"/>
                </a:lnTo>
                <a:lnTo>
                  <a:pt x="441915" y="67151"/>
                </a:lnTo>
                <a:lnTo>
                  <a:pt x="442288" y="66587"/>
                </a:lnTo>
                <a:lnTo>
                  <a:pt x="442660" y="66040"/>
                </a:lnTo>
                <a:lnTo>
                  <a:pt x="443031" y="65511"/>
                </a:lnTo>
                <a:lnTo>
                  <a:pt x="443400" y="65000"/>
                </a:lnTo>
                <a:lnTo>
                  <a:pt x="443769" y="64506"/>
                </a:lnTo>
                <a:lnTo>
                  <a:pt x="444137" y="64030"/>
                </a:lnTo>
                <a:lnTo>
                  <a:pt x="444504" y="63571"/>
                </a:lnTo>
                <a:lnTo>
                  <a:pt x="444870" y="63130"/>
                </a:lnTo>
                <a:lnTo>
                  <a:pt x="445235" y="62707"/>
                </a:lnTo>
                <a:lnTo>
                  <a:pt x="445599" y="62301"/>
                </a:lnTo>
                <a:lnTo>
                  <a:pt x="445962" y="61913"/>
                </a:lnTo>
                <a:lnTo>
                  <a:pt x="446324" y="61542"/>
                </a:lnTo>
                <a:lnTo>
                  <a:pt x="446684" y="61189"/>
                </a:lnTo>
                <a:lnTo>
                  <a:pt x="447044" y="60854"/>
                </a:lnTo>
                <a:lnTo>
                  <a:pt x="447212" y="60698"/>
                </a:lnTo>
                <a:lnTo>
                  <a:pt x="447378" y="60548"/>
                </a:lnTo>
                <a:lnTo>
                  <a:pt x="447543" y="60406"/>
                </a:lnTo>
                <a:lnTo>
                  <a:pt x="447707" y="60270"/>
                </a:lnTo>
                <a:lnTo>
                  <a:pt x="447871" y="60140"/>
                </a:lnTo>
                <a:lnTo>
                  <a:pt x="448033" y="60018"/>
                </a:lnTo>
                <a:lnTo>
                  <a:pt x="448194" y="59902"/>
                </a:lnTo>
                <a:lnTo>
                  <a:pt x="448354" y="59792"/>
                </a:lnTo>
                <a:lnTo>
                  <a:pt x="448513" y="59689"/>
                </a:lnTo>
                <a:lnTo>
                  <a:pt x="448672" y="59593"/>
                </a:lnTo>
                <a:lnTo>
                  <a:pt x="448829" y="59503"/>
                </a:lnTo>
                <a:lnTo>
                  <a:pt x="448985" y="59420"/>
                </a:lnTo>
                <a:lnTo>
                  <a:pt x="449140" y="59344"/>
                </a:lnTo>
                <a:lnTo>
                  <a:pt x="449295" y="59275"/>
                </a:lnTo>
                <a:lnTo>
                  <a:pt x="449448" y="59211"/>
                </a:lnTo>
                <a:lnTo>
                  <a:pt x="449600" y="59155"/>
                </a:lnTo>
                <a:lnTo>
                  <a:pt x="449751" y="59105"/>
                </a:lnTo>
                <a:lnTo>
                  <a:pt x="449902" y="59062"/>
                </a:lnTo>
                <a:lnTo>
                  <a:pt x="450051" y="59026"/>
                </a:lnTo>
                <a:lnTo>
                  <a:pt x="450199" y="58996"/>
                </a:lnTo>
                <a:lnTo>
                  <a:pt x="450346" y="58973"/>
                </a:lnTo>
                <a:lnTo>
                  <a:pt x="450493" y="58956"/>
                </a:lnTo>
                <a:lnTo>
                  <a:pt x="450638" y="58946"/>
                </a:lnTo>
                <a:lnTo>
                  <a:pt x="450782" y="58943"/>
                </a:lnTo>
                <a:lnTo>
                  <a:pt x="450954" y="58949"/>
                </a:lnTo>
                <a:lnTo>
                  <a:pt x="451133" y="58966"/>
                </a:lnTo>
                <a:lnTo>
                  <a:pt x="451319" y="58994"/>
                </a:lnTo>
                <a:lnTo>
                  <a:pt x="451513" y="59035"/>
                </a:lnTo>
                <a:lnTo>
                  <a:pt x="451714" y="59086"/>
                </a:lnTo>
                <a:lnTo>
                  <a:pt x="451923" y="59149"/>
                </a:lnTo>
                <a:lnTo>
                  <a:pt x="452140" y="59224"/>
                </a:lnTo>
                <a:lnTo>
                  <a:pt x="452364" y="59310"/>
                </a:lnTo>
                <a:lnTo>
                  <a:pt x="452595" y="59408"/>
                </a:lnTo>
                <a:lnTo>
                  <a:pt x="452834" y="59517"/>
                </a:lnTo>
                <a:lnTo>
                  <a:pt x="453080" y="59637"/>
                </a:lnTo>
                <a:lnTo>
                  <a:pt x="453334" y="59769"/>
                </a:lnTo>
                <a:lnTo>
                  <a:pt x="453595" y="59913"/>
                </a:lnTo>
                <a:lnTo>
                  <a:pt x="453864" y="60068"/>
                </a:lnTo>
                <a:lnTo>
                  <a:pt x="454140" y="60234"/>
                </a:lnTo>
                <a:lnTo>
                  <a:pt x="454424" y="60412"/>
                </a:lnTo>
                <a:lnTo>
                  <a:pt x="454715" y="60602"/>
                </a:lnTo>
                <a:lnTo>
                  <a:pt x="455014" y="60803"/>
                </a:lnTo>
                <a:lnTo>
                  <a:pt x="455320" y="61015"/>
                </a:lnTo>
                <a:lnTo>
                  <a:pt x="455634" y="61239"/>
                </a:lnTo>
                <a:lnTo>
                  <a:pt x="455955" y="61474"/>
                </a:lnTo>
                <a:lnTo>
                  <a:pt x="456284" y="61721"/>
                </a:lnTo>
                <a:lnTo>
                  <a:pt x="456620" y="61980"/>
                </a:lnTo>
                <a:lnTo>
                  <a:pt x="456964" y="62249"/>
                </a:lnTo>
                <a:lnTo>
                  <a:pt x="457310" y="62519"/>
                </a:lnTo>
                <a:lnTo>
                  <a:pt x="457653" y="62777"/>
                </a:lnTo>
                <a:lnTo>
                  <a:pt x="457994" y="63024"/>
                </a:lnTo>
                <a:lnTo>
                  <a:pt x="458331" y="63260"/>
                </a:lnTo>
                <a:lnTo>
                  <a:pt x="458666" y="63484"/>
                </a:lnTo>
                <a:lnTo>
                  <a:pt x="458998" y="63696"/>
                </a:lnTo>
                <a:lnTo>
                  <a:pt x="459327" y="63897"/>
                </a:lnTo>
                <a:lnTo>
                  <a:pt x="459653" y="64086"/>
                </a:lnTo>
                <a:lnTo>
                  <a:pt x="459976" y="64264"/>
                </a:lnTo>
                <a:lnTo>
                  <a:pt x="460297" y="64431"/>
                </a:lnTo>
                <a:lnTo>
                  <a:pt x="460615" y="64586"/>
                </a:lnTo>
                <a:lnTo>
                  <a:pt x="460929" y="64729"/>
                </a:lnTo>
                <a:lnTo>
                  <a:pt x="461242" y="64861"/>
                </a:lnTo>
                <a:lnTo>
                  <a:pt x="461551" y="64982"/>
                </a:lnTo>
                <a:lnTo>
                  <a:pt x="461857" y="65091"/>
                </a:lnTo>
                <a:lnTo>
                  <a:pt x="462161" y="65188"/>
                </a:lnTo>
                <a:lnTo>
                  <a:pt x="462462" y="65275"/>
                </a:lnTo>
                <a:lnTo>
                  <a:pt x="462759" y="65349"/>
                </a:lnTo>
                <a:lnTo>
                  <a:pt x="463055" y="65412"/>
                </a:lnTo>
                <a:lnTo>
                  <a:pt x="463347" y="65464"/>
                </a:lnTo>
                <a:lnTo>
                  <a:pt x="463636" y="65504"/>
                </a:lnTo>
                <a:lnTo>
                  <a:pt x="463923" y="65533"/>
                </a:lnTo>
                <a:lnTo>
                  <a:pt x="464207" y="65550"/>
                </a:lnTo>
                <a:lnTo>
                  <a:pt x="464488" y="65556"/>
                </a:lnTo>
                <a:lnTo>
                  <a:pt x="464773" y="65551"/>
                </a:lnTo>
                <a:lnTo>
                  <a:pt x="465056" y="65538"/>
                </a:lnTo>
                <a:lnTo>
                  <a:pt x="465335" y="65515"/>
                </a:lnTo>
                <a:lnTo>
                  <a:pt x="465611" y="65484"/>
                </a:lnTo>
                <a:lnTo>
                  <a:pt x="465884" y="65444"/>
                </a:lnTo>
                <a:lnTo>
                  <a:pt x="466153" y="65394"/>
                </a:lnTo>
                <a:lnTo>
                  <a:pt x="466419" y="65336"/>
                </a:lnTo>
                <a:lnTo>
                  <a:pt x="466681" y="65268"/>
                </a:lnTo>
                <a:lnTo>
                  <a:pt x="466941" y="65192"/>
                </a:lnTo>
                <a:lnTo>
                  <a:pt x="467196" y="65107"/>
                </a:lnTo>
                <a:lnTo>
                  <a:pt x="467449" y="65012"/>
                </a:lnTo>
                <a:lnTo>
                  <a:pt x="467698" y="64909"/>
                </a:lnTo>
                <a:lnTo>
                  <a:pt x="467944" y="64797"/>
                </a:lnTo>
                <a:lnTo>
                  <a:pt x="468187" y="64675"/>
                </a:lnTo>
                <a:lnTo>
                  <a:pt x="468426" y="64545"/>
                </a:lnTo>
                <a:lnTo>
                  <a:pt x="468662" y="64406"/>
                </a:lnTo>
                <a:lnTo>
                  <a:pt x="468895" y="64257"/>
                </a:lnTo>
                <a:lnTo>
                  <a:pt x="469124" y="64100"/>
                </a:lnTo>
                <a:lnTo>
                  <a:pt x="469350" y="63934"/>
                </a:lnTo>
                <a:lnTo>
                  <a:pt x="469573" y="63759"/>
                </a:lnTo>
                <a:lnTo>
                  <a:pt x="469792" y="63575"/>
                </a:lnTo>
                <a:lnTo>
                  <a:pt x="470008" y="63381"/>
                </a:lnTo>
                <a:lnTo>
                  <a:pt x="470220" y="63179"/>
                </a:lnTo>
                <a:lnTo>
                  <a:pt x="470430" y="62968"/>
                </a:lnTo>
                <a:lnTo>
                  <a:pt x="470633" y="62750"/>
                </a:lnTo>
                <a:lnTo>
                  <a:pt x="470828" y="62529"/>
                </a:lnTo>
                <a:lnTo>
                  <a:pt x="471014" y="62303"/>
                </a:lnTo>
                <a:lnTo>
                  <a:pt x="471191" y="62074"/>
                </a:lnTo>
                <a:lnTo>
                  <a:pt x="471360" y="61840"/>
                </a:lnTo>
                <a:lnTo>
                  <a:pt x="471520" y="61602"/>
                </a:lnTo>
                <a:lnTo>
                  <a:pt x="471671" y="61361"/>
                </a:lnTo>
                <a:lnTo>
                  <a:pt x="471814" y="61115"/>
                </a:lnTo>
                <a:lnTo>
                  <a:pt x="471948" y="60866"/>
                </a:lnTo>
                <a:lnTo>
                  <a:pt x="472074" y="60612"/>
                </a:lnTo>
                <a:lnTo>
                  <a:pt x="472191" y="60354"/>
                </a:lnTo>
                <a:lnTo>
                  <a:pt x="472299" y="60093"/>
                </a:lnTo>
                <a:lnTo>
                  <a:pt x="472398" y="59827"/>
                </a:lnTo>
                <a:lnTo>
                  <a:pt x="472489" y="59558"/>
                </a:lnTo>
                <a:lnTo>
                  <a:pt x="472571" y="59284"/>
                </a:lnTo>
                <a:lnTo>
                  <a:pt x="472645" y="59007"/>
                </a:lnTo>
                <a:lnTo>
                  <a:pt x="472710" y="58725"/>
                </a:lnTo>
                <a:lnTo>
                  <a:pt x="472766" y="58440"/>
                </a:lnTo>
                <a:lnTo>
                  <a:pt x="472814" y="58150"/>
                </a:lnTo>
                <a:lnTo>
                  <a:pt x="472852" y="57857"/>
                </a:lnTo>
                <a:lnTo>
                  <a:pt x="472883" y="57559"/>
                </a:lnTo>
                <a:lnTo>
                  <a:pt x="472904" y="57258"/>
                </a:lnTo>
                <a:lnTo>
                  <a:pt x="472917" y="56952"/>
                </a:lnTo>
                <a:lnTo>
                  <a:pt x="472922" y="56643"/>
                </a:lnTo>
                <a:lnTo>
                  <a:pt x="472916" y="56293"/>
                </a:lnTo>
                <a:lnTo>
                  <a:pt x="472898" y="55947"/>
                </a:lnTo>
                <a:lnTo>
                  <a:pt x="472868" y="55604"/>
                </a:lnTo>
                <a:lnTo>
                  <a:pt x="472826" y="55265"/>
                </a:lnTo>
                <a:lnTo>
                  <a:pt x="472772" y="54929"/>
                </a:lnTo>
                <a:lnTo>
                  <a:pt x="472706" y="54597"/>
                </a:lnTo>
                <a:lnTo>
                  <a:pt x="472628" y="54268"/>
                </a:lnTo>
                <a:lnTo>
                  <a:pt x="472538" y="53943"/>
                </a:lnTo>
                <a:lnTo>
                  <a:pt x="472437" y="53621"/>
                </a:lnTo>
                <a:lnTo>
                  <a:pt x="472323" y="53303"/>
                </a:lnTo>
                <a:lnTo>
                  <a:pt x="472197" y="52988"/>
                </a:lnTo>
                <a:lnTo>
                  <a:pt x="472059" y="52677"/>
                </a:lnTo>
                <a:lnTo>
                  <a:pt x="471909" y="52369"/>
                </a:lnTo>
                <a:lnTo>
                  <a:pt x="471748" y="52065"/>
                </a:lnTo>
                <a:lnTo>
                  <a:pt x="471574" y="51764"/>
                </a:lnTo>
                <a:lnTo>
                  <a:pt x="471388" y="51467"/>
                </a:lnTo>
                <a:lnTo>
                  <a:pt x="471191" y="51173"/>
                </a:lnTo>
                <a:lnTo>
                  <a:pt x="470981" y="50883"/>
                </a:lnTo>
                <a:lnTo>
                  <a:pt x="470759" y="50596"/>
                </a:lnTo>
                <a:lnTo>
                  <a:pt x="470526" y="50313"/>
                </a:lnTo>
                <a:lnTo>
                  <a:pt x="470280" y="50033"/>
                </a:lnTo>
                <a:lnTo>
                  <a:pt x="470022" y="49757"/>
                </a:lnTo>
                <a:lnTo>
                  <a:pt x="469753" y="49484"/>
                </a:lnTo>
                <a:lnTo>
                  <a:pt x="469471" y="49215"/>
                </a:lnTo>
                <a:lnTo>
                  <a:pt x="469181" y="48953"/>
                </a:lnTo>
                <a:lnTo>
                  <a:pt x="468884" y="48702"/>
                </a:lnTo>
                <a:lnTo>
                  <a:pt x="468580" y="48462"/>
                </a:lnTo>
                <a:lnTo>
                  <a:pt x="468271" y="48234"/>
                </a:lnTo>
                <a:lnTo>
                  <a:pt x="467955" y="48016"/>
                </a:lnTo>
                <a:lnTo>
                  <a:pt x="467632" y="47810"/>
                </a:lnTo>
                <a:lnTo>
                  <a:pt x="467304" y="47615"/>
                </a:lnTo>
                <a:lnTo>
                  <a:pt x="466969" y="47431"/>
                </a:lnTo>
                <a:lnTo>
                  <a:pt x="466628" y="47258"/>
                </a:lnTo>
                <a:lnTo>
                  <a:pt x="466280" y="47097"/>
                </a:lnTo>
                <a:lnTo>
                  <a:pt x="465926" y="46946"/>
                </a:lnTo>
                <a:lnTo>
                  <a:pt x="465566" y="46807"/>
                </a:lnTo>
                <a:lnTo>
                  <a:pt x="465199" y="46679"/>
                </a:lnTo>
                <a:lnTo>
                  <a:pt x="464826" y="46562"/>
                </a:lnTo>
                <a:lnTo>
                  <a:pt x="464447" y="46456"/>
                </a:lnTo>
                <a:lnTo>
                  <a:pt x="464062" y="46361"/>
                </a:lnTo>
                <a:lnTo>
                  <a:pt x="463670" y="46277"/>
                </a:lnTo>
                <a:lnTo>
                  <a:pt x="463272" y="46205"/>
                </a:lnTo>
                <a:lnTo>
                  <a:pt x="462867" y="46143"/>
                </a:lnTo>
                <a:lnTo>
                  <a:pt x="462456" y="46093"/>
                </a:lnTo>
                <a:lnTo>
                  <a:pt x="462039" y="46054"/>
                </a:lnTo>
                <a:lnTo>
                  <a:pt x="461616" y="46026"/>
                </a:lnTo>
                <a:lnTo>
                  <a:pt x="461186" y="46010"/>
                </a:lnTo>
                <a:lnTo>
                  <a:pt x="460750" y="46004"/>
                </a:lnTo>
                <a:lnTo>
                  <a:pt x="459784" y="46038"/>
                </a:lnTo>
                <a:lnTo>
                  <a:pt x="458821" y="46141"/>
                </a:lnTo>
                <a:lnTo>
                  <a:pt x="457860" y="46313"/>
                </a:lnTo>
                <a:lnTo>
                  <a:pt x="456900" y="46553"/>
                </a:lnTo>
                <a:lnTo>
                  <a:pt x="455943" y="46861"/>
                </a:lnTo>
                <a:lnTo>
                  <a:pt x="454987" y="47238"/>
                </a:lnTo>
                <a:lnTo>
                  <a:pt x="454034" y="47684"/>
                </a:lnTo>
                <a:lnTo>
                  <a:pt x="453082" y="48198"/>
                </a:lnTo>
                <a:lnTo>
                  <a:pt x="452133" y="48781"/>
                </a:lnTo>
                <a:lnTo>
                  <a:pt x="451186" y="49432"/>
                </a:lnTo>
                <a:lnTo>
                  <a:pt x="450240" y="50152"/>
                </a:lnTo>
                <a:lnTo>
                  <a:pt x="449297" y="50940"/>
                </a:lnTo>
                <a:lnTo>
                  <a:pt x="448355" y="51797"/>
                </a:lnTo>
                <a:lnTo>
                  <a:pt x="447416" y="52722"/>
                </a:lnTo>
                <a:lnTo>
                  <a:pt x="446478" y="53716"/>
                </a:lnTo>
                <a:lnTo>
                  <a:pt x="445543" y="54779"/>
                </a:lnTo>
                <a:lnTo>
                  <a:pt x="444609" y="55910"/>
                </a:lnTo>
                <a:lnTo>
                  <a:pt x="443678" y="57110"/>
                </a:lnTo>
                <a:lnTo>
                  <a:pt x="442748" y="58378"/>
                </a:lnTo>
                <a:lnTo>
                  <a:pt x="441821" y="59715"/>
                </a:lnTo>
                <a:lnTo>
                  <a:pt x="440896" y="61120"/>
                </a:lnTo>
                <a:lnTo>
                  <a:pt x="439972" y="62594"/>
                </a:lnTo>
                <a:lnTo>
                  <a:pt x="439051" y="64137"/>
                </a:lnTo>
                <a:lnTo>
                  <a:pt x="438131" y="65748"/>
                </a:lnTo>
                <a:lnTo>
                  <a:pt x="438131" y="46004"/>
                </a:lnTo>
                <a:lnTo>
                  <a:pt x="434106" y="46004"/>
                </a:lnTo>
                <a:lnTo>
                  <a:pt x="407558" y="56714"/>
                </a:lnTo>
                <a:lnTo>
                  <a:pt x="408516" y="60159"/>
                </a:lnTo>
                <a:lnTo>
                  <a:pt x="408826" y="60042"/>
                </a:lnTo>
                <a:close/>
                <a:moveTo>
                  <a:pt x="481989" y="60042"/>
                </a:moveTo>
                <a:lnTo>
                  <a:pt x="482302" y="59930"/>
                </a:lnTo>
                <a:lnTo>
                  <a:pt x="482612" y="59823"/>
                </a:lnTo>
                <a:lnTo>
                  <a:pt x="482917" y="59720"/>
                </a:lnTo>
                <a:lnTo>
                  <a:pt x="483219" y="59623"/>
                </a:lnTo>
                <a:lnTo>
                  <a:pt x="483516" y="59531"/>
                </a:lnTo>
                <a:lnTo>
                  <a:pt x="483810" y="59444"/>
                </a:lnTo>
                <a:lnTo>
                  <a:pt x="484099" y="59362"/>
                </a:lnTo>
                <a:lnTo>
                  <a:pt x="484385" y="59285"/>
                </a:lnTo>
                <a:lnTo>
                  <a:pt x="484666" y="59212"/>
                </a:lnTo>
                <a:lnTo>
                  <a:pt x="484944" y="59145"/>
                </a:lnTo>
                <a:lnTo>
                  <a:pt x="485217" y="59083"/>
                </a:lnTo>
                <a:lnTo>
                  <a:pt x="485487" y="59025"/>
                </a:lnTo>
                <a:lnTo>
                  <a:pt x="485753" y="58973"/>
                </a:lnTo>
                <a:lnTo>
                  <a:pt x="486014" y="58926"/>
                </a:lnTo>
                <a:lnTo>
                  <a:pt x="486272" y="58884"/>
                </a:lnTo>
                <a:lnTo>
                  <a:pt x="486525" y="58846"/>
                </a:lnTo>
                <a:lnTo>
                  <a:pt x="486775" y="58814"/>
                </a:lnTo>
                <a:lnTo>
                  <a:pt x="487020" y="58786"/>
                </a:lnTo>
                <a:lnTo>
                  <a:pt x="487262" y="58764"/>
                </a:lnTo>
                <a:lnTo>
                  <a:pt x="487500" y="58747"/>
                </a:lnTo>
                <a:lnTo>
                  <a:pt x="487733" y="58734"/>
                </a:lnTo>
                <a:lnTo>
                  <a:pt x="487963" y="58727"/>
                </a:lnTo>
                <a:lnTo>
                  <a:pt x="488189" y="58724"/>
                </a:lnTo>
                <a:lnTo>
                  <a:pt x="488394" y="58726"/>
                </a:lnTo>
                <a:lnTo>
                  <a:pt x="488597" y="58732"/>
                </a:lnTo>
                <a:lnTo>
                  <a:pt x="488795" y="58743"/>
                </a:lnTo>
                <a:lnTo>
                  <a:pt x="488990" y="58757"/>
                </a:lnTo>
                <a:lnTo>
                  <a:pt x="489181" y="58776"/>
                </a:lnTo>
                <a:lnTo>
                  <a:pt x="489369" y="58799"/>
                </a:lnTo>
                <a:lnTo>
                  <a:pt x="489552" y="58826"/>
                </a:lnTo>
                <a:lnTo>
                  <a:pt x="489733" y="58857"/>
                </a:lnTo>
                <a:lnTo>
                  <a:pt x="489909" y="58892"/>
                </a:lnTo>
                <a:lnTo>
                  <a:pt x="490082" y="58932"/>
                </a:lnTo>
                <a:lnTo>
                  <a:pt x="490251" y="58975"/>
                </a:lnTo>
                <a:lnTo>
                  <a:pt x="490417" y="59023"/>
                </a:lnTo>
                <a:lnTo>
                  <a:pt x="490579" y="59075"/>
                </a:lnTo>
                <a:lnTo>
                  <a:pt x="490737" y="59131"/>
                </a:lnTo>
                <a:lnTo>
                  <a:pt x="490892" y="59191"/>
                </a:lnTo>
                <a:lnTo>
                  <a:pt x="491042" y="59255"/>
                </a:lnTo>
                <a:lnTo>
                  <a:pt x="491190" y="59324"/>
                </a:lnTo>
                <a:lnTo>
                  <a:pt x="491333" y="59396"/>
                </a:lnTo>
                <a:lnTo>
                  <a:pt x="491473" y="59473"/>
                </a:lnTo>
                <a:lnTo>
                  <a:pt x="491610" y="59554"/>
                </a:lnTo>
                <a:lnTo>
                  <a:pt x="491742" y="59639"/>
                </a:lnTo>
                <a:lnTo>
                  <a:pt x="491871" y="59728"/>
                </a:lnTo>
                <a:lnTo>
                  <a:pt x="491996" y="59822"/>
                </a:lnTo>
                <a:lnTo>
                  <a:pt x="492118" y="59919"/>
                </a:lnTo>
                <a:lnTo>
                  <a:pt x="492237" y="60022"/>
                </a:lnTo>
                <a:lnTo>
                  <a:pt x="492352" y="60131"/>
                </a:lnTo>
                <a:lnTo>
                  <a:pt x="492465" y="60247"/>
                </a:lnTo>
                <a:lnTo>
                  <a:pt x="492576" y="60369"/>
                </a:lnTo>
                <a:lnTo>
                  <a:pt x="492684" y="60498"/>
                </a:lnTo>
                <a:lnTo>
                  <a:pt x="492789" y="60633"/>
                </a:lnTo>
                <a:lnTo>
                  <a:pt x="492891" y="60775"/>
                </a:lnTo>
                <a:lnTo>
                  <a:pt x="492991" y="60923"/>
                </a:lnTo>
                <a:lnTo>
                  <a:pt x="493088" y="61078"/>
                </a:lnTo>
                <a:lnTo>
                  <a:pt x="493183" y="61239"/>
                </a:lnTo>
                <a:lnTo>
                  <a:pt x="493275" y="61407"/>
                </a:lnTo>
                <a:lnTo>
                  <a:pt x="493364" y="61581"/>
                </a:lnTo>
                <a:lnTo>
                  <a:pt x="493451" y="61761"/>
                </a:lnTo>
                <a:lnTo>
                  <a:pt x="493534" y="61948"/>
                </a:lnTo>
                <a:lnTo>
                  <a:pt x="493616" y="62142"/>
                </a:lnTo>
                <a:lnTo>
                  <a:pt x="493694" y="62342"/>
                </a:lnTo>
                <a:lnTo>
                  <a:pt x="493770" y="62548"/>
                </a:lnTo>
                <a:lnTo>
                  <a:pt x="493843" y="62761"/>
                </a:lnTo>
                <a:lnTo>
                  <a:pt x="493914" y="62981"/>
                </a:lnTo>
                <a:lnTo>
                  <a:pt x="493982" y="63207"/>
                </a:lnTo>
                <a:lnTo>
                  <a:pt x="494047" y="63439"/>
                </a:lnTo>
                <a:lnTo>
                  <a:pt x="494109" y="63678"/>
                </a:lnTo>
                <a:lnTo>
                  <a:pt x="494169" y="63923"/>
                </a:lnTo>
                <a:lnTo>
                  <a:pt x="494227" y="64175"/>
                </a:lnTo>
                <a:lnTo>
                  <a:pt x="494297" y="64543"/>
                </a:lnTo>
                <a:lnTo>
                  <a:pt x="494364" y="64946"/>
                </a:lnTo>
                <a:lnTo>
                  <a:pt x="494429" y="65383"/>
                </a:lnTo>
                <a:lnTo>
                  <a:pt x="494490" y="65856"/>
                </a:lnTo>
                <a:lnTo>
                  <a:pt x="494549" y="66363"/>
                </a:lnTo>
                <a:lnTo>
                  <a:pt x="494604" y="66906"/>
                </a:lnTo>
                <a:lnTo>
                  <a:pt x="494656" y="67483"/>
                </a:lnTo>
                <a:lnTo>
                  <a:pt x="494706" y="68095"/>
                </a:lnTo>
                <a:lnTo>
                  <a:pt x="494752" y="68742"/>
                </a:lnTo>
                <a:lnTo>
                  <a:pt x="494796" y="69423"/>
                </a:lnTo>
                <a:lnTo>
                  <a:pt x="494836" y="70140"/>
                </a:lnTo>
                <a:lnTo>
                  <a:pt x="494874" y="70892"/>
                </a:lnTo>
                <a:lnTo>
                  <a:pt x="494908" y="71678"/>
                </a:lnTo>
                <a:lnTo>
                  <a:pt x="494939" y="72499"/>
                </a:lnTo>
                <a:lnTo>
                  <a:pt x="494968" y="73355"/>
                </a:lnTo>
                <a:lnTo>
                  <a:pt x="494993" y="74247"/>
                </a:lnTo>
                <a:lnTo>
                  <a:pt x="495016" y="75172"/>
                </a:lnTo>
                <a:lnTo>
                  <a:pt x="495035" y="76133"/>
                </a:lnTo>
                <a:lnTo>
                  <a:pt x="495052" y="77129"/>
                </a:lnTo>
                <a:lnTo>
                  <a:pt x="495065" y="78160"/>
                </a:lnTo>
                <a:lnTo>
                  <a:pt x="495076" y="79225"/>
                </a:lnTo>
                <a:lnTo>
                  <a:pt x="495083" y="80325"/>
                </a:lnTo>
                <a:lnTo>
                  <a:pt x="495088" y="81461"/>
                </a:lnTo>
                <a:lnTo>
                  <a:pt x="495089" y="82631"/>
                </a:lnTo>
                <a:lnTo>
                  <a:pt x="495089" y="116388"/>
                </a:lnTo>
                <a:lnTo>
                  <a:pt x="495087" y="117056"/>
                </a:lnTo>
                <a:lnTo>
                  <a:pt x="495080" y="117706"/>
                </a:lnTo>
                <a:lnTo>
                  <a:pt x="495069" y="118338"/>
                </a:lnTo>
                <a:lnTo>
                  <a:pt x="495053" y="118951"/>
                </a:lnTo>
                <a:lnTo>
                  <a:pt x="495033" y="119547"/>
                </a:lnTo>
                <a:lnTo>
                  <a:pt x="495008" y="120124"/>
                </a:lnTo>
                <a:lnTo>
                  <a:pt x="494979" y="120682"/>
                </a:lnTo>
                <a:lnTo>
                  <a:pt x="494945" y="121223"/>
                </a:lnTo>
                <a:lnTo>
                  <a:pt x="494907" y="121745"/>
                </a:lnTo>
                <a:lnTo>
                  <a:pt x="494865" y="122249"/>
                </a:lnTo>
                <a:lnTo>
                  <a:pt x="494817" y="122734"/>
                </a:lnTo>
                <a:lnTo>
                  <a:pt x="494766" y="123202"/>
                </a:lnTo>
                <a:lnTo>
                  <a:pt x="494710" y="123651"/>
                </a:lnTo>
                <a:lnTo>
                  <a:pt x="494649" y="124082"/>
                </a:lnTo>
                <a:lnTo>
                  <a:pt x="494584" y="124494"/>
                </a:lnTo>
                <a:lnTo>
                  <a:pt x="494514" y="124889"/>
                </a:lnTo>
                <a:lnTo>
                  <a:pt x="494440" y="125265"/>
                </a:lnTo>
                <a:lnTo>
                  <a:pt x="494361" y="125623"/>
                </a:lnTo>
                <a:lnTo>
                  <a:pt x="494278" y="125962"/>
                </a:lnTo>
                <a:lnTo>
                  <a:pt x="494191" y="126283"/>
                </a:lnTo>
                <a:lnTo>
                  <a:pt x="494099" y="126586"/>
                </a:lnTo>
                <a:lnTo>
                  <a:pt x="494002" y="126871"/>
                </a:lnTo>
                <a:lnTo>
                  <a:pt x="493901" y="127138"/>
                </a:lnTo>
                <a:lnTo>
                  <a:pt x="493795" y="127386"/>
                </a:lnTo>
                <a:lnTo>
                  <a:pt x="493686" y="127622"/>
                </a:lnTo>
                <a:lnTo>
                  <a:pt x="493573" y="127853"/>
                </a:lnTo>
                <a:lnTo>
                  <a:pt x="493458" y="128078"/>
                </a:lnTo>
                <a:lnTo>
                  <a:pt x="493339" y="128297"/>
                </a:lnTo>
                <a:lnTo>
                  <a:pt x="493217" y="128511"/>
                </a:lnTo>
                <a:lnTo>
                  <a:pt x="493091" y="128719"/>
                </a:lnTo>
                <a:lnTo>
                  <a:pt x="492963" y="128921"/>
                </a:lnTo>
                <a:lnTo>
                  <a:pt x="492832" y="129118"/>
                </a:lnTo>
                <a:lnTo>
                  <a:pt x="492697" y="129309"/>
                </a:lnTo>
                <a:lnTo>
                  <a:pt x="492559" y="129495"/>
                </a:lnTo>
                <a:lnTo>
                  <a:pt x="492418" y="129674"/>
                </a:lnTo>
                <a:lnTo>
                  <a:pt x="492274" y="129849"/>
                </a:lnTo>
                <a:lnTo>
                  <a:pt x="492126" y="130017"/>
                </a:lnTo>
                <a:lnTo>
                  <a:pt x="491976" y="130180"/>
                </a:lnTo>
                <a:lnTo>
                  <a:pt x="491822" y="130337"/>
                </a:lnTo>
                <a:lnTo>
                  <a:pt x="491665" y="130489"/>
                </a:lnTo>
                <a:lnTo>
                  <a:pt x="491505" y="130635"/>
                </a:lnTo>
                <a:lnTo>
                  <a:pt x="491342" y="130775"/>
                </a:lnTo>
                <a:lnTo>
                  <a:pt x="491176" y="130910"/>
                </a:lnTo>
                <a:lnTo>
                  <a:pt x="491007" y="131039"/>
                </a:lnTo>
                <a:lnTo>
                  <a:pt x="490834" y="131162"/>
                </a:lnTo>
                <a:lnTo>
                  <a:pt x="490658" y="131280"/>
                </a:lnTo>
                <a:lnTo>
                  <a:pt x="490479" y="131392"/>
                </a:lnTo>
                <a:lnTo>
                  <a:pt x="490297" y="131498"/>
                </a:lnTo>
                <a:lnTo>
                  <a:pt x="490106" y="131599"/>
                </a:lnTo>
                <a:lnTo>
                  <a:pt x="489900" y="131697"/>
                </a:lnTo>
                <a:lnTo>
                  <a:pt x="489680" y="131789"/>
                </a:lnTo>
                <a:lnTo>
                  <a:pt x="489445" y="131878"/>
                </a:lnTo>
                <a:lnTo>
                  <a:pt x="489196" y="131962"/>
                </a:lnTo>
                <a:lnTo>
                  <a:pt x="488931" y="132042"/>
                </a:lnTo>
                <a:lnTo>
                  <a:pt x="488652" y="132117"/>
                </a:lnTo>
                <a:lnTo>
                  <a:pt x="488359" y="132189"/>
                </a:lnTo>
                <a:lnTo>
                  <a:pt x="488051" y="132255"/>
                </a:lnTo>
                <a:lnTo>
                  <a:pt x="487728" y="132318"/>
                </a:lnTo>
                <a:lnTo>
                  <a:pt x="487391" y="132376"/>
                </a:lnTo>
                <a:lnTo>
                  <a:pt x="487038" y="132430"/>
                </a:lnTo>
                <a:lnTo>
                  <a:pt x="486672" y="132480"/>
                </a:lnTo>
                <a:lnTo>
                  <a:pt x="486290" y="132525"/>
                </a:lnTo>
                <a:lnTo>
                  <a:pt x="485894" y="132566"/>
                </a:lnTo>
                <a:lnTo>
                  <a:pt x="485484" y="132603"/>
                </a:lnTo>
                <a:lnTo>
                  <a:pt x="485058" y="132635"/>
                </a:lnTo>
                <a:lnTo>
                  <a:pt x="484618" y="132663"/>
                </a:lnTo>
                <a:lnTo>
                  <a:pt x="484164" y="132687"/>
                </a:lnTo>
                <a:lnTo>
                  <a:pt x="483695" y="132706"/>
                </a:lnTo>
                <a:lnTo>
                  <a:pt x="483211" y="132722"/>
                </a:lnTo>
                <a:lnTo>
                  <a:pt x="482712" y="132732"/>
                </a:lnTo>
                <a:lnTo>
                  <a:pt x="482199" y="132739"/>
                </a:lnTo>
                <a:lnTo>
                  <a:pt x="481671" y="132741"/>
                </a:lnTo>
                <a:lnTo>
                  <a:pt x="481671" y="136287"/>
                </a:lnTo>
                <a:lnTo>
                  <a:pt x="524321" y="136287"/>
                </a:lnTo>
                <a:lnTo>
                  <a:pt x="524321" y="132741"/>
                </a:lnTo>
                <a:lnTo>
                  <a:pt x="523809" y="132739"/>
                </a:lnTo>
                <a:lnTo>
                  <a:pt x="523310" y="132732"/>
                </a:lnTo>
                <a:lnTo>
                  <a:pt x="522824" y="132720"/>
                </a:lnTo>
                <a:lnTo>
                  <a:pt x="522352" y="132704"/>
                </a:lnTo>
                <a:lnTo>
                  <a:pt x="521894" y="132683"/>
                </a:lnTo>
                <a:lnTo>
                  <a:pt x="521449" y="132657"/>
                </a:lnTo>
                <a:lnTo>
                  <a:pt x="521017" y="132627"/>
                </a:lnTo>
                <a:lnTo>
                  <a:pt x="520599" y="132592"/>
                </a:lnTo>
                <a:lnTo>
                  <a:pt x="520194" y="132553"/>
                </a:lnTo>
                <a:lnTo>
                  <a:pt x="519803" y="132509"/>
                </a:lnTo>
                <a:lnTo>
                  <a:pt x="519426" y="132460"/>
                </a:lnTo>
                <a:lnTo>
                  <a:pt x="519062" y="132406"/>
                </a:lnTo>
                <a:lnTo>
                  <a:pt x="518711" y="132348"/>
                </a:lnTo>
                <a:lnTo>
                  <a:pt x="518374" y="132285"/>
                </a:lnTo>
                <a:lnTo>
                  <a:pt x="518050" y="132218"/>
                </a:lnTo>
                <a:lnTo>
                  <a:pt x="517740" y="132146"/>
                </a:lnTo>
                <a:lnTo>
                  <a:pt x="517443" y="132069"/>
                </a:lnTo>
                <a:lnTo>
                  <a:pt x="517160" y="131988"/>
                </a:lnTo>
                <a:lnTo>
                  <a:pt x="516890" y="131902"/>
                </a:lnTo>
                <a:lnTo>
                  <a:pt x="516634" y="131811"/>
                </a:lnTo>
                <a:lnTo>
                  <a:pt x="516391" y="131716"/>
                </a:lnTo>
                <a:lnTo>
                  <a:pt x="516161" y="131616"/>
                </a:lnTo>
                <a:lnTo>
                  <a:pt x="515945" y="131511"/>
                </a:lnTo>
                <a:lnTo>
                  <a:pt x="515743" y="131402"/>
                </a:lnTo>
                <a:lnTo>
                  <a:pt x="515549" y="131288"/>
                </a:lnTo>
                <a:lnTo>
                  <a:pt x="515360" y="131169"/>
                </a:lnTo>
                <a:lnTo>
                  <a:pt x="515174" y="131046"/>
                </a:lnTo>
                <a:lnTo>
                  <a:pt x="514992" y="130917"/>
                </a:lnTo>
                <a:lnTo>
                  <a:pt x="514815" y="130784"/>
                </a:lnTo>
                <a:lnTo>
                  <a:pt x="514641" y="130646"/>
                </a:lnTo>
                <a:lnTo>
                  <a:pt x="514471" y="130503"/>
                </a:lnTo>
                <a:lnTo>
                  <a:pt x="514305" y="130356"/>
                </a:lnTo>
                <a:lnTo>
                  <a:pt x="514144" y="130203"/>
                </a:lnTo>
                <a:lnTo>
                  <a:pt x="513986" y="130046"/>
                </a:lnTo>
                <a:lnTo>
                  <a:pt x="513832" y="129884"/>
                </a:lnTo>
                <a:lnTo>
                  <a:pt x="513682" y="129717"/>
                </a:lnTo>
                <a:lnTo>
                  <a:pt x="513537" y="129545"/>
                </a:lnTo>
                <a:lnTo>
                  <a:pt x="513395" y="129368"/>
                </a:lnTo>
                <a:lnTo>
                  <a:pt x="513257" y="129187"/>
                </a:lnTo>
                <a:lnTo>
                  <a:pt x="513123" y="129001"/>
                </a:lnTo>
                <a:lnTo>
                  <a:pt x="512994" y="128810"/>
                </a:lnTo>
                <a:lnTo>
                  <a:pt x="512868" y="128614"/>
                </a:lnTo>
                <a:lnTo>
                  <a:pt x="512746" y="128413"/>
                </a:lnTo>
                <a:lnTo>
                  <a:pt x="512628" y="128208"/>
                </a:lnTo>
                <a:lnTo>
                  <a:pt x="512514" y="127998"/>
                </a:lnTo>
                <a:lnTo>
                  <a:pt x="512405" y="127783"/>
                </a:lnTo>
                <a:lnTo>
                  <a:pt x="512299" y="127563"/>
                </a:lnTo>
                <a:lnTo>
                  <a:pt x="512197" y="127338"/>
                </a:lnTo>
                <a:lnTo>
                  <a:pt x="512099" y="127101"/>
                </a:lnTo>
                <a:lnTo>
                  <a:pt x="512006" y="126845"/>
                </a:lnTo>
                <a:lnTo>
                  <a:pt x="511916" y="126571"/>
                </a:lnTo>
                <a:lnTo>
                  <a:pt x="511831" y="126277"/>
                </a:lnTo>
                <a:lnTo>
                  <a:pt x="511750" y="125964"/>
                </a:lnTo>
                <a:lnTo>
                  <a:pt x="511673" y="125632"/>
                </a:lnTo>
                <a:lnTo>
                  <a:pt x="511600" y="125280"/>
                </a:lnTo>
                <a:lnTo>
                  <a:pt x="511531" y="124910"/>
                </a:lnTo>
                <a:lnTo>
                  <a:pt x="511467" y="124521"/>
                </a:lnTo>
                <a:lnTo>
                  <a:pt x="511407" y="124112"/>
                </a:lnTo>
                <a:lnTo>
                  <a:pt x="511350" y="123684"/>
                </a:lnTo>
                <a:lnTo>
                  <a:pt x="511298" y="123238"/>
                </a:lnTo>
                <a:lnTo>
                  <a:pt x="511251" y="122772"/>
                </a:lnTo>
                <a:lnTo>
                  <a:pt x="511207" y="122287"/>
                </a:lnTo>
                <a:lnTo>
                  <a:pt x="511167" y="121783"/>
                </a:lnTo>
                <a:lnTo>
                  <a:pt x="511132" y="121260"/>
                </a:lnTo>
                <a:lnTo>
                  <a:pt x="511101" y="120718"/>
                </a:lnTo>
                <a:lnTo>
                  <a:pt x="511074" y="120157"/>
                </a:lnTo>
                <a:lnTo>
                  <a:pt x="511051" y="119576"/>
                </a:lnTo>
                <a:lnTo>
                  <a:pt x="511032" y="118977"/>
                </a:lnTo>
                <a:lnTo>
                  <a:pt x="511018" y="118358"/>
                </a:lnTo>
                <a:lnTo>
                  <a:pt x="511007" y="117721"/>
                </a:lnTo>
                <a:lnTo>
                  <a:pt x="511001" y="117064"/>
                </a:lnTo>
                <a:lnTo>
                  <a:pt x="510999" y="116388"/>
                </a:lnTo>
                <a:lnTo>
                  <a:pt x="510999" y="46004"/>
                </a:lnTo>
                <a:lnTo>
                  <a:pt x="506782" y="46004"/>
                </a:lnTo>
                <a:lnTo>
                  <a:pt x="480329" y="56714"/>
                </a:lnTo>
                <a:lnTo>
                  <a:pt x="481671" y="60159"/>
                </a:lnTo>
                <a:lnTo>
                  <a:pt x="481989" y="60042"/>
                </a:lnTo>
                <a:close/>
                <a:moveTo>
                  <a:pt x="667136" y="126128"/>
                </a:moveTo>
                <a:lnTo>
                  <a:pt x="667186" y="126711"/>
                </a:lnTo>
                <a:lnTo>
                  <a:pt x="667245" y="127278"/>
                </a:lnTo>
                <a:lnTo>
                  <a:pt x="667314" y="127829"/>
                </a:lnTo>
                <a:lnTo>
                  <a:pt x="667391" y="128364"/>
                </a:lnTo>
                <a:lnTo>
                  <a:pt x="667479" y="128883"/>
                </a:lnTo>
                <a:lnTo>
                  <a:pt x="667575" y="129387"/>
                </a:lnTo>
                <a:lnTo>
                  <a:pt x="667681" y="129874"/>
                </a:lnTo>
                <a:lnTo>
                  <a:pt x="667796" y="130345"/>
                </a:lnTo>
                <a:lnTo>
                  <a:pt x="667920" y="130800"/>
                </a:lnTo>
                <a:lnTo>
                  <a:pt x="668054" y="131239"/>
                </a:lnTo>
                <a:lnTo>
                  <a:pt x="668197" y="131663"/>
                </a:lnTo>
                <a:lnTo>
                  <a:pt x="668350" y="132070"/>
                </a:lnTo>
                <a:lnTo>
                  <a:pt x="668512" y="132461"/>
                </a:lnTo>
                <a:lnTo>
                  <a:pt x="668683" y="132837"/>
                </a:lnTo>
                <a:lnTo>
                  <a:pt x="668863" y="133196"/>
                </a:lnTo>
                <a:lnTo>
                  <a:pt x="669053" y="133540"/>
                </a:lnTo>
                <a:lnTo>
                  <a:pt x="669252" y="133867"/>
                </a:lnTo>
                <a:lnTo>
                  <a:pt x="669460" y="134179"/>
                </a:lnTo>
                <a:lnTo>
                  <a:pt x="669678" y="134474"/>
                </a:lnTo>
                <a:lnTo>
                  <a:pt x="669905" y="134754"/>
                </a:lnTo>
                <a:lnTo>
                  <a:pt x="670140" y="135020"/>
                </a:lnTo>
                <a:lnTo>
                  <a:pt x="670381" y="135274"/>
                </a:lnTo>
                <a:lnTo>
                  <a:pt x="670629" y="135517"/>
                </a:lnTo>
                <a:lnTo>
                  <a:pt x="670884" y="135749"/>
                </a:lnTo>
                <a:lnTo>
                  <a:pt x="671146" y="135970"/>
                </a:lnTo>
                <a:lnTo>
                  <a:pt x="671414" y="136179"/>
                </a:lnTo>
                <a:lnTo>
                  <a:pt x="671689" y="136377"/>
                </a:lnTo>
                <a:lnTo>
                  <a:pt x="671970" y="136564"/>
                </a:lnTo>
                <a:lnTo>
                  <a:pt x="672259" y="136739"/>
                </a:lnTo>
                <a:lnTo>
                  <a:pt x="672554" y="136903"/>
                </a:lnTo>
                <a:lnTo>
                  <a:pt x="672855" y="137056"/>
                </a:lnTo>
                <a:lnTo>
                  <a:pt x="673163" y="137198"/>
                </a:lnTo>
                <a:lnTo>
                  <a:pt x="673478" y="137328"/>
                </a:lnTo>
                <a:lnTo>
                  <a:pt x="673799" y="137447"/>
                </a:lnTo>
                <a:lnTo>
                  <a:pt x="674128" y="137554"/>
                </a:lnTo>
                <a:lnTo>
                  <a:pt x="674462" y="137650"/>
                </a:lnTo>
                <a:lnTo>
                  <a:pt x="674804" y="137735"/>
                </a:lnTo>
                <a:lnTo>
                  <a:pt x="675152" y="137809"/>
                </a:lnTo>
                <a:lnTo>
                  <a:pt x="675507" y="137871"/>
                </a:lnTo>
                <a:lnTo>
                  <a:pt x="675868" y="137922"/>
                </a:lnTo>
                <a:lnTo>
                  <a:pt x="676236" y="137961"/>
                </a:lnTo>
                <a:lnTo>
                  <a:pt x="676611" y="137990"/>
                </a:lnTo>
                <a:lnTo>
                  <a:pt x="676992" y="138007"/>
                </a:lnTo>
                <a:lnTo>
                  <a:pt x="677380" y="138012"/>
                </a:lnTo>
                <a:lnTo>
                  <a:pt x="678197" y="137987"/>
                </a:lnTo>
                <a:lnTo>
                  <a:pt x="679016" y="137912"/>
                </a:lnTo>
                <a:lnTo>
                  <a:pt x="679839" y="137788"/>
                </a:lnTo>
                <a:lnTo>
                  <a:pt x="680665" y="137613"/>
                </a:lnTo>
                <a:lnTo>
                  <a:pt x="681495" y="137388"/>
                </a:lnTo>
                <a:lnTo>
                  <a:pt x="682328" y="137114"/>
                </a:lnTo>
                <a:lnTo>
                  <a:pt x="683164" y="136789"/>
                </a:lnTo>
                <a:lnTo>
                  <a:pt x="684004" y="136415"/>
                </a:lnTo>
                <a:lnTo>
                  <a:pt x="684847" y="135991"/>
                </a:lnTo>
                <a:lnTo>
                  <a:pt x="685693" y="135516"/>
                </a:lnTo>
                <a:lnTo>
                  <a:pt x="686543" y="134992"/>
                </a:lnTo>
                <a:lnTo>
                  <a:pt x="687396" y="134418"/>
                </a:lnTo>
                <a:lnTo>
                  <a:pt x="688252" y="133794"/>
                </a:lnTo>
                <a:lnTo>
                  <a:pt x="689112" y="133120"/>
                </a:lnTo>
                <a:lnTo>
                  <a:pt x="689974" y="132397"/>
                </a:lnTo>
                <a:lnTo>
                  <a:pt x="690841" y="131623"/>
                </a:lnTo>
                <a:lnTo>
                  <a:pt x="691710" y="130799"/>
                </a:lnTo>
                <a:lnTo>
                  <a:pt x="692583" y="129926"/>
                </a:lnTo>
                <a:lnTo>
                  <a:pt x="693459" y="129002"/>
                </a:lnTo>
                <a:lnTo>
                  <a:pt x="694339" y="128029"/>
                </a:lnTo>
                <a:lnTo>
                  <a:pt x="695222" y="127005"/>
                </a:lnTo>
                <a:lnTo>
                  <a:pt x="696108" y="125932"/>
                </a:lnTo>
                <a:lnTo>
                  <a:pt x="696998" y="124809"/>
                </a:lnTo>
                <a:lnTo>
                  <a:pt x="697890" y="123636"/>
                </a:lnTo>
                <a:lnTo>
                  <a:pt x="697890" y="118269"/>
                </a:lnTo>
                <a:lnTo>
                  <a:pt x="697418" y="118740"/>
                </a:lnTo>
                <a:lnTo>
                  <a:pt x="696958" y="119196"/>
                </a:lnTo>
                <a:lnTo>
                  <a:pt x="696511" y="119636"/>
                </a:lnTo>
                <a:lnTo>
                  <a:pt x="696077" y="120061"/>
                </a:lnTo>
                <a:lnTo>
                  <a:pt x="695657" y="120469"/>
                </a:lnTo>
                <a:lnTo>
                  <a:pt x="695249" y="120863"/>
                </a:lnTo>
                <a:lnTo>
                  <a:pt x="694854" y="121240"/>
                </a:lnTo>
                <a:lnTo>
                  <a:pt x="694472" y="121602"/>
                </a:lnTo>
                <a:lnTo>
                  <a:pt x="694103" y="121948"/>
                </a:lnTo>
                <a:lnTo>
                  <a:pt x="693747" y="122279"/>
                </a:lnTo>
                <a:lnTo>
                  <a:pt x="693404" y="122594"/>
                </a:lnTo>
                <a:lnTo>
                  <a:pt x="693074" y="122893"/>
                </a:lnTo>
                <a:lnTo>
                  <a:pt x="692757" y="123177"/>
                </a:lnTo>
                <a:lnTo>
                  <a:pt x="692453" y="123445"/>
                </a:lnTo>
                <a:lnTo>
                  <a:pt x="692162" y="123697"/>
                </a:lnTo>
                <a:lnTo>
                  <a:pt x="691884" y="123934"/>
                </a:lnTo>
                <a:lnTo>
                  <a:pt x="691619" y="124155"/>
                </a:lnTo>
                <a:lnTo>
                  <a:pt x="691367" y="124361"/>
                </a:lnTo>
                <a:lnTo>
                  <a:pt x="691128" y="124551"/>
                </a:lnTo>
                <a:lnTo>
                  <a:pt x="690902" y="124725"/>
                </a:lnTo>
                <a:lnTo>
                  <a:pt x="690689" y="124883"/>
                </a:lnTo>
                <a:lnTo>
                  <a:pt x="690489" y="125026"/>
                </a:lnTo>
                <a:lnTo>
                  <a:pt x="690301" y="125154"/>
                </a:lnTo>
                <a:lnTo>
                  <a:pt x="690127" y="125265"/>
                </a:lnTo>
                <a:lnTo>
                  <a:pt x="690031" y="125320"/>
                </a:lnTo>
                <a:lnTo>
                  <a:pt x="689933" y="125373"/>
                </a:lnTo>
                <a:lnTo>
                  <a:pt x="689834" y="125423"/>
                </a:lnTo>
                <a:lnTo>
                  <a:pt x="689733" y="125470"/>
                </a:lnTo>
                <a:lnTo>
                  <a:pt x="689631" y="125516"/>
                </a:lnTo>
                <a:lnTo>
                  <a:pt x="689528" y="125559"/>
                </a:lnTo>
                <a:lnTo>
                  <a:pt x="689424" y="125600"/>
                </a:lnTo>
                <a:lnTo>
                  <a:pt x="689318" y="125638"/>
                </a:lnTo>
                <a:lnTo>
                  <a:pt x="689211" y="125674"/>
                </a:lnTo>
                <a:lnTo>
                  <a:pt x="689102" y="125708"/>
                </a:lnTo>
                <a:lnTo>
                  <a:pt x="688992" y="125739"/>
                </a:lnTo>
                <a:lnTo>
                  <a:pt x="688881" y="125769"/>
                </a:lnTo>
                <a:lnTo>
                  <a:pt x="688769" y="125795"/>
                </a:lnTo>
                <a:lnTo>
                  <a:pt x="688655" y="125820"/>
                </a:lnTo>
                <a:lnTo>
                  <a:pt x="688540" y="125842"/>
                </a:lnTo>
                <a:lnTo>
                  <a:pt x="688423" y="125862"/>
                </a:lnTo>
                <a:lnTo>
                  <a:pt x="688306" y="125879"/>
                </a:lnTo>
                <a:lnTo>
                  <a:pt x="688186" y="125894"/>
                </a:lnTo>
                <a:lnTo>
                  <a:pt x="688066" y="125907"/>
                </a:lnTo>
                <a:lnTo>
                  <a:pt x="687944" y="125918"/>
                </a:lnTo>
                <a:lnTo>
                  <a:pt x="687821" y="125926"/>
                </a:lnTo>
                <a:lnTo>
                  <a:pt x="687697" y="125932"/>
                </a:lnTo>
                <a:lnTo>
                  <a:pt x="687571" y="125935"/>
                </a:lnTo>
                <a:lnTo>
                  <a:pt x="687444" y="125936"/>
                </a:lnTo>
                <a:lnTo>
                  <a:pt x="687324" y="125935"/>
                </a:lnTo>
                <a:lnTo>
                  <a:pt x="687206" y="125930"/>
                </a:lnTo>
                <a:lnTo>
                  <a:pt x="687089" y="125921"/>
                </a:lnTo>
                <a:lnTo>
                  <a:pt x="686974" y="125910"/>
                </a:lnTo>
                <a:lnTo>
                  <a:pt x="686859" y="125895"/>
                </a:lnTo>
                <a:lnTo>
                  <a:pt x="686746" y="125877"/>
                </a:lnTo>
                <a:lnTo>
                  <a:pt x="686634" y="125855"/>
                </a:lnTo>
                <a:lnTo>
                  <a:pt x="686522" y="125830"/>
                </a:lnTo>
                <a:lnTo>
                  <a:pt x="686413" y="125802"/>
                </a:lnTo>
                <a:lnTo>
                  <a:pt x="686304" y="125770"/>
                </a:lnTo>
                <a:lnTo>
                  <a:pt x="686196" y="125736"/>
                </a:lnTo>
                <a:lnTo>
                  <a:pt x="686090" y="125697"/>
                </a:lnTo>
                <a:lnTo>
                  <a:pt x="685985" y="125656"/>
                </a:lnTo>
                <a:lnTo>
                  <a:pt x="685881" y="125611"/>
                </a:lnTo>
                <a:lnTo>
                  <a:pt x="685778" y="125563"/>
                </a:lnTo>
                <a:lnTo>
                  <a:pt x="685676" y="125512"/>
                </a:lnTo>
                <a:lnTo>
                  <a:pt x="685575" y="125457"/>
                </a:lnTo>
                <a:lnTo>
                  <a:pt x="685476" y="125399"/>
                </a:lnTo>
                <a:lnTo>
                  <a:pt x="685378" y="125337"/>
                </a:lnTo>
                <a:lnTo>
                  <a:pt x="685281" y="125273"/>
                </a:lnTo>
                <a:lnTo>
                  <a:pt x="685185" y="125205"/>
                </a:lnTo>
                <a:lnTo>
                  <a:pt x="685090" y="125133"/>
                </a:lnTo>
                <a:lnTo>
                  <a:pt x="684996" y="125059"/>
                </a:lnTo>
                <a:lnTo>
                  <a:pt x="684904" y="124981"/>
                </a:lnTo>
                <a:lnTo>
                  <a:pt x="684813" y="124898"/>
                </a:lnTo>
                <a:lnTo>
                  <a:pt x="684724" y="124808"/>
                </a:lnTo>
                <a:lnTo>
                  <a:pt x="684638" y="124712"/>
                </a:lnTo>
                <a:lnTo>
                  <a:pt x="684554" y="124610"/>
                </a:lnTo>
                <a:lnTo>
                  <a:pt x="684472" y="124500"/>
                </a:lnTo>
                <a:lnTo>
                  <a:pt x="684392" y="124385"/>
                </a:lnTo>
                <a:lnTo>
                  <a:pt x="684314" y="124263"/>
                </a:lnTo>
                <a:lnTo>
                  <a:pt x="684238" y="124135"/>
                </a:lnTo>
                <a:lnTo>
                  <a:pt x="684165" y="124000"/>
                </a:lnTo>
                <a:lnTo>
                  <a:pt x="684093" y="123858"/>
                </a:lnTo>
                <a:lnTo>
                  <a:pt x="684024" y="123710"/>
                </a:lnTo>
                <a:lnTo>
                  <a:pt x="683957" y="123556"/>
                </a:lnTo>
                <a:lnTo>
                  <a:pt x="683893" y="123395"/>
                </a:lnTo>
                <a:lnTo>
                  <a:pt x="683830" y="123228"/>
                </a:lnTo>
                <a:lnTo>
                  <a:pt x="683769" y="123054"/>
                </a:lnTo>
                <a:lnTo>
                  <a:pt x="683711" y="122874"/>
                </a:lnTo>
                <a:lnTo>
                  <a:pt x="683655" y="122687"/>
                </a:lnTo>
                <a:lnTo>
                  <a:pt x="683601" y="122494"/>
                </a:lnTo>
                <a:lnTo>
                  <a:pt x="683549" y="122294"/>
                </a:lnTo>
                <a:lnTo>
                  <a:pt x="683499" y="122088"/>
                </a:lnTo>
                <a:lnTo>
                  <a:pt x="683452" y="121875"/>
                </a:lnTo>
                <a:lnTo>
                  <a:pt x="683407" y="121656"/>
                </a:lnTo>
                <a:lnTo>
                  <a:pt x="683363" y="121430"/>
                </a:lnTo>
                <a:lnTo>
                  <a:pt x="683322" y="121198"/>
                </a:lnTo>
                <a:lnTo>
                  <a:pt x="683283" y="120946"/>
                </a:lnTo>
                <a:lnTo>
                  <a:pt x="683246" y="120660"/>
                </a:lnTo>
                <a:lnTo>
                  <a:pt x="683210" y="120340"/>
                </a:lnTo>
                <a:lnTo>
                  <a:pt x="683176" y="119987"/>
                </a:lnTo>
                <a:lnTo>
                  <a:pt x="683144" y="119600"/>
                </a:lnTo>
                <a:lnTo>
                  <a:pt x="683113" y="119179"/>
                </a:lnTo>
                <a:lnTo>
                  <a:pt x="683084" y="118724"/>
                </a:lnTo>
                <a:lnTo>
                  <a:pt x="683056" y="118236"/>
                </a:lnTo>
                <a:lnTo>
                  <a:pt x="683030" y="117713"/>
                </a:lnTo>
                <a:lnTo>
                  <a:pt x="683006" y="117158"/>
                </a:lnTo>
                <a:lnTo>
                  <a:pt x="682984" y="116568"/>
                </a:lnTo>
                <a:lnTo>
                  <a:pt x="682963" y="115945"/>
                </a:lnTo>
                <a:lnTo>
                  <a:pt x="682944" y="115288"/>
                </a:lnTo>
                <a:lnTo>
                  <a:pt x="682926" y="114597"/>
                </a:lnTo>
                <a:lnTo>
                  <a:pt x="682911" y="113872"/>
                </a:lnTo>
                <a:lnTo>
                  <a:pt x="682896" y="113114"/>
                </a:lnTo>
                <a:lnTo>
                  <a:pt x="682884" y="112322"/>
                </a:lnTo>
                <a:lnTo>
                  <a:pt x="682873" y="111496"/>
                </a:lnTo>
                <a:lnTo>
                  <a:pt x="682864" y="110637"/>
                </a:lnTo>
                <a:lnTo>
                  <a:pt x="682857" y="109744"/>
                </a:lnTo>
                <a:lnTo>
                  <a:pt x="682851" y="108817"/>
                </a:lnTo>
                <a:lnTo>
                  <a:pt x="682847" y="107856"/>
                </a:lnTo>
                <a:lnTo>
                  <a:pt x="682844" y="106862"/>
                </a:lnTo>
                <a:lnTo>
                  <a:pt x="682843" y="105833"/>
                </a:lnTo>
                <a:lnTo>
                  <a:pt x="682843" y="76063"/>
                </a:lnTo>
                <a:lnTo>
                  <a:pt x="682840" y="75016"/>
                </a:lnTo>
                <a:lnTo>
                  <a:pt x="682831" y="74000"/>
                </a:lnTo>
                <a:lnTo>
                  <a:pt x="682816" y="73014"/>
                </a:lnTo>
                <a:lnTo>
                  <a:pt x="682795" y="72058"/>
                </a:lnTo>
                <a:lnTo>
                  <a:pt x="682768" y="71132"/>
                </a:lnTo>
                <a:lnTo>
                  <a:pt x="682735" y="70235"/>
                </a:lnTo>
                <a:lnTo>
                  <a:pt x="682696" y="69369"/>
                </a:lnTo>
                <a:lnTo>
                  <a:pt x="682652" y="68532"/>
                </a:lnTo>
                <a:lnTo>
                  <a:pt x="682601" y="67725"/>
                </a:lnTo>
                <a:lnTo>
                  <a:pt x="682544" y="66948"/>
                </a:lnTo>
                <a:lnTo>
                  <a:pt x="682481" y="66202"/>
                </a:lnTo>
                <a:lnTo>
                  <a:pt x="682412" y="65485"/>
                </a:lnTo>
                <a:lnTo>
                  <a:pt x="682337" y="64798"/>
                </a:lnTo>
                <a:lnTo>
                  <a:pt x="682256" y="64141"/>
                </a:lnTo>
                <a:lnTo>
                  <a:pt x="682169" y="63513"/>
                </a:lnTo>
                <a:lnTo>
                  <a:pt x="682076" y="62916"/>
                </a:lnTo>
                <a:lnTo>
                  <a:pt x="681978" y="62349"/>
                </a:lnTo>
                <a:lnTo>
                  <a:pt x="681873" y="61811"/>
                </a:lnTo>
                <a:lnTo>
                  <a:pt x="681762" y="61304"/>
                </a:lnTo>
                <a:lnTo>
                  <a:pt x="681645" y="60826"/>
                </a:lnTo>
                <a:lnTo>
                  <a:pt x="681522" y="60379"/>
                </a:lnTo>
                <a:lnTo>
                  <a:pt x="681394" y="59961"/>
                </a:lnTo>
                <a:lnTo>
                  <a:pt x="681259" y="59573"/>
                </a:lnTo>
                <a:lnTo>
                  <a:pt x="681118" y="59215"/>
                </a:lnTo>
                <a:lnTo>
                  <a:pt x="680889" y="58695"/>
                </a:lnTo>
                <a:lnTo>
                  <a:pt x="680650" y="58185"/>
                </a:lnTo>
                <a:lnTo>
                  <a:pt x="680401" y="57688"/>
                </a:lnTo>
                <a:lnTo>
                  <a:pt x="680141" y="57202"/>
                </a:lnTo>
                <a:lnTo>
                  <a:pt x="679871" y="56728"/>
                </a:lnTo>
                <a:lnTo>
                  <a:pt x="679591" y="56265"/>
                </a:lnTo>
                <a:lnTo>
                  <a:pt x="679300" y="55814"/>
                </a:lnTo>
                <a:lnTo>
                  <a:pt x="678999" y="55375"/>
                </a:lnTo>
                <a:lnTo>
                  <a:pt x="678688" y="54947"/>
                </a:lnTo>
                <a:lnTo>
                  <a:pt x="678366" y="54531"/>
                </a:lnTo>
                <a:lnTo>
                  <a:pt x="678034" y="54126"/>
                </a:lnTo>
                <a:lnTo>
                  <a:pt x="677692" y="53734"/>
                </a:lnTo>
                <a:lnTo>
                  <a:pt x="677339" y="53352"/>
                </a:lnTo>
                <a:lnTo>
                  <a:pt x="676976" y="52983"/>
                </a:lnTo>
                <a:lnTo>
                  <a:pt x="676603" y="52625"/>
                </a:lnTo>
                <a:lnTo>
                  <a:pt x="676219" y="52279"/>
                </a:lnTo>
                <a:lnTo>
                  <a:pt x="675826" y="51944"/>
                </a:lnTo>
                <a:lnTo>
                  <a:pt x="675421" y="51621"/>
                </a:lnTo>
                <a:lnTo>
                  <a:pt x="675007" y="51310"/>
                </a:lnTo>
                <a:lnTo>
                  <a:pt x="674582" y="51010"/>
                </a:lnTo>
                <a:lnTo>
                  <a:pt x="674147" y="50722"/>
                </a:lnTo>
                <a:lnTo>
                  <a:pt x="673702" y="50446"/>
                </a:lnTo>
                <a:lnTo>
                  <a:pt x="673246" y="50181"/>
                </a:lnTo>
                <a:lnTo>
                  <a:pt x="672780" y="49928"/>
                </a:lnTo>
                <a:lnTo>
                  <a:pt x="672150" y="49607"/>
                </a:lnTo>
                <a:lnTo>
                  <a:pt x="671505" y="49301"/>
                </a:lnTo>
                <a:lnTo>
                  <a:pt x="670845" y="49008"/>
                </a:lnTo>
                <a:lnTo>
                  <a:pt x="670171" y="48729"/>
                </a:lnTo>
                <a:lnTo>
                  <a:pt x="669482" y="48463"/>
                </a:lnTo>
                <a:lnTo>
                  <a:pt x="668778" y="48211"/>
                </a:lnTo>
                <a:lnTo>
                  <a:pt x="668060" y="47973"/>
                </a:lnTo>
                <a:lnTo>
                  <a:pt x="667327" y="47748"/>
                </a:lnTo>
                <a:lnTo>
                  <a:pt x="666580" y="47537"/>
                </a:lnTo>
                <a:lnTo>
                  <a:pt x="665818" y="47339"/>
                </a:lnTo>
                <a:lnTo>
                  <a:pt x="665041" y="47155"/>
                </a:lnTo>
                <a:lnTo>
                  <a:pt x="664250" y="46985"/>
                </a:lnTo>
                <a:lnTo>
                  <a:pt x="663444" y="46828"/>
                </a:lnTo>
                <a:lnTo>
                  <a:pt x="662623" y="46685"/>
                </a:lnTo>
                <a:lnTo>
                  <a:pt x="661788" y="46556"/>
                </a:lnTo>
                <a:lnTo>
                  <a:pt x="660938" y="46440"/>
                </a:lnTo>
                <a:lnTo>
                  <a:pt x="660073" y="46338"/>
                </a:lnTo>
                <a:lnTo>
                  <a:pt x="659194" y="46249"/>
                </a:lnTo>
                <a:lnTo>
                  <a:pt x="658300" y="46174"/>
                </a:lnTo>
                <a:lnTo>
                  <a:pt x="657392" y="46113"/>
                </a:lnTo>
                <a:lnTo>
                  <a:pt x="656469" y="46065"/>
                </a:lnTo>
                <a:lnTo>
                  <a:pt x="655531" y="46031"/>
                </a:lnTo>
                <a:lnTo>
                  <a:pt x="654579" y="46011"/>
                </a:lnTo>
                <a:lnTo>
                  <a:pt x="653611" y="46004"/>
                </a:lnTo>
                <a:lnTo>
                  <a:pt x="652353" y="46016"/>
                </a:lnTo>
                <a:lnTo>
                  <a:pt x="651119" y="46052"/>
                </a:lnTo>
                <a:lnTo>
                  <a:pt x="649908" y="46112"/>
                </a:lnTo>
                <a:lnTo>
                  <a:pt x="648721" y="46195"/>
                </a:lnTo>
                <a:lnTo>
                  <a:pt x="647557" y="46303"/>
                </a:lnTo>
                <a:lnTo>
                  <a:pt x="646417" y="46434"/>
                </a:lnTo>
                <a:lnTo>
                  <a:pt x="645301" y="46589"/>
                </a:lnTo>
                <a:lnTo>
                  <a:pt x="644208" y="46769"/>
                </a:lnTo>
                <a:lnTo>
                  <a:pt x="643139" y="46972"/>
                </a:lnTo>
                <a:lnTo>
                  <a:pt x="642094" y="47198"/>
                </a:lnTo>
                <a:lnTo>
                  <a:pt x="641072" y="47449"/>
                </a:lnTo>
                <a:lnTo>
                  <a:pt x="640074" y="47724"/>
                </a:lnTo>
                <a:lnTo>
                  <a:pt x="639099" y="48023"/>
                </a:lnTo>
                <a:lnTo>
                  <a:pt x="638148" y="48345"/>
                </a:lnTo>
                <a:lnTo>
                  <a:pt x="637221" y="48691"/>
                </a:lnTo>
                <a:lnTo>
                  <a:pt x="636317" y="49062"/>
                </a:lnTo>
                <a:lnTo>
                  <a:pt x="635437" y="49456"/>
                </a:lnTo>
                <a:lnTo>
                  <a:pt x="634581" y="49874"/>
                </a:lnTo>
                <a:lnTo>
                  <a:pt x="633748" y="50316"/>
                </a:lnTo>
                <a:lnTo>
                  <a:pt x="632939" y="50782"/>
                </a:lnTo>
                <a:lnTo>
                  <a:pt x="632153" y="51271"/>
                </a:lnTo>
                <a:lnTo>
                  <a:pt x="631391" y="51785"/>
                </a:lnTo>
                <a:lnTo>
                  <a:pt x="630653" y="52322"/>
                </a:lnTo>
                <a:lnTo>
                  <a:pt x="629938" y="52884"/>
                </a:lnTo>
                <a:lnTo>
                  <a:pt x="629250" y="53459"/>
                </a:lnTo>
                <a:lnTo>
                  <a:pt x="628591" y="54040"/>
                </a:lnTo>
                <a:lnTo>
                  <a:pt x="627962" y="54625"/>
                </a:lnTo>
                <a:lnTo>
                  <a:pt x="627361" y="55214"/>
                </a:lnTo>
                <a:lnTo>
                  <a:pt x="626790" y="55808"/>
                </a:lnTo>
                <a:lnTo>
                  <a:pt x="626249" y="56407"/>
                </a:lnTo>
                <a:lnTo>
                  <a:pt x="625736" y="57011"/>
                </a:lnTo>
                <a:lnTo>
                  <a:pt x="625253" y="57619"/>
                </a:lnTo>
                <a:lnTo>
                  <a:pt x="624799" y="58231"/>
                </a:lnTo>
                <a:lnTo>
                  <a:pt x="624374" y="58849"/>
                </a:lnTo>
                <a:lnTo>
                  <a:pt x="623979" y="59471"/>
                </a:lnTo>
                <a:lnTo>
                  <a:pt x="623613" y="60097"/>
                </a:lnTo>
                <a:lnTo>
                  <a:pt x="623276" y="60729"/>
                </a:lnTo>
                <a:lnTo>
                  <a:pt x="622969" y="61365"/>
                </a:lnTo>
                <a:lnTo>
                  <a:pt x="622690" y="62005"/>
                </a:lnTo>
                <a:lnTo>
                  <a:pt x="622442" y="62650"/>
                </a:lnTo>
                <a:lnTo>
                  <a:pt x="622222" y="63300"/>
                </a:lnTo>
                <a:lnTo>
                  <a:pt x="622032" y="63955"/>
                </a:lnTo>
                <a:lnTo>
                  <a:pt x="621870" y="64614"/>
                </a:lnTo>
                <a:lnTo>
                  <a:pt x="621739" y="65277"/>
                </a:lnTo>
                <a:lnTo>
                  <a:pt x="621636" y="65946"/>
                </a:lnTo>
                <a:lnTo>
                  <a:pt x="621563" y="66619"/>
                </a:lnTo>
                <a:lnTo>
                  <a:pt x="621519" y="67297"/>
                </a:lnTo>
                <a:lnTo>
                  <a:pt x="621504" y="67979"/>
                </a:lnTo>
                <a:lnTo>
                  <a:pt x="621508" y="68334"/>
                </a:lnTo>
                <a:lnTo>
                  <a:pt x="621520" y="68683"/>
                </a:lnTo>
                <a:lnTo>
                  <a:pt x="621540" y="69026"/>
                </a:lnTo>
                <a:lnTo>
                  <a:pt x="621567" y="69362"/>
                </a:lnTo>
                <a:lnTo>
                  <a:pt x="621602" y="69692"/>
                </a:lnTo>
                <a:lnTo>
                  <a:pt x="621645" y="70016"/>
                </a:lnTo>
                <a:lnTo>
                  <a:pt x="621696" y="70333"/>
                </a:lnTo>
                <a:lnTo>
                  <a:pt x="621755" y="70644"/>
                </a:lnTo>
                <a:lnTo>
                  <a:pt x="621821" y="70949"/>
                </a:lnTo>
                <a:lnTo>
                  <a:pt x="621895" y="71248"/>
                </a:lnTo>
                <a:lnTo>
                  <a:pt x="621978" y="71540"/>
                </a:lnTo>
                <a:lnTo>
                  <a:pt x="622067" y="71826"/>
                </a:lnTo>
                <a:lnTo>
                  <a:pt x="622165" y="72106"/>
                </a:lnTo>
                <a:lnTo>
                  <a:pt x="622271" y="72379"/>
                </a:lnTo>
                <a:lnTo>
                  <a:pt x="622384" y="72646"/>
                </a:lnTo>
                <a:lnTo>
                  <a:pt x="622505" y="72907"/>
                </a:lnTo>
                <a:lnTo>
                  <a:pt x="622634" y="73161"/>
                </a:lnTo>
                <a:lnTo>
                  <a:pt x="622771" y="73409"/>
                </a:lnTo>
                <a:lnTo>
                  <a:pt x="622916" y="73651"/>
                </a:lnTo>
                <a:lnTo>
                  <a:pt x="623068" y="73887"/>
                </a:lnTo>
                <a:lnTo>
                  <a:pt x="623229" y="74116"/>
                </a:lnTo>
                <a:lnTo>
                  <a:pt x="623397" y="74339"/>
                </a:lnTo>
                <a:lnTo>
                  <a:pt x="623573" y="74555"/>
                </a:lnTo>
                <a:lnTo>
                  <a:pt x="623757" y="74766"/>
                </a:lnTo>
                <a:lnTo>
                  <a:pt x="623947" y="74968"/>
                </a:lnTo>
                <a:lnTo>
                  <a:pt x="624141" y="75162"/>
                </a:lnTo>
                <a:lnTo>
                  <a:pt x="624340" y="75348"/>
                </a:lnTo>
                <a:lnTo>
                  <a:pt x="624543" y="75524"/>
                </a:lnTo>
                <a:lnTo>
                  <a:pt x="624751" y="75692"/>
                </a:lnTo>
                <a:lnTo>
                  <a:pt x="624964" y="75852"/>
                </a:lnTo>
                <a:lnTo>
                  <a:pt x="625181" y="76003"/>
                </a:lnTo>
                <a:lnTo>
                  <a:pt x="625402" y="76145"/>
                </a:lnTo>
                <a:lnTo>
                  <a:pt x="625628" y="76279"/>
                </a:lnTo>
                <a:lnTo>
                  <a:pt x="625858" y="76404"/>
                </a:lnTo>
                <a:lnTo>
                  <a:pt x="626093" y="76520"/>
                </a:lnTo>
                <a:lnTo>
                  <a:pt x="626332" y="76628"/>
                </a:lnTo>
                <a:lnTo>
                  <a:pt x="626576" y="76727"/>
                </a:lnTo>
                <a:lnTo>
                  <a:pt x="626825" y="76818"/>
                </a:lnTo>
                <a:lnTo>
                  <a:pt x="627077" y="76899"/>
                </a:lnTo>
                <a:lnTo>
                  <a:pt x="627335" y="76973"/>
                </a:lnTo>
                <a:lnTo>
                  <a:pt x="627597" y="77037"/>
                </a:lnTo>
                <a:lnTo>
                  <a:pt x="627863" y="77093"/>
                </a:lnTo>
                <a:lnTo>
                  <a:pt x="628134" y="77141"/>
                </a:lnTo>
                <a:lnTo>
                  <a:pt x="628409" y="77180"/>
                </a:lnTo>
                <a:lnTo>
                  <a:pt x="628689" y="77210"/>
                </a:lnTo>
                <a:lnTo>
                  <a:pt x="628973" y="77231"/>
                </a:lnTo>
                <a:lnTo>
                  <a:pt x="629262" y="77244"/>
                </a:lnTo>
                <a:lnTo>
                  <a:pt x="629555" y="77249"/>
                </a:lnTo>
                <a:lnTo>
                  <a:pt x="629856" y="77244"/>
                </a:lnTo>
                <a:lnTo>
                  <a:pt x="630152" y="77232"/>
                </a:lnTo>
                <a:lnTo>
                  <a:pt x="630444" y="77211"/>
                </a:lnTo>
                <a:lnTo>
                  <a:pt x="630731" y="77182"/>
                </a:lnTo>
                <a:lnTo>
                  <a:pt x="631012" y="77145"/>
                </a:lnTo>
                <a:lnTo>
                  <a:pt x="631289" y="77099"/>
                </a:lnTo>
                <a:lnTo>
                  <a:pt x="631561" y="77045"/>
                </a:lnTo>
                <a:lnTo>
                  <a:pt x="631829" y="76983"/>
                </a:lnTo>
                <a:lnTo>
                  <a:pt x="632091" y="76913"/>
                </a:lnTo>
                <a:lnTo>
                  <a:pt x="632349" y="76834"/>
                </a:lnTo>
                <a:lnTo>
                  <a:pt x="632602" y="76747"/>
                </a:lnTo>
                <a:lnTo>
                  <a:pt x="632850" y="76652"/>
                </a:lnTo>
                <a:lnTo>
                  <a:pt x="633093" y="76548"/>
                </a:lnTo>
                <a:lnTo>
                  <a:pt x="633331" y="76436"/>
                </a:lnTo>
                <a:lnTo>
                  <a:pt x="633565" y="76316"/>
                </a:lnTo>
                <a:lnTo>
                  <a:pt x="633793" y="76188"/>
                </a:lnTo>
                <a:lnTo>
                  <a:pt x="634017" y="76051"/>
                </a:lnTo>
                <a:lnTo>
                  <a:pt x="634236" y="75906"/>
                </a:lnTo>
                <a:lnTo>
                  <a:pt x="634451" y="75753"/>
                </a:lnTo>
                <a:lnTo>
                  <a:pt x="634660" y="75591"/>
                </a:lnTo>
                <a:lnTo>
                  <a:pt x="634865" y="75421"/>
                </a:lnTo>
                <a:lnTo>
                  <a:pt x="635064" y="75243"/>
                </a:lnTo>
                <a:lnTo>
                  <a:pt x="635259" y="75056"/>
                </a:lnTo>
                <a:lnTo>
                  <a:pt x="635449" y="74862"/>
                </a:lnTo>
                <a:lnTo>
                  <a:pt x="635633" y="74659"/>
                </a:lnTo>
                <a:lnTo>
                  <a:pt x="635809" y="74450"/>
                </a:lnTo>
                <a:lnTo>
                  <a:pt x="635977" y="74233"/>
                </a:lnTo>
                <a:lnTo>
                  <a:pt x="636138" y="74010"/>
                </a:lnTo>
                <a:lnTo>
                  <a:pt x="636290" y="73780"/>
                </a:lnTo>
                <a:lnTo>
                  <a:pt x="636435" y="73543"/>
                </a:lnTo>
                <a:lnTo>
                  <a:pt x="636572" y="73299"/>
                </a:lnTo>
                <a:lnTo>
                  <a:pt x="636701" y="73047"/>
                </a:lnTo>
                <a:lnTo>
                  <a:pt x="636822" y="72789"/>
                </a:lnTo>
                <a:lnTo>
                  <a:pt x="636935" y="72524"/>
                </a:lnTo>
                <a:lnTo>
                  <a:pt x="637041" y="72252"/>
                </a:lnTo>
                <a:lnTo>
                  <a:pt x="637139" y="71974"/>
                </a:lnTo>
                <a:lnTo>
                  <a:pt x="637229" y="71688"/>
                </a:lnTo>
                <a:lnTo>
                  <a:pt x="637311" y="71395"/>
                </a:lnTo>
                <a:lnTo>
                  <a:pt x="637385" y="71095"/>
                </a:lnTo>
                <a:lnTo>
                  <a:pt x="637451" y="70788"/>
                </a:lnTo>
                <a:lnTo>
                  <a:pt x="637510" y="70475"/>
                </a:lnTo>
                <a:lnTo>
                  <a:pt x="637561" y="70154"/>
                </a:lnTo>
                <a:lnTo>
                  <a:pt x="637604" y="69826"/>
                </a:lnTo>
                <a:lnTo>
                  <a:pt x="637639" y="69492"/>
                </a:lnTo>
                <a:lnTo>
                  <a:pt x="637666" y="69150"/>
                </a:lnTo>
                <a:lnTo>
                  <a:pt x="637686" y="68802"/>
                </a:lnTo>
                <a:lnTo>
                  <a:pt x="637698" y="68446"/>
                </a:lnTo>
                <a:lnTo>
                  <a:pt x="637702" y="68084"/>
                </a:lnTo>
                <a:lnTo>
                  <a:pt x="637510" y="62546"/>
                </a:lnTo>
                <a:lnTo>
                  <a:pt x="637516" y="62197"/>
                </a:lnTo>
                <a:lnTo>
                  <a:pt x="637535" y="61852"/>
                </a:lnTo>
                <a:lnTo>
                  <a:pt x="637567" y="61510"/>
                </a:lnTo>
                <a:lnTo>
                  <a:pt x="637611" y="61172"/>
                </a:lnTo>
                <a:lnTo>
                  <a:pt x="637668" y="60836"/>
                </a:lnTo>
                <a:lnTo>
                  <a:pt x="637738" y="60505"/>
                </a:lnTo>
                <a:lnTo>
                  <a:pt x="637820" y="60176"/>
                </a:lnTo>
                <a:lnTo>
                  <a:pt x="637915" y="59851"/>
                </a:lnTo>
                <a:lnTo>
                  <a:pt x="638022" y="59529"/>
                </a:lnTo>
                <a:lnTo>
                  <a:pt x="638142" y="59210"/>
                </a:lnTo>
                <a:lnTo>
                  <a:pt x="638275" y="58895"/>
                </a:lnTo>
                <a:lnTo>
                  <a:pt x="638420" y="58583"/>
                </a:lnTo>
                <a:lnTo>
                  <a:pt x="638579" y="58274"/>
                </a:lnTo>
                <a:lnTo>
                  <a:pt x="638749" y="57969"/>
                </a:lnTo>
                <a:lnTo>
                  <a:pt x="638933" y="57666"/>
                </a:lnTo>
                <a:lnTo>
                  <a:pt x="639129" y="57368"/>
                </a:lnTo>
                <a:lnTo>
                  <a:pt x="639337" y="57072"/>
                </a:lnTo>
                <a:lnTo>
                  <a:pt x="639559" y="56780"/>
                </a:lnTo>
                <a:lnTo>
                  <a:pt x="639793" y="56491"/>
                </a:lnTo>
                <a:lnTo>
                  <a:pt x="640039" y="56206"/>
                </a:lnTo>
                <a:lnTo>
                  <a:pt x="640298" y="55924"/>
                </a:lnTo>
                <a:lnTo>
                  <a:pt x="640570" y="55645"/>
                </a:lnTo>
                <a:lnTo>
                  <a:pt x="640855" y="55369"/>
                </a:lnTo>
                <a:lnTo>
                  <a:pt x="641152" y="55097"/>
                </a:lnTo>
                <a:lnTo>
                  <a:pt x="641452" y="54832"/>
                </a:lnTo>
                <a:lnTo>
                  <a:pt x="641760" y="54579"/>
                </a:lnTo>
                <a:lnTo>
                  <a:pt x="642077" y="54336"/>
                </a:lnTo>
                <a:lnTo>
                  <a:pt x="642403" y="54105"/>
                </a:lnTo>
                <a:lnTo>
                  <a:pt x="642738" y="53885"/>
                </a:lnTo>
                <a:lnTo>
                  <a:pt x="643081" y="53677"/>
                </a:lnTo>
                <a:lnTo>
                  <a:pt x="643433" y="53479"/>
                </a:lnTo>
                <a:lnTo>
                  <a:pt x="643793" y="53293"/>
                </a:lnTo>
                <a:lnTo>
                  <a:pt x="644162" y="53119"/>
                </a:lnTo>
                <a:lnTo>
                  <a:pt x="644540" y="52955"/>
                </a:lnTo>
                <a:lnTo>
                  <a:pt x="644926" y="52803"/>
                </a:lnTo>
                <a:lnTo>
                  <a:pt x="645321" y="52662"/>
                </a:lnTo>
                <a:lnTo>
                  <a:pt x="645725" y="52532"/>
                </a:lnTo>
                <a:lnTo>
                  <a:pt x="646137" y="52414"/>
                </a:lnTo>
                <a:lnTo>
                  <a:pt x="646558" y="52307"/>
                </a:lnTo>
                <a:lnTo>
                  <a:pt x="646988" y="52211"/>
                </a:lnTo>
                <a:lnTo>
                  <a:pt x="647426" y="52127"/>
                </a:lnTo>
                <a:lnTo>
                  <a:pt x="647873" y="52053"/>
                </a:lnTo>
                <a:lnTo>
                  <a:pt x="648328" y="51991"/>
                </a:lnTo>
                <a:lnTo>
                  <a:pt x="648793" y="51941"/>
                </a:lnTo>
                <a:lnTo>
                  <a:pt x="649266" y="51901"/>
                </a:lnTo>
                <a:lnTo>
                  <a:pt x="649747" y="51873"/>
                </a:lnTo>
                <a:lnTo>
                  <a:pt x="650237" y="51856"/>
                </a:lnTo>
                <a:lnTo>
                  <a:pt x="650736" y="51850"/>
                </a:lnTo>
                <a:lnTo>
                  <a:pt x="651393" y="51859"/>
                </a:lnTo>
                <a:lnTo>
                  <a:pt x="652036" y="51884"/>
                </a:lnTo>
                <a:lnTo>
                  <a:pt x="652666" y="51927"/>
                </a:lnTo>
                <a:lnTo>
                  <a:pt x="653283" y="51986"/>
                </a:lnTo>
                <a:lnTo>
                  <a:pt x="653886" y="52063"/>
                </a:lnTo>
                <a:lnTo>
                  <a:pt x="654477" y="52156"/>
                </a:lnTo>
                <a:lnTo>
                  <a:pt x="655054" y="52266"/>
                </a:lnTo>
                <a:lnTo>
                  <a:pt x="655619" y="52394"/>
                </a:lnTo>
                <a:lnTo>
                  <a:pt x="656170" y="52538"/>
                </a:lnTo>
                <a:lnTo>
                  <a:pt x="656708" y="52699"/>
                </a:lnTo>
                <a:lnTo>
                  <a:pt x="657233" y="52877"/>
                </a:lnTo>
                <a:lnTo>
                  <a:pt x="657745" y="53072"/>
                </a:lnTo>
                <a:lnTo>
                  <a:pt x="658243" y="53285"/>
                </a:lnTo>
                <a:lnTo>
                  <a:pt x="658729" y="53514"/>
                </a:lnTo>
                <a:lnTo>
                  <a:pt x="659201" y="53760"/>
                </a:lnTo>
                <a:lnTo>
                  <a:pt x="659660" y="54023"/>
                </a:lnTo>
                <a:lnTo>
                  <a:pt x="660106" y="54303"/>
                </a:lnTo>
                <a:lnTo>
                  <a:pt x="660539" y="54600"/>
                </a:lnTo>
                <a:lnTo>
                  <a:pt x="660959" y="54914"/>
                </a:lnTo>
                <a:lnTo>
                  <a:pt x="661365" y="55245"/>
                </a:lnTo>
                <a:lnTo>
                  <a:pt x="661759" y="55593"/>
                </a:lnTo>
                <a:lnTo>
                  <a:pt x="662139" y="55958"/>
                </a:lnTo>
                <a:lnTo>
                  <a:pt x="662506" y="56340"/>
                </a:lnTo>
                <a:lnTo>
                  <a:pt x="662860" y="56738"/>
                </a:lnTo>
                <a:lnTo>
                  <a:pt x="663200" y="57160"/>
                </a:lnTo>
                <a:lnTo>
                  <a:pt x="663526" y="57610"/>
                </a:lnTo>
                <a:lnTo>
                  <a:pt x="663837" y="58089"/>
                </a:lnTo>
                <a:lnTo>
                  <a:pt x="664134" y="58597"/>
                </a:lnTo>
                <a:lnTo>
                  <a:pt x="664416" y="59133"/>
                </a:lnTo>
                <a:lnTo>
                  <a:pt x="664684" y="59698"/>
                </a:lnTo>
                <a:lnTo>
                  <a:pt x="664938" y="60291"/>
                </a:lnTo>
                <a:lnTo>
                  <a:pt x="665176" y="60913"/>
                </a:lnTo>
                <a:lnTo>
                  <a:pt x="665401" y="61563"/>
                </a:lnTo>
                <a:lnTo>
                  <a:pt x="665611" y="62243"/>
                </a:lnTo>
                <a:lnTo>
                  <a:pt x="665806" y="62950"/>
                </a:lnTo>
                <a:lnTo>
                  <a:pt x="665987" y="63687"/>
                </a:lnTo>
                <a:lnTo>
                  <a:pt x="666153" y="64452"/>
                </a:lnTo>
                <a:lnTo>
                  <a:pt x="666305" y="65246"/>
                </a:lnTo>
                <a:lnTo>
                  <a:pt x="666443" y="66068"/>
                </a:lnTo>
                <a:lnTo>
                  <a:pt x="666566" y="66919"/>
                </a:lnTo>
                <a:lnTo>
                  <a:pt x="666675" y="67798"/>
                </a:lnTo>
                <a:lnTo>
                  <a:pt x="666769" y="68707"/>
                </a:lnTo>
                <a:lnTo>
                  <a:pt x="666848" y="69643"/>
                </a:lnTo>
                <a:lnTo>
                  <a:pt x="666913" y="70609"/>
                </a:lnTo>
                <a:lnTo>
                  <a:pt x="666964" y="71603"/>
                </a:lnTo>
                <a:lnTo>
                  <a:pt x="667000" y="72626"/>
                </a:lnTo>
                <a:lnTo>
                  <a:pt x="667022" y="73677"/>
                </a:lnTo>
                <a:lnTo>
                  <a:pt x="667029" y="74757"/>
                </a:lnTo>
                <a:lnTo>
                  <a:pt x="667029" y="78207"/>
                </a:lnTo>
                <a:lnTo>
                  <a:pt x="665167" y="78890"/>
                </a:lnTo>
                <a:lnTo>
                  <a:pt x="663349" y="79563"/>
                </a:lnTo>
                <a:lnTo>
                  <a:pt x="661576" y="80229"/>
                </a:lnTo>
                <a:lnTo>
                  <a:pt x="659848" y="80885"/>
                </a:lnTo>
                <a:lnTo>
                  <a:pt x="658164" y="81533"/>
                </a:lnTo>
                <a:lnTo>
                  <a:pt x="656526" y="82172"/>
                </a:lnTo>
                <a:lnTo>
                  <a:pt x="654932" y="82803"/>
                </a:lnTo>
                <a:lnTo>
                  <a:pt x="653382" y="83425"/>
                </a:lnTo>
                <a:lnTo>
                  <a:pt x="651878" y="84038"/>
                </a:lnTo>
                <a:lnTo>
                  <a:pt x="650418" y="84643"/>
                </a:lnTo>
                <a:lnTo>
                  <a:pt x="649003" y="85239"/>
                </a:lnTo>
                <a:lnTo>
                  <a:pt x="647633" y="85826"/>
                </a:lnTo>
                <a:lnTo>
                  <a:pt x="646308" y="86405"/>
                </a:lnTo>
                <a:lnTo>
                  <a:pt x="645027" y="86975"/>
                </a:lnTo>
                <a:lnTo>
                  <a:pt x="643791" y="87537"/>
                </a:lnTo>
                <a:lnTo>
                  <a:pt x="642600" y="88089"/>
                </a:lnTo>
                <a:lnTo>
                  <a:pt x="641454" y="88633"/>
                </a:lnTo>
                <a:lnTo>
                  <a:pt x="640352" y="89169"/>
                </a:lnTo>
                <a:lnTo>
                  <a:pt x="639295" y="89696"/>
                </a:lnTo>
                <a:lnTo>
                  <a:pt x="638283" y="90214"/>
                </a:lnTo>
                <a:lnTo>
                  <a:pt x="637316" y="90723"/>
                </a:lnTo>
                <a:lnTo>
                  <a:pt x="636394" y="91224"/>
                </a:lnTo>
                <a:lnTo>
                  <a:pt x="635516" y="91716"/>
                </a:lnTo>
                <a:lnTo>
                  <a:pt x="634683" y="92200"/>
                </a:lnTo>
                <a:lnTo>
                  <a:pt x="633882" y="92680"/>
                </a:lnTo>
                <a:lnTo>
                  <a:pt x="633102" y="93164"/>
                </a:lnTo>
                <a:lnTo>
                  <a:pt x="632341" y="93650"/>
                </a:lnTo>
                <a:lnTo>
                  <a:pt x="631601" y="94138"/>
                </a:lnTo>
                <a:lnTo>
                  <a:pt x="630881" y="94629"/>
                </a:lnTo>
                <a:lnTo>
                  <a:pt x="630181" y="95123"/>
                </a:lnTo>
                <a:lnTo>
                  <a:pt x="629501" y="95620"/>
                </a:lnTo>
                <a:lnTo>
                  <a:pt x="628842" y="96119"/>
                </a:lnTo>
                <a:lnTo>
                  <a:pt x="628202" y="96621"/>
                </a:lnTo>
                <a:lnTo>
                  <a:pt x="627583" y="97125"/>
                </a:lnTo>
                <a:lnTo>
                  <a:pt x="626983" y="97632"/>
                </a:lnTo>
                <a:lnTo>
                  <a:pt x="626404" y="98142"/>
                </a:lnTo>
                <a:lnTo>
                  <a:pt x="625845" y="98655"/>
                </a:lnTo>
                <a:lnTo>
                  <a:pt x="625306" y="99170"/>
                </a:lnTo>
                <a:lnTo>
                  <a:pt x="624788" y="99688"/>
                </a:lnTo>
                <a:lnTo>
                  <a:pt x="624289" y="100208"/>
                </a:lnTo>
                <a:lnTo>
                  <a:pt x="623811" y="100731"/>
                </a:lnTo>
                <a:lnTo>
                  <a:pt x="623352" y="101257"/>
                </a:lnTo>
                <a:lnTo>
                  <a:pt x="622914" y="101785"/>
                </a:lnTo>
                <a:lnTo>
                  <a:pt x="622496" y="102317"/>
                </a:lnTo>
                <a:lnTo>
                  <a:pt x="622098" y="102850"/>
                </a:lnTo>
                <a:lnTo>
                  <a:pt x="621720" y="103387"/>
                </a:lnTo>
                <a:lnTo>
                  <a:pt x="621363" y="103926"/>
                </a:lnTo>
                <a:lnTo>
                  <a:pt x="621025" y="104468"/>
                </a:lnTo>
                <a:lnTo>
                  <a:pt x="620791" y="104862"/>
                </a:lnTo>
                <a:lnTo>
                  <a:pt x="620566" y="105262"/>
                </a:lnTo>
                <a:lnTo>
                  <a:pt x="620351" y="105669"/>
                </a:lnTo>
                <a:lnTo>
                  <a:pt x="620147" y="106081"/>
                </a:lnTo>
                <a:lnTo>
                  <a:pt x="619952" y="106499"/>
                </a:lnTo>
                <a:lnTo>
                  <a:pt x="619767" y="106924"/>
                </a:lnTo>
                <a:lnTo>
                  <a:pt x="619593" y="107354"/>
                </a:lnTo>
                <a:lnTo>
                  <a:pt x="619428" y="107790"/>
                </a:lnTo>
                <a:lnTo>
                  <a:pt x="619273" y="108232"/>
                </a:lnTo>
                <a:lnTo>
                  <a:pt x="619128" y="108681"/>
                </a:lnTo>
                <a:lnTo>
                  <a:pt x="618994" y="109135"/>
                </a:lnTo>
                <a:lnTo>
                  <a:pt x="618869" y="109595"/>
                </a:lnTo>
                <a:lnTo>
                  <a:pt x="618754" y="110061"/>
                </a:lnTo>
                <a:lnTo>
                  <a:pt x="618649" y="110534"/>
                </a:lnTo>
                <a:lnTo>
                  <a:pt x="618554" y="111012"/>
                </a:lnTo>
                <a:lnTo>
                  <a:pt x="618469" y="111496"/>
                </a:lnTo>
                <a:lnTo>
                  <a:pt x="618395" y="111986"/>
                </a:lnTo>
                <a:lnTo>
                  <a:pt x="618330" y="112482"/>
                </a:lnTo>
                <a:lnTo>
                  <a:pt x="618275" y="112985"/>
                </a:lnTo>
                <a:lnTo>
                  <a:pt x="618230" y="113493"/>
                </a:lnTo>
                <a:lnTo>
                  <a:pt x="618195" y="114007"/>
                </a:lnTo>
                <a:lnTo>
                  <a:pt x="618170" y="114527"/>
                </a:lnTo>
                <a:lnTo>
                  <a:pt x="618155" y="115053"/>
                </a:lnTo>
                <a:lnTo>
                  <a:pt x="618150" y="115585"/>
                </a:lnTo>
                <a:lnTo>
                  <a:pt x="618160" y="116425"/>
                </a:lnTo>
                <a:lnTo>
                  <a:pt x="618191" y="117251"/>
                </a:lnTo>
                <a:lnTo>
                  <a:pt x="618242" y="118064"/>
                </a:lnTo>
                <a:lnTo>
                  <a:pt x="618314" y="118863"/>
                </a:lnTo>
                <a:lnTo>
                  <a:pt x="618406" y="119648"/>
                </a:lnTo>
                <a:lnTo>
                  <a:pt x="618518" y="120419"/>
                </a:lnTo>
                <a:lnTo>
                  <a:pt x="618651" y="121177"/>
                </a:lnTo>
                <a:lnTo>
                  <a:pt x="618805" y="121922"/>
                </a:lnTo>
                <a:lnTo>
                  <a:pt x="618979" y="122652"/>
                </a:lnTo>
                <a:lnTo>
                  <a:pt x="619173" y="123369"/>
                </a:lnTo>
                <a:lnTo>
                  <a:pt x="619388" y="124072"/>
                </a:lnTo>
                <a:lnTo>
                  <a:pt x="619624" y="124762"/>
                </a:lnTo>
                <a:lnTo>
                  <a:pt x="619879" y="125438"/>
                </a:lnTo>
                <a:lnTo>
                  <a:pt x="620156" y="126101"/>
                </a:lnTo>
                <a:lnTo>
                  <a:pt x="620452" y="126749"/>
                </a:lnTo>
                <a:lnTo>
                  <a:pt x="620770" y="127385"/>
                </a:lnTo>
                <a:lnTo>
                  <a:pt x="621107" y="128006"/>
                </a:lnTo>
                <a:lnTo>
                  <a:pt x="621465" y="128614"/>
                </a:lnTo>
                <a:lnTo>
                  <a:pt x="621844" y="129208"/>
                </a:lnTo>
                <a:lnTo>
                  <a:pt x="622243" y="129789"/>
                </a:lnTo>
                <a:lnTo>
                  <a:pt x="622663" y="130355"/>
                </a:lnTo>
                <a:lnTo>
                  <a:pt x="623103" y="130909"/>
                </a:lnTo>
                <a:lnTo>
                  <a:pt x="623563" y="131448"/>
                </a:lnTo>
                <a:lnTo>
                  <a:pt x="624044" y="131974"/>
                </a:lnTo>
                <a:lnTo>
                  <a:pt x="624541" y="132483"/>
                </a:lnTo>
                <a:lnTo>
                  <a:pt x="625049" y="132969"/>
                </a:lnTo>
                <a:lnTo>
                  <a:pt x="625568" y="133434"/>
                </a:lnTo>
                <a:lnTo>
                  <a:pt x="626098" y="133878"/>
                </a:lnTo>
                <a:lnTo>
                  <a:pt x="626640" y="134300"/>
                </a:lnTo>
                <a:lnTo>
                  <a:pt x="627192" y="134700"/>
                </a:lnTo>
                <a:lnTo>
                  <a:pt x="627756" y="135078"/>
                </a:lnTo>
                <a:lnTo>
                  <a:pt x="628330" y="135435"/>
                </a:lnTo>
                <a:lnTo>
                  <a:pt x="628916" y="135771"/>
                </a:lnTo>
                <a:lnTo>
                  <a:pt x="629514" y="136084"/>
                </a:lnTo>
                <a:lnTo>
                  <a:pt x="630122" y="136376"/>
                </a:lnTo>
                <a:lnTo>
                  <a:pt x="630741" y="136647"/>
                </a:lnTo>
                <a:lnTo>
                  <a:pt x="631372" y="136895"/>
                </a:lnTo>
                <a:lnTo>
                  <a:pt x="632013" y="137122"/>
                </a:lnTo>
                <a:lnTo>
                  <a:pt x="632666" y="137328"/>
                </a:lnTo>
                <a:lnTo>
                  <a:pt x="633330" y="137512"/>
                </a:lnTo>
                <a:lnTo>
                  <a:pt x="634005" y="137674"/>
                </a:lnTo>
                <a:lnTo>
                  <a:pt x="634692" y="137815"/>
                </a:lnTo>
                <a:lnTo>
                  <a:pt x="635389" y="137934"/>
                </a:lnTo>
                <a:lnTo>
                  <a:pt x="636098" y="138031"/>
                </a:lnTo>
                <a:lnTo>
                  <a:pt x="636817" y="138107"/>
                </a:lnTo>
                <a:lnTo>
                  <a:pt x="637548" y="138161"/>
                </a:lnTo>
                <a:lnTo>
                  <a:pt x="638290" y="138193"/>
                </a:lnTo>
                <a:lnTo>
                  <a:pt x="639043" y="138204"/>
                </a:lnTo>
                <a:lnTo>
                  <a:pt x="639530" y="138200"/>
                </a:lnTo>
                <a:lnTo>
                  <a:pt x="640013" y="138187"/>
                </a:lnTo>
                <a:lnTo>
                  <a:pt x="640495" y="138165"/>
                </a:lnTo>
                <a:lnTo>
                  <a:pt x="640974" y="138135"/>
                </a:lnTo>
                <a:lnTo>
                  <a:pt x="641450" y="138096"/>
                </a:lnTo>
                <a:lnTo>
                  <a:pt x="641925" y="138048"/>
                </a:lnTo>
                <a:lnTo>
                  <a:pt x="642397" y="137992"/>
                </a:lnTo>
                <a:lnTo>
                  <a:pt x="642866" y="137927"/>
                </a:lnTo>
                <a:lnTo>
                  <a:pt x="643334" y="137854"/>
                </a:lnTo>
                <a:lnTo>
                  <a:pt x="643799" y="137771"/>
                </a:lnTo>
                <a:lnTo>
                  <a:pt x="644262" y="137681"/>
                </a:lnTo>
                <a:lnTo>
                  <a:pt x="644722" y="137581"/>
                </a:lnTo>
                <a:lnTo>
                  <a:pt x="645180" y="137473"/>
                </a:lnTo>
                <a:lnTo>
                  <a:pt x="645636" y="137356"/>
                </a:lnTo>
                <a:lnTo>
                  <a:pt x="646089" y="137231"/>
                </a:lnTo>
                <a:lnTo>
                  <a:pt x="646540" y="137097"/>
                </a:lnTo>
                <a:lnTo>
                  <a:pt x="646989" y="136954"/>
                </a:lnTo>
                <a:lnTo>
                  <a:pt x="647436" y="136802"/>
                </a:lnTo>
                <a:lnTo>
                  <a:pt x="647880" y="136642"/>
                </a:lnTo>
                <a:lnTo>
                  <a:pt x="648321" y="136474"/>
                </a:lnTo>
                <a:lnTo>
                  <a:pt x="648761" y="136296"/>
                </a:lnTo>
                <a:lnTo>
                  <a:pt x="649198" y="136110"/>
                </a:lnTo>
                <a:lnTo>
                  <a:pt x="649633" y="135915"/>
                </a:lnTo>
                <a:lnTo>
                  <a:pt x="650065" y="135712"/>
                </a:lnTo>
                <a:lnTo>
                  <a:pt x="650370" y="135561"/>
                </a:lnTo>
                <a:lnTo>
                  <a:pt x="650710" y="135379"/>
                </a:lnTo>
                <a:lnTo>
                  <a:pt x="651085" y="135167"/>
                </a:lnTo>
                <a:lnTo>
                  <a:pt x="651495" y="134924"/>
                </a:lnTo>
                <a:lnTo>
                  <a:pt x="651940" y="134651"/>
                </a:lnTo>
                <a:lnTo>
                  <a:pt x="652419" y="134346"/>
                </a:lnTo>
                <a:lnTo>
                  <a:pt x="652934" y="134012"/>
                </a:lnTo>
                <a:lnTo>
                  <a:pt x="653484" y="133646"/>
                </a:lnTo>
                <a:lnTo>
                  <a:pt x="654068" y="133250"/>
                </a:lnTo>
                <a:lnTo>
                  <a:pt x="654688" y="132824"/>
                </a:lnTo>
                <a:lnTo>
                  <a:pt x="655342" y="132366"/>
                </a:lnTo>
                <a:lnTo>
                  <a:pt x="656031" y="131878"/>
                </a:lnTo>
                <a:lnTo>
                  <a:pt x="656756" y="131360"/>
                </a:lnTo>
                <a:lnTo>
                  <a:pt x="657515" y="130811"/>
                </a:lnTo>
                <a:lnTo>
                  <a:pt x="658309" y="130231"/>
                </a:lnTo>
                <a:lnTo>
                  <a:pt x="659138" y="129621"/>
                </a:lnTo>
                <a:lnTo>
                  <a:pt x="660002" y="128980"/>
                </a:lnTo>
                <a:lnTo>
                  <a:pt x="660901" y="128308"/>
                </a:lnTo>
                <a:lnTo>
                  <a:pt x="661835" y="127606"/>
                </a:lnTo>
                <a:lnTo>
                  <a:pt x="662804" y="126873"/>
                </a:lnTo>
                <a:lnTo>
                  <a:pt x="663808" y="126110"/>
                </a:lnTo>
                <a:lnTo>
                  <a:pt x="664847" y="125316"/>
                </a:lnTo>
                <a:lnTo>
                  <a:pt x="665921" y="124491"/>
                </a:lnTo>
                <a:lnTo>
                  <a:pt x="667029" y="123636"/>
                </a:lnTo>
                <a:lnTo>
                  <a:pt x="667042" y="124283"/>
                </a:lnTo>
                <a:lnTo>
                  <a:pt x="667064" y="124914"/>
                </a:lnTo>
                <a:lnTo>
                  <a:pt x="667095" y="125529"/>
                </a:lnTo>
                <a:lnTo>
                  <a:pt x="667136" y="126128"/>
                </a:lnTo>
                <a:close/>
                <a:moveTo>
                  <a:pt x="663196" y="120268"/>
                </a:moveTo>
                <a:lnTo>
                  <a:pt x="662277" y="120914"/>
                </a:lnTo>
                <a:lnTo>
                  <a:pt x="661375" y="121527"/>
                </a:lnTo>
                <a:lnTo>
                  <a:pt x="660488" y="122107"/>
                </a:lnTo>
                <a:lnTo>
                  <a:pt x="659618" y="122654"/>
                </a:lnTo>
                <a:lnTo>
                  <a:pt x="658763" y="123167"/>
                </a:lnTo>
                <a:lnTo>
                  <a:pt x="657924" y="123648"/>
                </a:lnTo>
                <a:lnTo>
                  <a:pt x="657102" y="124095"/>
                </a:lnTo>
                <a:lnTo>
                  <a:pt x="656295" y="124509"/>
                </a:lnTo>
                <a:lnTo>
                  <a:pt x="655504" y="124890"/>
                </a:lnTo>
                <a:lnTo>
                  <a:pt x="654730" y="125238"/>
                </a:lnTo>
                <a:lnTo>
                  <a:pt x="653971" y="125553"/>
                </a:lnTo>
                <a:lnTo>
                  <a:pt x="653228" y="125834"/>
                </a:lnTo>
                <a:lnTo>
                  <a:pt x="652501" y="126083"/>
                </a:lnTo>
                <a:lnTo>
                  <a:pt x="651790" y="126298"/>
                </a:lnTo>
                <a:lnTo>
                  <a:pt x="651096" y="126481"/>
                </a:lnTo>
                <a:lnTo>
                  <a:pt x="650417" y="126630"/>
                </a:lnTo>
                <a:lnTo>
                  <a:pt x="649754" y="126746"/>
                </a:lnTo>
                <a:lnTo>
                  <a:pt x="649107" y="126828"/>
                </a:lnTo>
                <a:lnTo>
                  <a:pt x="648476" y="126878"/>
                </a:lnTo>
                <a:lnTo>
                  <a:pt x="647861" y="126895"/>
                </a:lnTo>
                <a:lnTo>
                  <a:pt x="647416" y="126887"/>
                </a:lnTo>
                <a:lnTo>
                  <a:pt x="646975" y="126863"/>
                </a:lnTo>
                <a:lnTo>
                  <a:pt x="646539" y="126824"/>
                </a:lnTo>
                <a:lnTo>
                  <a:pt x="646106" y="126769"/>
                </a:lnTo>
                <a:lnTo>
                  <a:pt x="645679" y="126698"/>
                </a:lnTo>
                <a:lnTo>
                  <a:pt x="645255" y="126611"/>
                </a:lnTo>
                <a:lnTo>
                  <a:pt x="644836" y="126509"/>
                </a:lnTo>
                <a:lnTo>
                  <a:pt x="644421" y="126391"/>
                </a:lnTo>
                <a:lnTo>
                  <a:pt x="644011" y="126257"/>
                </a:lnTo>
                <a:lnTo>
                  <a:pt x="643605" y="126108"/>
                </a:lnTo>
                <a:lnTo>
                  <a:pt x="643203" y="125943"/>
                </a:lnTo>
                <a:lnTo>
                  <a:pt x="642805" y="125762"/>
                </a:lnTo>
                <a:lnTo>
                  <a:pt x="642412" y="125565"/>
                </a:lnTo>
                <a:lnTo>
                  <a:pt x="642023" y="125353"/>
                </a:lnTo>
                <a:lnTo>
                  <a:pt x="641639" y="125125"/>
                </a:lnTo>
                <a:lnTo>
                  <a:pt x="641258" y="124881"/>
                </a:lnTo>
                <a:lnTo>
                  <a:pt x="640883" y="124621"/>
                </a:lnTo>
                <a:lnTo>
                  <a:pt x="640511" y="124346"/>
                </a:lnTo>
                <a:lnTo>
                  <a:pt x="640144" y="124055"/>
                </a:lnTo>
                <a:lnTo>
                  <a:pt x="639781" y="123748"/>
                </a:lnTo>
                <a:lnTo>
                  <a:pt x="639422" y="123425"/>
                </a:lnTo>
                <a:lnTo>
                  <a:pt x="639068" y="123087"/>
                </a:lnTo>
                <a:lnTo>
                  <a:pt x="638718" y="122733"/>
                </a:lnTo>
                <a:lnTo>
                  <a:pt x="638373" y="122363"/>
                </a:lnTo>
                <a:lnTo>
                  <a:pt x="638036" y="121981"/>
                </a:lnTo>
                <a:lnTo>
                  <a:pt x="637714" y="121592"/>
                </a:lnTo>
                <a:lnTo>
                  <a:pt x="637407" y="121194"/>
                </a:lnTo>
                <a:lnTo>
                  <a:pt x="637113" y="120788"/>
                </a:lnTo>
                <a:lnTo>
                  <a:pt x="636834" y="120373"/>
                </a:lnTo>
                <a:lnTo>
                  <a:pt x="636570" y="119951"/>
                </a:lnTo>
                <a:lnTo>
                  <a:pt x="636319" y="119521"/>
                </a:lnTo>
                <a:lnTo>
                  <a:pt x="636083" y="119082"/>
                </a:lnTo>
                <a:lnTo>
                  <a:pt x="635861" y="118636"/>
                </a:lnTo>
                <a:lnTo>
                  <a:pt x="635654" y="118181"/>
                </a:lnTo>
                <a:lnTo>
                  <a:pt x="635461" y="117718"/>
                </a:lnTo>
                <a:lnTo>
                  <a:pt x="635282" y="117247"/>
                </a:lnTo>
                <a:lnTo>
                  <a:pt x="635117" y="116768"/>
                </a:lnTo>
                <a:lnTo>
                  <a:pt x="634967" y="116280"/>
                </a:lnTo>
                <a:lnTo>
                  <a:pt x="634831" y="115785"/>
                </a:lnTo>
                <a:lnTo>
                  <a:pt x="634709" y="115281"/>
                </a:lnTo>
                <a:lnTo>
                  <a:pt x="634602" y="114770"/>
                </a:lnTo>
                <a:lnTo>
                  <a:pt x="634509" y="114250"/>
                </a:lnTo>
                <a:lnTo>
                  <a:pt x="634430" y="113722"/>
                </a:lnTo>
                <a:lnTo>
                  <a:pt x="634366" y="113186"/>
                </a:lnTo>
                <a:lnTo>
                  <a:pt x="634316" y="112642"/>
                </a:lnTo>
                <a:lnTo>
                  <a:pt x="634280" y="112090"/>
                </a:lnTo>
                <a:lnTo>
                  <a:pt x="634259" y="111529"/>
                </a:lnTo>
                <a:lnTo>
                  <a:pt x="634251" y="110961"/>
                </a:lnTo>
                <a:lnTo>
                  <a:pt x="634257" y="110509"/>
                </a:lnTo>
                <a:lnTo>
                  <a:pt x="634274" y="110060"/>
                </a:lnTo>
                <a:lnTo>
                  <a:pt x="634302" y="109615"/>
                </a:lnTo>
                <a:lnTo>
                  <a:pt x="634342" y="109172"/>
                </a:lnTo>
                <a:lnTo>
                  <a:pt x="634393" y="108732"/>
                </a:lnTo>
                <a:lnTo>
                  <a:pt x="634455" y="108295"/>
                </a:lnTo>
                <a:lnTo>
                  <a:pt x="634529" y="107861"/>
                </a:lnTo>
                <a:lnTo>
                  <a:pt x="634613" y="107430"/>
                </a:lnTo>
                <a:lnTo>
                  <a:pt x="634710" y="107003"/>
                </a:lnTo>
                <a:lnTo>
                  <a:pt x="634817" y="106578"/>
                </a:lnTo>
                <a:lnTo>
                  <a:pt x="634936" y="106156"/>
                </a:lnTo>
                <a:lnTo>
                  <a:pt x="635066" y="105737"/>
                </a:lnTo>
                <a:lnTo>
                  <a:pt x="635207" y="105321"/>
                </a:lnTo>
                <a:lnTo>
                  <a:pt x="635360" y="104908"/>
                </a:lnTo>
                <a:lnTo>
                  <a:pt x="635524" y="104498"/>
                </a:lnTo>
                <a:lnTo>
                  <a:pt x="635700" y="104091"/>
                </a:lnTo>
                <a:lnTo>
                  <a:pt x="635886" y="103687"/>
                </a:lnTo>
                <a:lnTo>
                  <a:pt x="636084" y="103286"/>
                </a:lnTo>
                <a:lnTo>
                  <a:pt x="636294" y="102888"/>
                </a:lnTo>
                <a:lnTo>
                  <a:pt x="636514" y="102493"/>
                </a:lnTo>
                <a:lnTo>
                  <a:pt x="636746" y="102101"/>
                </a:lnTo>
                <a:lnTo>
                  <a:pt x="636990" y="101712"/>
                </a:lnTo>
                <a:lnTo>
                  <a:pt x="637244" y="101326"/>
                </a:lnTo>
                <a:lnTo>
                  <a:pt x="637510" y="100942"/>
                </a:lnTo>
                <a:lnTo>
                  <a:pt x="637789" y="100562"/>
                </a:lnTo>
                <a:lnTo>
                  <a:pt x="638083" y="100182"/>
                </a:lnTo>
                <a:lnTo>
                  <a:pt x="638392" y="99804"/>
                </a:lnTo>
                <a:lnTo>
                  <a:pt x="638716" y="99427"/>
                </a:lnTo>
                <a:lnTo>
                  <a:pt x="639055" y="99051"/>
                </a:lnTo>
                <a:lnTo>
                  <a:pt x="639409" y="98677"/>
                </a:lnTo>
                <a:lnTo>
                  <a:pt x="639778" y="98303"/>
                </a:lnTo>
                <a:lnTo>
                  <a:pt x="640162" y="97932"/>
                </a:lnTo>
                <a:lnTo>
                  <a:pt x="640560" y="97561"/>
                </a:lnTo>
                <a:lnTo>
                  <a:pt x="640974" y="97192"/>
                </a:lnTo>
                <a:lnTo>
                  <a:pt x="641403" y="96825"/>
                </a:lnTo>
                <a:lnTo>
                  <a:pt x="641847" y="96458"/>
                </a:lnTo>
                <a:lnTo>
                  <a:pt x="642306" y="96093"/>
                </a:lnTo>
                <a:lnTo>
                  <a:pt x="642779" y="95729"/>
                </a:lnTo>
                <a:lnTo>
                  <a:pt x="643268" y="95367"/>
                </a:lnTo>
                <a:lnTo>
                  <a:pt x="643772" y="95006"/>
                </a:lnTo>
                <a:lnTo>
                  <a:pt x="644290" y="94646"/>
                </a:lnTo>
                <a:lnTo>
                  <a:pt x="644824" y="94287"/>
                </a:lnTo>
                <a:lnTo>
                  <a:pt x="645373" y="93930"/>
                </a:lnTo>
                <a:lnTo>
                  <a:pt x="645936" y="93574"/>
                </a:lnTo>
                <a:lnTo>
                  <a:pt x="646515" y="93220"/>
                </a:lnTo>
                <a:lnTo>
                  <a:pt x="647108" y="92866"/>
                </a:lnTo>
                <a:lnTo>
                  <a:pt x="647717" y="92515"/>
                </a:lnTo>
                <a:lnTo>
                  <a:pt x="648340" y="92164"/>
                </a:lnTo>
                <a:lnTo>
                  <a:pt x="648709" y="91959"/>
                </a:lnTo>
                <a:lnTo>
                  <a:pt x="649114" y="91743"/>
                </a:lnTo>
                <a:lnTo>
                  <a:pt x="649555" y="91515"/>
                </a:lnTo>
                <a:lnTo>
                  <a:pt x="650031" y="91276"/>
                </a:lnTo>
                <a:lnTo>
                  <a:pt x="650542" y="91025"/>
                </a:lnTo>
                <a:lnTo>
                  <a:pt x="651090" y="90762"/>
                </a:lnTo>
                <a:lnTo>
                  <a:pt x="651672" y="90488"/>
                </a:lnTo>
                <a:lnTo>
                  <a:pt x="652291" y="90202"/>
                </a:lnTo>
                <a:lnTo>
                  <a:pt x="652945" y="89904"/>
                </a:lnTo>
                <a:lnTo>
                  <a:pt x="653635" y="89595"/>
                </a:lnTo>
                <a:lnTo>
                  <a:pt x="654360" y="89275"/>
                </a:lnTo>
                <a:lnTo>
                  <a:pt x="655121" y="88943"/>
                </a:lnTo>
                <a:lnTo>
                  <a:pt x="655917" y="88599"/>
                </a:lnTo>
                <a:lnTo>
                  <a:pt x="656750" y="88244"/>
                </a:lnTo>
                <a:lnTo>
                  <a:pt x="657617" y="87877"/>
                </a:lnTo>
                <a:lnTo>
                  <a:pt x="658521" y="87498"/>
                </a:lnTo>
                <a:lnTo>
                  <a:pt x="659460" y="87108"/>
                </a:lnTo>
                <a:lnTo>
                  <a:pt x="660434" y="86707"/>
                </a:lnTo>
                <a:lnTo>
                  <a:pt x="661444" y="86293"/>
                </a:lnTo>
                <a:lnTo>
                  <a:pt x="662490" y="85869"/>
                </a:lnTo>
                <a:lnTo>
                  <a:pt x="663572" y="85432"/>
                </a:lnTo>
                <a:lnTo>
                  <a:pt x="664688" y="84984"/>
                </a:lnTo>
                <a:lnTo>
                  <a:pt x="665841" y="84525"/>
                </a:lnTo>
                <a:lnTo>
                  <a:pt x="667029" y="84053"/>
                </a:lnTo>
                <a:lnTo>
                  <a:pt x="667029" y="117352"/>
                </a:lnTo>
                <a:lnTo>
                  <a:pt x="666047" y="118131"/>
                </a:lnTo>
                <a:lnTo>
                  <a:pt x="665081" y="118877"/>
                </a:lnTo>
                <a:lnTo>
                  <a:pt x="664130" y="119589"/>
                </a:lnTo>
                <a:lnTo>
                  <a:pt x="663196" y="120268"/>
                </a:lnTo>
                <a:close/>
                <a:moveTo>
                  <a:pt x="602478" y="104379"/>
                </a:moveTo>
                <a:lnTo>
                  <a:pt x="602060" y="105258"/>
                </a:lnTo>
                <a:lnTo>
                  <a:pt x="601640" y="106112"/>
                </a:lnTo>
                <a:lnTo>
                  <a:pt x="601219" y="106942"/>
                </a:lnTo>
                <a:lnTo>
                  <a:pt x="600797" y="107746"/>
                </a:lnTo>
                <a:lnTo>
                  <a:pt x="600374" y="108525"/>
                </a:lnTo>
                <a:lnTo>
                  <a:pt x="599951" y="109279"/>
                </a:lnTo>
                <a:lnTo>
                  <a:pt x="599526" y="110009"/>
                </a:lnTo>
                <a:lnTo>
                  <a:pt x="599100" y="110713"/>
                </a:lnTo>
                <a:lnTo>
                  <a:pt x="598673" y="111392"/>
                </a:lnTo>
                <a:lnTo>
                  <a:pt x="598245" y="112047"/>
                </a:lnTo>
                <a:lnTo>
                  <a:pt x="597817" y="112676"/>
                </a:lnTo>
                <a:lnTo>
                  <a:pt x="597387" y="113281"/>
                </a:lnTo>
                <a:lnTo>
                  <a:pt x="596956" y="113860"/>
                </a:lnTo>
                <a:lnTo>
                  <a:pt x="596524" y="114415"/>
                </a:lnTo>
                <a:lnTo>
                  <a:pt x="596091" y="114944"/>
                </a:lnTo>
                <a:lnTo>
                  <a:pt x="595658" y="115449"/>
                </a:lnTo>
                <a:lnTo>
                  <a:pt x="595223" y="115929"/>
                </a:lnTo>
                <a:lnTo>
                  <a:pt x="594787" y="116384"/>
                </a:lnTo>
                <a:lnTo>
                  <a:pt x="594350" y="116813"/>
                </a:lnTo>
                <a:lnTo>
                  <a:pt x="593913" y="117218"/>
                </a:lnTo>
                <a:lnTo>
                  <a:pt x="593474" y="117598"/>
                </a:lnTo>
                <a:lnTo>
                  <a:pt x="592847" y="118122"/>
                </a:lnTo>
                <a:lnTo>
                  <a:pt x="592215" y="118624"/>
                </a:lnTo>
                <a:lnTo>
                  <a:pt x="591575" y="119103"/>
                </a:lnTo>
                <a:lnTo>
                  <a:pt x="590929" y="119560"/>
                </a:lnTo>
                <a:lnTo>
                  <a:pt x="590276" y="119995"/>
                </a:lnTo>
                <a:lnTo>
                  <a:pt x="589616" y="120407"/>
                </a:lnTo>
                <a:lnTo>
                  <a:pt x="588950" y="120798"/>
                </a:lnTo>
                <a:lnTo>
                  <a:pt x="588277" y="121165"/>
                </a:lnTo>
                <a:lnTo>
                  <a:pt x="587597" y="121511"/>
                </a:lnTo>
                <a:lnTo>
                  <a:pt x="586911" y="121834"/>
                </a:lnTo>
                <a:lnTo>
                  <a:pt x="586218" y="122135"/>
                </a:lnTo>
                <a:lnTo>
                  <a:pt x="585519" y="122414"/>
                </a:lnTo>
                <a:lnTo>
                  <a:pt x="584813" y="122670"/>
                </a:lnTo>
                <a:lnTo>
                  <a:pt x="584100" y="122905"/>
                </a:lnTo>
                <a:lnTo>
                  <a:pt x="583380" y="123116"/>
                </a:lnTo>
                <a:lnTo>
                  <a:pt x="582654" y="123306"/>
                </a:lnTo>
                <a:lnTo>
                  <a:pt x="581921" y="123473"/>
                </a:lnTo>
                <a:lnTo>
                  <a:pt x="581182" y="123618"/>
                </a:lnTo>
                <a:lnTo>
                  <a:pt x="580436" y="123741"/>
                </a:lnTo>
                <a:lnTo>
                  <a:pt x="579683" y="123841"/>
                </a:lnTo>
                <a:lnTo>
                  <a:pt x="578924" y="123919"/>
                </a:lnTo>
                <a:lnTo>
                  <a:pt x="578158" y="123975"/>
                </a:lnTo>
                <a:lnTo>
                  <a:pt x="577385" y="124008"/>
                </a:lnTo>
                <a:lnTo>
                  <a:pt x="576606" y="124019"/>
                </a:lnTo>
                <a:lnTo>
                  <a:pt x="575521" y="123999"/>
                </a:lnTo>
                <a:lnTo>
                  <a:pt x="574455" y="123936"/>
                </a:lnTo>
                <a:lnTo>
                  <a:pt x="573408" y="123831"/>
                </a:lnTo>
                <a:lnTo>
                  <a:pt x="572379" y="123685"/>
                </a:lnTo>
                <a:lnTo>
                  <a:pt x="571370" y="123497"/>
                </a:lnTo>
                <a:lnTo>
                  <a:pt x="570379" y="123268"/>
                </a:lnTo>
                <a:lnTo>
                  <a:pt x="569407" y="122996"/>
                </a:lnTo>
                <a:lnTo>
                  <a:pt x="568454" y="122683"/>
                </a:lnTo>
                <a:lnTo>
                  <a:pt x="567519" y="122328"/>
                </a:lnTo>
                <a:lnTo>
                  <a:pt x="566604" y="121931"/>
                </a:lnTo>
                <a:lnTo>
                  <a:pt x="565707" y="121493"/>
                </a:lnTo>
                <a:lnTo>
                  <a:pt x="564829" y="121012"/>
                </a:lnTo>
                <a:lnTo>
                  <a:pt x="563970" y="120490"/>
                </a:lnTo>
                <a:lnTo>
                  <a:pt x="563129" y="119926"/>
                </a:lnTo>
                <a:lnTo>
                  <a:pt x="562308" y="119321"/>
                </a:lnTo>
                <a:lnTo>
                  <a:pt x="561505" y="118674"/>
                </a:lnTo>
                <a:lnTo>
                  <a:pt x="560721" y="117984"/>
                </a:lnTo>
                <a:lnTo>
                  <a:pt x="559956" y="117254"/>
                </a:lnTo>
                <a:lnTo>
                  <a:pt x="559210" y="116481"/>
                </a:lnTo>
                <a:lnTo>
                  <a:pt x="558482" y="115667"/>
                </a:lnTo>
                <a:lnTo>
                  <a:pt x="557773" y="114810"/>
                </a:lnTo>
                <a:lnTo>
                  <a:pt x="557083" y="113912"/>
                </a:lnTo>
                <a:lnTo>
                  <a:pt x="556412" y="112973"/>
                </a:lnTo>
                <a:lnTo>
                  <a:pt x="555760" y="111991"/>
                </a:lnTo>
                <a:lnTo>
                  <a:pt x="555130" y="110982"/>
                </a:lnTo>
                <a:lnTo>
                  <a:pt x="554528" y="109961"/>
                </a:lnTo>
                <a:lnTo>
                  <a:pt x="553952" y="108927"/>
                </a:lnTo>
                <a:lnTo>
                  <a:pt x="553403" y="107879"/>
                </a:lnTo>
                <a:lnTo>
                  <a:pt x="552880" y="106819"/>
                </a:lnTo>
                <a:lnTo>
                  <a:pt x="552385" y="105747"/>
                </a:lnTo>
                <a:lnTo>
                  <a:pt x="551916" y="104661"/>
                </a:lnTo>
                <a:lnTo>
                  <a:pt x="551474" y="103562"/>
                </a:lnTo>
                <a:lnTo>
                  <a:pt x="551058" y="102451"/>
                </a:lnTo>
                <a:lnTo>
                  <a:pt x="550670" y="101327"/>
                </a:lnTo>
                <a:lnTo>
                  <a:pt x="550308" y="100190"/>
                </a:lnTo>
                <a:lnTo>
                  <a:pt x="549974" y="99041"/>
                </a:lnTo>
                <a:lnTo>
                  <a:pt x="549665" y="97878"/>
                </a:lnTo>
                <a:lnTo>
                  <a:pt x="549384" y="96703"/>
                </a:lnTo>
                <a:lnTo>
                  <a:pt x="549130" y="95515"/>
                </a:lnTo>
                <a:lnTo>
                  <a:pt x="548902" y="94314"/>
                </a:lnTo>
                <a:lnTo>
                  <a:pt x="548701" y="93100"/>
                </a:lnTo>
                <a:lnTo>
                  <a:pt x="548527" y="91873"/>
                </a:lnTo>
                <a:lnTo>
                  <a:pt x="548380" y="90634"/>
                </a:lnTo>
                <a:lnTo>
                  <a:pt x="548259" y="89382"/>
                </a:lnTo>
                <a:lnTo>
                  <a:pt x="548165" y="88117"/>
                </a:lnTo>
                <a:lnTo>
                  <a:pt x="548098" y="86839"/>
                </a:lnTo>
                <a:lnTo>
                  <a:pt x="548058" y="85548"/>
                </a:lnTo>
                <a:lnTo>
                  <a:pt x="548045" y="84245"/>
                </a:lnTo>
                <a:lnTo>
                  <a:pt x="548058" y="82970"/>
                </a:lnTo>
                <a:lnTo>
                  <a:pt x="548099" y="81715"/>
                </a:lnTo>
                <a:lnTo>
                  <a:pt x="548166" y="80482"/>
                </a:lnTo>
                <a:lnTo>
                  <a:pt x="548260" y="79269"/>
                </a:lnTo>
                <a:lnTo>
                  <a:pt x="548382" y="78078"/>
                </a:lnTo>
                <a:lnTo>
                  <a:pt x="548530" y="76907"/>
                </a:lnTo>
                <a:lnTo>
                  <a:pt x="548705" y="75758"/>
                </a:lnTo>
                <a:lnTo>
                  <a:pt x="548907" y="74629"/>
                </a:lnTo>
                <a:lnTo>
                  <a:pt x="549136" y="73521"/>
                </a:lnTo>
                <a:lnTo>
                  <a:pt x="549392" y="72435"/>
                </a:lnTo>
                <a:lnTo>
                  <a:pt x="549676" y="71369"/>
                </a:lnTo>
                <a:lnTo>
                  <a:pt x="549986" y="70324"/>
                </a:lnTo>
                <a:lnTo>
                  <a:pt x="550322" y="69300"/>
                </a:lnTo>
                <a:lnTo>
                  <a:pt x="550686" y="68297"/>
                </a:lnTo>
                <a:lnTo>
                  <a:pt x="551077" y="67315"/>
                </a:lnTo>
                <a:lnTo>
                  <a:pt x="551495" y="66355"/>
                </a:lnTo>
                <a:lnTo>
                  <a:pt x="551940" y="65415"/>
                </a:lnTo>
                <a:lnTo>
                  <a:pt x="552412" y="64496"/>
                </a:lnTo>
                <a:lnTo>
                  <a:pt x="552910" y="63598"/>
                </a:lnTo>
                <a:lnTo>
                  <a:pt x="553436" y="62721"/>
                </a:lnTo>
                <a:lnTo>
                  <a:pt x="553988" y="61864"/>
                </a:lnTo>
                <a:lnTo>
                  <a:pt x="554568" y="61029"/>
                </a:lnTo>
                <a:lnTo>
                  <a:pt x="555174" y="60215"/>
                </a:lnTo>
                <a:lnTo>
                  <a:pt x="555808" y="59422"/>
                </a:lnTo>
                <a:lnTo>
                  <a:pt x="556302" y="58843"/>
                </a:lnTo>
                <a:lnTo>
                  <a:pt x="556808" y="58289"/>
                </a:lnTo>
                <a:lnTo>
                  <a:pt x="557328" y="57760"/>
                </a:lnTo>
                <a:lnTo>
                  <a:pt x="557861" y="57255"/>
                </a:lnTo>
                <a:lnTo>
                  <a:pt x="558406" y="56775"/>
                </a:lnTo>
                <a:lnTo>
                  <a:pt x="558965" y="56319"/>
                </a:lnTo>
                <a:lnTo>
                  <a:pt x="559536" y="55888"/>
                </a:lnTo>
                <a:lnTo>
                  <a:pt x="560121" y="55482"/>
                </a:lnTo>
                <a:lnTo>
                  <a:pt x="560718" y="55100"/>
                </a:lnTo>
                <a:lnTo>
                  <a:pt x="561329" y="54743"/>
                </a:lnTo>
                <a:lnTo>
                  <a:pt x="561952" y="54411"/>
                </a:lnTo>
                <a:lnTo>
                  <a:pt x="562589" y="54103"/>
                </a:lnTo>
                <a:lnTo>
                  <a:pt x="563238" y="53820"/>
                </a:lnTo>
                <a:lnTo>
                  <a:pt x="563901" y="53561"/>
                </a:lnTo>
                <a:lnTo>
                  <a:pt x="564576" y="53327"/>
                </a:lnTo>
                <a:lnTo>
                  <a:pt x="565264" y="53118"/>
                </a:lnTo>
                <a:lnTo>
                  <a:pt x="565966" y="52933"/>
                </a:lnTo>
                <a:lnTo>
                  <a:pt x="566680" y="52773"/>
                </a:lnTo>
                <a:lnTo>
                  <a:pt x="567407" y="52638"/>
                </a:lnTo>
                <a:lnTo>
                  <a:pt x="568148" y="52527"/>
                </a:lnTo>
                <a:lnTo>
                  <a:pt x="568901" y="52440"/>
                </a:lnTo>
                <a:lnTo>
                  <a:pt x="569667" y="52379"/>
                </a:lnTo>
                <a:lnTo>
                  <a:pt x="570446" y="52342"/>
                </a:lnTo>
                <a:lnTo>
                  <a:pt x="571238" y="52330"/>
                </a:lnTo>
                <a:lnTo>
                  <a:pt x="571729" y="52335"/>
                </a:lnTo>
                <a:lnTo>
                  <a:pt x="572211" y="52350"/>
                </a:lnTo>
                <a:lnTo>
                  <a:pt x="572684" y="52375"/>
                </a:lnTo>
                <a:lnTo>
                  <a:pt x="573147" y="52410"/>
                </a:lnTo>
                <a:lnTo>
                  <a:pt x="573602" y="52454"/>
                </a:lnTo>
                <a:lnTo>
                  <a:pt x="574048" y="52509"/>
                </a:lnTo>
                <a:lnTo>
                  <a:pt x="574485" y="52574"/>
                </a:lnTo>
                <a:lnTo>
                  <a:pt x="574912" y="52649"/>
                </a:lnTo>
                <a:lnTo>
                  <a:pt x="575331" y="52734"/>
                </a:lnTo>
                <a:lnTo>
                  <a:pt x="575741" y="52829"/>
                </a:lnTo>
                <a:lnTo>
                  <a:pt x="576142" y="52934"/>
                </a:lnTo>
                <a:lnTo>
                  <a:pt x="576534" y="53048"/>
                </a:lnTo>
                <a:lnTo>
                  <a:pt x="576917" y="53173"/>
                </a:lnTo>
                <a:lnTo>
                  <a:pt x="577290" y="53308"/>
                </a:lnTo>
                <a:lnTo>
                  <a:pt x="577655" y="53453"/>
                </a:lnTo>
                <a:lnTo>
                  <a:pt x="578011" y="53608"/>
                </a:lnTo>
                <a:lnTo>
                  <a:pt x="578358" y="53772"/>
                </a:lnTo>
                <a:lnTo>
                  <a:pt x="578696" y="53947"/>
                </a:lnTo>
                <a:lnTo>
                  <a:pt x="579025" y="54132"/>
                </a:lnTo>
                <a:lnTo>
                  <a:pt x="579345" y="54326"/>
                </a:lnTo>
                <a:lnTo>
                  <a:pt x="579656" y="54531"/>
                </a:lnTo>
                <a:lnTo>
                  <a:pt x="579958" y="54746"/>
                </a:lnTo>
                <a:lnTo>
                  <a:pt x="580251" y="54970"/>
                </a:lnTo>
                <a:lnTo>
                  <a:pt x="580535" y="55205"/>
                </a:lnTo>
                <a:lnTo>
                  <a:pt x="580810" y="55457"/>
                </a:lnTo>
                <a:lnTo>
                  <a:pt x="581075" y="55719"/>
                </a:lnTo>
                <a:lnTo>
                  <a:pt x="581330" y="55990"/>
                </a:lnTo>
                <a:lnTo>
                  <a:pt x="581575" y="56270"/>
                </a:lnTo>
                <a:lnTo>
                  <a:pt x="581810" y="56559"/>
                </a:lnTo>
                <a:lnTo>
                  <a:pt x="582036" y="56858"/>
                </a:lnTo>
                <a:lnTo>
                  <a:pt x="582251" y="57166"/>
                </a:lnTo>
                <a:lnTo>
                  <a:pt x="582457" y="57484"/>
                </a:lnTo>
                <a:lnTo>
                  <a:pt x="582653" y="57811"/>
                </a:lnTo>
                <a:lnTo>
                  <a:pt x="582840" y="58147"/>
                </a:lnTo>
                <a:lnTo>
                  <a:pt x="583016" y="58492"/>
                </a:lnTo>
                <a:lnTo>
                  <a:pt x="583183" y="58847"/>
                </a:lnTo>
                <a:lnTo>
                  <a:pt x="583340" y="59211"/>
                </a:lnTo>
                <a:lnTo>
                  <a:pt x="583487" y="59584"/>
                </a:lnTo>
                <a:lnTo>
                  <a:pt x="583624" y="59967"/>
                </a:lnTo>
                <a:lnTo>
                  <a:pt x="583751" y="60359"/>
                </a:lnTo>
                <a:lnTo>
                  <a:pt x="583869" y="60760"/>
                </a:lnTo>
                <a:lnTo>
                  <a:pt x="583976" y="61171"/>
                </a:lnTo>
                <a:lnTo>
                  <a:pt x="584074" y="61591"/>
                </a:lnTo>
                <a:lnTo>
                  <a:pt x="584162" y="62020"/>
                </a:lnTo>
                <a:lnTo>
                  <a:pt x="584241" y="62459"/>
                </a:lnTo>
                <a:lnTo>
                  <a:pt x="584309" y="62907"/>
                </a:lnTo>
                <a:lnTo>
                  <a:pt x="584368" y="63364"/>
                </a:lnTo>
                <a:lnTo>
                  <a:pt x="584417" y="63831"/>
                </a:lnTo>
                <a:lnTo>
                  <a:pt x="584463" y="64296"/>
                </a:lnTo>
                <a:lnTo>
                  <a:pt x="584512" y="64748"/>
                </a:lnTo>
                <a:lnTo>
                  <a:pt x="584566" y="65187"/>
                </a:lnTo>
                <a:lnTo>
                  <a:pt x="584623" y="65614"/>
                </a:lnTo>
                <a:lnTo>
                  <a:pt x="584684" y="66029"/>
                </a:lnTo>
                <a:lnTo>
                  <a:pt x="584749" y="66430"/>
                </a:lnTo>
                <a:lnTo>
                  <a:pt x="584818" y="66819"/>
                </a:lnTo>
                <a:lnTo>
                  <a:pt x="584891" y="67196"/>
                </a:lnTo>
                <a:lnTo>
                  <a:pt x="584967" y="67560"/>
                </a:lnTo>
                <a:lnTo>
                  <a:pt x="585047" y="67911"/>
                </a:lnTo>
                <a:lnTo>
                  <a:pt x="585131" y="68249"/>
                </a:lnTo>
                <a:lnTo>
                  <a:pt x="585219" y="68575"/>
                </a:lnTo>
                <a:lnTo>
                  <a:pt x="585311" y="68888"/>
                </a:lnTo>
                <a:lnTo>
                  <a:pt x="585407" y="69189"/>
                </a:lnTo>
                <a:lnTo>
                  <a:pt x="585506" y="69476"/>
                </a:lnTo>
                <a:lnTo>
                  <a:pt x="585609" y="69752"/>
                </a:lnTo>
                <a:lnTo>
                  <a:pt x="585716" y="70014"/>
                </a:lnTo>
                <a:lnTo>
                  <a:pt x="585827" y="70264"/>
                </a:lnTo>
                <a:lnTo>
                  <a:pt x="585942" y="70501"/>
                </a:lnTo>
                <a:lnTo>
                  <a:pt x="586061" y="70726"/>
                </a:lnTo>
                <a:lnTo>
                  <a:pt x="586183" y="70938"/>
                </a:lnTo>
                <a:lnTo>
                  <a:pt x="586309" y="71137"/>
                </a:lnTo>
                <a:lnTo>
                  <a:pt x="586439" y="71324"/>
                </a:lnTo>
                <a:lnTo>
                  <a:pt x="586573" y="71498"/>
                </a:lnTo>
                <a:lnTo>
                  <a:pt x="586818" y="71795"/>
                </a:lnTo>
                <a:lnTo>
                  <a:pt x="587072" y="72080"/>
                </a:lnTo>
                <a:lnTo>
                  <a:pt x="587335" y="72352"/>
                </a:lnTo>
                <a:lnTo>
                  <a:pt x="587609" y="72611"/>
                </a:lnTo>
                <a:lnTo>
                  <a:pt x="587892" y="72857"/>
                </a:lnTo>
                <a:lnTo>
                  <a:pt x="588184" y="73091"/>
                </a:lnTo>
                <a:lnTo>
                  <a:pt x="588487" y="73313"/>
                </a:lnTo>
                <a:lnTo>
                  <a:pt x="588799" y="73521"/>
                </a:lnTo>
                <a:lnTo>
                  <a:pt x="589120" y="73717"/>
                </a:lnTo>
                <a:lnTo>
                  <a:pt x="589452" y="73901"/>
                </a:lnTo>
                <a:lnTo>
                  <a:pt x="589793" y="74071"/>
                </a:lnTo>
                <a:lnTo>
                  <a:pt x="590143" y="74230"/>
                </a:lnTo>
                <a:lnTo>
                  <a:pt x="590503" y="74375"/>
                </a:lnTo>
                <a:lnTo>
                  <a:pt x="590873" y="74508"/>
                </a:lnTo>
                <a:lnTo>
                  <a:pt x="591253" y="74628"/>
                </a:lnTo>
                <a:lnTo>
                  <a:pt x="591642" y="74735"/>
                </a:lnTo>
                <a:lnTo>
                  <a:pt x="592041" y="74830"/>
                </a:lnTo>
                <a:lnTo>
                  <a:pt x="592449" y="74912"/>
                </a:lnTo>
                <a:lnTo>
                  <a:pt x="592868" y="74982"/>
                </a:lnTo>
                <a:lnTo>
                  <a:pt x="593295" y="75039"/>
                </a:lnTo>
                <a:lnTo>
                  <a:pt x="593733" y="75083"/>
                </a:lnTo>
                <a:lnTo>
                  <a:pt x="594180" y="75115"/>
                </a:lnTo>
                <a:lnTo>
                  <a:pt x="594637" y="75134"/>
                </a:lnTo>
                <a:lnTo>
                  <a:pt x="595103" y="75140"/>
                </a:lnTo>
                <a:lnTo>
                  <a:pt x="595451" y="75136"/>
                </a:lnTo>
                <a:lnTo>
                  <a:pt x="595793" y="75124"/>
                </a:lnTo>
                <a:lnTo>
                  <a:pt x="596128" y="75105"/>
                </a:lnTo>
                <a:lnTo>
                  <a:pt x="596457" y="75078"/>
                </a:lnTo>
                <a:lnTo>
                  <a:pt x="596779" y="75043"/>
                </a:lnTo>
                <a:lnTo>
                  <a:pt x="597095" y="75000"/>
                </a:lnTo>
                <a:lnTo>
                  <a:pt x="597404" y="74949"/>
                </a:lnTo>
                <a:lnTo>
                  <a:pt x="597707" y="74891"/>
                </a:lnTo>
                <a:lnTo>
                  <a:pt x="598003" y="74825"/>
                </a:lnTo>
                <a:lnTo>
                  <a:pt x="598293" y="74751"/>
                </a:lnTo>
                <a:lnTo>
                  <a:pt x="598576" y="74669"/>
                </a:lnTo>
                <a:lnTo>
                  <a:pt x="598853" y="74579"/>
                </a:lnTo>
                <a:lnTo>
                  <a:pt x="599123" y="74482"/>
                </a:lnTo>
                <a:lnTo>
                  <a:pt x="599387" y="74377"/>
                </a:lnTo>
                <a:lnTo>
                  <a:pt x="599644" y="74264"/>
                </a:lnTo>
                <a:lnTo>
                  <a:pt x="599895" y="74143"/>
                </a:lnTo>
                <a:lnTo>
                  <a:pt x="600140" y="74015"/>
                </a:lnTo>
                <a:lnTo>
                  <a:pt x="600377" y="73878"/>
                </a:lnTo>
                <a:lnTo>
                  <a:pt x="600609" y="73734"/>
                </a:lnTo>
                <a:lnTo>
                  <a:pt x="600834" y="73582"/>
                </a:lnTo>
                <a:lnTo>
                  <a:pt x="601052" y="73423"/>
                </a:lnTo>
                <a:lnTo>
                  <a:pt x="601264" y="73255"/>
                </a:lnTo>
                <a:lnTo>
                  <a:pt x="601469" y="73080"/>
                </a:lnTo>
                <a:lnTo>
                  <a:pt x="601668" y="72897"/>
                </a:lnTo>
                <a:lnTo>
                  <a:pt x="601860" y="72707"/>
                </a:lnTo>
                <a:lnTo>
                  <a:pt x="602043" y="72513"/>
                </a:lnTo>
                <a:lnTo>
                  <a:pt x="602219" y="72314"/>
                </a:lnTo>
                <a:lnTo>
                  <a:pt x="602386" y="72110"/>
                </a:lnTo>
                <a:lnTo>
                  <a:pt x="602545" y="71901"/>
                </a:lnTo>
                <a:lnTo>
                  <a:pt x="602696" y="71687"/>
                </a:lnTo>
                <a:lnTo>
                  <a:pt x="602838" y="71469"/>
                </a:lnTo>
                <a:lnTo>
                  <a:pt x="602973" y="71245"/>
                </a:lnTo>
                <a:lnTo>
                  <a:pt x="603099" y="71017"/>
                </a:lnTo>
                <a:lnTo>
                  <a:pt x="603217" y="70785"/>
                </a:lnTo>
                <a:lnTo>
                  <a:pt x="603327" y="70547"/>
                </a:lnTo>
                <a:lnTo>
                  <a:pt x="603429" y="70305"/>
                </a:lnTo>
                <a:lnTo>
                  <a:pt x="603523" y="70057"/>
                </a:lnTo>
                <a:lnTo>
                  <a:pt x="603609" y="69805"/>
                </a:lnTo>
                <a:lnTo>
                  <a:pt x="603686" y="69548"/>
                </a:lnTo>
                <a:lnTo>
                  <a:pt x="603755" y="69287"/>
                </a:lnTo>
                <a:lnTo>
                  <a:pt x="603817" y="69020"/>
                </a:lnTo>
                <a:lnTo>
                  <a:pt x="603870" y="68749"/>
                </a:lnTo>
                <a:lnTo>
                  <a:pt x="603914" y="68473"/>
                </a:lnTo>
                <a:lnTo>
                  <a:pt x="603951" y="68192"/>
                </a:lnTo>
                <a:lnTo>
                  <a:pt x="603980" y="67906"/>
                </a:lnTo>
                <a:lnTo>
                  <a:pt x="604000" y="67616"/>
                </a:lnTo>
                <a:lnTo>
                  <a:pt x="604012" y="67321"/>
                </a:lnTo>
                <a:lnTo>
                  <a:pt x="604016" y="67020"/>
                </a:lnTo>
                <a:lnTo>
                  <a:pt x="604002" y="66408"/>
                </a:lnTo>
                <a:lnTo>
                  <a:pt x="603958" y="65798"/>
                </a:lnTo>
                <a:lnTo>
                  <a:pt x="603886" y="65190"/>
                </a:lnTo>
                <a:lnTo>
                  <a:pt x="603785" y="64583"/>
                </a:lnTo>
                <a:lnTo>
                  <a:pt x="603654" y="63978"/>
                </a:lnTo>
                <a:lnTo>
                  <a:pt x="603495" y="63375"/>
                </a:lnTo>
                <a:lnTo>
                  <a:pt x="603307" y="62774"/>
                </a:lnTo>
                <a:lnTo>
                  <a:pt x="603090" y="62175"/>
                </a:lnTo>
                <a:lnTo>
                  <a:pt x="602844" y="61578"/>
                </a:lnTo>
                <a:lnTo>
                  <a:pt x="602569" y="60982"/>
                </a:lnTo>
                <a:lnTo>
                  <a:pt x="602265" y="60388"/>
                </a:lnTo>
                <a:lnTo>
                  <a:pt x="601932" y="59796"/>
                </a:lnTo>
                <a:lnTo>
                  <a:pt x="601570" y="59206"/>
                </a:lnTo>
                <a:lnTo>
                  <a:pt x="601179" y="58618"/>
                </a:lnTo>
                <a:lnTo>
                  <a:pt x="600759" y="58032"/>
                </a:lnTo>
                <a:lnTo>
                  <a:pt x="600310" y="57447"/>
                </a:lnTo>
                <a:lnTo>
                  <a:pt x="599833" y="56864"/>
                </a:lnTo>
                <a:lnTo>
                  <a:pt x="599326" y="56283"/>
                </a:lnTo>
                <a:lnTo>
                  <a:pt x="598790" y="55704"/>
                </a:lnTo>
                <a:lnTo>
                  <a:pt x="598226" y="55127"/>
                </a:lnTo>
                <a:lnTo>
                  <a:pt x="597632" y="54551"/>
                </a:lnTo>
                <a:lnTo>
                  <a:pt x="597010" y="53978"/>
                </a:lnTo>
                <a:lnTo>
                  <a:pt x="596359" y="53406"/>
                </a:lnTo>
                <a:lnTo>
                  <a:pt x="595678" y="52836"/>
                </a:lnTo>
                <a:lnTo>
                  <a:pt x="594975" y="52278"/>
                </a:lnTo>
                <a:lnTo>
                  <a:pt x="594256" y="51745"/>
                </a:lnTo>
                <a:lnTo>
                  <a:pt x="593522" y="51235"/>
                </a:lnTo>
                <a:lnTo>
                  <a:pt x="592771" y="50748"/>
                </a:lnTo>
                <a:lnTo>
                  <a:pt x="592004" y="50286"/>
                </a:lnTo>
                <a:lnTo>
                  <a:pt x="591221" y="49847"/>
                </a:lnTo>
                <a:lnTo>
                  <a:pt x="590423" y="49432"/>
                </a:lnTo>
                <a:lnTo>
                  <a:pt x="589608" y="49040"/>
                </a:lnTo>
                <a:lnTo>
                  <a:pt x="588778" y="48673"/>
                </a:lnTo>
                <a:lnTo>
                  <a:pt x="587931" y="48329"/>
                </a:lnTo>
                <a:lnTo>
                  <a:pt x="587068" y="48009"/>
                </a:lnTo>
                <a:lnTo>
                  <a:pt x="586190" y="47712"/>
                </a:lnTo>
                <a:lnTo>
                  <a:pt x="585295" y="47439"/>
                </a:lnTo>
                <a:lnTo>
                  <a:pt x="584385" y="47190"/>
                </a:lnTo>
                <a:lnTo>
                  <a:pt x="583458" y="46965"/>
                </a:lnTo>
                <a:lnTo>
                  <a:pt x="582516" y="46763"/>
                </a:lnTo>
                <a:lnTo>
                  <a:pt x="581557" y="46585"/>
                </a:lnTo>
                <a:lnTo>
                  <a:pt x="580583" y="46431"/>
                </a:lnTo>
                <a:lnTo>
                  <a:pt x="579593" y="46301"/>
                </a:lnTo>
                <a:lnTo>
                  <a:pt x="578586" y="46194"/>
                </a:lnTo>
                <a:lnTo>
                  <a:pt x="577564" y="46111"/>
                </a:lnTo>
                <a:lnTo>
                  <a:pt x="576526" y="46052"/>
                </a:lnTo>
                <a:lnTo>
                  <a:pt x="575471" y="46016"/>
                </a:lnTo>
                <a:lnTo>
                  <a:pt x="574401" y="46004"/>
                </a:lnTo>
                <a:lnTo>
                  <a:pt x="572972" y="46027"/>
                </a:lnTo>
                <a:lnTo>
                  <a:pt x="571560" y="46094"/>
                </a:lnTo>
                <a:lnTo>
                  <a:pt x="570165" y="46206"/>
                </a:lnTo>
                <a:lnTo>
                  <a:pt x="568788" y="46363"/>
                </a:lnTo>
                <a:lnTo>
                  <a:pt x="567427" y="46565"/>
                </a:lnTo>
                <a:lnTo>
                  <a:pt x="566084" y="46812"/>
                </a:lnTo>
                <a:lnTo>
                  <a:pt x="564758" y="47104"/>
                </a:lnTo>
                <a:lnTo>
                  <a:pt x="563449" y="47440"/>
                </a:lnTo>
                <a:lnTo>
                  <a:pt x="562157" y="47822"/>
                </a:lnTo>
                <a:lnTo>
                  <a:pt x="560882" y="48248"/>
                </a:lnTo>
                <a:lnTo>
                  <a:pt x="559624" y="48720"/>
                </a:lnTo>
                <a:lnTo>
                  <a:pt x="558384" y="49236"/>
                </a:lnTo>
                <a:lnTo>
                  <a:pt x="557160" y="49797"/>
                </a:lnTo>
                <a:lnTo>
                  <a:pt x="555954" y="50403"/>
                </a:lnTo>
                <a:lnTo>
                  <a:pt x="554765" y="51054"/>
                </a:lnTo>
                <a:lnTo>
                  <a:pt x="553593" y="51749"/>
                </a:lnTo>
                <a:lnTo>
                  <a:pt x="552438" y="52490"/>
                </a:lnTo>
                <a:lnTo>
                  <a:pt x="551300" y="53275"/>
                </a:lnTo>
                <a:lnTo>
                  <a:pt x="550180" y="54106"/>
                </a:lnTo>
                <a:lnTo>
                  <a:pt x="549076" y="54981"/>
                </a:lnTo>
                <a:lnTo>
                  <a:pt x="547990" y="55901"/>
                </a:lnTo>
                <a:lnTo>
                  <a:pt x="546921" y="56866"/>
                </a:lnTo>
                <a:lnTo>
                  <a:pt x="545869" y="57876"/>
                </a:lnTo>
                <a:lnTo>
                  <a:pt x="544834" y="58931"/>
                </a:lnTo>
                <a:lnTo>
                  <a:pt x="543829" y="60021"/>
                </a:lnTo>
                <a:lnTo>
                  <a:pt x="542867" y="61139"/>
                </a:lnTo>
                <a:lnTo>
                  <a:pt x="541948" y="62283"/>
                </a:lnTo>
                <a:lnTo>
                  <a:pt x="541071" y="63454"/>
                </a:lnTo>
                <a:lnTo>
                  <a:pt x="540237" y="64652"/>
                </a:lnTo>
                <a:lnTo>
                  <a:pt x="539446" y="65877"/>
                </a:lnTo>
                <a:lnTo>
                  <a:pt x="538698" y="67129"/>
                </a:lnTo>
                <a:lnTo>
                  <a:pt x="537992" y="68408"/>
                </a:lnTo>
                <a:lnTo>
                  <a:pt x="537329" y="69714"/>
                </a:lnTo>
                <a:lnTo>
                  <a:pt x="536709" y="71047"/>
                </a:lnTo>
                <a:lnTo>
                  <a:pt x="536132" y="72407"/>
                </a:lnTo>
                <a:lnTo>
                  <a:pt x="535597" y="73794"/>
                </a:lnTo>
                <a:lnTo>
                  <a:pt x="535105" y="75207"/>
                </a:lnTo>
                <a:lnTo>
                  <a:pt x="534656" y="76648"/>
                </a:lnTo>
                <a:lnTo>
                  <a:pt x="534250" y="78116"/>
                </a:lnTo>
                <a:lnTo>
                  <a:pt x="533887" y="79610"/>
                </a:lnTo>
                <a:lnTo>
                  <a:pt x="533566" y="81131"/>
                </a:lnTo>
                <a:lnTo>
                  <a:pt x="533288" y="82680"/>
                </a:lnTo>
                <a:lnTo>
                  <a:pt x="533053" y="84255"/>
                </a:lnTo>
                <a:lnTo>
                  <a:pt x="532860" y="85857"/>
                </a:lnTo>
                <a:lnTo>
                  <a:pt x="532711" y="87486"/>
                </a:lnTo>
                <a:lnTo>
                  <a:pt x="532604" y="89142"/>
                </a:lnTo>
                <a:lnTo>
                  <a:pt x="532540" y="90825"/>
                </a:lnTo>
                <a:lnTo>
                  <a:pt x="532518" y="92535"/>
                </a:lnTo>
                <a:lnTo>
                  <a:pt x="532538" y="94299"/>
                </a:lnTo>
                <a:lnTo>
                  <a:pt x="532596" y="96033"/>
                </a:lnTo>
                <a:lnTo>
                  <a:pt x="532692" y="97736"/>
                </a:lnTo>
                <a:lnTo>
                  <a:pt x="532827" y="99408"/>
                </a:lnTo>
                <a:lnTo>
                  <a:pt x="533001" y="101050"/>
                </a:lnTo>
                <a:lnTo>
                  <a:pt x="533213" y="102661"/>
                </a:lnTo>
                <a:lnTo>
                  <a:pt x="533464" y="104241"/>
                </a:lnTo>
                <a:lnTo>
                  <a:pt x="533754" y="105791"/>
                </a:lnTo>
                <a:lnTo>
                  <a:pt x="534082" y="107310"/>
                </a:lnTo>
                <a:lnTo>
                  <a:pt x="534448" y="108799"/>
                </a:lnTo>
                <a:lnTo>
                  <a:pt x="534854" y="110257"/>
                </a:lnTo>
                <a:lnTo>
                  <a:pt x="535298" y="111685"/>
                </a:lnTo>
                <a:lnTo>
                  <a:pt x="535780" y="113082"/>
                </a:lnTo>
                <a:lnTo>
                  <a:pt x="536301" y="114448"/>
                </a:lnTo>
                <a:lnTo>
                  <a:pt x="536861" y="115784"/>
                </a:lnTo>
                <a:lnTo>
                  <a:pt x="537459" y="117090"/>
                </a:lnTo>
                <a:lnTo>
                  <a:pt x="538096" y="118364"/>
                </a:lnTo>
                <a:lnTo>
                  <a:pt x="538772" y="119608"/>
                </a:lnTo>
                <a:lnTo>
                  <a:pt x="539486" y="120822"/>
                </a:lnTo>
                <a:lnTo>
                  <a:pt x="540239" y="122005"/>
                </a:lnTo>
                <a:lnTo>
                  <a:pt x="541030" y="123157"/>
                </a:lnTo>
                <a:lnTo>
                  <a:pt x="541860" y="124279"/>
                </a:lnTo>
                <a:lnTo>
                  <a:pt x="542729" y="125370"/>
                </a:lnTo>
                <a:lnTo>
                  <a:pt x="543636" y="126430"/>
                </a:lnTo>
                <a:lnTo>
                  <a:pt x="544569" y="127454"/>
                </a:lnTo>
                <a:lnTo>
                  <a:pt x="545516" y="128433"/>
                </a:lnTo>
                <a:lnTo>
                  <a:pt x="546475" y="129370"/>
                </a:lnTo>
                <a:lnTo>
                  <a:pt x="547448" y="130262"/>
                </a:lnTo>
                <a:lnTo>
                  <a:pt x="548435" y="131111"/>
                </a:lnTo>
                <a:lnTo>
                  <a:pt x="549434" y="131917"/>
                </a:lnTo>
                <a:lnTo>
                  <a:pt x="550447" y="132679"/>
                </a:lnTo>
                <a:lnTo>
                  <a:pt x="551474" y="133397"/>
                </a:lnTo>
                <a:lnTo>
                  <a:pt x="552513" y="134072"/>
                </a:lnTo>
                <a:lnTo>
                  <a:pt x="553566" y="134704"/>
                </a:lnTo>
                <a:lnTo>
                  <a:pt x="554633" y="135291"/>
                </a:lnTo>
                <a:lnTo>
                  <a:pt x="555712" y="135836"/>
                </a:lnTo>
                <a:lnTo>
                  <a:pt x="556805" y="136336"/>
                </a:lnTo>
                <a:lnTo>
                  <a:pt x="557911" y="136794"/>
                </a:lnTo>
                <a:lnTo>
                  <a:pt x="559031" y="137207"/>
                </a:lnTo>
                <a:lnTo>
                  <a:pt x="560163" y="137577"/>
                </a:lnTo>
                <a:lnTo>
                  <a:pt x="561309" y="137904"/>
                </a:lnTo>
                <a:lnTo>
                  <a:pt x="562469" y="138187"/>
                </a:lnTo>
                <a:lnTo>
                  <a:pt x="563642" y="138426"/>
                </a:lnTo>
                <a:lnTo>
                  <a:pt x="564828" y="138622"/>
                </a:lnTo>
                <a:lnTo>
                  <a:pt x="566027" y="138775"/>
                </a:lnTo>
                <a:lnTo>
                  <a:pt x="567240" y="138884"/>
                </a:lnTo>
                <a:lnTo>
                  <a:pt x="568466" y="138949"/>
                </a:lnTo>
                <a:lnTo>
                  <a:pt x="569705" y="138971"/>
                </a:lnTo>
                <a:lnTo>
                  <a:pt x="570747" y="138955"/>
                </a:lnTo>
                <a:lnTo>
                  <a:pt x="571782" y="138906"/>
                </a:lnTo>
                <a:lnTo>
                  <a:pt x="572809" y="138825"/>
                </a:lnTo>
                <a:lnTo>
                  <a:pt x="573829" y="138711"/>
                </a:lnTo>
                <a:lnTo>
                  <a:pt x="574841" y="138565"/>
                </a:lnTo>
                <a:lnTo>
                  <a:pt x="575845" y="138387"/>
                </a:lnTo>
                <a:lnTo>
                  <a:pt x="576841" y="138176"/>
                </a:lnTo>
                <a:lnTo>
                  <a:pt x="577830" y="137932"/>
                </a:lnTo>
                <a:lnTo>
                  <a:pt x="578811" y="137657"/>
                </a:lnTo>
                <a:lnTo>
                  <a:pt x="579785" y="137348"/>
                </a:lnTo>
                <a:lnTo>
                  <a:pt x="580751" y="137008"/>
                </a:lnTo>
                <a:lnTo>
                  <a:pt x="581709" y="136635"/>
                </a:lnTo>
                <a:lnTo>
                  <a:pt x="582660" y="136229"/>
                </a:lnTo>
                <a:lnTo>
                  <a:pt x="583603" y="135791"/>
                </a:lnTo>
                <a:lnTo>
                  <a:pt x="584538" y="135321"/>
                </a:lnTo>
                <a:lnTo>
                  <a:pt x="585466" y="134818"/>
                </a:lnTo>
                <a:lnTo>
                  <a:pt x="586386" y="134282"/>
                </a:lnTo>
                <a:lnTo>
                  <a:pt x="587298" y="133714"/>
                </a:lnTo>
                <a:lnTo>
                  <a:pt x="588203" y="133114"/>
                </a:lnTo>
                <a:lnTo>
                  <a:pt x="589100" y="132481"/>
                </a:lnTo>
                <a:lnTo>
                  <a:pt x="589989" y="131816"/>
                </a:lnTo>
                <a:lnTo>
                  <a:pt x="590871" y="131119"/>
                </a:lnTo>
                <a:lnTo>
                  <a:pt x="591745" y="130389"/>
                </a:lnTo>
                <a:lnTo>
                  <a:pt x="592611" y="129626"/>
                </a:lnTo>
                <a:lnTo>
                  <a:pt x="593462" y="128834"/>
                </a:lnTo>
                <a:lnTo>
                  <a:pt x="594289" y="128013"/>
                </a:lnTo>
                <a:lnTo>
                  <a:pt x="595093" y="127165"/>
                </a:lnTo>
                <a:lnTo>
                  <a:pt x="595872" y="126289"/>
                </a:lnTo>
                <a:lnTo>
                  <a:pt x="596629" y="125385"/>
                </a:lnTo>
                <a:lnTo>
                  <a:pt x="597361" y="124454"/>
                </a:lnTo>
                <a:lnTo>
                  <a:pt x="598070" y="123494"/>
                </a:lnTo>
                <a:lnTo>
                  <a:pt x="598756" y="122507"/>
                </a:lnTo>
                <a:lnTo>
                  <a:pt x="599417" y="121492"/>
                </a:lnTo>
                <a:lnTo>
                  <a:pt x="600056" y="120450"/>
                </a:lnTo>
                <a:lnTo>
                  <a:pt x="600670" y="119379"/>
                </a:lnTo>
                <a:lnTo>
                  <a:pt x="601261" y="118281"/>
                </a:lnTo>
                <a:lnTo>
                  <a:pt x="601828" y="117155"/>
                </a:lnTo>
                <a:lnTo>
                  <a:pt x="602372" y="116001"/>
                </a:lnTo>
                <a:lnTo>
                  <a:pt x="602892" y="114819"/>
                </a:lnTo>
                <a:lnTo>
                  <a:pt x="603388" y="113610"/>
                </a:lnTo>
                <a:lnTo>
                  <a:pt x="603861" y="112373"/>
                </a:lnTo>
                <a:lnTo>
                  <a:pt x="604310" y="111108"/>
                </a:lnTo>
                <a:lnTo>
                  <a:pt x="604735" y="109815"/>
                </a:lnTo>
                <a:lnTo>
                  <a:pt x="605137" y="108494"/>
                </a:lnTo>
                <a:lnTo>
                  <a:pt x="605515" y="107146"/>
                </a:lnTo>
                <a:lnTo>
                  <a:pt x="605870" y="105770"/>
                </a:lnTo>
                <a:lnTo>
                  <a:pt x="606201" y="104366"/>
                </a:lnTo>
                <a:lnTo>
                  <a:pt x="606508" y="102934"/>
                </a:lnTo>
                <a:lnTo>
                  <a:pt x="603729" y="101592"/>
                </a:lnTo>
                <a:lnTo>
                  <a:pt x="603313" y="102546"/>
                </a:lnTo>
                <a:lnTo>
                  <a:pt x="602896" y="103475"/>
                </a:lnTo>
                <a:lnTo>
                  <a:pt x="602478" y="1043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memory">
            <a:extLst xmlns:a="http://schemas.openxmlformats.org/drawingml/2006/main">
              <a:ext uri="{FF2B5EF4-FFF2-40B4-BE49-F238E27FC236}">
                <a16:creationId xmlns:a16="http://schemas.microsoft.com/office/drawing/2014/main" id="{9CC6B562-FCF2-4A6C-8A6C-A753AA8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083" y="4934840"/>
            <a:ext cx="658778" cy="132645"/>
          </a:xfrm>
          <a:custGeom xmlns:a="http://schemas.openxmlformats.org/drawingml/2006/main">
            <a:pathLst>
              <a:path w="658778" h="132645">
                <a:moveTo>
                  <a:pt x="30574" y="18689"/>
                </a:moveTo>
                <a:cubicBezTo>
                  <a:pt x="36963" y="12300"/>
                  <a:pt x="40733" y="8626"/>
                  <a:pt x="41883" y="7667"/>
                </a:cubicBezTo>
                <a:cubicBezTo>
                  <a:pt x="44758" y="5239"/>
                  <a:pt x="47857" y="3354"/>
                  <a:pt x="51180" y="2013"/>
                </a:cubicBezTo>
                <a:cubicBezTo>
                  <a:pt x="54502" y="671"/>
                  <a:pt x="57793" y="0"/>
                  <a:pt x="61051" y="0"/>
                </a:cubicBezTo>
                <a:cubicBezTo>
                  <a:pt x="66546" y="0"/>
                  <a:pt x="71274" y="1597"/>
                  <a:pt x="75236" y="4792"/>
                </a:cubicBezTo>
                <a:cubicBezTo>
                  <a:pt x="79197" y="7987"/>
                  <a:pt x="81849" y="12619"/>
                  <a:pt x="83191" y="18689"/>
                </a:cubicBezTo>
                <a:cubicBezTo>
                  <a:pt x="89772" y="11022"/>
                  <a:pt x="95331" y="5990"/>
                  <a:pt x="99867" y="3594"/>
                </a:cubicBezTo>
                <a:cubicBezTo>
                  <a:pt x="104404" y="1198"/>
                  <a:pt x="109068" y="0"/>
                  <a:pt x="113860" y="0"/>
                </a:cubicBezTo>
                <a:cubicBezTo>
                  <a:pt x="118524" y="0"/>
                  <a:pt x="122662" y="1196"/>
                  <a:pt x="126272" y="3588"/>
                </a:cubicBezTo>
                <a:cubicBezTo>
                  <a:pt x="129882" y="5978"/>
                  <a:pt x="132741" y="9883"/>
                  <a:pt x="134850" y="15302"/>
                </a:cubicBezTo>
                <a:cubicBezTo>
                  <a:pt x="136255" y="19000"/>
                  <a:pt x="136958" y="24801"/>
                  <a:pt x="136958" y="32706"/>
                </a:cubicBezTo>
                <a:lnTo>
                  <a:pt x="136958" y="70384"/>
                </a:lnTo>
                <a:cubicBezTo>
                  <a:pt x="136958" y="75867"/>
                  <a:pt x="137373" y="79629"/>
                  <a:pt x="138204" y="81669"/>
                </a:cubicBezTo>
                <a:cubicBezTo>
                  <a:pt x="138843" y="83071"/>
                  <a:pt x="140025" y="84266"/>
                  <a:pt x="141750" y="85254"/>
                </a:cubicBezTo>
                <a:cubicBezTo>
                  <a:pt x="143475" y="86243"/>
                  <a:pt x="146287" y="86737"/>
                  <a:pt x="150184" y="86737"/>
                </a:cubicBezTo>
                <a:lnTo>
                  <a:pt x="150184" y="90283"/>
                </a:lnTo>
                <a:lnTo>
                  <a:pt x="106864" y="90283"/>
                </a:lnTo>
                <a:lnTo>
                  <a:pt x="106864" y="86737"/>
                </a:lnTo>
                <a:lnTo>
                  <a:pt x="108685" y="86737"/>
                </a:lnTo>
                <a:cubicBezTo>
                  <a:pt x="112454" y="86737"/>
                  <a:pt x="115394" y="86006"/>
                  <a:pt x="117502" y="84545"/>
                </a:cubicBezTo>
                <a:cubicBezTo>
                  <a:pt x="118972" y="83526"/>
                  <a:pt x="120026" y="81905"/>
                  <a:pt x="120665" y="79681"/>
                </a:cubicBezTo>
                <a:cubicBezTo>
                  <a:pt x="120921" y="78600"/>
                  <a:pt x="121048" y="75517"/>
                  <a:pt x="121048" y="70432"/>
                </a:cubicBezTo>
                <a:lnTo>
                  <a:pt x="121048" y="32862"/>
                </a:lnTo>
                <a:cubicBezTo>
                  <a:pt x="121048" y="25742"/>
                  <a:pt x="120186" y="20720"/>
                  <a:pt x="118461" y="17797"/>
                </a:cubicBezTo>
                <a:cubicBezTo>
                  <a:pt x="115969" y="13727"/>
                  <a:pt x="111975" y="11693"/>
                  <a:pt x="106480" y="11693"/>
                </a:cubicBezTo>
                <a:cubicBezTo>
                  <a:pt x="103094" y="11693"/>
                  <a:pt x="99692" y="12535"/>
                  <a:pt x="96273" y="14221"/>
                </a:cubicBezTo>
                <a:cubicBezTo>
                  <a:pt x="92855" y="15904"/>
                  <a:pt x="88718" y="19035"/>
                  <a:pt x="83862" y="23613"/>
                </a:cubicBezTo>
                <a:lnTo>
                  <a:pt x="83670" y="24661"/>
                </a:lnTo>
                <a:lnTo>
                  <a:pt x="83862" y="28762"/>
                </a:lnTo>
                <a:lnTo>
                  <a:pt x="83862" y="70432"/>
                </a:lnTo>
                <a:cubicBezTo>
                  <a:pt x="83862" y="76408"/>
                  <a:pt x="84197" y="80127"/>
                  <a:pt x="84868" y="81588"/>
                </a:cubicBezTo>
                <a:cubicBezTo>
                  <a:pt x="85539" y="83050"/>
                  <a:pt x="86801" y="84274"/>
                  <a:pt x="88654" y="85260"/>
                </a:cubicBezTo>
                <a:cubicBezTo>
                  <a:pt x="90507" y="86245"/>
                  <a:pt x="93669" y="86737"/>
                  <a:pt x="98142" y="86737"/>
                </a:cubicBezTo>
                <a:lnTo>
                  <a:pt x="98142" y="90283"/>
                </a:lnTo>
                <a:lnTo>
                  <a:pt x="53767" y="90283"/>
                </a:lnTo>
                <a:lnTo>
                  <a:pt x="53767" y="86737"/>
                </a:lnTo>
                <a:cubicBezTo>
                  <a:pt x="58623" y="86737"/>
                  <a:pt x="61962" y="86165"/>
                  <a:pt x="63783" y="85021"/>
                </a:cubicBezTo>
                <a:cubicBezTo>
                  <a:pt x="65604" y="83877"/>
                  <a:pt x="66866" y="82160"/>
                  <a:pt x="67569" y="79872"/>
                </a:cubicBezTo>
                <a:cubicBezTo>
                  <a:pt x="67888" y="78790"/>
                  <a:pt x="68048" y="75643"/>
                  <a:pt x="68048" y="70432"/>
                </a:cubicBezTo>
                <a:lnTo>
                  <a:pt x="68048" y="32862"/>
                </a:lnTo>
                <a:cubicBezTo>
                  <a:pt x="68048" y="25742"/>
                  <a:pt x="66993" y="20624"/>
                  <a:pt x="64885" y="17509"/>
                </a:cubicBezTo>
                <a:cubicBezTo>
                  <a:pt x="62074" y="13440"/>
                  <a:pt x="58144" y="11405"/>
                  <a:pt x="53096" y="11405"/>
                </a:cubicBezTo>
                <a:cubicBezTo>
                  <a:pt x="49646" y="11405"/>
                  <a:pt x="46228" y="12327"/>
                  <a:pt x="42841" y="14170"/>
                </a:cubicBezTo>
                <a:cubicBezTo>
                  <a:pt x="37538" y="16967"/>
                  <a:pt x="33449" y="20114"/>
                  <a:pt x="30574" y="23610"/>
                </a:cubicBezTo>
                <a:lnTo>
                  <a:pt x="30574" y="70432"/>
                </a:lnTo>
                <a:cubicBezTo>
                  <a:pt x="30574" y="76152"/>
                  <a:pt x="30973" y="79871"/>
                  <a:pt x="31772" y="81588"/>
                </a:cubicBezTo>
                <a:cubicBezTo>
                  <a:pt x="32570" y="83304"/>
                  <a:pt x="33752" y="84590"/>
                  <a:pt x="35318" y="85449"/>
                </a:cubicBezTo>
                <a:cubicBezTo>
                  <a:pt x="36883" y="86308"/>
                  <a:pt x="40062" y="86737"/>
                  <a:pt x="44854" y="86737"/>
                </a:cubicBezTo>
                <a:lnTo>
                  <a:pt x="44854" y="90283"/>
                </a:lnTo>
                <a:lnTo>
                  <a:pt x="1438" y="90283"/>
                </a:lnTo>
                <a:lnTo>
                  <a:pt x="1438" y="86737"/>
                </a:lnTo>
                <a:cubicBezTo>
                  <a:pt x="5463" y="86737"/>
                  <a:pt x="8274" y="86307"/>
                  <a:pt x="9872" y="85446"/>
                </a:cubicBezTo>
                <a:cubicBezTo>
                  <a:pt x="11469" y="84585"/>
                  <a:pt x="12683" y="83215"/>
                  <a:pt x="13514" y="81334"/>
                </a:cubicBezTo>
                <a:cubicBezTo>
                  <a:pt x="14344" y="79453"/>
                  <a:pt x="14760" y="75803"/>
                  <a:pt x="14760" y="70384"/>
                </a:cubicBezTo>
                <a:lnTo>
                  <a:pt x="14760" y="36914"/>
                </a:lnTo>
                <a:cubicBezTo>
                  <a:pt x="14760" y="27286"/>
                  <a:pt x="14472" y="21070"/>
                  <a:pt x="13897" y="18267"/>
                </a:cubicBezTo>
                <a:cubicBezTo>
                  <a:pt x="13450" y="16162"/>
                  <a:pt x="12747" y="14712"/>
                  <a:pt x="11789" y="13915"/>
                </a:cubicBezTo>
                <a:cubicBezTo>
                  <a:pt x="10830" y="13118"/>
                  <a:pt x="9520" y="12720"/>
                  <a:pt x="7859" y="12720"/>
                </a:cubicBezTo>
                <a:cubicBezTo>
                  <a:pt x="6070" y="12720"/>
                  <a:pt x="3930" y="13198"/>
                  <a:pt x="1438" y="14155"/>
                </a:cubicBezTo>
                <a:lnTo>
                  <a:pt x="0" y="10710"/>
                </a:lnTo>
                <a:lnTo>
                  <a:pt x="26452" y="0"/>
                </a:lnTo>
                <a:lnTo>
                  <a:pt x="30574" y="0"/>
                </a:lnTo>
                <a:lnTo>
                  <a:pt x="30574" y="18689"/>
                </a:lnTo>
                <a:close/>
                <a:moveTo>
                  <a:pt x="172956" y="35653"/>
                </a:moveTo>
                <a:cubicBezTo>
                  <a:pt x="172892" y="48658"/>
                  <a:pt x="176055" y="58858"/>
                  <a:pt x="182444" y="66254"/>
                </a:cubicBezTo>
                <a:cubicBezTo>
                  <a:pt x="188834" y="73648"/>
                  <a:pt x="196341" y="77344"/>
                  <a:pt x="204967" y="77344"/>
                </a:cubicBezTo>
                <a:cubicBezTo>
                  <a:pt x="210717" y="77344"/>
                  <a:pt x="215717" y="75763"/>
                  <a:pt x="219966" y="72600"/>
                </a:cubicBezTo>
                <a:cubicBezTo>
                  <a:pt x="224215" y="69437"/>
                  <a:pt x="227777" y="64022"/>
                  <a:pt x="230653" y="56355"/>
                </a:cubicBezTo>
                <a:lnTo>
                  <a:pt x="233624" y="58272"/>
                </a:lnTo>
                <a:cubicBezTo>
                  <a:pt x="232282" y="67025"/>
                  <a:pt x="228384" y="74996"/>
                  <a:pt x="221931" y="82184"/>
                </a:cubicBezTo>
                <a:cubicBezTo>
                  <a:pt x="215478" y="89373"/>
                  <a:pt x="207395" y="92967"/>
                  <a:pt x="197683" y="92967"/>
                </a:cubicBezTo>
                <a:cubicBezTo>
                  <a:pt x="187140" y="92967"/>
                  <a:pt x="178115" y="88870"/>
                  <a:pt x="170608" y="80678"/>
                </a:cubicBezTo>
                <a:cubicBezTo>
                  <a:pt x="163100" y="72483"/>
                  <a:pt x="159346" y="61468"/>
                  <a:pt x="159346" y="47630"/>
                </a:cubicBezTo>
                <a:cubicBezTo>
                  <a:pt x="159346" y="32647"/>
                  <a:pt x="163196" y="20963"/>
                  <a:pt x="170895" y="12579"/>
                </a:cubicBezTo>
                <a:cubicBezTo>
                  <a:pt x="178594" y="4193"/>
                  <a:pt x="188258" y="0"/>
                  <a:pt x="199887" y="0"/>
                </a:cubicBezTo>
                <a:cubicBezTo>
                  <a:pt x="209727" y="0"/>
                  <a:pt x="217810" y="3235"/>
                  <a:pt x="224135" y="9704"/>
                </a:cubicBezTo>
                <a:cubicBezTo>
                  <a:pt x="230461" y="16171"/>
                  <a:pt x="233624" y="24821"/>
                  <a:pt x="233624" y="35653"/>
                </a:cubicBezTo>
                <a:lnTo>
                  <a:pt x="172956" y="35653"/>
                </a:lnTo>
                <a:moveTo>
                  <a:pt x="172956" y="30094"/>
                </a:moveTo>
                <a:lnTo>
                  <a:pt x="213593" y="30094"/>
                </a:lnTo>
                <a:cubicBezTo>
                  <a:pt x="213273" y="24472"/>
                  <a:pt x="212602" y="20510"/>
                  <a:pt x="211580" y="18210"/>
                </a:cubicBezTo>
                <a:cubicBezTo>
                  <a:pt x="209983" y="14632"/>
                  <a:pt x="207603" y="11820"/>
                  <a:pt x="204440" y="9776"/>
                </a:cubicBezTo>
                <a:cubicBezTo>
                  <a:pt x="201277" y="7731"/>
                  <a:pt x="197970" y="6709"/>
                  <a:pt x="194520" y="6709"/>
                </a:cubicBezTo>
                <a:cubicBezTo>
                  <a:pt x="189217" y="6709"/>
                  <a:pt x="184473" y="8770"/>
                  <a:pt x="180288" y="12891"/>
                </a:cubicBezTo>
                <a:cubicBezTo>
                  <a:pt x="176103" y="17012"/>
                  <a:pt x="173659" y="22746"/>
                  <a:pt x="172956" y="30094"/>
                </a:cubicBezTo>
                <a:close/>
                <a:moveTo>
                  <a:pt x="269609" y="18689"/>
                </a:moveTo>
                <a:cubicBezTo>
                  <a:pt x="275999" y="12300"/>
                  <a:pt x="279768" y="8626"/>
                  <a:pt x="280918" y="7667"/>
                </a:cubicBezTo>
                <a:cubicBezTo>
                  <a:pt x="283794" y="5239"/>
                  <a:pt x="286893" y="3354"/>
                  <a:pt x="290215" y="2013"/>
                </a:cubicBezTo>
                <a:cubicBezTo>
                  <a:pt x="293538" y="671"/>
                  <a:pt x="296828" y="0"/>
                  <a:pt x="300087" y="0"/>
                </a:cubicBezTo>
                <a:cubicBezTo>
                  <a:pt x="305582" y="0"/>
                  <a:pt x="310310" y="1597"/>
                  <a:pt x="314271" y="4792"/>
                </a:cubicBezTo>
                <a:cubicBezTo>
                  <a:pt x="318233" y="7987"/>
                  <a:pt x="320885" y="12619"/>
                  <a:pt x="322226" y="18689"/>
                </a:cubicBezTo>
                <a:cubicBezTo>
                  <a:pt x="328807" y="11022"/>
                  <a:pt x="334366" y="5990"/>
                  <a:pt x="338903" y="3594"/>
                </a:cubicBezTo>
                <a:cubicBezTo>
                  <a:pt x="343439" y="1198"/>
                  <a:pt x="348104" y="0"/>
                  <a:pt x="352896" y="0"/>
                </a:cubicBezTo>
                <a:cubicBezTo>
                  <a:pt x="357560" y="0"/>
                  <a:pt x="361697" y="1196"/>
                  <a:pt x="365307" y="3588"/>
                </a:cubicBezTo>
                <a:cubicBezTo>
                  <a:pt x="368917" y="5978"/>
                  <a:pt x="371777" y="9883"/>
                  <a:pt x="373885" y="15302"/>
                </a:cubicBezTo>
                <a:cubicBezTo>
                  <a:pt x="375291" y="19000"/>
                  <a:pt x="375994" y="24801"/>
                  <a:pt x="375994" y="32706"/>
                </a:cubicBezTo>
                <a:lnTo>
                  <a:pt x="375994" y="70384"/>
                </a:lnTo>
                <a:cubicBezTo>
                  <a:pt x="375994" y="75867"/>
                  <a:pt x="376409" y="79629"/>
                  <a:pt x="377240" y="81669"/>
                </a:cubicBezTo>
                <a:cubicBezTo>
                  <a:pt x="377879" y="83071"/>
                  <a:pt x="379061" y="84266"/>
                  <a:pt x="380786" y="85254"/>
                </a:cubicBezTo>
                <a:cubicBezTo>
                  <a:pt x="382511" y="86243"/>
                  <a:pt x="385322" y="86737"/>
                  <a:pt x="389220" y="86737"/>
                </a:cubicBezTo>
                <a:lnTo>
                  <a:pt x="389220" y="90283"/>
                </a:lnTo>
                <a:lnTo>
                  <a:pt x="345899" y="90283"/>
                </a:lnTo>
                <a:lnTo>
                  <a:pt x="345899" y="86737"/>
                </a:lnTo>
                <a:lnTo>
                  <a:pt x="347720" y="86737"/>
                </a:lnTo>
                <a:cubicBezTo>
                  <a:pt x="351490" y="86737"/>
                  <a:pt x="354429" y="86006"/>
                  <a:pt x="356538" y="84545"/>
                </a:cubicBezTo>
                <a:cubicBezTo>
                  <a:pt x="358007" y="83526"/>
                  <a:pt x="359062" y="81905"/>
                  <a:pt x="359701" y="79681"/>
                </a:cubicBezTo>
                <a:cubicBezTo>
                  <a:pt x="359956" y="78600"/>
                  <a:pt x="360084" y="75517"/>
                  <a:pt x="360084" y="70432"/>
                </a:cubicBezTo>
                <a:lnTo>
                  <a:pt x="360084" y="32862"/>
                </a:lnTo>
                <a:cubicBezTo>
                  <a:pt x="360084" y="25742"/>
                  <a:pt x="359221" y="20720"/>
                  <a:pt x="357496" y="17797"/>
                </a:cubicBezTo>
                <a:cubicBezTo>
                  <a:pt x="355004" y="13727"/>
                  <a:pt x="351011" y="11693"/>
                  <a:pt x="345516" y="11693"/>
                </a:cubicBezTo>
                <a:cubicBezTo>
                  <a:pt x="342130" y="11693"/>
                  <a:pt x="338727" y="12535"/>
                  <a:pt x="335309" y="14221"/>
                </a:cubicBezTo>
                <a:cubicBezTo>
                  <a:pt x="331890" y="15904"/>
                  <a:pt x="327753" y="19035"/>
                  <a:pt x="322897" y="23613"/>
                </a:cubicBezTo>
                <a:lnTo>
                  <a:pt x="322706" y="24661"/>
                </a:lnTo>
                <a:lnTo>
                  <a:pt x="322897" y="28762"/>
                </a:lnTo>
                <a:lnTo>
                  <a:pt x="322897" y="70432"/>
                </a:lnTo>
                <a:cubicBezTo>
                  <a:pt x="322897" y="76408"/>
                  <a:pt x="323233" y="80127"/>
                  <a:pt x="323904" y="81588"/>
                </a:cubicBezTo>
                <a:cubicBezTo>
                  <a:pt x="324574" y="83050"/>
                  <a:pt x="325836" y="84274"/>
                  <a:pt x="327689" y="85260"/>
                </a:cubicBezTo>
                <a:cubicBezTo>
                  <a:pt x="329542" y="86245"/>
                  <a:pt x="332705" y="86737"/>
                  <a:pt x="337178" y="86737"/>
                </a:cubicBezTo>
                <a:lnTo>
                  <a:pt x="337178" y="90283"/>
                </a:lnTo>
                <a:lnTo>
                  <a:pt x="292803" y="90283"/>
                </a:lnTo>
                <a:lnTo>
                  <a:pt x="292803" y="86737"/>
                </a:lnTo>
                <a:cubicBezTo>
                  <a:pt x="297659" y="86737"/>
                  <a:pt x="300997" y="86165"/>
                  <a:pt x="302818" y="85021"/>
                </a:cubicBezTo>
                <a:cubicBezTo>
                  <a:pt x="304639" y="83877"/>
                  <a:pt x="305901" y="82160"/>
                  <a:pt x="306604" y="79872"/>
                </a:cubicBezTo>
                <a:cubicBezTo>
                  <a:pt x="306924" y="78790"/>
                  <a:pt x="307083" y="75643"/>
                  <a:pt x="307083" y="70432"/>
                </a:cubicBezTo>
                <a:lnTo>
                  <a:pt x="307083" y="32862"/>
                </a:lnTo>
                <a:cubicBezTo>
                  <a:pt x="307083" y="25742"/>
                  <a:pt x="306029" y="20624"/>
                  <a:pt x="303921" y="17509"/>
                </a:cubicBezTo>
                <a:cubicBezTo>
                  <a:pt x="301109" y="13440"/>
                  <a:pt x="297180" y="11405"/>
                  <a:pt x="292132" y="11405"/>
                </a:cubicBezTo>
                <a:cubicBezTo>
                  <a:pt x="288682" y="11405"/>
                  <a:pt x="285263" y="12327"/>
                  <a:pt x="281877" y="14170"/>
                </a:cubicBezTo>
                <a:cubicBezTo>
                  <a:pt x="276574" y="16967"/>
                  <a:pt x="272484" y="20114"/>
                  <a:pt x="269609" y="23610"/>
                </a:cubicBezTo>
                <a:lnTo>
                  <a:pt x="269609" y="70432"/>
                </a:lnTo>
                <a:cubicBezTo>
                  <a:pt x="269609" y="76152"/>
                  <a:pt x="270008" y="79871"/>
                  <a:pt x="270807" y="81588"/>
                </a:cubicBezTo>
                <a:cubicBezTo>
                  <a:pt x="271606" y="83304"/>
                  <a:pt x="272788" y="84590"/>
                  <a:pt x="274353" y="85449"/>
                </a:cubicBezTo>
                <a:cubicBezTo>
                  <a:pt x="275919" y="86308"/>
                  <a:pt x="279098" y="86737"/>
                  <a:pt x="283890" y="86737"/>
                </a:cubicBezTo>
                <a:lnTo>
                  <a:pt x="283890" y="90283"/>
                </a:lnTo>
                <a:lnTo>
                  <a:pt x="240473" y="90283"/>
                </a:lnTo>
                <a:lnTo>
                  <a:pt x="240473" y="86737"/>
                </a:lnTo>
                <a:cubicBezTo>
                  <a:pt x="244499" y="86737"/>
                  <a:pt x="247310" y="86307"/>
                  <a:pt x="248907" y="85446"/>
                </a:cubicBezTo>
                <a:cubicBezTo>
                  <a:pt x="250505" y="84585"/>
                  <a:pt x="251719" y="83215"/>
                  <a:pt x="252549" y="81334"/>
                </a:cubicBezTo>
                <a:cubicBezTo>
                  <a:pt x="253380" y="79453"/>
                  <a:pt x="253795" y="75803"/>
                  <a:pt x="253795" y="70384"/>
                </a:cubicBezTo>
                <a:lnTo>
                  <a:pt x="253795" y="36914"/>
                </a:lnTo>
                <a:cubicBezTo>
                  <a:pt x="253795" y="27286"/>
                  <a:pt x="253508" y="21070"/>
                  <a:pt x="252933" y="18267"/>
                </a:cubicBezTo>
                <a:cubicBezTo>
                  <a:pt x="252485" y="16162"/>
                  <a:pt x="251783" y="14712"/>
                  <a:pt x="250824" y="13915"/>
                </a:cubicBezTo>
                <a:cubicBezTo>
                  <a:pt x="249866" y="13118"/>
                  <a:pt x="248556" y="12720"/>
                  <a:pt x="246895" y="12720"/>
                </a:cubicBezTo>
                <a:cubicBezTo>
                  <a:pt x="245106" y="12720"/>
                  <a:pt x="242965" y="13198"/>
                  <a:pt x="240473" y="14155"/>
                </a:cubicBezTo>
                <a:lnTo>
                  <a:pt x="239036" y="10710"/>
                </a:lnTo>
                <a:lnTo>
                  <a:pt x="265488" y="0"/>
                </a:lnTo>
                <a:lnTo>
                  <a:pt x="269609" y="0"/>
                </a:lnTo>
                <a:lnTo>
                  <a:pt x="269609" y="18689"/>
                </a:lnTo>
                <a:close/>
                <a:moveTo>
                  <a:pt x="440168" y="0"/>
                </a:moveTo>
                <a:cubicBezTo>
                  <a:pt x="453458" y="0"/>
                  <a:pt x="464128" y="5043"/>
                  <a:pt x="472179" y="15128"/>
                </a:cubicBezTo>
                <a:cubicBezTo>
                  <a:pt x="479016" y="23744"/>
                  <a:pt x="482434" y="33638"/>
                  <a:pt x="482434" y="44809"/>
                </a:cubicBezTo>
                <a:cubicBezTo>
                  <a:pt x="482434" y="52660"/>
                  <a:pt x="480549" y="60607"/>
                  <a:pt x="476780" y="68650"/>
                </a:cubicBezTo>
                <a:cubicBezTo>
                  <a:pt x="473010" y="76690"/>
                  <a:pt x="467818" y="82753"/>
                  <a:pt x="461205" y="86839"/>
                </a:cubicBezTo>
                <a:cubicBezTo>
                  <a:pt x="454592" y="90924"/>
                  <a:pt x="447228" y="92967"/>
                  <a:pt x="439114" y="92967"/>
                </a:cubicBezTo>
                <a:cubicBezTo>
                  <a:pt x="425888" y="92967"/>
                  <a:pt x="415377" y="87700"/>
                  <a:pt x="407582" y="77168"/>
                </a:cubicBezTo>
                <a:cubicBezTo>
                  <a:pt x="401001" y="68296"/>
                  <a:pt x="397710" y="58340"/>
                  <a:pt x="397710" y="47298"/>
                </a:cubicBezTo>
                <a:cubicBezTo>
                  <a:pt x="397710" y="39255"/>
                  <a:pt x="399707" y="31260"/>
                  <a:pt x="403700" y="23314"/>
                </a:cubicBezTo>
                <a:cubicBezTo>
                  <a:pt x="407694" y="15367"/>
                  <a:pt x="412949" y="9494"/>
                  <a:pt x="419466" y="5697"/>
                </a:cubicBezTo>
                <a:cubicBezTo>
                  <a:pt x="425983" y="1899"/>
                  <a:pt x="432884" y="0"/>
                  <a:pt x="440168" y="0"/>
                </a:cubicBezTo>
                <a:moveTo>
                  <a:pt x="437197" y="6326"/>
                </a:moveTo>
                <a:cubicBezTo>
                  <a:pt x="433810" y="6326"/>
                  <a:pt x="430408" y="7331"/>
                  <a:pt x="426990" y="9342"/>
                </a:cubicBezTo>
                <a:cubicBezTo>
                  <a:pt x="423571" y="11352"/>
                  <a:pt x="420808" y="14878"/>
                  <a:pt x="418699" y="19920"/>
                </a:cubicBezTo>
                <a:cubicBezTo>
                  <a:pt x="416591" y="24962"/>
                  <a:pt x="415537" y="31439"/>
                  <a:pt x="415537" y="39352"/>
                </a:cubicBezTo>
                <a:cubicBezTo>
                  <a:pt x="415537" y="52115"/>
                  <a:pt x="418076" y="63124"/>
                  <a:pt x="423156" y="72379"/>
                </a:cubicBezTo>
                <a:cubicBezTo>
                  <a:pt x="428236" y="81631"/>
                  <a:pt x="434929" y="86258"/>
                  <a:pt x="443235" y="86258"/>
                </a:cubicBezTo>
                <a:cubicBezTo>
                  <a:pt x="449433" y="86258"/>
                  <a:pt x="454544" y="83705"/>
                  <a:pt x="458570" y="78599"/>
                </a:cubicBezTo>
                <a:cubicBezTo>
                  <a:pt x="462595" y="73494"/>
                  <a:pt x="464608" y="64719"/>
                  <a:pt x="464608" y="52276"/>
                </a:cubicBezTo>
                <a:cubicBezTo>
                  <a:pt x="464608" y="36703"/>
                  <a:pt x="461253" y="24450"/>
                  <a:pt x="454544" y="15514"/>
                </a:cubicBezTo>
                <a:cubicBezTo>
                  <a:pt x="450008" y="9389"/>
                  <a:pt x="444225" y="6326"/>
                  <a:pt x="437197" y="6326"/>
                </a:cubicBezTo>
                <a:close/>
                <a:moveTo>
                  <a:pt x="525319" y="0"/>
                </a:moveTo>
                <a:lnTo>
                  <a:pt x="525319" y="19743"/>
                </a:lnTo>
                <a:cubicBezTo>
                  <a:pt x="532667" y="6581"/>
                  <a:pt x="540206" y="0"/>
                  <a:pt x="547937" y="0"/>
                </a:cubicBezTo>
                <a:cubicBezTo>
                  <a:pt x="551452" y="0"/>
                  <a:pt x="554359" y="1070"/>
                  <a:pt x="556659" y="3211"/>
                </a:cubicBezTo>
                <a:cubicBezTo>
                  <a:pt x="558959" y="5351"/>
                  <a:pt x="560109" y="7827"/>
                  <a:pt x="560109" y="10638"/>
                </a:cubicBezTo>
                <a:cubicBezTo>
                  <a:pt x="560109" y="13130"/>
                  <a:pt x="559279" y="15239"/>
                  <a:pt x="557617" y="16964"/>
                </a:cubicBezTo>
                <a:cubicBezTo>
                  <a:pt x="555956" y="18689"/>
                  <a:pt x="553975" y="19552"/>
                  <a:pt x="551675" y="19552"/>
                </a:cubicBezTo>
                <a:cubicBezTo>
                  <a:pt x="549439" y="19552"/>
                  <a:pt x="546931" y="18450"/>
                  <a:pt x="544152" y="16245"/>
                </a:cubicBezTo>
                <a:cubicBezTo>
                  <a:pt x="541372" y="14041"/>
                  <a:pt x="539312" y="12939"/>
                  <a:pt x="537970" y="12939"/>
                </a:cubicBezTo>
                <a:cubicBezTo>
                  <a:pt x="536820" y="12939"/>
                  <a:pt x="535574" y="13576"/>
                  <a:pt x="534232" y="14850"/>
                </a:cubicBezTo>
                <a:cubicBezTo>
                  <a:pt x="531357" y="17463"/>
                  <a:pt x="528386" y="21765"/>
                  <a:pt x="525319" y="27755"/>
                </a:cubicBezTo>
                <a:lnTo>
                  <a:pt x="525319" y="69722"/>
                </a:lnTo>
                <a:cubicBezTo>
                  <a:pt x="525319" y="74564"/>
                  <a:pt x="525926" y="78228"/>
                  <a:pt x="527140" y="80714"/>
                </a:cubicBezTo>
                <a:cubicBezTo>
                  <a:pt x="527970" y="82435"/>
                  <a:pt x="529440" y="83870"/>
                  <a:pt x="531548" y="85018"/>
                </a:cubicBezTo>
                <a:cubicBezTo>
                  <a:pt x="533657" y="86164"/>
                  <a:pt x="536692" y="86737"/>
                  <a:pt x="540653" y="86737"/>
                </a:cubicBezTo>
                <a:lnTo>
                  <a:pt x="540653" y="90283"/>
                </a:lnTo>
                <a:lnTo>
                  <a:pt x="495704" y="90283"/>
                </a:lnTo>
                <a:lnTo>
                  <a:pt x="495704" y="86737"/>
                </a:lnTo>
                <a:cubicBezTo>
                  <a:pt x="500176" y="86737"/>
                  <a:pt x="503499" y="86036"/>
                  <a:pt x="505671" y="84634"/>
                </a:cubicBezTo>
                <a:cubicBezTo>
                  <a:pt x="507268" y="83614"/>
                  <a:pt x="508387" y="81988"/>
                  <a:pt x="509026" y="79755"/>
                </a:cubicBezTo>
                <a:cubicBezTo>
                  <a:pt x="509345" y="78671"/>
                  <a:pt x="509505" y="75579"/>
                  <a:pt x="509505" y="70480"/>
                </a:cubicBezTo>
                <a:lnTo>
                  <a:pt x="509505" y="36531"/>
                </a:lnTo>
                <a:cubicBezTo>
                  <a:pt x="509505" y="26330"/>
                  <a:pt x="509297" y="20258"/>
                  <a:pt x="508882" y="18315"/>
                </a:cubicBezTo>
                <a:cubicBezTo>
                  <a:pt x="508466" y="16370"/>
                  <a:pt x="507700" y="14951"/>
                  <a:pt x="506582" y="14059"/>
                </a:cubicBezTo>
                <a:cubicBezTo>
                  <a:pt x="505463" y="13166"/>
                  <a:pt x="504074" y="12720"/>
                  <a:pt x="502412" y="12720"/>
                </a:cubicBezTo>
                <a:cubicBezTo>
                  <a:pt x="500432" y="12720"/>
                  <a:pt x="498195" y="13198"/>
                  <a:pt x="495704" y="14155"/>
                </a:cubicBezTo>
                <a:lnTo>
                  <a:pt x="494745" y="10710"/>
                </a:lnTo>
                <a:lnTo>
                  <a:pt x="521293" y="0"/>
                </a:lnTo>
                <a:lnTo>
                  <a:pt x="525319" y="0"/>
                </a:lnTo>
                <a:close/>
                <a:moveTo>
                  <a:pt x="562936" y="2492"/>
                </a:moveTo>
                <a:lnTo>
                  <a:pt x="603861" y="2492"/>
                </a:lnTo>
                <a:lnTo>
                  <a:pt x="603861" y="6038"/>
                </a:lnTo>
                <a:lnTo>
                  <a:pt x="601848" y="6038"/>
                </a:lnTo>
                <a:cubicBezTo>
                  <a:pt x="598973" y="6038"/>
                  <a:pt x="596816" y="6661"/>
                  <a:pt x="595379" y="7907"/>
                </a:cubicBezTo>
                <a:cubicBezTo>
                  <a:pt x="593941" y="9153"/>
                  <a:pt x="593222" y="10702"/>
                  <a:pt x="593222" y="12555"/>
                </a:cubicBezTo>
                <a:cubicBezTo>
                  <a:pt x="593222" y="15047"/>
                  <a:pt x="594276" y="18497"/>
                  <a:pt x="596385" y="22906"/>
                </a:cubicBezTo>
                <a:lnTo>
                  <a:pt x="617758" y="67185"/>
                </a:lnTo>
                <a:lnTo>
                  <a:pt x="637405" y="18689"/>
                </a:lnTo>
                <a:cubicBezTo>
                  <a:pt x="638491" y="16069"/>
                  <a:pt x="639035" y="13482"/>
                  <a:pt x="639035" y="10926"/>
                </a:cubicBezTo>
                <a:cubicBezTo>
                  <a:pt x="639035" y="9776"/>
                  <a:pt x="638811" y="8913"/>
                  <a:pt x="638364" y="8338"/>
                </a:cubicBezTo>
                <a:cubicBezTo>
                  <a:pt x="637852" y="7635"/>
                  <a:pt x="637054" y="7076"/>
                  <a:pt x="635968" y="6661"/>
                </a:cubicBezTo>
                <a:cubicBezTo>
                  <a:pt x="634881" y="6246"/>
                  <a:pt x="632965" y="6038"/>
                  <a:pt x="630217" y="6038"/>
                </a:cubicBezTo>
                <a:lnTo>
                  <a:pt x="630217" y="2492"/>
                </a:lnTo>
                <a:lnTo>
                  <a:pt x="658778" y="2492"/>
                </a:lnTo>
                <a:lnTo>
                  <a:pt x="658778" y="6038"/>
                </a:lnTo>
                <a:cubicBezTo>
                  <a:pt x="656414" y="6294"/>
                  <a:pt x="654593" y="6805"/>
                  <a:pt x="653315" y="7572"/>
                </a:cubicBezTo>
                <a:cubicBezTo>
                  <a:pt x="652037" y="8338"/>
                  <a:pt x="650631" y="9776"/>
                  <a:pt x="649098" y="11884"/>
                </a:cubicBezTo>
                <a:cubicBezTo>
                  <a:pt x="648523" y="12779"/>
                  <a:pt x="647437" y="15239"/>
                  <a:pt x="645839" y="19264"/>
                </a:cubicBezTo>
                <a:lnTo>
                  <a:pt x="610090" y="106864"/>
                </a:lnTo>
                <a:cubicBezTo>
                  <a:pt x="606640" y="115362"/>
                  <a:pt x="602119" y="121783"/>
                  <a:pt x="596529" y="126128"/>
                </a:cubicBezTo>
                <a:cubicBezTo>
                  <a:pt x="590938" y="130473"/>
                  <a:pt x="585555" y="132645"/>
                  <a:pt x="580379" y="132645"/>
                </a:cubicBezTo>
                <a:cubicBezTo>
                  <a:pt x="576610" y="132645"/>
                  <a:pt x="573511" y="131572"/>
                  <a:pt x="571083" y="129425"/>
                </a:cubicBezTo>
                <a:cubicBezTo>
                  <a:pt x="568655" y="127279"/>
                  <a:pt x="567441" y="124817"/>
                  <a:pt x="567441" y="122040"/>
                </a:cubicBezTo>
                <a:cubicBezTo>
                  <a:pt x="567441" y="119388"/>
                  <a:pt x="568319" y="117250"/>
                  <a:pt x="570076" y="115624"/>
                </a:cubicBezTo>
                <a:cubicBezTo>
                  <a:pt x="571833" y="114001"/>
                  <a:pt x="574245" y="113189"/>
                  <a:pt x="577312" y="113189"/>
                </a:cubicBezTo>
                <a:cubicBezTo>
                  <a:pt x="579421" y="113189"/>
                  <a:pt x="582296" y="113892"/>
                  <a:pt x="585938" y="115298"/>
                </a:cubicBezTo>
                <a:cubicBezTo>
                  <a:pt x="588494" y="116256"/>
                  <a:pt x="590091" y="116735"/>
                  <a:pt x="590730" y="116735"/>
                </a:cubicBezTo>
                <a:cubicBezTo>
                  <a:pt x="592647" y="116735"/>
                  <a:pt x="594740" y="115738"/>
                  <a:pt x="597008" y="113743"/>
                </a:cubicBezTo>
                <a:cubicBezTo>
                  <a:pt x="599276" y="111751"/>
                  <a:pt x="601560" y="107893"/>
                  <a:pt x="603861" y="102170"/>
                </a:cubicBezTo>
                <a:lnTo>
                  <a:pt x="610090" y="86833"/>
                </a:lnTo>
                <a:lnTo>
                  <a:pt x="578558" y="20606"/>
                </a:lnTo>
                <a:cubicBezTo>
                  <a:pt x="577600" y="18625"/>
                  <a:pt x="576066" y="16165"/>
                  <a:pt x="573958" y="13226"/>
                </a:cubicBezTo>
                <a:cubicBezTo>
                  <a:pt x="572361" y="10990"/>
                  <a:pt x="571051" y="9488"/>
                  <a:pt x="570028" y="8722"/>
                </a:cubicBezTo>
                <a:cubicBezTo>
                  <a:pt x="568559" y="7699"/>
                  <a:pt x="566195" y="6805"/>
                  <a:pt x="562936" y="6038"/>
                </a:cubicBezTo>
                <a:lnTo>
                  <a:pt x="562936" y="24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4C2D0-1D5A-4A29-9B88-A8846D6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136" y="4537056"/>
            <a:ext cx="1783626" cy="631523"/>
          </a:xfrm>
          <a:custGeom xmlns:a="http://schemas.openxmlformats.org/drawingml/2006/main">
            <a:pathLst>
              <a:path w="1783626" h="631523">
                <a:moveTo>
                  <a:pt x="1783626" y="0"/>
                </a:moveTo>
                <a:lnTo>
                  <a:pt x="1783626" y="631523"/>
                </a:lnTo>
                <a:lnTo>
                  <a:pt x="203140" y="631523"/>
                </a:lnTo>
                <a:lnTo>
                  <a:pt x="0" y="315762"/>
                </a:lnTo>
                <a:lnTo>
                  <a:pt x="203140" y="0"/>
                </a:lnTo>
                <a:lnTo>
                  <a:pt x="1783626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▸">
            <a:extLst xmlns:a="http://schemas.openxmlformats.org/drawingml/2006/main">
              <a:ext uri="{FF2B5EF4-FFF2-40B4-BE49-F238E27FC236}">
                <a16:creationId xmlns:a16="http://schemas.microsoft.com/office/drawing/2014/main" id="{1BE24249-AF90-48D2-BCDC-A617D8D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842" y="4695002"/>
            <a:ext cx="72807" cy="77607"/>
          </a:xfrm>
          <a:custGeom xmlns:a="http://schemas.openxmlformats.org/drawingml/2006/main">
            <a:pathLst>
              <a:path w="72807" h="77607">
                <a:moveTo>
                  <a:pt x="72807" y="38403"/>
                </a:moveTo>
                <a:lnTo>
                  <a:pt x="0" y="77607"/>
                </a:lnTo>
                <a:lnTo>
                  <a:pt x="0" y="0"/>
                </a:lnTo>
                <a:lnTo>
                  <a:pt x="72807" y="38403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Currentcode">
            <a:extLst xmlns:a="http://schemas.openxmlformats.org/drawingml/2006/main">
              <a:ext uri="{FF2B5EF4-FFF2-40B4-BE49-F238E27FC236}">
                <a16:creationId xmlns:a16="http://schemas.microsoft.com/office/drawing/2014/main" id="{13861A08-20B8-4AC1-9BDB-CDD3445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348" y="4670725"/>
            <a:ext cx="1021973" cy="139162"/>
          </a:xfrm>
          <a:custGeom xmlns:a="http://schemas.openxmlformats.org/drawingml/2006/main">
            <a:pathLst>
              <a:path w="1021973" h="139162">
                <a:moveTo>
                  <a:pt x="111081" y="3450"/>
                </a:moveTo>
                <a:lnTo>
                  <a:pt x="114052" y="47538"/>
                </a:lnTo>
                <a:lnTo>
                  <a:pt x="111081" y="47538"/>
                </a:lnTo>
                <a:cubicBezTo>
                  <a:pt x="107119" y="34277"/>
                  <a:pt x="101465" y="24733"/>
                  <a:pt x="94117" y="18905"/>
                </a:cubicBezTo>
                <a:cubicBezTo>
                  <a:pt x="86769" y="13074"/>
                  <a:pt x="77951" y="10159"/>
                  <a:pt x="67664" y="10159"/>
                </a:cubicBezTo>
                <a:cubicBezTo>
                  <a:pt x="59039" y="10159"/>
                  <a:pt x="51243" y="12350"/>
                  <a:pt x="44279" y="16730"/>
                </a:cubicBezTo>
                <a:cubicBezTo>
                  <a:pt x="37314" y="21109"/>
                  <a:pt x="31835" y="28095"/>
                  <a:pt x="27842" y="37687"/>
                </a:cubicBezTo>
                <a:cubicBezTo>
                  <a:pt x="23849" y="47279"/>
                  <a:pt x="21852" y="59205"/>
                  <a:pt x="21852" y="73466"/>
                </a:cubicBezTo>
                <a:cubicBezTo>
                  <a:pt x="21852" y="85230"/>
                  <a:pt x="23737" y="95430"/>
                  <a:pt x="27507" y="104063"/>
                </a:cubicBezTo>
                <a:cubicBezTo>
                  <a:pt x="31276" y="112695"/>
                  <a:pt x="36947" y="119313"/>
                  <a:pt x="44519" y="123918"/>
                </a:cubicBezTo>
                <a:cubicBezTo>
                  <a:pt x="52090" y="128522"/>
                  <a:pt x="60732" y="130824"/>
                  <a:pt x="70444" y="130824"/>
                </a:cubicBezTo>
                <a:cubicBezTo>
                  <a:pt x="78878" y="130824"/>
                  <a:pt x="86322" y="129019"/>
                  <a:pt x="92775" y="125409"/>
                </a:cubicBezTo>
                <a:cubicBezTo>
                  <a:pt x="99228" y="121799"/>
                  <a:pt x="106321" y="114627"/>
                  <a:pt x="114052" y="103893"/>
                </a:cubicBezTo>
                <a:lnTo>
                  <a:pt x="117023" y="105803"/>
                </a:lnTo>
                <a:cubicBezTo>
                  <a:pt x="110506" y="117338"/>
                  <a:pt x="102902" y="125783"/>
                  <a:pt x="94213" y="131136"/>
                </a:cubicBezTo>
                <a:cubicBezTo>
                  <a:pt x="85523" y="136487"/>
                  <a:pt x="75204" y="139162"/>
                  <a:pt x="63256" y="139162"/>
                </a:cubicBezTo>
                <a:cubicBezTo>
                  <a:pt x="41723" y="139162"/>
                  <a:pt x="25047" y="131187"/>
                  <a:pt x="13226" y="115235"/>
                </a:cubicBezTo>
                <a:cubicBezTo>
                  <a:pt x="4409" y="103368"/>
                  <a:pt x="0" y="89396"/>
                  <a:pt x="0" y="73316"/>
                </a:cubicBezTo>
                <a:cubicBezTo>
                  <a:pt x="0" y="60363"/>
                  <a:pt x="2907" y="48464"/>
                  <a:pt x="8722" y="37618"/>
                </a:cubicBezTo>
                <a:cubicBezTo>
                  <a:pt x="14536" y="26772"/>
                  <a:pt x="22539" y="18366"/>
                  <a:pt x="32730" y="12400"/>
                </a:cubicBezTo>
                <a:cubicBezTo>
                  <a:pt x="42921" y="6433"/>
                  <a:pt x="54055" y="3450"/>
                  <a:pt x="66131" y="3450"/>
                </a:cubicBezTo>
                <a:cubicBezTo>
                  <a:pt x="75523" y="3450"/>
                  <a:pt x="84788" y="5751"/>
                  <a:pt x="93925" y="10351"/>
                </a:cubicBezTo>
                <a:cubicBezTo>
                  <a:pt x="96609" y="11757"/>
                  <a:pt x="98525" y="12459"/>
                  <a:pt x="99676" y="12459"/>
                </a:cubicBezTo>
                <a:cubicBezTo>
                  <a:pt x="101401" y="12459"/>
                  <a:pt x="102902" y="11852"/>
                  <a:pt x="104180" y="10638"/>
                </a:cubicBezTo>
                <a:cubicBezTo>
                  <a:pt x="105841" y="8913"/>
                  <a:pt x="107023" y="6517"/>
                  <a:pt x="107726" y="3450"/>
                </a:cubicBezTo>
                <a:lnTo>
                  <a:pt x="111081" y="3450"/>
                </a:lnTo>
                <a:close/>
                <a:moveTo>
                  <a:pt x="204019" y="48496"/>
                </a:moveTo>
                <a:lnTo>
                  <a:pt x="204019" y="101688"/>
                </a:lnTo>
                <a:cubicBezTo>
                  <a:pt x="204019" y="111847"/>
                  <a:pt x="204259" y="118061"/>
                  <a:pt x="204738" y="120329"/>
                </a:cubicBezTo>
                <a:cubicBezTo>
                  <a:pt x="205217" y="122598"/>
                  <a:pt x="205984" y="124179"/>
                  <a:pt x="207038" y="125074"/>
                </a:cubicBezTo>
                <a:cubicBezTo>
                  <a:pt x="208092" y="125968"/>
                  <a:pt x="209322" y="126415"/>
                  <a:pt x="210728" y="126415"/>
                </a:cubicBezTo>
                <a:cubicBezTo>
                  <a:pt x="212709" y="126415"/>
                  <a:pt x="214945" y="125872"/>
                  <a:pt x="217437" y="124786"/>
                </a:cubicBezTo>
                <a:lnTo>
                  <a:pt x="218779" y="128141"/>
                </a:lnTo>
                <a:lnTo>
                  <a:pt x="192518" y="138971"/>
                </a:lnTo>
                <a:lnTo>
                  <a:pt x="188205" y="138971"/>
                </a:lnTo>
                <a:lnTo>
                  <a:pt x="188205" y="120377"/>
                </a:lnTo>
                <a:cubicBezTo>
                  <a:pt x="180665" y="128556"/>
                  <a:pt x="174915" y="133699"/>
                  <a:pt x="170953" y="135808"/>
                </a:cubicBezTo>
                <a:cubicBezTo>
                  <a:pt x="166992" y="137916"/>
                  <a:pt x="162807" y="138971"/>
                  <a:pt x="158398" y="138971"/>
                </a:cubicBezTo>
                <a:cubicBezTo>
                  <a:pt x="153478" y="138971"/>
                  <a:pt x="149213" y="137549"/>
                  <a:pt x="145603" y="134706"/>
                </a:cubicBezTo>
                <a:cubicBezTo>
                  <a:pt x="141993" y="131862"/>
                  <a:pt x="139485" y="128205"/>
                  <a:pt x="138080" y="123732"/>
                </a:cubicBezTo>
                <a:cubicBezTo>
                  <a:pt x="136674" y="119259"/>
                  <a:pt x="135971" y="112934"/>
                  <a:pt x="135971" y="104755"/>
                </a:cubicBezTo>
                <a:lnTo>
                  <a:pt x="135971" y="65556"/>
                </a:lnTo>
                <a:cubicBezTo>
                  <a:pt x="135971" y="61403"/>
                  <a:pt x="135524" y="58527"/>
                  <a:pt x="134629" y="56930"/>
                </a:cubicBezTo>
                <a:cubicBezTo>
                  <a:pt x="133735" y="55333"/>
                  <a:pt x="132409" y="54103"/>
                  <a:pt x="130652" y="53240"/>
                </a:cubicBezTo>
                <a:cubicBezTo>
                  <a:pt x="128895" y="52378"/>
                  <a:pt x="125716" y="51978"/>
                  <a:pt x="121116" y="52042"/>
                </a:cubicBezTo>
                <a:lnTo>
                  <a:pt x="121116" y="48496"/>
                </a:lnTo>
                <a:lnTo>
                  <a:pt x="151881" y="48496"/>
                </a:lnTo>
                <a:lnTo>
                  <a:pt x="151881" y="107103"/>
                </a:lnTo>
                <a:cubicBezTo>
                  <a:pt x="151881" y="115262"/>
                  <a:pt x="153303" y="120616"/>
                  <a:pt x="156146" y="123166"/>
                </a:cubicBezTo>
                <a:cubicBezTo>
                  <a:pt x="158989" y="125716"/>
                  <a:pt x="162424" y="126991"/>
                  <a:pt x="166449" y="126991"/>
                </a:cubicBezTo>
                <a:cubicBezTo>
                  <a:pt x="169196" y="126991"/>
                  <a:pt x="172311" y="126130"/>
                  <a:pt x="175793" y="124409"/>
                </a:cubicBezTo>
                <a:cubicBezTo>
                  <a:pt x="179276" y="122688"/>
                  <a:pt x="183413" y="119406"/>
                  <a:pt x="188205" y="114564"/>
                </a:cubicBezTo>
                <a:lnTo>
                  <a:pt x="188205" y="64948"/>
                </a:lnTo>
                <a:cubicBezTo>
                  <a:pt x="188205" y="59976"/>
                  <a:pt x="187294" y="56615"/>
                  <a:pt x="185473" y="54863"/>
                </a:cubicBezTo>
                <a:cubicBezTo>
                  <a:pt x="183653" y="53110"/>
                  <a:pt x="179867" y="52170"/>
                  <a:pt x="174116" y="52042"/>
                </a:cubicBezTo>
                <a:lnTo>
                  <a:pt x="174116" y="48496"/>
                </a:lnTo>
                <a:lnTo>
                  <a:pt x="204019" y="48496"/>
                </a:lnTo>
                <a:close/>
                <a:moveTo>
                  <a:pt x="255204" y="46004"/>
                </a:moveTo>
                <a:lnTo>
                  <a:pt x="255204" y="65748"/>
                </a:lnTo>
                <a:cubicBezTo>
                  <a:pt x="262552" y="52585"/>
                  <a:pt x="270091" y="46004"/>
                  <a:pt x="277823" y="46004"/>
                </a:cubicBezTo>
                <a:cubicBezTo>
                  <a:pt x="281337" y="46004"/>
                  <a:pt x="284244" y="47074"/>
                  <a:pt x="286544" y="49215"/>
                </a:cubicBezTo>
                <a:cubicBezTo>
                  <a:pt x="288845" y="51355"/>
                  <a:pt x="289995" y="53831"/>
                  <a:pt x="289995" y="56643"/>
                </a:cubicBezTo>
                <a:cubicBezTo>
                  <a:pt x="289995" y="59134"/>
                  <a:pt x="289164" y="61243"/>
                  <a:pt x="287503" y="62968"/>
                </a:cubicBezTo>
                <a:cubicBezTo>
                  <a:pt x="285841" y="64693"/>
                  <a:pt x="283861" y="65556"/>
                  <a:pt x="281561" y="65556"/>
                </a:cubicBezTo>
                <a:cubicBezTo>
                  <a:pt x="279324" y="65556"/>
                  <a:pt x="276816" y="64454"/>
                  <a:pt x="274037" y="62249"/>
                </a:cubicBezTo>
                <a:cubicBezTo>
                  <a:pt x="271258" y="60045"/>
                  <a:pt x="269197" y="58943"/>
                  <a:pt x="267855" y="58943"/>
                </a:cubicBezTo>
                <a:cubicBezTo>
                  <a:pt x="266705" y="58943"/>
                  <a:pt x="265459" y="59580"/>
                  <a:pt x="264117" y="60854"/>
                </a:cubicBezTo>
                <a:cubicBezTo>
                  <a:pt x="261242" y="63467"/>
                  <a:pt x="258271" y="67769"/>
                  <a:pt x="255204" y="73759"/>
                </a:cubicBezTo>
                <a:lnTo>
                  <a:pt x="255204" y="115726"/>
                </a:lnTo>
                <a:cubicBezTo>
                  <a:pt x="255204" y="120568"/>
                  <a:pt x="255811" y="124232"/>
                  <a:pt x="257025" y="126718"/>
                </a:cubicBezTo>
                <a:cubicBezTo>
                  <a:pt x="257856" y="128439"/>
                  <a:pt x="259325" y="129874"/>
                  <a:pt x="261434" y="131022"/>
                </a:cubicBezTo>
                <a:cubicBezTo>
                  <a:pt x="263542" y="132168"/>
                  <a:pt x="266577" y="132741"/>
                  <a:pt x="270539" y="132741"/>
                </a:cubicBezTo>
                <a:lnTo>
                  <a:pt x="270539" y="136287"/>
                </a:lnTo>
                <a:lnTo>
                  <a:pt x="225589" y="136287"/>
                </a:lnTo>
                <a:lnTo>
                  <a:pt x="225589" y="132741"/>
                </a:lnTo>
                <a:cubicBezTo>
                  <a:pt x="230061" y="132741"/>
                  <a:pt x="233384" y="132040"/>
                  <a:pt x="235556" y="130638"/>
                </a:cubicBezTo>
                <a:cubicBezTo>
                  <a:pt x="237154" y="129618"/>
                  <a:pt x="238272" y="127992"/>
                  <a:pt x="238911" y="125760"/>
                </a:cubicBezTo>
                <a:cubicBezTo>
                  <a:pt x="239230" y="124675"/>
                  <a:pt x="239390" y="121583"/>
                  <a:pt x="239390" y="116484"/>
                </a:cubicBezTo>
                <a:lnTo>
                  <a:pt x="239390" y="82535"/>
                </a:lnTo>
                <a:cubicBezTo>
                  <a:pt x="239390" y="72334"/>
                  <a:pt x="239182" y="66262"/>
                  <a:pt x="238767" y="64319"/>
                </a:cubicBezTo>
                <a:cubicBezTo>
                  <a:pt x="238352" y="62374"/>
                  <a:pt x="237585" y="60955"/>
                  <a:pt x="236467" y="60063"/>
                </a:cubicBezTo>
                <a:cubicBezTo>
                  <a:pt x="235349" y="59170"/>
                  <a:pt x="233959" y="58724"/>
                  <a:pt x="232298" y="58724"/>
                </a:cubicBezTo>
                <a:cubicBezTo>
                  <a:pt x="230317" y="58724"/>
                  <a:pt x="228081" y="59202"/>
                  <a:pt x="225589" y="60159"/>
                </a:cubicBezTo>
                <a:lnTo>
                  <a:pt x="224630" y="56714"/>
                </a:lnTo>
                <a:lnTo>
                  <a:pt x="251179" y="46004"/>
                </a:lnTo>
                <a:lnTo>
                  <a:pt x="255204" y="46004"/>
                </a:lnTo>
                <a:close/>
                <a:moveTo>
                  <a:pt x="323471" y="46004"/>
                </a:moveTo>
                <a:lnTo>
                  <a:pt x="323471" y="65748"/>
                </a:lnTo>
                <a:cubicBezTo>
                  <a:pt x="330819" y="52585"/>
                  <a:pt x="338358" y="46004"/>
                  <a:pt x="346090" y="46004"/>
                </a:cubicBezTo>
                <a:cubicBezTo>
                  <a:pt x="349604" y="46004"/>
                  <a:pt x="352511" y="47074"/>
                  <a:pt x="354811" y="49215"/>
                </a:cubicBezTo>
                <a:cubicBezTo>
                  <a:pt x="357111" y="51355"/>
                  <a:pt x="358261" y="53831"/>
                  <a:pt x="358261" y="56643"/>
                </a:cubicBezTo>
                <a:cubicBezTo>
                  <a:pt x="358261" y="59134"/>
                  <a:pt x="357431" y="61243"/>
                  <a:pt x="355770" y="62968"/>
                </a:cubicBezTo>
                <a:cubicBezTo>
                  <a:pt x="354108" y="64693"/>
                  <a:pt x="352128" y="65556"/>
                  <a:pt x="349827" y="65556"/>
                </a:cubicBezTo>
                <a:cubicBezTo>
                  <a:pt x="347591" y="65556"/>
                  <a:pt x="345083" y="64454"/>
                  <a:pt x="342304" y="62249"/>
                </a:cubicBezTo>
                <a:cubicBezTo>
                  <a:pt x="339524" y="60045"/>
                  <a:pt x="337464" y="58943"/>
                  <a:pt x="336122" y="58943"/>
                </a:cubicBezTo>
                <a:cubicBezTo>
                  <a:pt x="334972" y="58943"/>
                  <a:pt x="333726" y="59580"/>
                  <a:pt x="332384" y="60854"/>
                </a:cubicBezTo>
                <a:cubicBezTo>
                  <a:pt x="329509" y="63467"/>
                  <a:pt x="326538" y="67769"/>
                  <a:pt x="323471" y="73759"/>
                </a:cubicBezTo>
                <a:lnTo>
                  <a:pt x="323471" y="115726"/>
                </a:lnTo>
                <a:cubicBezTo>
                  <a:pt x="323471" y="120568"/>
                  <a:pt x="324078" y="124232"/>
                  <a:pt x="325292" y="126718"/>
                </a:cubicBezTo>
                <a:cubicBezTo>
                  <a:pt x="326122" y="128439"/>
                  <a:pt x="327592" y="129874"/>
                  <a:pt x="329701" y="131022"/>
                </a:cubicBezTo>
                <a:cubicBezTo>
                  <a:pt x="331809" y="132168"/>
                  <a:pt x="334844" y="132741"/>
                  <a:pt x="338806" y="132741"/>
                </a:cubicBezTo>
                <a:lnTo>
                  <a:pt x="338806" y="136287"/>
                </a:lnTo>
                <a:lnTo>
                  <a:pt x="293856" y="136287"/>
                </a:lnTo>
                <a:lnTo>
                  <a:pt x="293856" y="132741"/>
                </a:lnTo>
                <a:cubicBezTo>
                  <a:pt x="298328" y="132741"/>
                  <a:pt x="301651" y="132040"/>
                  <a:pt x="303823" y="130638"/>
                </a:cubicBezTo>
                <a:cubicBezTo>
                  <a:pt x="305421" y="129618"/>
                  <a:pt x="306539" y="127992"/>
                  <a:pt x="307178" y="125760"/>
                </a:cubicBezTo>
                <a:cubicBezTo>
                  <a:pt x="307497" y="124675"/>
                  <a:pt x="307657" y="121583"/>
                  <a:pt x="307657" y="116484"/>
                </a:cubicBezTo>
                <a:lnTo>
                  <a:pt x="307657" y="82535"/>
                </a:lnTo>
                <a:cubicBezTo>
                  <a:pt x="307657" y="72334"/>
                  <a:pt x="307449" y="66262"/>
                  <a:pt x="307034" y="64319"/>
                </a:cubicBezTo>
                <a:cubicBezTo>
                  <a:pt x="306619" y="62374"/>
                  <a:pt x="305852" y="60955"/>
                  <a:pt x="304734" y="60063"/>
                </a:cubicBezTo>
                <a:cubicBezTo>
                  <a:pt x="303616" y="59170"/>
                  <a:pt x="302226" y="58724"/>
                  <a:pt x="300565" y="58724"/>
                </a:cubicBezTo>
                <a:cubicBezTo>
                  <a:pt x="298584" y="58724"/>
                  <a:pt x="296348" y="59202"/>
                  <a:pt x="293856" y="60159"/>
                </a:cubicBezTo>
                <a:lnTo>
                  <a:pt x="292897" y="56714"/>
                </a:lnTo>
                <a:lnTo>
                  <a:pt x="319445" y="46004"/>
                </a:lnTo>
                <a:lnTo>
                  <a:pt x="323471" y="46004"/>
                </a:lnTo>
                <a:close/>
                <a:moveTo>
                  <a:pt x="380833" y="81657"/>
                </a:moveTo>
                <a:cubicBezTo>
                  <a:pt x="380769" y="94662"/>
                  <a:pt x="383932" y="104862"/>
                  <a:pt x="390321" y="112258"/>
                </a:cubicBezTo>
                <a:cubicBezTo>
                  <a:pt x="396711" y="119652"/>
                  <a:pt x="404219" y="123349"/>
                  <a:pt x="412844" y="123349"/>
                </a:cubicBezTo>
                <a:cubicBezTo>
                  <a:pt x="418595" y="123349"/>
                  <a:pt x="423595" y="121767"/>
                  <a:pt x="427844" y="118604"/>
                </a:cubicBezTo>
                <a:cubicBezTo>
                  <a:pt x="432093" y="115442"/>
                  <a:pt x="435655" y="110026"/>
                  <a:pt x="438530" y="102359"/>
                </a:cubicBezTo>
                <a:lnTo>
                  <a:pt x="441501" y="104276"/>
                </a:lnTo>
                <a:cubicBezTo>
                  <a:pt x="440159" y="113030"/>
                  <a:pt x="436262" y="121000"/>
                  <a:pt x="429808" y="128189"/>
                </a:cubicBezTo>
                <a:cubicBezTo>
                  <a:pt x="423355" y="135377"/>
                  <a:pt x="415272" y="138971"/>
                  <a:pt x="405560" y="138971"/>
                </a:cubicBezTo>
                <a:cubicBezTo>
                  <a:pt x="395018" y="138971"/>
                  <a:pt x="385993" y="134875"/>
                  <a:pt x="378485" y="126682"/>
                </a:cubicBezTo>
                <a:cubicBezTo>
                  <a:pt x="370977" y="118488"/>
                  <a:pt x="367224" y="107472"/>
                  <a:pt x="367224" y="93635"/>
                </a:cubicBezTo>
                <a:cubicBezTo>
                  <a:pt x="367224" y="78651"/>
                  <a:pt x="371073" y="66968"/>
                  <a:pt x="378773" y="58583"/>
                </a:cubicBezTo>
                <a:cubicBezTo>
                  <a:pt x="386472" y="50197"/>
                  <a:pt x="396136" y="46004"/>
                  <a:pt x="407765" y="46004"/>
                </a:cubicBezTo>
                <a:cubicBezTo>
                  <a:pt x="417604" y="46004"/>
                  <a:pt x="425687" y="49239"/>
                  <a:pt x="432013" y="55708"/>
                </a:cubicBezTo>
                <a:cubicBezTo>
                  <a:pt x="438338" y="62175"/>
                  <a:pt x="441501" y="70825"/>
                  <a:pt x="441501" y="81657"/>
                </a:cubicBezTo>
                <a:lnTo>
                  <a:pt x="380833" y="81657"/>
                </a:lnTo>
                <a:moveTo>
                  <a:pt x="380833" y="76098"/>
                </a:moveTo>
                <a:lnTo>
                  <a:pt x="421470" y="76098"/>
                </a:lnTo>
                <a:cubicBezTo>
                  <a:pt x="421151" y="70476"/>
                  <a:pt x="420480" y="66514"/>
                  <a:pt x="419457" y="64214"/>
                </a:cubicBezTo>
                <a:cubicBezTo>
                  <a:pt x="417860" y="60636"/>
                  <a:pt x="415480" y="57825"/>
                  <a:pt x="412317" y="55780"/>
                </a:cubicBezTo>
                <a:cubicBezTo>
                  <a:pt x="409154" y="53735"/>
                  <a:pt x="405848" y="52713"/>
                  <a:pt x="402398" y="52713"/>
                </a:cubicBezTo>
                <a:cubicBezTo>
                  <a:pt x="397094" y="52713"/>
                  <a:pt x="392350" y="54774"/>
                  <a:pt x="388165" y="58895"/>
                </a:cubicBezTo>
                <a:cubicBezTo>
                  <a:pt x="383980" y="63016"/>
                  <a:pt x="381536" y="68751"/>
                  <a:pt x="380833" y="76098"/>
                </a:cubicBezTo>
                <a:close/>
                <a:moveTo>
                  <a:pt x="476987" y="64597"/>
                </a:moveTo>
                <a:cubicBezTo>
                  <a:pt x="487274" y="52202"/>
                  <a:pt x="497082" y="46004"/>
                  <a:pt x="506411" y="46004"/>
                </a:cubicBezTo>
                <a:cubicBezTo>
                  <a:pt x="511203" y="46004"/>
                  <a:pt x="515324" y="47200"/>
                  <a:pt x="518774" y="49592"/>
                </a:cubicBezTo>
                <a:cubicBezTo>
                  <a:pt x="522225" y="51982"/>
                  <a:pt x="524972" y="55919"/>
                  <a:pt x="527017" y="61402"/>
                </a:cubicBezTo>
                <a:cubicBezTo>
                  <a:pt x="528422" y="65225"/>
                  <a:pt x="529125" y="71091"/>
                  <a:pt x="529125" y="78998"/>
                </a:cubicBezTo>
                <a:lnTo>
                  <a:pt x="529125" y="116388"/>
                </a:lnTo>
                <a:cubicBezTo>
                  <a:pt x="529125" y="121935"/>
                  <a:pt x="529573" y="125697"/>
                  <a:pt x="530467" y="127673"/>
                </a:cubicBezTo>
                <a:cubicBezTo>
                  <a:pt x="531170" y="129267"/>
                  <a:pt x="532304" y="130510"/>
                  <a:pt x="533869" y="131402"/>
                </a:cubicBezTo>
                <a:cubicBezTo>
                  <a:pt x="535435" y="132295"/>
                  <a:pt x="538326" y="132741"/>
                  <a:pt x="542543" y="132741"/>
                </a:cubicBezTo>
                <a:lnTo>
                  <a:pt x="542543" y="136287"/>
                </a:lnTo>
                <a:lnTo>
                  <a:pt x="499127" y="136287"/>
                </a:lnTo>
                <a:lnTo>
                  <a:pt x="499127" y="132741"/>
                </a:lnTo>
                <a:lnTo>
                  <a:pt x="500948" y="132741"/>
                </a:lnTo>
                <a:cubicBezTo>
                  <a:pt x="505037" y="132741"/>
                  <a:pt x="507896" y="132121"/>
                  <a:pt x="509526" y="130881"/>
                </a:cubicBezTo>
                <a:cubicBezTo>
                  <a:pt x="511155" y="129641"/>
                  <a:pt x="512289" y="127814"/>
                  <a:pt x="512928" y="125400"/>
                </a:cubicBezTo>
                <a:cubicBezTo>
                  <a:pt x="513184" y="124446"/>
                  <a:pt x="513311" y="121458"/>
                  <a:pt x="513311" y="116436"/>
                </a:cubicBezTo>
                <a:lnTo>
                  <a:pt x="513311" y="80678"/>
                </a:lnTo>
                <a:cubicBezTo>
                  <a:pt x="513311" y="72733"/>
                  <a:pt x="512273" y="66965"/>
                  <a:pt x="510197" y="63372"/>
                </a:cubicBezTo>
                <a:cubicBezTo>
                  <a:pt x="508120" y="59780"/>
                  <a:pt x="504622" y="57984"/>
                  <a:pt x="499702" y="57984"/>
                </a:cubicBezTo>
                <a:cubicBezTo>
                  <a:pt x="492098" y="57984"/>
                  <a:pt x="484527" y="62117"/>
                  <a:pt x="476987" y="70381"/>
                </a:cubicBezTo>
                <a:lnTo>
                  <a:pt x="476987" y="116436"/>
                </a:lnTo>
                <a:cubicBezTo>
                  <a:pt x="476987" y="122348"/>
                  <a:pt x="477339" y="126003"/>
                  <a:pt x="478042" y="127401"/>
                </a:cubicBezTo>
                <a:cubicBezTo>
                  <a:pt x="478936" y="129244"/>
                  <a:pt x="480166" y="130595"/>
                  <a:pt x="481732" y="131453"/>
                </a:cubicBezTo>
                <a:cubicBezTo>
                  <a:pt x="483297" y="132312"/>
                  <a:pt x="486476" y="132741"/>
                  <a:pt x="491268" y="132741"/>
                </a:cubicBezTo>
                <a:lnTo>
                  <a:pt x="491268" y="136287"/>
                </a:lnTo>
                <a:lnTo>
                  <a:pt x="447851" y="136287"/>
                </a:lnTo>
                <a:lnTo>
                  <a:pt x="447851" y="132741"/>
                </a:lnTo>
                <a:lnTo>
                  <a:pt x="449768" y="132741"/>
                </a:lnTo>
                <a:cubicBezTo>
                  <a:pt x="454241" y="132741"/>
                  <a:pt x="457260" y="131610"/>
                  <a:pt x="458825" y="129348"/>
                </a:cubicBezTo>
                <a:cubicBezTo>
                  <a:pt x="460391" y="127083"/>
                  <a:pt x="461173" y="122763"/>
                  <a:pt x="461173" y="116388"/>
                </a:cubicBezTo>
                <a:lnTo>
                  <a:pt x="461173" y="83874"/>
                </a:lnTo>
                <a:cubicBezTo>
                  <a:pt x="461173" y="73355"/>
                  <a:pt x="460934" y="66949"/>
                  <a:pt x="460455" y="64654"/>
                </a:cubicBezTo>
                <a:cubicBezTo>
                  <a:pt x="459975" y="62358"/>
                  <a:pt x="459241" y="60796"/>
                  <a:pt x="458250" y="59967"/>
                </a:cubicBezTo>
                <a:cubicBezTo>
                  <a:pt x="457260" y="59138"/>
                  <a:pt x="455934" y="58724"/>
                  <a:pt x="454273" y="58724"/>
                </a:cubicBezTo>
                <a:cubicBezTo>
                  <a:pt x="452484" y="58724"/>
                  <a:pt x="450343" y="59202"/>
                  <a:pt x="447851" y="60159"/>
                </a:cubicBezTo>
                <a:lnTo>
                  <a:pt x="446414" y="56714"/>
                </a:lnTo>
                <a:lnTo>
                  <a:pt x="472866" y="46004"/>
                </a:lnTo>
                <a:lnTo>
                  <a:pt x="476987" y="46004"/>
                </a:lnTo>
                <a:lnTo>
                  <a:pt x="476987" y="64597"/>
                </a:lnTo>
                <a:close/>
                <a:moveTo>
                  <a:pt x="579351" y="19552"/>
                </a:moveTo>
                <a:lnTo>
                  <a:pt x="579351" y="48496"/>
                </a:lnTo>
                <a:lnTo>
                  <a:pt x="599861" y="48496"/>
                </a:lnTo>
                <a:lnTo>
                  <a:pt x="599861" y="55205"/>
                </a:lnTo>
                <a:lnTo>
                  <a:pt x="579351" y="55205"/>
                </a:lnTo>
                <a:lnTo>
                  <a:pt x="579351" y="112057"/>
                </a:lnTo>
                <a:cubicBezTo>
                  <a:pt x="579351" y="117738"/>
                  <a:pt x="580166" y="121567"/>
                  <a:pt x="581795" y="123546"/>
                </a:cubicBezTo>
                <a:cubicBezTo>
                  <a:pt x="583424" y="125523"/>
                  <a:pt x="585517" y="126511"/>
                  <a:pt x="588073" y="126511"/>
                </a:cubicBezTo>
                <a:cubicBezTo>
                  <a:pt x="590181" y="126511"/>
                  <a:pt x="592226" y="125856"/>
                  <a:pt x="594207" y="124547"/>
                </a:cubicBezTo>
                <a:cubicBezTo>
                  <a:pt x="596187" y="123237"/>
                  <a:pt x="597721" y="121304"/>
                  <a:pt x="598807" y="118748"/>
                </a:cubicBezTo>
                <a:lnTo>
                  <a:pt x="602545" y="118748"/>
                </a:lnTo>
                <a:cubicBezTo>
                  <a:pt x="600309" y="125028"/>
                  <a:pt x="597146" y="129777"/>
                  <a:pt x="593057" y="132996"/>
                </a:cubicBezTo>
                <a:cubicBezTo>
                  <a:pt x="588967" y="136212"/>
                  <a:pt x="584750" y="137821"/>
                  <a:pt x="580405" y="137821"/>
                </a:cubicBezTo>
                <a:cubicBezTo>
                  <a:pt x="577466" y="137821"/>
                  <a:pt x="574591" y="137005"/>
                  <a:pt x="571780" y="135374"/>
                </a:cubicBezTo>
                <a:cubicBezTo>
                  <a:pt x="568968" y="133742"/>
                  <a:pt x="566892" y="131408"/>
                  <a:pt x="565550" y="128371"/>
                </a:cubicBezTo>
                <a:cubicBezTo>
                  <a:pt x="564208" y="125332"/>
                  <a:pt x="563537" y="120646"/>
                  <a:pt x="563537" y="114312"/>
                </a:cubicBezTo>
                <a:lnTo>
                  <a:pt x="563537" y="55205"/>
                </a:lnTo>
                <a:lnTo>
                  <a:pt x="549640" y="55205"/>
                </a:lnTo>
                <a:lnTo>
                  <a:pt x="549640" y="52042"/>
                </a:lnTo>
                <a:cubicBezTo>
                  <a:pt x="553154" y="50632"/>
                  <a:pt x="556748" y="48245"/>
                  <a:pt x="560422" y="44881"/>
                </a:cubicBezTo>
                <a:cubicBezTo>
                  <a:pt x="564096" y="41517"/>
                  <a:pt x="567371" y="37527"/>
                  <a:pt x="570246" y="32913"/>
                </a:cubicBezTo>
                <a:cubicBezTo>
                  <a:pt x="571716" y="30479"/>
                  <a:pt x="573760" y="26025"/>
                  <a:pt x="576380" y="19552"/>
                </a:cubicBezTo>
                <a:lnTo>
                  <a:pt x="579351" y="19552"/>
                </a:lnTo>
                <a:close/>
                <a:moveTo>
                  <a:pt x="730845" y="102934"/>
                </a:moveTo>
                <a:cubicBezTo>
                  <a:pt x="728481" y="114499"/>
                  <a:pt x="723848" y="123396"/>
                  <a:pt x="716948" y="129626"/>
                </a:cubicBezTo>
                <a:cubicBezTo>
                  <a:pt x="710047" y="135856"/>
                  <a:pt x="702412" y="138971"/>
                  <a:pt x="694041" y="138971"/>
                </a:cubicBezTo>
                <a:cubicBezTo>
                  <a:pt x="684074" y="138971"/>
                  <a:pt x="675384" y="134791"/>
                  <a:pt x="667972" y="126430"/>
                </a:cubicBezTo>
                <a:cubicBezTo>
                  <a:pt x="660561" y="118068"/>
                  <a:pt x="656855" y="106770"/>
                  <a:pt x="656855" y="92535"/>
                </a:cubicBezTo>
                <a:cubicBezTo>
                  <a:pt x="656855" y="78748"/>
                  <a:pt x="660960" y="67547"/>
                  <a:pt x="669170" y="58931"/>
                </a:cubicBezTo>
                <a:cubicBezTo>
                  <a:pt x="677381" y="50313"/>
                  <a:pt x="687237" y="46004"/>
                  <a:pt x="698738" y="46004"/>
                </a:cubicBezTo>
                <a:cubicBezTo>
                  <a:pt x="707363" y="46004"/>
                  <a:pt x="714456" y="48281"/>
                  <a:pt x="720015" y="52836"/>
                </a:cubicBezTo>
                <a:cubicBezTo>
                  <a:pt x="725573" y="57388"/>
                  <a:pt x="728353" y="62117"/>
                  <a:pt x="728353" y="67020"/>
                </a:cubicBezTo>
                <a:cubicBezTo>
                  <a:pt x="728353" y="69440"/>
                  <a:pt x="727570" y="71399"/>
                  <a:pt x="726005" y="72897"/>
                </a:cubicBezTo>
                <a:cubicBezTo>
                  <a:pt x="724439" y="74392"/>
                  <a:pt x="722251" y="75140"/>
                  <a:pt x="719440" y="75140"/>
                </a:cubicBezTo>
                <a:cubicBezTo>
                  <a:pt x="715670" y="75140"/>
                  <a:pt x="712826" y="73926"/>
                  <a:pt x="710910" y="71498"/>
                </a:cubicBezTo>
                <a:cubicBezTo>
                  <a:pt x="709823" y="70156"/>
                  <a:pt x="709105" y="67600"/>
                  <a:pt x="708753" y="63831"/>
                </a:cubicBezTo>
                <a:cubicBezTo>
                  <a:pt x="708402" y="60061"/>
                  <a:pt x="707108" y="57186"/>
                  <a:pt x="704872" y="55205"/>
                </a:cubicBezTo>
                <a:cubicBezTo>
                  <a:pt x="702635" y="53288"/>
                  <a:pt x="699536" y="52330"/>
                  <a:pt x="695575" y="52330"/>
                </a:cubicBezTo>
                <a:cubicBezTo>
                  <a:pt x="689185" y="52330"/>
                  <a:pt x="684042" y="54694"/>
                  <a:pt x="680144" y="59422"/>
                </a:cubicBezTo>
                <a:cubicBezTo>
                  <a:pt x="674969" y="65684"/>
                  <a:pt x="672381" y="73958"/>
                  <a:pt x="672381" y="84245"/>
                </a:cubicBezTo>
                <a:cubicBezTo>
                  <a:pt x="672381" y="94724"/>
                  <a:pt x="674953" y="103972"/>
                  <a:pt x="680096" y="111991"/>
                </a:cubicBezTo>
                <a:cubicBezTo>
                  <a:pt x="685240" y="120010"/>
                  <a:pt x="692188" y="124019"/>
                  <a:pt x="700942" y="124019"/>
                </a:cubicBezTo>
                <a:cubicBezTo>
                  <a:pt x="707204" y="124019"/>
                  <a:pt x="712826" y="121879"/>
                  <a:pt x="717810" y="117598"/>
                </a:cubicBezTo>
                <a:cubicBezTo>
                  <a:pt x="721324" y="114659"/>
                  <a:pt x="724743" y="109324"/>
                  <a:pt x="728065" y="101592"/>
                </a:cubicBezTo>
                <a:lnTo>
                  <a:pt x="730845" y="102934"/>
                </a:lnTo>
                <a:close/>
                <a:moveTo>
                  <a:pt x="784562" y="46004"/>
                </a:moveTo>
                <a:cubicBezTo>
                  <a:pt x="797852" y="46004"/>
                  <a:pt x="808522" y="51047"/>
                  <a:pt x="816573" y="61132"/>
                </a:cubicBezTo>
                <a:cubicBezTo>
                  <a:pt x="823409" y="69748"/>
                  <a:pt x="826828" y="79642"/>
                  <a:pt x="826828" y="90813"/>
                </a:cubicBezTo>
                <a:cubicBezTo>
                  <a:pt x="826828" y="98664"/>
                  <a:pt x="824943" y="106611"/>
                  <a:pt x="821173" y="114654"/>
                </a:cubicBezTo>
                <a:cubicBezTo>
                  <a:pt x="817403" y="122695"/>
                  <a:pt x="812212" y="128758"/>
                  <a:pt x="805599" y="132843"/>
                </a:cubicBezTo>
                <a:cubicBezTo>
                  <a:pt x="798986" y="136928"/>
                  <a:pt x="791622" y="138971"/>
                  <a:pt x="783507" y="138971"/>
                </a:cubicBezTo>
                <a:cubicBezTo>
                  <a:pt x="770281" y="138971"/>
                  <a:pt x="759770" y="133704"/>
                  <a:pt x="751975" y="123172"/>
                </a:cubicBezTo>
                <a:cubicBezTo>
                  <a:pt x="745394" y="114300"/>
                  <a:pt x="742104" y="104344"/>
                  <a:pt x="742104" y="93302"/>
                </a:cubicBezTo>
                <a:cubicBezTo>
                  <a:pt x="742104" y="85259"/>
                  <a:pt x="744100" y="77265"/>
                  <a:pt x="748094" y="69318"/>
                </a:cubicBezTo>
                <a:cubicBezTo>
                  <a:pt x="752087" y="61371"/>
                  <a:pt x="757342" y="55498"/>
                  <a:pt x="763860" y="51701"/>
                </a:cubicBezTo>
                <a:cubicBezTo>
                  <a:pt x="770377" y="47903"/>
                  <a:pt x="777278" y="46004"/>
                  <a:pt x="784562" y="46004"/>
                </a:cubicBezTo>
                <a:moveTo>
                  <a:pt x="781590" y="52330"/>
                </a:moveTo>
                <a:cubicBezTo>
                  <a:pt x="778204" y="52330"/>
                  <a:pt x="774802" y="53335"/>
                  <a:pt x="771383" y="55346"/>
                </a:cubicBezTo>
                <a:cubicBezTo>
                  <a:pt x="767965" y="57356"/>
                  <a:pt x="765201" y="60883"/>
                  <a:pt x="763093" y="65924"/>
                </a:cubicBezTo>
                <a:cubicBezTo>
                  <a:pt x="760984" y="70966"/>
                  <a:pt x="759930" y="77443"/>
                  <a:pt x="759930" y="85356"/>
                </a:cubicBezTo>
                <a:cubicBezTo>
                  <a:pt x="759930" y="98119"/>
                  <a:pt x="762470" y="109128"/>
                  <a:pt x="767550" y="118383"/>
                </a:cubicBezTo>
                <a:cubicBezTo>
                  <a:pt x="772629" y="127635"/>
                  <a:pt x="779322" y="132262"/>
                  <a:pt x="787628" y="132262"/>
                </a:cubicBezTo>
                <a:cubicBezTo>
                  <a:pt x="793826" y="132262"/>
                  <a:pt x="798938" y="129709"/>
                  <a:pt x="802963" y="124603"/>
                </a:cubicBezTo>
                <a:cubicBezTo>
                  <a:pt x="806989" y="119498"/>
                  <a:pt x="809001" y="110723"/>
                  <a:pt x="809001" y="98280"/>
                </a:cubicBezTo>
                <a:cubicBezTo>
                  <a:pt x="809001" y="82708"/>
                  <a:pt x="805647" y="70454"/>
                  <a:pt x="798938" y="61519"/>
                </a:cubicBezTo>
                <a:cubicBezTo>
                  <a:pt x="794401" y="55393"/>
                  <a:pt x="788619" y="52330"/>
                  <a:pt x="781590" y="52330"/>
                </a:cubicBezTo>
                <a:close/>
                <a:moveTo>
                  <a:pt x="906095" y="126415"/>
                </a:moveTo>
                <a:cubicBezTo>
                  <a:pt x="901814" y="130888"/>
                  <a:pt x="897629" y="134099"/>
                  <a:pt x="893539" y="136048"/>
                </a:cubicBezTo>
                <a:cubicBezTo>
                  <a:pt x="889450" y="137996"/>
                  <a:pt x="885041" y="138971"/>
                  <a:pt x="880313" y="138971"/>
                </a:cubicBezTo>
                <a:cubicBezTo>
                  <a:pt x="870729" y="138971"/>
                  <a:pt x="862359" y="134970"/>
                  <a:pt x="855203" y="126970"/>
                </a:cubicBezTo>
                <a:cubicBezTo>
                  <a:pt x="848046" y="118967"/>
                  <a:pt x="844468" y="108684"/>
                  <a:pt x="844468" y="96120"/>
                </a:cubicBezTo>
                <a:cubicBezTo>
                  <a:pt x="844468" y="83559"/>
                  <a:pt x="848430" y="72066"/>
                  <a:pt x="856353" y="61641"/>
                </a:cubicBezTo>
                <a:cubicBezTo>
                  <a:pt x="864276" y="51217"/>
                  <a:pt x="874467" y="46004"/>
                  <a:pt x="886926" y="46004"/>
                </a:cubicBezTo>
                <a:cubicBezTo>
                  <a:pt x="894657" y="46004"/>
                  <a:pt x="901047" y="48464"/>
                  <a:pt x="906095" y="53384"/>
                </a:cubicBezTo>
                <a:lnTo>
                  <a:pt x="906095" y="37151"/>
                </a:lnTo>
                <a:cubicBezTo>
                  <a:pt x="906095" y="27077"/>
                  <a:pt x="905855" y="20886"/>
                  <a:pt x="905376" y="18575"/>
                </a:cubicBezTo>
                <a:cubicBezTo>
                  <a:pt x="904897" y="16265"/>
                  <a:pt x="904146" y="14694"/>
                  <a:pt x="903124" y="13861"/>
                </a:cubicBezTo>
                <a:cubicBezTo>
                  <a:pt x="902101" y="13027"/>
                  <a:pt x="900823" y="12609"/>
                  <a:pt x="899290" y="12609"/>
                </a:cubicBezTo>
                <a:cubicBezTo>
                  <a:pt x="897629" y="12609"/>
                  <a:pt x="895424" y="13122"/>
                  <a:pt x="892677" y="14149"/>
                </a:cubicBezTo>
                <a:lnTo>
                  <a:pt x="891431" y="10779"/>
                </a:lnTo>
                <a:lnTo>
                  <a:pt x="917596" y="0"/>
                </a:lnTo>
                <a:lnTo>
                  <a:pt x="921909" y="0"/>
                </a:lnTo>
                <a:lnTo>
                  <a:pt x="921909" y="101497"/>
                </a:lnTo>
                <a:cubicBezTo>
                  <a:pt x="921909" y="111784"/>
                  <a:pt x="922148" y="118061"/>
                  <a:pt x="922627" y="120329"/>
                </a:cubicBezTo>
                <a:cubicBezTo>
                  <a:pt x="923107" y="122598"/>
                  <a:pt x="923873" y="124179"/>
                  <a:pt x="924928" y="125074"/>
                </a:cubicBezTo>
                <a:cubicBezTo>
                  <a:pt x="925982" y="125968"/>
                  <a:pt x="927212" y="126415"/>
                  <a:pt x="928617" y="126415"/>
                </a:cubicBezTo>
                <a:cubicBezTo>
                  <a:pt x="930343" y="126415"/>
                  <a:pt x="932643" y="125872"/>
                  <a:pt x="935518" y="124786"/>
                </a:cubicBezTo>
                <a:lnTo>
                  <a:pt x="936572" y="128141"/>
                </a:lnTo>
                <a:lnTo>
                  <a:pt x="910503" y="138971"/>
                </a:lnTo>
                <a:lnTo>
                  <a:pt x="906095" y="138971"/>
                </a:lnTo>
                <a:lnTo>
                  <a:pt x="906095" y="126415"/>
                </a:lnTo>
                <a:moveTo>
                  <a:pt x="906095" y="119727"/>
                </a:moveTo>
                <a:lnTo>
                  <a:pt x="906095" y="74604"/>
                </a:lnTo>
                <a:cubicBezTo>
                  <a:pt x="905711" y="70269"/>
                  <a:pt x="904561" y="66318"/>
                  <a:pt x="902644" y="62749"/>
                </a:cubicBezTo>
                <a:cubicBezTo>
                  <a:pt x="900727" y="59179"/>
                  <a:pt x="898188" y="56487"/>
                  <a:pt x="895025" y="54672"/>
                </a:cubicBezTo>
                <a:cubicBezTo>
                  <a:pt x="891862" y="52855"/>
                  <a:pt x="888779" y="51946"/>
                  <a:pt x="885776" y="51946"/>
                </a:cubicBezTo>
                <a:cubicBezTo>
                  <a:pt x="880153" y="51946"/>
                  <a:pt x="875138" y="54464"/>
                  <a:pt x="870729" y="59500"/>
                </a:cubicBezTo>
                <a:cubicBezTo>
                  <a:pt x="864915" y="66127"/>
                  <a:pt x="862007" y="75814"/>
                  <a:pt x="862007" y="88561"/>
                </a:cubicBezTo>
                <a:cubicBezTo>
                  <a:pt x="862007" y="101436"/>
                  <a:pt x="864819" y="111299"/>
                  <a:pt x="870441" y="118152"/>
                </a:cubicBezTo>
                <a:cubicBezTo>
                  <a:pt x="876064" y="125003"/>
                  <a:pt x="882326" y="128428"/>
                  <a:pt x="889226" y="128428"/>
                </a:cubicBezTo>
                <a:cubicBezTo>
                  <a:pt x="895041" y="128428"/>
                  <a:pt x="900664" y="125528"/>
                  <a:pt x="906095" y="119727"/>
                </a:cubicBezTo>
                <a:close/>
                <a:moveTo>
                  <a:pt x="961305" y="81657"/>
                </a:moveTo>
                <a:cubicBezTo>
                  <a:pt x="961241" y="94662"/>
                  <a:pt x="964404" y="104862"/>
                  <a:pt x="970793" y="112258"/>
                </a:cubicBezTo>
                <a:cubicBezTo>
                  <a:pt x="977183" y="119652"/>
                  <a:pt x="984690" y="123349"/>
                  <a:pt x="993316" y="123349"/>
                </a:cubicBezTo>
                <a:cubicBezTo>
                  <a:pt x="999067" y="123349"/>
                  <a:pt x="1004066" y="121767"/>
                  <a:pt x="1008315" y="118604"/>
                </a:cubicBezTo>
                <a:cubicBezTo>
                  <a:pt x="1012564" y="115442"/>
                  <a:pt x="1016126" y="110026"/>
                  <a:pt x="1019002" y="102359"/>
                </a:cubicBezTo>
                <a:lnTo>
                  <a:pt x="1021973" y="104276"/>
                </a:lnTo>
                <a:cubicBezTo>
                  <a:pt x="1020631" y="113030"/>
                  <a:pt x="1016733" y="121000"/>
                  <a:pt x="1010280" y="128189"/>
                </a:cubicBezTo>
                <a:cubicBezTo>
                  <a:pt x="1003827" y="135377"/>
                  <a:pt x="995744" y="138971"/>
                  <a:pt x="986032" y="138971"/>
                </a:cubicBezTo>
                <a:cubicBezTo>
                  <a:pt x="975489" y="138971"/>
                  <a:pt x="966464" y="134875"/>
                  <a:pt x="958957" y="126682"/>
                </a:cubicBezTo>
                <a:cubicBezTo>
                  <a:pt x="951449" y="118488"/>
                  <a:pt x="947695" y="107472"/>
                  <a:pt x="947695" y="93635"/>
                </a:cubicBezTo>
                <a:cubicBezTo>
                  <a:pt x="947695" y="78651"/>
                  <a:pt x="951545" y="66968"/>
                  <a:pt x="959244" y="58583"/>
                </a:cubicBezTo>
                <a:cubicBezTo>
                  <a:pt x="966943" y="50197"/>
                  <a:pt x="976608" y="46004"/>
                  <a:pt x="988236" y="46004"/>
                </a:cubicBezTo>
                <a:cubicBezTo>
                  <a:pt x="998076" y="46004"/>
                  <a:pt x="1006159" y="49239"/>
                  <a:pt x="1012484" y="55708"/>
                </a:cubicBezTo>
                <a:cubicBezTo>
                  <a:pt x="1018810" y="62175"/>
                  <a:pt x="1021973" y="70825"/>
                  <a:pt x="1021973" y="81657"/>
                </a:cubicBezTo>
                <a:lnTo>
                  <a:pt x="961305" y="81657"/>
                </a:lnTo>
                <a:moveTo>
                  <a:pt x="961305" y="76098"/>
                </a:moveTo>
                <a:lnTo>
                  <a:pt x="1001942" y="76098"/>
                </a:lnTo>
                <a:cubicBezTo>
                  <a:pt x="1001622" y="70476"/>
                  <a:pt x="1000951" y="66514"/>
                  <a:pt x="999929" y="64214"/>
                </a:cubicBezTo>
                <a:cubicBezTo>
                  <a:pt x="998332" y="60636"/>
                  <a:pt x="995952" y="57825"/>
                  <a:pt x="992789" y="55780"/>
                </a:cubicBezTo>
                <a:cubicBezTo>
                  <a:pt x="989626" y="53735"/>
                  <a:pt x="986320" y="52713"/>
                  <a:pt x="982869" y="52713"/>
                </a:cubicBezTo>
                <a:cubicBezTo>
                  <a:pt x="977566" y="52713"/>
                  <a:pt x="972822" y="54774"/>
                  <a:pt x="968637" y="58895"/>
                </a:cubicBezTo>
                <a:cubicBezTo>
                  <a:pt x="964452" y="63016"/>
                  <a:pt x="962008" y="68751"/>
                  <a:pt x="961305" y="76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▸">
            <a:extLst xmlns:a="http://schemas.openxmlformats.org/drawingml/2006/main">
              <a:ext uri="{FF2B5EF4-FFF2-40B4-BE49-F238E27FC236}">
                <a16:creationId xmlns:a16="http://schemas.microsoft.com/office/drawing/2014/main" id="{494CC79F-1E60-4D57-B6E7-4B0E46D6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966" y="4913030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Executionf">
            <a:extLst xmlns:a="http://schemas.openxmlformats.org/drawingml/2006/main">
              <a:ext uri="{FF2B5EF4-FFF2-40B4-BE49-F238E27FC236}">
                <a16:creationId xmlns:a16="http://schemas.microsoft.com/office/drawing/2014/main" id="{EB9AD0E8-B257-4A04-8C1D-86AF4B2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43" y="4884086"/>
            <a:ext cx="943239" cy="138971"/>
          </a:xfrm>
          <a:custGeom xmlns:a="http://schemas.openxmlformats.org/drawingml/2006/main">
            <a:pathLst>
              <a:path w="943239" h="138971">
                <a:moveTo>
                  <a:pt x="36995" y="13418"/>
                </a:moveTo>
                <a:lnTo>
                  <a:pt x="36995" y="64789"/>
                </a:lnTo>
                <a:lnTo>
                  <a:pt x="65556" y="64789"/>
                </a:lnTo>
                <a:cubicBezTo>
                  <a:pt x="72968" y="64789"/>
                  <a:pt x="77919" y="63665"/>
                  <a:pt x="80411" y="61417"/>
                </a:cubicBezTo>
                <a:cubicBezTo>
                  <a:pt x="83734" y="58464"/>
                  <a:pt x="85587" y="53262"/>
                  <a:pt x="85970" y="45812"/>
                </a:cubicBezTo>
                <a:lnTo>
                  <a:pt x="89516" y="45812"/>
                </a:lnTo>
                <a:lnTo>
                  <a:pt x="89516" y="91050"/>
                </a:lnTo>
                <a:lnTo>
                  <a:pt x="85970" y="91050"/>
                </a:lnTo>
                <a:cubicBezTo>
                  <a:pt x="85076" y="84786"/>
                  <a:pt x="84181" y="80769"/>
                  <a:pt x="83287" y="78998"/>
                </a:cubicBezTo>
                <a:cubicBezTo>
                  <a:pt x="82137" y="76783"/>
                  <a:pt x="80252" y="75044"/>
                  <a:pt x="77632" y="73780"/>
                </a:cubicBezTo>
                <a:cubicBezTo>
                  <a:pt x="75012" y="72514"/>
                  <a:pt x="70987" y="71881"/>
                  <a:pt x="65556" y="71881"/>
                </a:cubicBezTo>
                <a:lnTo>
                  <a:pt x="36995" y="71881"/>
                </a:lnTo>
                <a:lnTo>
                  <a:pt x="36995" y="114651"/>
                </a:lnTo>
                <a:cubicBezTo>
                  <a:pt x="36995" y="120391"/>
                  <a:pt x="37251" y="123884"/>
                  <a:pt x="37762" y="125128"/>
                </a:cubicBezTo>
                <a:cubicBezTo>
                  <a:pt x="38273" y="126372"/>
                  <a:pt x="39167" y="127361"/>
                  <a:pt x="40445" y="128096"/>
                </a:cubicBezTo>
                <a:cubicBezTo>
                  <a:pt x="41723" y="128828"/>
                  <a:pt x="44151" y="129195"/>
                  <a:pt x="47729" y="129195"/>
                </a:cubicBezTo>
                <a:lnTo>
                  <a:pt x="69773" y="129195"/>
                </a:lnTo>
                <a:cubicBezTo>
                  <a:pt x="77121" y="129195"/>
                  <a:pt x="82456" y="128684"/>
                  <a:pt x="85778" y="127661"/>
                </a:cubicBezTo>
                <a:cubicBezTo>
                  <a:pt x="89101" y="126639"/>
                  <a:pt x="92296" y="124626"/>
                  <a:pt x="95363" y="121623"/>
                </a:cubicBezTo>
                <a:cubicBezTo>
                  <a:pt x="99324" y="117662"/>
                  <a:pt x="103381" y="111688"/>
                  <a:pt x="107535" y="103701"/>
                </a:cubicBezTo>
                <a:lnTo>
                  <a:pt x="111368" y="103701"/>
                </a:lnTo>
                <a:lnTo>
                  <a:pt x="100155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600" y="132741"/>
                </a:lnTo>
                <a:cubicBezTo>
                  <a:pt x="7667" y="132741"/>
                  <a:pt x="10575" y="132006"/>
                  <a:pt x="13322" y="130537"/>
                </a:cubicBezTo>
                <a:cubicBezTo>
                  <a:pt x="15367" y="129514"/>
                  <a:pt x="16756" y="127981"/>
                  <a:pt x="17491" y="125936"/>
                </a:cubicBezTo>
                <a:cubicBezTo>
                  <a:pt x="18226" y="123892"/>
                  <a:pt x="18593" y="119707"/>
                  <a:pt x="18593" y="113381"/>
                </a:cubicBezTo>
                <a:lnTo>
                  <a:pt x="18593" y="28944"/>
                </a:lnTo>
                <a:cubicBezTo>
                  <a:pt x="18593" y="20702"/>
                  <a:pt x="17763" y="15622"/>
                  <a:pt x="16101" y="13705"/>
                </a:cubicBezTo>
                <a:cubicBezTo>
                  <a:pt x="13801" y="11150"/>
                  <a:pt x="9968" y="9872"/>
                  <a:pt x="4600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100155" y="6326"/>
                </a:lnTo>
                <a:lnTo>
                  <a:pt x="101592" y="34695"/>
                </a:lnTo>
                <a:lnTo>
                  <a:pt x="97855" y="34695"/>
                </a:lnTo>
                <a:cubicBezTo>
                  <a:pt x="96513" y="27888"/>
                  <a:pt x="95027" y="23213"/>
                  <a:pt x="93398" y="20669"/>
                </a:cubicBezTo>
                <a:cubicBezTo>
                  <a:pt x="91769" y="18125"/>
                  <a:pt x="89357" y="16185"/>
                  <a:pt x="86162" y="14850"/>
                </a:cubicBezTo>
                <a:cubicBezTo>
                  <a:pt x="83606" y="13895"/>
                  <a:pt x="79102" y="13418"/>
                  <a:pt x="72648" y="13418"/>
                </a:cubicBezTo>
                <a:lnTo>
                  <a:pt x="36995" y="13418"/>
                </a:lnTo>
                <a:close/>
                <a:moveTo>
                  <a:pt x="109503" y="48496"/>
                </a:moveTo>
                <a:lnTo>
                  <a:pt x="150811" y="48496"/>
                </a:lnTo>
                <a:lnTo>
                  <a:pt x="150811" y="52042"/>
                </a:lnTo>
                <a:cubicBezTo>
                  <a:pt x="148192" y="52042"/>
                  <a:pt x="146355" y="52489"/>
                  <a:pt x="145300" y="53384"/>
                </a:cubicBezTo>
                <a:cubicBezTo>
                  <a:pt x="144246" y="54278"/>
                  <a:pt x="143719" y="55461"/>
                  <a:pt x="143719" y="56930"/>
                </a:cubicBezTo>
                <a:cubicBezTo>
                  <a:pt x="143719" y="58464"/>
                  <a:pt x="144837" y="60828"/>
                  <a:pt x="147073" y="64022"/>
                </a:cubicBezTo>
                <a:cubicBezTo>
                  <a:pt x="147776" y="65045"/>
                  <a:pt x="148831" y="66642"/>
                  <a:pt x="150236" y="68814"/>
                </a:cubicBezTo>
                <a:lnTo>
                  <a:pt x="156466" y="78782"/>
                </a:lnTo>
                <a:lnTo>
                  <a:pt x="163654" y="68814"/>
                </a:lnTo>
                <a:cubicBezTo>
                  <a:pt x="168254" y="62489"/>
                  <a:pt x="170555" y="58496"/>
                  <a:pt x="170555" y="56834"/>
                </a:cubicBezTo>
                <a:cubicBezTo>
                  <a:pt x="170555" y="55492"/>
                  <a:pt x="170012" y="54358"/>
                  <a:pt x="168925" y="53432"/>
                </a:cubicBezTo>
                <a:cubicBezTo>
                  <a:pt x="167839" y="52505"/>
                  <a:pt x="166082" y="52042"/>
                  <a:pt x="163654" y="52042"/>
                </a:cubicBezTo>
                <a:lnTo>
                  <a:pt x="163654" y="48496"/>
                </a:lnTo>
                <a:lnTo>
                  <a:pt x="193365" y="48496"/>
                </a:lnTo>
                <a:lnTo>
                  <a:pt x="193365" y="52042"/>
                </a:lnTo>
                <a:cubicBezTo>
                  <a:pt x="190234" y="52234"/>
                  <a:pt x="187519" y="53096"/>
                  <a:pt x="185218" y="54630"/>
                </a:cubicBezTo>
                <a:cubicBezTo>
                  <a:pt x="182088" y="56802"/>
                  <a:pt x="177807" y="61530"/>
                  <a:pt x="172376" y="68814"/>
                </a:cubicBezTo>
                <a:lnTo>
                  <a:pt x="160395" y="84820"/>
                </a:lnTo>
                <a:lnTo>
                  <a:pt x="182247" y="116193"/>
                </a:lnTo>
                <a:cubicBezTo>
                  <a:pt x="187615" y="123909"/>
                  <a:pt x="191448" y="128548"/>
                  <a:pt x="193748" y="130111"/>
                </a:cubicBezTo>
                <a:cubicBezTo>
                  <a:pt x="196049" y="131673"/>
                  <a:pt x="199020" y="132549"/>
                  <a:pt x="202662" y="132741"/>
                </a:cubicBezTo>
                <a:lnTo>
                  <a:pt x="202662" y="136287"/>
                </a:lnTo>
                <a:lnTo>
                  <a:pt x="161258" y="136287"/>
                </a:lnTo>
                <a:lnTo>
                  <a:pt x="161258" y="132741"/>
                </a:lnTo>
                <a:cubicBezTo>
                  <a:pt x="164133" y="132741"/>
                  <a:pt x="166370" y="132104"/>
                  <a:pt x="167967" y="130830"/>
                </a:cubicBezTo>
                <a:cubicBezTo>
                  <a:pt x="169181" y="129938"/>
                  <a:pt x="169788" y="128759"/>
                  <a:pt x="169788" y="127293"/>
                </a:cubicBezTo>
                <a:cubicBezTo>
                  <a:pt x="169788" y="125827"/>
                  <a:pt x="167743" y="122132"/>
                  <a:pt x="163654" y="116205"/>
                </a:cubicBezTo>
                <a:lnTo>
                  <a:pt x="150811" y="97471"/>
                </a:lnTo>
                <a:lnTo>
                  <a:pt x="136722" y="116205"/>
                </a:lnTo>
                <a:cubicBezTo>
                  <a:pt x="132378" y="122004"/>
                  <a:pt x="130205" y="125445"/>
                  <a:pt x="130205" y="126529"/>
                </a:cubicBezTo>
                <a:cubicBezTo>
                  <a:pt x="130205" y="128059"/>
                  <a:pt x="130924" y="129444"/>
                  <a:pt x="132362" y="130686"/>
                </a:cubicBezTo>
                <a:cubicBezTo>
                  <a:pt x="133799" y="131928"/>
                  <a:pt x="135956" y="132613"/>
                  <a:pt x="138831" y="132741"/>
                </a:cubicBezTo>
                <a:lnTo>
                  <a:pt x="138831" y="136287"/>
                </a:lnTo>
                <a:lnTo>
                  <a:pt x="110174" y="136287"/>
                </a:lnTo>
                <a:lnTo>
                  <a:pt x="110174" y="132741"/>
                </a:lnTo>
                <a:cubicBezTo>
                  <a:pt x="112474" y="132422"/>
                  <a:pt x="114487" y="131625"/>
                  <a:pt x="116212" y="130351"/>
                </a:cubicBezTo>
                <a:cubicBezTo>
                  <a:pt x="118640" y="128502"/>
                  <a:pt x="122730" y="123785"/>
                  <a:pt x="128480" y="116199"/>
                </a:cubicBezTo>
                <a:lnTo>
                  <a:pt x="146882" y="91817"/>
                </a:lnTo>
                <a:lnTo>
                  <a:pt x="130205" y="67664"/>
                </a:lnTo>
                <a:cubicBezTo>
                  <a:pt x="125477" y="60764"/>
                  <a:pt x="121819" y="56435"/>
                  <a:pt x="119231" y="54678"/>
                </a:cubicBezTo>
                <a:cubicBezTo>
                  <a:pt x="116644" y="52921"/>
                  <a:pt x="113401" y="52042"/>
                  <a:pt x="109503" y="52042"/>
                </a:cubicBezTo>
                <a:lnTo>
                  <a:pt x="109503" y="48496"/>
                </a:lnTo>
                <a:close/>
                <a:moveTo>
                  <a:pt x="221692" y="81657"/>
                </a:moveTo>
                <a:cubicBezTo>
                  <a:pt x="221628" y="94662"/>
                  <a:pt x="224791" y="104862"/>
                  <a:pt x="231180" y="112258"/>
                </a:cubicBezTo>
                <a:cubicBezTo>
                  <a:pt x="237570" y="119652"/>
                  <a:pt x="245077" y="123349"/>
                  <a:pt x="253703" y="123349"/>
                </a:cubicBezTo>
                <a:cubicBezTo>
                  <a:pt x="259454" y="123349"/>
                  <a:pt x="264454" y="121767"/>
                  <a:pt x="268703" y="118604"/>
                </a:cubicBezTo>
                <a:cubicBezTo>
                  <a:pt x="272951" y="115442"/>
                  <a:pt x="276514" y="110026"/>
                  <a:pt x="279389" y="102359"/>
                </a:cubicBezTo>
                <a:lnTo>
                  <a:pt x="282360" y="104276"/>
                </a:lnTo>
                <a:cubicBezTo>
                  <a:pt x="281018" y="113030"/>
                  <a:pt x="277121" y="121000"/>
                  <a:pt x="270667" y="128189"/>
                </a:cubicBezTo>
                <a:cubicBezTo>
                  <a:pt x="264214" y="135377"/>
                  <a:pt x="256131" y="138971"/>
                  <a:pt x="246419" y="138971"/>
                </a:cubicBezTo>
                <a:cubicBezTo>
                  <a:pt x="235877" y="138971"/>
                  <a:pt x="226852" y="134875"/>
                  <a:pt x="219344" y="126682"/>
                </a:cubicBezTo>
                <a:cubicBezTo>
                  <a:pt x="211836" y="118488"/>
                  <a:pt x="208083" y="107472"/>
                  <a:pt x="208083" y="93635"/>
                </a:cubicBezTo>
                <a:cubicBezTo>
                  <a:pt x="208083" y="78651"/>
                  <a:pt x="211932" y="66968"/>
                  <a:pt x="219631" y="58583"/>
                </a:cubicBezTo>
                <a:cubicBezTo>
                  <a:pt x="227331" y="50197"/>
                  <a:pt x="236995" y="46004"/>
                  <a:pt x="248624" y="46004"/>
                </a:cubicBezTo>
                <a:cubicBezTo>
                  <a:pt x="258463" y="46004"/>
                  <a:pt x="266546" y="49239"/>
                  <a:pt x="272872" y="55708"/>
                </a:cubicBezTo>
                <a:cubicBezTo>
                  <a:pt x="279197" y="62175"/>
                  <a:pt x="282360" y="70825"/>
                  <a:pt x="282360" y="81657"/>
                </a:cubicBezTo>
                <a:lnTo>
                  <a:pt x="221692" y="81657"/>
                </a:lnTo>
                <a:moveTo>
                  <a:pt x="221692" y="76098"/>
                </a:moveTo>
                <a:lnTo>
                  <a:pt x="262329" y="76098"/>
                </a:lnTo>
                <a:cubicBezTo>
                  <a:pt x="262010" y="70476"/>
                  <a:pt x="261339" y="66514"/>
                  <a:pt x="260316" y="64214"/>
                </a:cubicBezTo>
                <a:cubicBezTo>
                  <a:pt x="258719" y="60636"/>
                  <a:pt x="256339" y="57825"/>
                  <a:pt x="253176" y="55780"/>
                </a:cubicBezTo>
                <a:cubicBezTo>
                  <a:pt x="250013" y="53735"/>
                  <a:pt x="246707" y="52713"/>
                  <a:pt x="243256" y="52713"/>
                </a:cubicBezTo>
                <a:cubicBezTo>
                  <a:pt x="237953" y="52713"/>
                  <a:pt x="233209" y="54774"/>
                  <a:pt x="229024" y="58895"/>
                </a:cubicBezTo>
                <a:cubicBezTo>
                  <a:pt x="224839" y="63016"/>
                  <a:pt x="222395" y="68751"/>
                  <a:pt x="221692" y="76098"/>
                </a:cubicBezTo>
                <a:close/>
                <a:moveTo>
                  <a:pt x="366881" y="102934"/>
                </a:moveTo>
                <a:cubicBezTo>
                  <a:pt x="364517" y="114499"/>
                  <a:pt x="359885" y="123396"/>
                  <a:pt x="352984" y="129626"/>
                </a:cubicBezTo>
                <a:cubicBezTo>
                  <a:pt x="346084" y="135856"/>
                  <a:pt x="338448" y="138971"/>
                  <a:pt x="330078" y="138971"/>
                </a:cubicBezTo>
                <a:cubicBezTo>
                  <a:pt x="320110" y="138971"/>
                  <a:pt x="311421" y="134791"/>
                  <a:pt x="304009" y="126430"/>
                </a:cubicBezTo>
                <a:cubicBezTo>
                  <a:pt x="296597" y="118068"/>
                  <a:pt x="292891" y="106770"/>
                  <a:pt x="292891" y="92535"/>
                </a:cubicBezTo>
                <a:cubicBezTo>
                  <a:pt x="292891" y="78748"/>
                  <a:pt x="296997" y="67547"/>
                  <a:pt x="305207" y="58931"/>
                </a:cubicBezTo>
                <a:cubicBezTo>
                  <a:pt x="313417" y="50313"/>
                  <a:pt x="323273" y="46004"/>
                  <a:pt x="334774" y="46004"/>
                </a:cubicBezTo>
                <a:cubicBezTo>
                  <a:pt x="343400" y="46004"/>
                  <a:pt x="350492" y="48281"/>
                  <a:pt x="356051" y="52836"/>
                </a:cubicBezTo>
                <a:cubicBezTo>
                  <a:pt x="361610" y="57388"/>
                  <a:pt x="364389" y="62117"/>
                  <a:pt x="364389" y="67020"/>
                </a:cubicBezTo>
                <a:cubicBezTo>
                  <a:pt x="364389" y="69440"/>
                  <a:pt x="363607" y="71399"/>
                  <a:pt x="362041" y="72897"/>
                </a:cubicBezTo>
                <a:cubicBezTo>
                  <a:pt x="360476" y="74392"/>
                  <a:pt x="358287" y="75140"/>
                  <a:pt x="355476" y="75140"/>
                </a:cubicBezTo>
                <a:cubicBezTo>
                  <a:pt x="351706" y="75140"/>
                  <a:pt x="348863" y="73926"/>
                  <a:pt x="346946" y="71498"/>
                </a:cubicBezTo>
                <a:cubicBezTo>
                  <a:pt x="345860" y="70156"/>
                  <a:pt x="345141" y="67600"/>
                  <a:pt x="344790" y="63831"/>
                </a:cubicBezTo>
                <a:cubicBezTo>
                  <a:pt x="344438" y="60061"/>
                  <a:pt x="343144" y="57186"/>
                  <a:pt x="340908" y="55205"/>
                </a:cubicBezTo>
                <a:cubicBezTo>
                  <a:pt x="338672" y="53288"/>
                  <a:pt x="335573" y="52330"/>
                  <a:pt x="331611" y="52330"/>
                </a:cubicBezTo>
                <a:cubicBezTo>
                  <a:pt x="325222" y="52330"/>
                  <a:pt x="320078" y="54694"/>
                  <a:pt x="316181" y="59422"/>
                </a:cubicBezTo>
                <a:cubicBezTo>
                  <a:pt x="311005" y="65684"/>
                  <a:pt x="308418" y="73958"/>
                  <a:pt x="308418" y="84245"/>
                </a:cubicBezTo>
                <a:cubicBezTo>
                  <a:pt x="308418" y="94724"/>
                  <a:pt x="310989" y="103972"/>
                  <a:pt x="316133" y="111991"/>
                </a:cubicBezTo>
                <a:cubicBezTo>
                  <a:pt x="321276" y="120010"/>
                  <a:pt x="328225" y="124019"/>
                  <a:pt x="336979" y="124019"/>
                </a:cubicBezTo>
                <a:cubicBezTo>
                  <a:pt x="343240" y="124019"/>
                  <a:pt x="348863" y="121879"/>
                  <a:pt x="353847" y="117598"/>
                </a:cubicBezTo>
                <a:cubicBezTo>
                  <a:pt x="357361" y="114659"/>
                  <a:pt x="360779" y="109324"/>
                  <a:pt x="364102" y="101592"/>
                </a:cubicBezTo>
                <a:lnTo>
                  <a:pt x="366881" y="102934"/>
                </a:lnTo>
                <a:close/>
                <a:moveTo>
                  <a:pt x="454661" y="48496"/>
                </a:moveTo>
                <a:lnTo>
                  <a:pt x="454661" y="101688"/>
                </a:lnTo>
                <a:cubicBezTo>
                  <a:pt x="454661" y="111847"/>
                  <a:pt x="454900" y="118061"/>
                  <a:pt x="455380" y="120329"/>
                </a:cubicBezTo>
                <a:cubicBezTo>
                  <a:pt x="455859" y="122598"/>
                  <a:pt x="456626" y="124179"/>
                  <a:pt x="457680" y="125074"/>
                </a:cubicBezTo>
                <a:cubicBezTo>
                  <a:pt x="458734" y="125968"/>
                  <a:pt x="459964" y="126415"/>
                  <a:pt x="461370" y="126415"/>
                </a:cubicBezTo>
                <a:cubicBezTo>
                  <a:pt x="463350" y="126415"/>
                  <a:pt x="465587" y="125872"/>
                  <a:pt x="468079" y="124786"/>
                </a:cubicBezTo>
                <a:lnTo>
                  <a:pt x="469420" y="128141"/>
                </a:lnTo>
                <a:lnTo>
                  <a:pt x="443160" y="138971"/>
                </a:lnTo>
                <a:lnTo>
                  <a:pt x="438847" y="138971"/>
                </a:lnTo>
                <a:lnTo>
                  <a:pt x="438847" y="120377"/>
                </a:lnTo>
                <a:cubicBezTo>
                  <a:pt x="431307" y="128556"/>
                  <a:pt x="425557" y="133699"/>
                  <a:pt x="421595" y="135808"/>
                </a:cubicBezTo>
                <a:cubicBezTo>
                  <a:pt x="417634" y="137916"/>
                  <a:pt x="413449" y="138971"/>
                  <a:pt x="409040" y="138971"/>
                </a:cubicBezTo>
                <a:cubicBezTo>
                  <a:pt x="404120" y="138971"/>
                  <a:pt x="399855" y="137549"/>
                  <a:pt x="396245" y="134706"/>
                </a:cubicBezTo>
                <a:cubicBezTo>
                  <a:pt x="392635" y="131862"/>
                  <a:pt x="390127" y="128205"/>
                  <a:pt x="388722" y="123732"/>
                </a:cubicBezTo>
                <a:cubicBezTo>
                  <a:pt x="387316" y="119259"/>
                  <a:pt x="386613" y="112934"/>
                  <a:pt x="386613" y="104755"/>
                </a:cubicBezTo>
                <a:lnTo>
                  <a:pt x="386613" y="65556"/>
                </a:lnTo>
                <a:cubicBezTo>
                  <a:pt x="386613" y="61403"/>
                  <a:pt x="386166" y="58527"/>
                  <a:pt x="385271" y="56930"/>
                </a:cubicBezTo>
                <a:cubicBezTo>
                  <a:pt x="384377" y="55333"/>
                  <a:pt x="383051" y="54103"/>
                  <a:pt x="381294" y="53240"/>
                </a:cubicBezTo>
                <a:cubicBezTo>
                  <a:pt x="379537" y="52378"/>
                  <a:pt x="376358" y="51978"/>
                  <a:pt x="371758" y="52042"/>
                </a:cubicBezTo>
                <a:lnTo>
                  <a:pt x="371758" y="48496"/>
                </a:lnTo>
                <a:lnTo>
                  <a:pt x="402523" y="48496"/>
                </a:lnTo>
                <a:lnTo>
                  <a:pt x="402523" y="107103"/>
                </a:lnTo>
                <a:cubicBezTo>
                  <a:pt x="402523" y="115262"/>
                  <a:pt x="403944" y="120616"/>
                  <a:pt x="406788" y="123166"/>
                </a:cubicBezTo>
                <a:cubicBezTo>
                  <a:pt x="409631" y="125716"/>
                  <a:pt x="413065" y="126991"/>
                  <a:pt x="417091" y="126991"/>
                </a:cubicBezTo>
                <a:cubicBezTo>
                  <a:pt x="419838" y="126991"/>
                  <a:pt x="422953" y="126130"/>
                  <a:pt x="426435" y="124409"/>
                </a:cubicBezTo>
                <a:cubicBezTo>
                  <a:pt x="429918" y="122688"/>
                  <a:pt x="434055" y="119406"/>
                  <a:pt x="438847" y="114564"/>
                </a:cubicBezTo>
                <a:lnTo>
                  <a:pt x="438847" y="64948"/>
                </a:lnTo>
                <a:cubicBezTo>
                  <a:pt x="438847" y="59976"/>
                  <a:pt x="437936" y="56615"/>
                  <a:pt x="436115" y="54863"/>
                </a:cubicBezTo>
                <a:cubicBezTo>
                  <a:pt x="434294" y="53110"/>
                  <a:pt x="430509" y="52170"/>
                  <a:pt x="424758" y="52042"/>
                </a:cubicBezTo>
                <a:lnTo>
                  <a:pt x="424758" y="48496"/>
                </a:lnTo>
                <a:lnTo>
                  <a:pt x="454661" y="48496"/>
                </a:lnTo>
                <a:close/>
                <a:moveTo>
                  <a:pt x="505596" y="19552"/>
                </a:moveTo>
                <a:lnTo>
                  <a:pt x="505596" y="48496"/>
                </a:lnTo>
                <a:lnTo>
                  <a:pt x="526106" y="48496"/>
                </a:lnTo>
                <a:lnTo>
                  <a:pt x="526106" y="55205"/>
                </a:lnTo>
                <a:lnTo>
                  <a:pt x="505596" y="55205"/>
                </a:lnTo>
                <a:lnTo>
                  <a:pt x="505596" y="112057"/>
                </a:lnTo>
                <a:cubicBezTo>
                  <a:pt x="505596" y="117738"/>
                  <a:pt x="506410" y="121567"/>
                  <a:pt x="508040" y="123546"/>
                </a:cubicBezTo>
                <a:cubicBezTo>
                  <a:pt x="509669" y="125523"/>
                  <a:pt x="511761" y="126511"/>
                  <a:pt x="514317" y="126511"/>
                </a:cubicBezTo>
                <a:cubicBezTo>
                  <a:pt x="516426" y="126511"/>
                  <a:pt x="518470" y="125856"/>
                  <a:pt x="520451" y="124547"/>
                </a:cubicBezTo>
                <a:cubicBezTo>
                  <a:pt x="522432" y="123237"/>
                  <a:pt x="523965" y="121304"/>
                  <a:pt x="525052" y="118748"/>
                </a:cubicBezTo>
                <a:lnTo>
                  <a:pt x="528789" y="118748"/>
                </a:lnTo>
                <a:cubicBezTo>
                  <a:pt x="526553" y="125028"/>
                  <a:pt x="523390" y="129777"/>
                  <a:pt x="519301" y="132996"/>
                </a:cubicBezTo>
                <a:cubicBezTo>
                  <a:pt x="515212" y="136212"/>
                  <a:pt x="510995" y="137821"/>
                  <a:pt x="506650" y="137821"/>
                </a:cubicBezTo>
                <a:cubicBezTo>
                  <a:pt x="503711" y="137821"/>
                  <a:pt x="500835" y="137005"/>
                  <a:pt x="498024" y="135374"/>
                </a:cubicBezTo>
                <a:cubicBezTo>
                  <a:pt x="495213" y="133742"/>
                  <a:pt x="493136" y="131408"/>
                  <a:pt x="491794" y="128371"/>
                </a:cubicBezTo>
                <a:cubicBezTo>
                  <a:pt x="490453" y="125332"/>
                  <a:pt x="489782" y="120646"/>
                  <a:pt x="489782" y="114312"/>
                </a:cubicBezTo>
                <a:lnTo>
                  <a:pt x="489782" y="55205"/>
                </a:lnTo>
                <a:lnTo>
                  <a:pt x="475885" y="55205"/>
                </a:lnTo>
                <a:lnTo>
                  <a:pt x="475885" y="52042"/>
                </a:lnTo>
                <a:cubicBezTo>
                  <a:pt x="479399" y="50632"/>
                  <a:pt x="482993" y="48245"/>
                  <a:pt x="486667" y="44881"/>
                </a:cubicBezTo>
                <a:cubicBezTo>
                  <a:pt x="490341" y="41517"/>
                  <a:pt x="493615" y="37527"/>
                  <a:pt x="496491" y="32913"/>
                </a:cubicBezTo>
                <a:cubicBezTo>
                  <a:pt x="497960" y="30479"/>
                  <a:pt x="500005" y="26025"/>
                  <a:pt x="502625" y="19552"/>
                </a:cubicBezTo>
                <a:lnTo>
                  <a:pt x="505596" y="19552"/>
                </a:lnTo>
                <a:close/>
                <a:moveTo>
                  <a:pt x="553643" y="0"/>
                </a:moveTo>
                <a:cubicBezTo>
                  <a:pt x="556327" y="0"/>
                  <a:pt x="558611" y="947"/>
                  <a:pt x="560496" y="2842"/>
                </a:cubicBezTo>
                <a:cubicBezTo>
                  <a:pt x="562381" y="4735"/>
                  <a:pt x="563323" y="7030"/>
                  <a:pt x="563323" y="9728"/>
                </a:cubicBezTo>
                <a:cubicBezTo>
                  <a:pt x="563323" y="12426"/>
                  <a:pt x="562381" y="14738"/>
                  <a:pt x="560496" y="16665"/>
                </a:cubicBezTo>
                <a:cubicBezTo>
                  <a:pt x="558611" y="18589"/>
                  <a:pt x="556327" y="19552"/>
                  <a:pt x="553643" y="19552"/>
                </a:cubicBezTo>
                <a:cubicBezTo>
                  <a:pt x="550959" y="19552"/>
                  <a:pt x="548659" y="18589"/>
                  <a:pt x="546742" y="16665"/>
                </a:cubicBezTo>
                <a:cubicBezTo>
                  <a:pt x="544826" y="14738"/>
                  <a:pt x="543867" y="12426"/>
                  <a:pt x="543867" y="9728"/>
                </a:cubicBezTo>
                <a:cubicBezTo>
                  <a:pt x="543867" y="7030"/>
                  <a:pt x="544810" y="4735"/>
                  <a:pt x="546694" y="2842"/>
                </a:cubicBezTo>
                <a:cubicBezTo>
                  <a:pt x="548579" y="947"/>
                  <a:pt x="550896" y="0"/>
                  <a:pt x="553643" y="0"/>
                </a:cubicBezTo>
                <a:moveTo>
                  <a:pt x="561598" y="46004"/>
                </a:moveTo>
                <a:lnTo>
                  <a:pt x="561598" y="116388"/>
                </a:lnTo>
                <a:cubicBezTo>
                  <a:pt x="561598" y="121871"/>
                  <a:pt x="561997" y="125521"/>
                  <a:pt x="562796" y="127338"/>
                </a:cubicBezTo>
                <a:cubicBezTo>
                  <a:pt x="563595" y="129155"/>
                  <a:pt x="564777" y="130510"/>
                  <a:pt x="566342" y="131402"/>
                </a:cubicBezTo>
                <a:cubicBezTo>
                  <a:pt x="567907" y="132295"/>
                  <a:pt x="570767" y="132741"/>
                  <a:pt x="574920" y="132741"/>
                </a:cubicBezTo>
                <a:lnTo>
                  <a:pt x="574920" y="136287"/>
                </a:lnTo>
                <a:lnTo>
                  <a:pt x="532270" y="136287"/>
                </a:lnTo>
                <a:lnTo>
                  <a:pt x="532270" y="132741"/>
                </a:lnTo>
                <a:cubicBezTo>
                  <a:pt x="536551" y="132741"/>
                  <a:pt x="539426" y="132327"/>
                  <a:pt x="540896" y="131498"/>
                </a:cubicBezTo>
                <a:cubicBezTo>
                  <a:pt x="542366" y="130669"/>
                  <a:pt x="543532" y="129299"/>
                  <a:pt x="544394" y="127386"/>
                </a:cubicBezTo>
                <a:cubicBezTo>
                  <a:pt x="545257" y="125473"/>
                  <a:pt x="545688" y="121807"/>
                  <a:pt x="545688" y="116388"/>
                </a:cubicBezTo>
                <a:lnTo>
                  <a:pt x="545688" y="82631"/>
                </a:lnTo>
                <a:cubicBezTo>
                  <a:pt x="545688" y="73130"/>
                  <a:pt x="545401" y="66979"/>
                  <a:pt x="544826" y="64175"/>
                </a:cubicBezTo>
                <a:cubicBezTo>
                  <a:pt x="544378" y="62134"/>
                  <a:pt x="543675" y="60716"/>
                  <a:pt x="542717" y="59919"/>
                </a:cubicBezTo>
                <a:cubicBezTo>
                  <a:pt x="541759" y="59122"/>
                  <a:pt x="540449" y="58724"/>
                  <a:pt x="538787" y="58724"/>
                </a:cubicBezTo>
                <a:cubicBezTo>
                  <a:pt x="536998" y="58724"/>
                  <a:pt x="534826" y="59202"/>
                  <a:pt x="532270" y="60159"/>
                </a:cubicBezTo>
                <a:lnTo>
                  <a:pt x="530928" y="56714"/>
                </a:lnTo>
                <a:lnTo>
                  <a:pt x="557381" y="46004"/>
                </a:lnTo>
                <a:lnTo>
                  <a:pt x="561598" y="46004"/>
                </a:lnTo>
                <a:close/>
                <a:moveTo>
                  <a:pt x="625441" y="46004"/>
                </a:moveTo>
                <a:cubicBezTo>
                  <a:pt x="638731" y="46004"/>
                  <a:pt x="649401" y="51047"/>
                  <a:pt x="657452" y="61132"/>
                </a:cubicBezTo>
                <a:cubicBezTo>
                  <a:pt x="664288" y="69748"/>
                  <a:pt x="667707" y="79642"/>
                  <a:pt x="667707" y="90813"/>
                </a:cubicBezTo>
                <a:cubicBezTo>
                  <a:pt x="667707" y="98664"/>
                  <a:pt x="665822" y="106611"/>
                  <a:pt x="662052" y="114654"/>
                </a:cubicBezTo>
                <a:cubicBezTo>
                  <a:pt x="658282" y="122695"/>
                  <a:pt x="653091" y="128758"/>
                  <a:pt x="646478" y="132843"/>
                </a:cubicBezTo>
                <a:cubicBezTo>
                  <a:pt x="639865" y="136928"/>
                  <a:pt x="632501" y="138971"/>
                  <a:pt x="624386" y="138971"/>
                </a:cubicBezTo>
                <a:cubicBezTo>
                  <a:pt x="611160" y="138971"/>
                  <a:pt x="600649" y="133704"/>
                  <a:pt x="592854" y="123172"/>
                </a:cubicBezTo>
                <a:cubicBezTo>
                  <a:pt x="586273" y="114300"/>
                  <a:pt x="582983" y="104344"/>
                  <a:pt x="582983" y="93302"/>
                </a:cubicBezTo>
                <a:cubicBezTo>
                  <a:pt x="582983" y="85259"/>
                  <a:pt x="584979" y="77265"/>
                  <a:pt x="588973" y="69318"/>
                </a:cubicBezTo>
                <a:cubicBezTo>
                  <a:pt x="592966" y="61371"/>
                  <a:pt x="598221" y="55498"/>
                  <a:pt x="604739" y="51701"/>
                </a:cubicBezTo>
                <a:cubicBezTo>
                  <a:pt x="611256" y="47903"/>
                  <a:pt x="618157" y="46004"/>
                  <a:pt x="625441" y="46004"/>
                </a:cubicBezTo>
                <a:moveTo>
                  <a:pt x="622469" y="52330"/>
                </a:moveTo>
                <a:cubicBezTo>
                  <a:pt x="619083" y="52330"/>
                  <a:pt x="615681" y="53335"/>
                  <a:pt x="612262" y="55346"/>
                </a:cubicBezTo>
                <a:cubicBezTo>
                  <a:pt x="608844" y="57356"/>
                  <a:pt x="606080" y="60883"/>
                  <a:pt x="603972" y="65924"/>
                </a:cubicBezTo>
                <a:cubicBezTo>
                  <a:pt x="601863" y="70966"/>
                  <a:pt x="600809" y="77443"/>
                  <a:pt x="600809" y="85356"/>
                </a:cubicBezTo>
                <a:cubicBezTo>
                  <a:pt x="600809" y="98119"/>
                  <a:pt x="603349" y="109128"/>
                  <a:pt x="608429" y="118383"/>
                </a:cubicBezTo>
                <a:cubicBezTo>
                  <a:pt x="613508" y="127635"/>
                  <a:pt x="620201" y="132262"/>
                  <a:pt x="628507" y="132262"/>
                </a:cubicBezTo>
                <a:cubicBezTo>
                  <a:pt x="634705" y="132262"/>
                  <a:pt x="639817" y="129709"/>
                  <a:pt x="643842" y="124603"/>
                </a:cubicBezTo>
                <a:cubicBezTo>
                  <a:pt x="647868" y="119498"/>
                  <a:pt x="649880" y="110723"/>
                  <a:pt x="649880" y="98280"/>
                </a:cubicBezTo>
                <a:cubicBezTo>
                  <a:pt x="649880" y="82708"/>
                  <a:pt x="646526" y="70454"/>
                  <a:pt x="639817" y="61519"/>
                </a:cubicBezTo>
                <a:cubicBezTo>
                  <a:pt x="635280" y="55393"/>
                  <a:pt x="629498" y="52330"/>
                  <a:pt x="622469" y="52330"/>
                </a:cubicBezTo>
                <a:close/>
                <a:moveTo>
                  <a:pt x="710515" y="64597"/>
                </a:moveTo>
                <a:cubicBezTo>
                  <a:pt x="720802" y="52202"/>
                  <a:pt x="730610" y="46004"/>
                  <a:pt x="739939" y="46004"/>
                </a:cubicBezTo>
                <a:cubicBezTo>
                  <a:pt x="744731" y="46004"/>
                  <a:pt x="748852" y="47200"/>
                  <a:pt x="752302" y="49592"/>
                </a:cubicBezTo>
                <a:cubicBezTo>
                  <a:pt x="755752" y="51982"/>
                  <a:pt x="758500" y="55919"/>
                  <a:pt x="760545" y="61402"/>
                </a:cubicBezTo>
                <a:cubicBezTo>
                  <a:pt x="761950" y="65225"/>
                  <a:pt x="762653" y="71091"/>
                  <a:pt x="762653" y="78998"/>
                </a:cubicBezTo>
                <a:lnTo>
                  <a:pt x="762653" y="116388"/>
                </a:lnTo>
                <a:cubicBezTo>
                  <a:pt x="762653" y="121935"/>
                  <a:pt x="763100" y="125697"/>
                  <a:pt x="763995" y="127673"/>
                </a:cubicBezTo>
                <a:cubicBezTo>
                  <a:pt x="764698" y="129267"/>
                  <a:pt x="765832" y="130510"/>
                  <a:pt x="767397" y="131402"/>
                </a:cubicBezTo>
                <a:cubicBezTo>
                  <a:pt x="768963" y="132295"/>
                  <a:pt x="771854" y="132741"/>
                  <a:pt x="776071" y="132741"/>
                </a:cubicBezTo>
                <a:lnTo>
                  <a:pt x="776071" y="136287"/>
                </a:lnTo>
                <a:lnTo>
                  <a:pt x="732655" y="136287"/>
                </a:lnTo>
                <a:lnTo>
                  <a:pt x="732655" y="132741"/>
                </a:lnTo>
                <a:lnTo>
                  <a:pt x="734476" y="132741"/>
                </a:lnTo>
                <a:cubicBezTo>
                  <a:pt x="738565" y="132741"/>
                  <a:pt x="741424" y="132121"/>
                  <a:pt x="743053" y="130881"/>
                </a:cubicBezTo>
                <a:cubicBezTo>
                  <a:pt x="744683" y="129641"/>
                  <a:pt x="745817" y="127814"/>
                  <a:pt x="746456" y="125400"/>
                </a:cubicBezTo>
                <a:cubicBezTo>
                  <a:pt x="746711" y="124446"/>
                  <a:pt x="746839" y="121458"/>
                  <a:pt x="746839" y="116436"/>
                </a:cubicBezTo>
                <a:lnTo>
                  <a:pt x="746839" y="80678"/>
                </a:lnTo>
                <a:cubicBezTo>
                  <a:pt x="746839" y="72733"/>
                  <a:pt x="745801" y="66965"/>
                  <a:pt x="743724" y="63372"/>
                </a:cubicBezTo>
                <a:cubicBezTo>
                  <a:pt x="741648" y="59780"/>
                  <a:pt x="738149" y="57984"/>
                  <a:pt x="733230" y="57984"/>
                </a:cubicBezTo>
                <a:cubicBezTo>
                  <a:pt x="725626" y="57984"/>
                  <a:pt x="718055" y="62117"/>
                  <a:pt x="710515" y="70381"/>
                </a:cubicBezTo>
                <a:lnTo>
                  <a:pt x="710515" y="116436"/>
                </a:lnTo>
                <a:cubicBezTo>
                  <a:pt x="710515" y="122348"/>
                  <a:pt x="710866" y="126003"/>
                  <a:pt x="711569" y="127401"/>
                </a:cubicBezTo>
                <a:cubicBezTo>
                  <a:pt x="712464" y="129244"/>
                  <a:pt x="713694" y="130595"/>
                  <a:pt x="715259" y="131453"/>
                </a:cubicBezTo>
                <a:cubicBezTo>
                  <a:pt x="716825" y="132312"/>
                  <a:pt x="720003" y="132741"/>
                  <a:pt x="724796" y="132741"/>
                </a:cubicBezTo>
                <a:lnTo>
                  <a:pt x="724796" y="136287"/>
                </a:lnTo>
                <a:lnTo>
                  <a:pt x="681379" y="136287"/>
                </a:lnTo>
                <a:lnTo>
                  <a:pt x="681379" y="132741"/>
                </a:lnTo>
                <a:lnTo>
                  <a:pt x="683296" y="132741"/>
                </a:lnTo>
                <a:cubicBezTo>
                  <a:pt x="687769" y="132741"/>
                  <a:pt x="690788" y="131610"/>
                  <a:pt x="692353" y="129348"/>
                </a:cubicBezTo>
                <a:cubicBezTo>
                  <a:pt x="693918" y="127083"/>
                  <a:pt x="694701" y="122763"/>
                  <a:pt x="694701" y="116388"/>
                </a:cubicBezTo>
                <a:lnTo>
                  <a:pt x="694701" y="83874"/>
                </a:lnTo>
                <a:cubicBezTo>
                  <a:pt x="694701" y="73355"/>
                  <a:pt x="694462" y="66949"/>
                  <a:pt x="693982" y="64654"/>
                </a:cubicBezTo>
                <a:cubicBezTo>
                  <a:pt x="693503" y="62358"/>
                  <a:pt x="692768" y="60796"/>
                  <a:pt x="691778" y="59967"/>
                </a:cubicBezTo>
                <a:cubicBezTo>
                  <a:pt x="690788" y="59138"/>
                  <a:pt x="689462" y="58724"/>
                  <a:pt x="687801" y="58724"/>
                </a:cubicBezTo>
                <a:cubicBezTo>
                  <a:pt x="686012" y="58724"/>
                  <a:pt x="683871" y="59202"/>
                  <a:pt x="681379" y="60159"/>
                </a:cubicBezTo>
                <a:lnTo>
                  <a:pt x="679942" y="56714"/>
                </a:lnTo>
                <a:lnTo>
                  <a:pt x="706394" y="46004"/>
                </a:lnTo>
                <a:lnTo>
                  <a:pt x="710515" y="46004"/>
                </a:lnTo>
                <a:lnTo>
                  <a:pt x="710515" y="64597"/>
                </a:lnTo>
                <a:close/>
                <a:moveTo>
                  <a:pt x="898385" y="55205"/>
                </a:moveTo>
                <a:lnTo>
                  <a:pt x="898385" y="112974"/>
                </a:lnTo>
                <a:cubicBezTo>
                  <a:pt x="898385" y="121162"/>
                  <a:pt x="899279" y="126344"/>
                  <a:pt x="901068" y="128518"/>
                </a:cubicBezTo>
                <a:cubicBezTo>
                  <a:pt x="903432" y="131333"/>
                  <a:pt x="906595" y="132741"/>
                  <a:pt x="910557" y="132741"/>
                </a:cubicBezTo>
                <a:lnTo>
                  <a:pt x="918512" y="132741"/>
                </a:lnTo>
                <a:lnTo>
                  <a:pt x="918512" y="136287"/>
                </a:lnTo>
                <a:lnTo>
                  <a:pt x="866086" y="136287"/>
                </a:lnTo>
                <a:lnTo>
                  <a:pt x="866086" y="132741"/>
                </a:lnTo>
                <a:lnTo>
                  <a:pt x="870016" y="132741"/>
                </a:lnTo>
                <a:cubicBezTo>
                  <a:pt x="872571" y="132741"/>
                  <a:pt x="874904" y="132101"/>
                  <a:pt x="877012" y="130821"/>
                </a:cubicBezTo>
                <a:cubicBezTo>
                  <a:pt x="879121" y="129541"/>
                  <a:pt x="880574" y="127814"/>
                  <a:pt x="881373" y="125640"/>
                </a:cubicBezTo>
                <a:cubicBezTo>
                  <a:pt x="882172" y="123465"/>
                  <a:pt x="882571" y="119243"/>
                  <a:pt x="882571" y="112974"/>
                </a:cubicBezTo>
                <a:lnTo>
                  <a:pt x="882571" y="55205"/>
                </a:lnTo>
                <a:lnTo>
                  <a:pt x="865511" y="55205"/>
                </a:lnTo>
                <a:lnTo>
                  <a:pt x="865511" y="48496"/>
                </a:lnTo>
                <a:lnTo>
                  <a:pt x="882571" y="48496"/>
                </a:lnTo>
                <a:lnTo>
                  <a:pt x="882571" y="42722"/>
                </a:lnTo>
                <a:cubicBezTo>
                  <a:pt x="882571" y="33934"/>
                  <a:pt x="883977" y="26493"/>
                  <a:pt x="886788" y="20399"/>
                </a:cubicBezTo>
                <a:cubicBezTo>
                  <a:pt x="889599" y="14305"/>
                  <a:pt x="893896" y="9383"/>
                  <a:pt x="899679" y="5631"/>
                </a:cubicBezTo>
                <a:cubicBezTo>
                  <a:pt x="905461" y="1877"/>
                  <a:pt x="911962" y="0"/>
                  <a:pt x="919182" y="0"/>
                </a:cubicBezTo>
                <a:cubicBezTo>
                  <a:pt x="925891" y="0"/>
                  <a:pt x="932057" y="2172"/>
                  <a:pt x="937680" y="6517"/>
                </a:cubicBezTo>
                <a:cubicBezTo>
                  <a:pt x="941386" y="9393"/>
                  <a:pt x="943239" y="12619"/>
                  <a:pt x="943239" y="16197"/>
                </a:cubicBezTo>
                <a:cubicBezTo>
                  <a:pt x="943239" y="18114"/>
                  <a:pt x="942408" y="19919"/>
                  <a:pt x="940747" y="21612"/>
                </a:cubicBezTo>
                <a:cubicBezTo>
                  <a:pt x="939086" y="23306"/>
                  <a:pt x="937297" y="24152"/>
                  <a:pt x="935380" y="24152"/>
                </a:cubicBezTo>
                <a:cubicBezTo>
                  <a:pt x="933910" y="24152"/>
                  <a:pt x="932361" y="23619"/>
                  <a:pt x="930731" y="22553"/>
                </a:cubicBezTo>
                <a:cubicBezTo>
                  <a:pt x="929102" y="21487"/>
                  <a:pt x="927105" y="19193"/>
                  <a:pt x="924741" y="15673"/>
                </a:cubicBezTo>
                <a:cubicBezTo>
                  <a:pt x="922377" y="12153"/>
                  <a:pt x="920205" y="9779"/>
                  <a:pt x="918224" y="8551"/>
                </a:cubicBezTo>
                <a:cubicBezTo>
                  <a:pt x="916243" y="7323"/>
                  <a:pt x="914039" y="6709"/>
                  <a:pt x="911611" y="6709"/>
                </a:cubicBezTo>
                <a:cubicBezTo>
                  <a:pt x="908672" y="6709"/>
                  <a:pt x="906180" y="7500"/>
                  <a:pt x="904135" y="9081"/>
                </a:cubicBezTo>
                <a:cubicBezTo>
                  <a:pt x="902091" y="10660"/>
                  <a:pt x="900621" y="13110"/>
                  <a:pt x="899727" y="16431"/>
                </a:cubicBezTo>
                <a:cubicBezTo>
                  <a:pt x="898832" y="19751"/>
                  <a:pt x="898385" y="28311"/>
                  <a:pt x="898385" y="42111"/>
                </a:cubicBezTo>
                <a:lnTo>
                  <a:pt x="898385" y="48496"/>
                </a:lnTo>
                <a:lnTo>
                  <a:pt x="921003" y="48496"/>
                </a:lnTo>
                <a:lnTo>
                  <a:pt x="921003" y="55205"/>
                </a:lnTo>
                <a:lnTo>
                  <a:pt x="898385" y="55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eedback">
            <a:extLst xmlns:a="http://schemas.openxmlformats.org/drawingml/2006/main">
              <a:ext uri="{FF2B5EF4-FFF2-40B4-BE49-F238E27FC236}">
                <a16:creationId xmlns:a16="http://schemas.microsoft.com/office/drawing/2014/main" id="{ED3EFA78-6DAF-43EE-A830-49B5413B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154" y="4884086"/>
            <a:ext cx="638365" cy="138971"/>
          </a:xfrm>
          <a:custGeom xmlns:a="http://schemas.openxmlformats.org/drawingml/2006/main">
            <a:pathLst>
              <a:path w="638365" h="138971">
                <a:moveTo>
                  <a:pt x="13610" y="81657"/>
                </a:moveTo>
                <a:cubicBezTo>
                  <a:pt x="13546" y="94662"/>
                  <a:pt x="16708" y="104862"/>
                  <a:pt x="23098" y="112258"/>
                </a:cubicBezTo>
                <a:cubicBezTo>
                  <a:pt x="29487" y="119652"/>
                  <a:pt x="36995" y="123349"/>
                  <a:pt x="45621" y="123349"/>
                </a:cubicBezTo>
                <a:cubicBezTo>
                  <a:pt x="51371" y="123349"/>
                  <a:pt x="56371" y="121767"/>
                  <a:pt x="60620" y="118604"/>
                </a:cubicBezTo>
                <a:cubicBezTo>
                  <a:pt x="64869" y="115442"/>
                  <a:pt x="68431" y="110026"/>
                  <a:pt x="71306" y="102359"/>
                </a:cubicBezTo>
                <a:lnTo>
                  <a:pt x="74277" y="104276"/>
                </a:lnTo>
                <a:cubicBezTo>
                  <a:pt x="72936" y="113030"/>
                  <a:pt x="69038" y="121000"/>
                  <a:pt x="62585" y="128189"/>
                </a:cubicBezTo>
                <a:cubicBezTo>
                  <a:pt x="56131" y="135377"/>
                  <a:pt x="48049" y="138971"/>
                  <a:pt x="38337" y="138971"/>
                </a:cubicBezTo>
                <a:cubicBezTo>
                  <a:pt x="27794" y="138971"/>
                  <a:pt x="18769" y="134875"/>
                  <a:pt x="11261" y="126682"/>
                </a:cubicBezTo>
                <a:cubicBezTo>
                  <a:pt x="3754" y="118488"/>
                  <a:pt x="0" y="107472"/>
                  <a:pt x="0" y="93635"/>
                </a:cubicBezTo>
                <a:cubicBezTo>
                  <a:pt x="0" y="78651"/>
                  <a:pt x="3850" y="66968"/>
                  <a:pt x="11549" y="58583"/>
                </a:cubicBezTo>
                <a:cubicBezTo>
                  <a:pt x="19248" y="50197"/>
                  <a:pt x="28912" y="46004"/>
                  <a:pt x="40541" y="46004"/>
                </a:cubicBezTo>
                <a:cubicBezTo>
                  <a:pt x="50381" y="46004"/>
                  <a:pt x="58464" y="49239"/>
                  <a:pt x="64789" y="55708"/>
                </a:cubicBezTo>
                <a:cubicBezTo>
                  <a:pt x="71115" y="62175"/>
                  <a:pt x="74277" y="70825"/>
                  <a:pt x="74277" y="81657"/>
                </a:cubicBezTo>
                <a:lnTo>
                  <a:pt x="13610" y="81657"/>
                </a:lnTo>
                <a:moveTo>
                  <a:pt x="13610" y="76098"/>
                </a:moveTo>
                <a:lnTo>
                  <a:pt x="54247" y="76098"/>
                </a:lnTo>
                <a:cubicBezTo>
                  <a:pt x="53927" y="70476"/>
                  <a:pt x="53256" y="66514"/>
                  <a:pt x="52234" y="64214"/>
                </a:cubicBezTo>
                <a:cubicBezTo>
                  <a:pt x="50636" y="60636"/>
                  <a:pt x="48256" y="57825"/>
                  <a:pt x="45094" y="55780"/>
                </a:cubicBezTo>
                <a:cubicBezTo>
                  <a:pt x="41931" y="53735"/>
                  <a:pt x="38624" y="52713"/>
                  <a:pt x="35174" y="52713"/>
                </a:cubicBezTo>
                <a:cubicBezTo>
                  <a:pt x="29871" y="52713"/>
                  <a:pt x="25127" y="54774"/>
                  <a:pt x="20941" y="58895"/>
                </a:cubicBezTo>
                <a:cubicBezTo>
                  <a:pt x="16756" y="63016"/>
                  <a:pt x="14312" y="68751"/>
                  <a:pt x="13610" y="76098"/>
                </a:cubicBezTo>
                <a:close/>
                <a:moveTo>
                  <a:pt x="98992" y="81657"/>
                </a:moveTo>
                <a:cubicBezTo>
                  <a:pt x="98928" y="94662"/>
                  <a:pt x="102091" y="104862"/>
                  <a:pt x="108481" y="112258"/>
                </a:cubicBezTo>
                <a:cubicBezTo>
                  <a:pt x="114870" y="119652"/>
                  <a:pt x="122378" y="123349"/>
                  <a:pt x="131003" y="123349"/>
                </a:cubicBezTo>
                <a:cubicBezTo>
                  <a:pt x="136754" y="123349"/>
                  <a:pt x="141754" y="121767"/>
                  <a:pt x="146003" y="118604"/>
                </a:cubicBezTo>
                <a:cubicBezTo>
                  <a:pt x="150252" y="115442"/>
                  <a:pt x="153814" y="110026"/>
                  <a:pt x="156689" y="102359"/>
                </a:cubicBezTo>
                <a:lnTo>
                  <a:pt x="159660" y="104276"/>
                </a:lnTo>
                <a:cubicBezTo>
                  <a:pt x="158318" y="113030"/>
                  <a:pt x="154421" y="121000"/>
                  <a:pt x="147967" y="128189"/>
                </a:cubicBezTo>
                <a:cubicBezTo>
                  <a:pt x="141514" y="135377"/>
                  <a:pt x="133431" y="138971"/>
                  <a:pt x="123719" y="138971"/>
                </a:cubicBezTo>
                <a:cubicBezTo>
                  <a:pt x="113177" y="138971"/>
                  <a:pt x="104152" y="134875"/>
                  <a:pt x="96644" y="126682"/>
                </a:cubicBezTo>
                <a:cubicBezTo>
                  <a:pt x="89136" y="118488"/>
                  <a:pt x="85383" y="107472"/>
                  <a:pt x="85383" y="93635"/>
                </a:cubicBezTo>
                <a:cubicBezTo>
                  <a:pt x="85383" y="78651"/>
                  <a:pt x="89232" y="66968"/>
                  <a:pt x="96932" y="58583"/>
                </a:cubicBezTo>
                <a:cubicBezTo>
                  <a:pt x="104631" y="50197"/>
                  <a:pt x="114295" y="46004"/>
                  <a:pt x="125924" y="46004"/>
                </a:cubicBezTo>
                <a:cubicBezTo>
                  <a:pt x="135764" y="46004"/>
                  <a:pt x="143846" y="49239"/>
                  <a:pt x="150172" y="55708"/>
                </a:cubicBezTo>
                <a:cubicBezTo>
                  <a:pt x="156497" y="62175"/>
                  <a:pt x="159660" y="70825"/>
                  <a:pt x="159660" y="81657"/>
                </a:cubicBezTo>
                <a:lnTo>
                  <a:pt x="98992" y="81657"/>
                </a:lnTo>
                <a:moveTo>
                  <a:pt x="98992" y="76098"/>
                </a:moveTo>
                <a:lnTo>
                  <a:pt x="139629" y="76098"/>
                </a:lnTo>
                <a:cubicBezTo>
                  <a:pt x="139310" y="70476"/>
                  <a:pt x="138639" y="66514"/>
                  <a:pt x="137617" y="64214"/>
                </a:cubicBezTo>
                <a:cubicBezTo>
                  <a:pt x="136019" y="60636"/>
                  <a:pt x="133639" y="57825"/>
                  <a:pt x="130476" y="55780"/>
                </a:cubicBezTo>
                <a:cubicBezTo>
                  <a:pt x="127313" y="53735"/>
                  <a:pt x="124007" y="52713"/>
                  <a:pt x="120557" y="52713"/>
                </a:cubicBezTo>
                <a:cubicBezTo>
                  <a:pt x="115253" y="52713"/>
                  <a:pt x="110509" y="54774"/>
                  <a:pt x="106324" y="58895"/>
                </a:cubicBezTo>
                <a:cubicBezTo>
                  <a:pt x="102139" y="63016"/>
                  <a:pt x="99695" y="68751"/>
                  <a:pt x="98992" y="76098"/>
                </a:cubicBezTo>
                <a:close/>
                <a:moveTo>
                  <a:pt x="231626" y="126415"/>
                </a:moveTo>
                <a:cubicBezTo>
                  <a:pt x="227345" y="130888"/>
                  <a:pt x="223160" y="134099"/>
                  <a:pt x="219071" y="136048"/>
                </a:cubicBezTo>
                <a:cubicBezTo>
                  <a:pt x="214982" y="137996"/>
                  <a:pt x="210573" y="138971"/>
                  <a:pt x="205845" y="138971"/>
                </a:cubicBezTo>
                <a:cubicBezTo>
                  <a:pt x="196260" y="138971"/>
                  <a:pt x="187890" y="134970"/>
                  <a:pt x="180734" y="126970"/>
                </a:cubicBezTo>
                <a:cubicBezTo>
                  <a:pt x="173578" y="118967"/>
                  <a:pt x="170000" y="108684"/>
                  <a:pt x="170000" y="96120"/>
                </a:cubicBezTo>
                <a:cubicBezTo>
                  <a:pt x="170000" y="83559"/>
                  <a:pt x="173961" y="72066"/>
                  <a:pt x="181884" y="61641"/>
                </a:cubicBezTo>
                <a:cubicBezTo>
                  <a:pt x="189807" y="51217"/>
                  <a:pt x="199998" y="46004"/>
                  <a:pt x="212458" y="46004"/>
                </a:cubicBezTo>
                <a:cubicBezTo>
                  <a:pt x="220189" y="46004"/>
                  <a:pt x="226578" y="48464"/>
                  <a:pt x="231626" y="53384"/>
                </a:cubicBezTo>
                <a:lnTo>
                  <a:pt x="231626" y="37151"/>
                </a:lnTo>
                <a:cubicBezTo>
                  <a:pt x="231626" y="27077"/>
                  <a:pt x="231386" y="20886"/>
                  <a:pt x="230907" y="18575"/>
                </a:cubicBezTo>
                <a:cubicBezTo>
                  <a:pt x="230428" y="16265"/>
                  <a:pt x="229677" y="14694"/>
                  <a:pt x="228655" y="13861"/>
                </a:cubicBezTo>
                <a:cubicBezTo>
                  <a:pt x="227633" y="13027"/>
                  <a:pt x="226355" y="12609"/>
                  <a:pt x="224821" y="12609"/>
                </a:cubicBezTo>
                <a:cubicBezTo>
                  <a:pt x="223160" y="12609"/>
                  <a:pt x="220956" y="13122"/>
                  <a:pt x="218208" y="14149"/>
                </a:cubicBezTo>
                <a:lnTo>
                  <a:pt x="216962" y="10779"/>
                </a:lnTo>
                <a:lnTo>
                  <a:pt x="243127" y="0"/>
                </a:lnTo>
                <a:lnTo>
                  <a:pt x="247440" y="0"/>
                </a:lnTo>
                <a:lnTo>
                  <a:pt x="247440" y="101497"/>
                </a:lnTo>
                <a:cubicBezTo>
                  <a:pt x="247440" y="111784"/>
                  <a:pt x="247680" y="118061"/>
                  <a:pt x="248159" y="120329"/>
                </a:cubicBezTo>
                <a:cubicBezTo>
                  <a:pt x="248638" y="122598"/>
                  <a:pt x="249405" y="124179"/>
                  <a:pt x="250459" y="125074"/>
                </a:cubicBezTo>
                <a:cubicBezTo>
                  <a:pt x="251513" y="125968"/>
                  <a:pt x="252743" y="126415"/>
                  <a:pt x="254149" y="126415"/>
                </a:cubicBezTo>
                <a:cubicBezTo>
                  <a:pt x="255874" y="126415"/>
                  <a:pt x="258174" y="125872"/>
                  <a:pt x="261050" y="124786"/>
                </a:cubicBezTo>
                <a:lnTo>
                  <a:pt x="262104" y="128141"/>
                </a:lnTo>
                <a:lnTo>
                  <a:pt x="236035" y="138971"/>
                </a:lnTo>
                <a:lnTo>
                  <a:pt x="231626" y="138971"/>
                </a:lnTo>
                <a:lnTo>
                  <a:pt x="231626" y="126415"/>
                </a:lnTo>
                <a:moveTo>
                  <a:pt x="231626" y="119727"/>
                </a:moveTo>
                <a:lnTo>
                  <a:pt x="231626" y="74604"/>
                </a:lnTo>
                <a:cubicBezTo>
                  <a:pt x="231243" y="70269"/>
                  <a:pt x="230093" y="66318"/>
                  <a:pt x="228176" y="62749"/>
                </a:cubicBezTo>
                <a:cubicBezTo>
                  <a:pt x="226259" y="59179"/>
                  <a:pt x="223719" y="56487"/>
                  <a:pt x="220556" y="54672"/>
                </a:cubicBezTo>
                <a:cubicBezTo>
                  <a:pt x="217394" y="52855"/>
                  <a:pt x="214311" y="51946"/>
                  <a:pt x="211308" y="51946"/>
                </a:cubicBezTo>
                <a:cubicBezTo>
                  <a:pt x="205685" y="51946"/>
                  <a:pt x="200669" y="54464"/>
                  <a:pt x="196260" y="59500"/>
                </a:cubicBezTo>
                <a:cubicBezTo>
                  <a:pt x="190446" y="66127"/>
                  <a:pt x="187539" y="75814"/>
                  <a:pt x="187539" y="88561"/>
                </a:cubicBezTo>
                <a:cubicBezTo>
                  <a:pt x="187539" y="101436"/>
                  <a:pt x="190350" y="111299"/>
                  <a:pt x="195973" y="118152"/>
                </a:cubicBezTo>
                <a:cubicBezTo>
                  <a:pt x="201596" y="125003"/>
                  <a:pt x="207857" y="128428"/>
                  <a:pt x="214758" y="128428"/>
                </a:cubicBezTo>
                <a:cubicBezTo>
                  <a:pt x="220572" y="128428"/>
                  <a:pt x="226195" y="125528"/>
                  <a:pt x="231626" y="119727"/>
                </a:cubicBezTo>
                <a:close/>
                <a:moveTo>
                  <a:pt x="296095" y="63735"/>
                </a:moveTo>
                <a:cubicBezTo>
                  <a:pt x="304593" y="51914"/>
                  <a:pt x="313761" y="46004"/>
                  <a:pt x="323601" y="46004"/>
                </a:cubicBezTo>
                <a:cubicBezTo>
                  <a:pt x="332610" y="46004"/>
                  <a:pt x="340469" y="49850"/>
                  <a:pt x="347178" y="57541"/>
                </a:cubicBezTo>
                <a:cubicBezTo>
                  <a:pt x="353887" y="65232"/>
                  <a:pt x="357242" y="75748"/>
                  <a:pt x="357242" y="89088"/>
                </a:cubicBezTo>
                <a:cubicBezTo>
                  <a:pt x="357242" y="104662"/>
                  <a:pt x="352066" y="117205"/>
                  <a:pt x="341715" y="126715"/>
                </a:cubicBezTo>
                <a:cubicBezTo>
                  <a:pt x="332834" y="134885"/>
                  <a:pt x="322930" y="138971"/>
                  <a:pt x="312004" y="138971"/>
                </a:cubicBezTo>
                <a:cubicBezTo>
                  <a:pt x="306893" y="138971"/>
                  <a:pt x="301701" y="138044"/>
                  <a:pt x="296430" y="136191"/>
                </a:cubicBezTo>
                <a:cubicBezTo>
                  <a:pt x="291159" y="134338"/>
                  <a:pt x="285776" y="131559"/>
                  <a:pt x="280281" y="127853"/>
                </a:cubicBezTo>
                <a:lnTo>
                  <a:pt x="280281" y="36899"/>
                </a:lnTo>
                <a:cubicBezTo>
                  <a:pt x="280281" y="26932"/>
                  <a:pt x="280041" y="20798"/>
                  <a:pt x="279562" y="18497"/>
                </a:cubicBezTo>
                <a:cubicBezTo>
                  <a:pt x="279083" y="16197"/>
                  <a:pt x="278332" y="14632"/>
                  <a:pt x="277310" y="13801"/>
                </a:cubicBezTo>
                <a:cubicBezTo>
                  <a:pt x="276287" y="12971"/>
                  <a:pt x="275009" y="12555"/>
                  <a:pt x="273476" y="12555"/>
                </a:cubicBezTo>
                <a:cubicBezTo>
                  <a:pt x="271687" y="12555"/>
                  <a:pt x="269451" y="13066"/>
                  <a:pt x="266767" y="14089"/>
                </a:cubicBezTo>
                <a:lnTo>
                  <a:pt x="265425" y="10734"/>
                </a:lnTo>
                <a:lnTo>
                  <a:pt x="291782" y="0"/>
                </a:lnTo>
                <a:lnTo>
                  <a:pt x="296095" y="0"/>
                </a:lnTo>
                <a:lnTo>
                  <a:pt x="296095" y="63735"/>
                </a:lnTo>
                <a:moveTo>
                  <a:pt x="296095" y="69842"/>
                </a:moveTo>
                <a:lnTo>
                  <a:pt x="296095" y="122225"/>
                </a:lnTo>
                <a:cubicBezTo>
                  <a:pt x="299353" y="125410"/>
                  <a:pt x="302724" y="127815"/>
                  <a:pt x="306206" y="129440"/>
                </a:cubicBezTo>
                <a:cubicBezTo>
                  <a:pt x="309688" y="131066"/>
                  <a:pt x="313250" y="131878"/>
                  <a:pt x="316892" y="131878"/>
                </a:cubicBezTo>
                <a:cubicBezTo>
                  <a:pt x="322707" y="131878"/>
                  <a:pt x="328122" y="128693"/>
                  <a:pt x="333138" y="122321"/>
                </a:cubicBezTo>
                <a:cubicBezTo>
                  <a:pt x="338153" y="115948"/>
                  <a:pt x="340661" y="106675"/>
                  <a:pt x="340661" y="94503"/>
                </a:cubicBezTo>
                <a:cubicBezTo>
                  <a:pt x="340661" y="83288"/>
                  <a:pt x="338153" y="74669"/>
                  <a:pt x="333138" y="68647"/>
                </a:cubicBezTo>
                <a:cubicBezTo>
                  <a:pt x="328122" y="62625"/>
                  <a:pt x="322419" y="59614"/>
                  <a:pt x="316030" y="59614"/>
                </a:cubicBezTo>
                <a:cubicBezTo>
                  <a:pt x="312643" y="59614"/>
                  <a:pt x="309257" y="60474"/>
                  <a:pt x="305871" y="62195"/>
                </a:cubicBezTo>
                <a:cubicBezTo>
                  <a:pt x="303315" y="63469"/>
                  <a:pt x="300056" y="66018"/>
                  <a:pt x="296095" y="69842"/>
                </a:cubicBezTo>
                <a:close/>
                <a:moveTo>
                  <a:pt x="424181" y="123636"/>
                </a:moveTo>
                <a:cubicBezTo>
                  <a:pt x="415172" y="130601"/>
                  <a:pt x="409518" y="134626"/>
                  <a:pt x="407217" y="135712"/>
                </a:cubicBezTo>
                <a:cubicBezTo>
                  <a:pt x="403767" y="137373"/>
                  <a:pt x="400093" y="138204"/>
                  <a:pt x="396196" y="138204"/>
                </a:cubicBezTo>
                <a:cubicBezTo>
                  <a:pt x="390126" y="138204"/>
                  <a:pt x="385126" y="136127"/>
                  <a:pt x="381196" y="131974"/>
                </a:cubicBezTo>
                <a:cubicBezTo>
                  <a:pt x="377267" y="127821"/>
                  <a:pt x="375302" y="122358"/>
                  <a:pt x="375302" y="115585"/>
                </a:cubicBezTo>
                <a:cubicBezTo>
                  <a:pt x="375302" y="111304"/>
                  <a:pt x="376260" y="107598"/>
                  <a:pt x="378177" y="104468"/>
                </a:cubicBezTo>
                <a:cubicBezTo>
                  <a:pt x="380797" y="100123"/>
                  <a:pt x="385349" y="96034"/>
                  <a:pt x="391835" y="92200"/>
                </a:cubicBezTo>
                <a:cubicBezTo>
                  <a:pt x="398320" y="88366"/>
                  <a:pt x="409102" y="83702"/>
                  <a:pt x="424181" y="78207"/>
                </a:cubicBezTo>
                <a:lnTo>
                  <a:pt x="424181" y="74757"/>
                </a:lnTo>
                <a:cubicBezTo>
                  <a:pt x="424181" y="66003"/>
                  <a:pt x="422792" y="59997"/>
                  <a:pt x="420012" y="56738"/>
                </a:cubicBezTo>
                <a:cubicBezTo>
                  <a:pt x="417233" y="53480"/>
                  <a:pt x="413191" y="51850"/>
                  <a:pt x="407888" y="51850"/>
                </a:cubicBezTo>
                <a:cubicBezTo>
                  <a:pt x="403863" y="51850"/>
                  <a:pt x="400668" y="52933"/>
                  <a:pt x="398304" y="55097"/>
                </a:cubicBezTo>
                <a:cubicBezTo>
                  <a:pt x="395876" y="57262"/>
                  <a:pt x="394662" y="59744"/>
                  <a:pt x="394662" y="62546"/>
                </a:cubicBezTo>
                <a:lnTo>
                  <a:pt x="394854" y="68084"/>
                </a:lnTo>
                <a:cubicBezTo>
                  <a:pt x="394854" y="71011"/>
                  <a:pt x="394103" y="73270"/>
                  <a:pt x="392601" y="74862"/>
                </a:cubicBezTo>
                <a:cubicBezTo>
                  <a:pt x="391100" y="76453"/>
                  <a:pt x="389135" y="77249"/>
                  <a:pt x="386707" y="77249"/>
                </a:cubicBezTo>
                <a:cubicBezTo>
                  <a:pt x="384343" y="77249"/>
                  <a:pt x="382410" y="76421"/>
                  <a:pt x="380909" y="74766"/>
                </a:cubicBezTo>
                <a:cubicBezTo>
                  <a:pt x="379407" y="73108"/>
                  <a:pt x="378656" y="70846"/>
                  <a:pt x="378656" y="67979"/>
                </a:cubicBezTo>
                <a:cubicBezTo>
                  <a:pt x="378656" y="62502"/>
                  <a:pt x="381468" y="57470"/>
                  <a:pt x="387091" y="52884"/>
                </a:cubicBezTo>
                <a:cubicBezTo>
                  <a:pt x="392713" y="48297"/>
                  <a:pt x="400604" y="46004"/>
                  <a:pt x="410763" y="46004"/>
                </a:cubicBezTo>
                <a:cubicBezTo>
                  <a:pt x="418559" y="46004"/>
                  <a:pt x="424948" y="47312"/>
                  <a:pt x="429932" y="49928"/>
                </a:cubicBezTo>
                <a:cubicBezTo>
                  <a:pt x="433702" y="51906"/>
                  <a:pt x="436481" y="55002"/>
                  <a:pt x="438270" y="59215"/>
                </a:cubicBezTo>
                <a:cubicBezTo>
                  <a:pt x="439420" y="61959"/>
                  <a:pt x="439995" y="67575"/>
                  <a:pt x="439995" y="76063"/>
                </a:cubicBezTo>
                <a:lnTo>
                  <a:pt x="439995" y="105833"/>
                </a:lnTo>
                <a:cubicBezTo>
                  <a:pt x="439995" y="114194"/>
                  <a:pt x="440155" y="119315"/>
                  <a:pt x="440474" y="121198"/>
                </a:cubicBezTo>
                <a:cubicBezTo>
                  <a:pt x="440794" y="123081"/>
                  <a:pt x="441321" y="124342"/>
                  <a:pt x="442056" y="124981"/>
                </a:cubicBezTo>
                <a:cubicBezTo>
                  <a:pt x="442791" y="125618"/>
                  <a:pt x="443637" y="125936"/>
                  <a:pt x="444596" y="125936"/>
                </a:cubicBezTo>
                <a:cubicBezTo>
                  <a:pt x="445618" y="125936"/>
                  <a:pt x="446513" y="125713"/>
                  <a:pt x="447279" y="125265"/>
                </a:cubicBezTo>
                <a:cubicBezTo>
                  <a:pt x="448621" y="124435"/>
                  <a:pt x="451209" y="122103"/>
                  <a:pt x="455042" y="118269"/>
                </a:cubicBezTo>
                <a:lnTo>
                  <a:pt x="455042" y="123636"/>
                </a:lnTo>
                <a:cubicBezTo>
                  <a:pt x="447886" y="133220"/>
                  <a:pt x="441050" y="138012"/>
                  <a:pt x="434532" y="138012"/>
                </a:cubicBezTo>
                <a:cubicBezTo>
                  <a:pt x="431401" y="138012"/>
                  <a:pt x="428910" y="136926"/>
                  <a:pt x="427057" y="134754"/>
                </a:cubicBezTo>
                <a:cubicBezTo>
                  <a:pt x="425204" y="132581"/>
                  <a:pt x="424245" y="128875"/>
                  <a:pt x="424181" y="123636"/>
                </a:cubicBezTo>
                <a:moveTo>
                  <a:pt x="424181" y="117352"/>
                </a:moveTo>
                <a:lnTo>
                  <a:pt x="424181" y="84053"/>
                </a:lnTo>
                <a:cubicBezTo>
                  <a:pt x="414533" y="87869"/>
                  <a:pt x="408304" y="90573"/>
                  <a:pt x="405492" y="92164"/>
                </a:cubicBezTo>
                <a:cubicBezTo>
                  <a:pt x="400445" y="94963"/>
                  <a:pt x="396834" y="97890"/>
                  <a:pt x="394662" y="100942"/>
                </a:cubicBezTo>
                <a:cubicBezTo>
                  <a:pt x="392490" y="103995"/>
                  <a:pt x="391403" y="107335"/>
                  <a:pt x="391403" y="110961"/>
                </a:cubicBezTo>
                <a:cubicBezTo>
                  <a:pt x="391403" y="115541"/>
                  <a:pt x="392777" y="119342"/>
                  <a:pt x="395525" y="122363"/>
                </a:cubicBezTo>
                <a:cubicBezTo>
                  <a:pt x="398272" y="125384"/>
                  <a:pt x="401435" y="126895"/>
                  <a:pt x="405013" y="126895"/>
                </a:cubicBezTo>
                <a:cubicBezTo>
                  <a:pt x="409869" y="126895"/>
                  <a:pt x="416258" y="123714"/>
                  <a:pt x="424181" y="117352"/>
                </a:cubicBezTo>
                <a:close/>
                <a:moveTo>
                  <a:pt x="534388" y="102934"/>
                </a:moveTo>
                <a:cubicBezTo>
                  <a:pt x="532024" y="114499"/>
                  <a:pt x="527392" y="123396"/>
                  <a:pt x="520491" y="129626"/>
                </a:cubicBezTo>
                <a:cubicBezTo>
                  <a:pt x="513591" y="135856"/>
                  <a:pt x="505955" y="138971"/>
                  <a:pt x="497585" y="138971"/>
                </a:cubicBezTo>
                <a:cubicBezTo>
                  <a:pt x="487617" y="138971"/>
                  <a:pt x="478928" y="134791"/>
                  <a:pt x="471516" y="126430"/>
                </a:cubicBezTo>
                <a:cubicBezTo>
                  <a:pt x="464104" y="118068"/>
                  <a:pt x="460398" y="106770"/>
                  <a:pt x="460398" y="92535"/>
                </a:cubicBezTo>
                <a:cubicBezTo>
                  <a:pt x="460398" y="78748"/>
                  <a:pt x="464504" y="67547"/>
                  <a:pt x="472714" y="58931"/>
                </a:cubicBezTo>
                <a:cubicBezTo>
                  <a:pt x="480924" y="50313"/>
                  <a:pt x="490780" y="46004"/>
                  <a:pt x="502281" y="46004"/>
                </a:cubicBezTo>
                <a:cubicBezTo>
                  <a:pt x="510907" y="46004"/>
                  <a:pt x="517999" y="48281"/>
                  <a:pt x="523558" y="52836"/>
                </a:cubicBezTo>
                <a:cubicBezTo>
                  <a:pt x="529117" y="57388"/>
                  <a:pt x="531896" y="62117"/>
                  <a:pt x="531896" y="67020"/>
                </a:cubicBezTo>
                <a:cubicBezTo>
                  <a:pt x="531896" y="69440"/>
                  <a:pt x="531114" y="71399"/>
                  <a:pt x="529548" y="72897"/>
                </a:cubicBezTo>
                <a:cubicBezTo>
                  <a:pt x="527983" y="74392"/>
                  <a:pt x="525794" y="75140"/>
                  <a:pt x="522983" y="75140"/>
                </a:cubicBezTo>
                <a:cubicBezTo>
                  <a:pt x="519213" y="75140"/>
                  <a:pt x="516370" y="73926"/>
                  <a:pt x="514453" y="71498"/>
                </a:cubicBezTo>
                <a:cubicBezTo>
                  <a:pt x="513367" y="70156"/>
                  <a:pt x="512648" y="67600"/>
                  <a:pt x="512297" y="63831"/>
                </a:cubicBezTo>
                <a:cubicBezTo>
                  <a:pt x="511945" y="60061"/>
                  <a:pt x="510651" y="57186"/>
                  <a:pt x="508415" y="55205"/>
                </a:cubicBezTo>
                <a:cubicBezTo>
                  <a:pt x="506179" y="53288"/>
                  <a:pt x="503080" y="52330"/>
                  <a:pt x="499118" y="52330"/>
                </a:cubicBezTo>
                <a:cubicBezTo>
                  <a:pt x="492729" y="52330"/>
                  <a:pt x="487585" y="54694"/>
                  <a:pt x="483688" y="59422"/>
                </a:cubicBezTo>
                <a:cubicBezTo>
                  <a:pt x="478512" y="65684"/>
                  <a:pt x="475925" y="73958"/>
                  <a:pt x="475925" y="84245"/>
                </a:cubicBezTo>
                <a:cubicBezTo>
                  <a:pt x="475925" y="94724"/>
                  <a:pt x="478496" y="103972"/>
                  <a:pt x="483640" y="111991"/>
                </a:cubicBezTo>
                <a:cubicBezTo>
                  <a:pt x="488783" y="120010"/>
                  <a:pt x="495732" y="124019"/>
                  <a:pt x="504486" y="124019"/>
                </a:cubicBezTo>
                <a:cubicBezTo>
                  <a:pt x="510747" y="124019"/>
                  <a:pt x="516370" y="121879"/>
                  <a:pt x="521354" y="117598"/>
                </a:cubicBezTo>
                <a:cubicBezTo>
                  <a:pt x="524868" y="114659"/>
                  <a:pt x="528286" y="109324"/>
                  <a:pt x="531609" y="101592"/>
                </a:cubicBezTo>
                <a:lnTo>
                  <a:pt x="534388" y="102934"/>
                </a:lnTo>
                <a:close/>
                <a:moveTo>
                  <a:pt x="571180" y="0"/>
                </a:moveTo>
                <a:lnTo>
                  <a:pt x="571180" y="87312"/>
                </a:lnTo>
                <a:lnTo>
                  <a:pt x="593511" y="66993"/>
                </a:lnTo>
                <a:cubicBezTo>
                  <a:pt x="598239" y="62649"/>
                  <a:pt x="600986" y="59901"/>
                  <a:pt x="601753" y="58751"/>
                </a:cubicBezTo>
                <a:cubicBezTo>
                  <a:pt x="602264" y="57984"/>
                  <a:pt x="602520" y="57218"/>
                  <a:pt x="602520" y="56451"/>
                </a:cubicBezTo>
                <a:cubicBezTo>
                  <a:pt x="602520" y="55173"/>
                  <a:pt x="601993" y="54071"/>
                  <a:pt x="600939" y="53144"/>
                </a:cubicBezTo>
                <a:cubicBezTo>
                  <a:pt x="599884" y="52218"/>
                  <a:pt x="598143" y="51691"/>
                  <a:pt x="595715" y="51563"/>
                </a:cubicBezTo>
                <a:lnTo>
                  <a:pt x="595715" y="48496"/>
                </a:lnTo>
                <a:lnTo>
                  <a:pt x="633860" y="48496"/>
                </a:lnTo>
                <a:lnTo>
                  <a:pt x="633860" y="51563"/>
                </a:lnTo>
                <a:cubicBezTo>
                  <a:pt x="628621" y="51691"/>
                  <a:pt x="624260" y="52489"/>
                  <a:pt x="620778" y="53959"/>
                </a:cubicBezTo>
                <a:cubicBezTo>
                  <a:pt x="617296" y="55429"/>
                  <a:pt x="613478" y="58048"/>
                  <a:pt x="609325" y="61818"/>
                </a:cubicBezTo>
                <a:lnTo>
                  <a:pt x="586802" y="82616"/>
                </a:lnTo>
                <a:lnTo>
                  <a:pt x="609325" y="111027"/>
                </a:lnTo>
                <a:cubicBezTo>
                  <a:pt x="615586" y="118870"/>
                  <a:pt x="619803" y="123844"/>
                  <a:pt x="621976" y="125948"/>
                </a:cubicBezTo>
                <a:cubicBezTo>
                  <a:pt x="625043" y="128945"/>
                  <a:pt x="627726" y="130891"/>
                  <a:pt x="630027" y="131786"/>
                </a:cubicBezTo>
                <a:cubicBezTo>
                  <a:pt x="631624" y="132423"/>
                  <a:pt x="634403" y="132741"/>
                  <a:pt x="638365" y="132741"/>
                </a:cubicBezTo>
                <a:lnTo>
                  <a:pt x="638365" y="136287"/>
                </a:lnTo>
                <a:lnTo>
                  <a:pt x="595715" y="136287"/>
                </a:lnTo>
                <a:lnTo>
                  <a:pt x="595715" y="132741"/>
                </a:lnTo>
                <a:cubicBezTo>
                  <a:pt x="598143" y="132677"/>
                  <a:pt x="599788" y="132311"/>
                  <a:pt x="600651" y="131642"/>
                </a:cubicBezTo>
                <a:cubicBezTo>
                  <a:pt x="601514" y="130971"/>
                  <a:pt x="601945" y="130030"/>
                  <a:pt x="601945" y="128820"/>
                </a:cubicBezTo>
                <a:cubicBezTo>
                  <a:pt x="601945" y="127353"/>
                  <a:pt x="600667" y="124994"/>
                  <a:pt x="598111" y="121743"/>
                </a:cubicBezTo>
                <a:lnTo>
                  <a:pt x="571180" y="87408"/>
                </a:lnTo>
                <a:lnTo>
                  <a:pt x="571180" y="116481"/>
                </a:lnTo>
                <a:cubicBezTo>
                  <a:pt x="571180" y="122155"/>
                  <a:pt x="571579" y="125886"/>
                  <a:pt x="572378" y="127673"/>
                </a:cubicBezTo>
                <a:cubicBezTo>
                  <a:pt x="573176" y="129458"/>
                  <a:pt x="574310" y="130733"/>
                  <a:pt x="575780" y="131498"/>
                </a:cubicBezTo>
                <a:cubicBezTo>
                  <a:pt x="577250" y="132263"/>
                  <a:pt x="580444" y="132677"/>
                  <a:pt x="585364" y="132741"/>
                </a:cubicBezTo>
                <a:lnTo>
                  <a:pt x="585364" y="136287"/>
                </a:lnTo>
                <a:lnTo>
                  <a:pt x="540702" y="136287"/>
                </a:lnTo>
                <a:lnTo>
                  <a:pt x="540702" y="132741"/>
                </a:lnTo>
                <a:cubicBezTo>
                  <a:pt x="545175" y="132741"/>
                  <a:pt x="548529" y="132198"/>
                  <a:pt x="550765" y="131112"/>
                </a:cubicBezTo>
                <a:cubicBezTo>
                  <a:pt x="552107" y="130411"/>
                  <a:pt x="553129" y="129326"/>
                  <a:pt x="553832" y="127856"/>
                </a:cubicBezTo>
                <a:cubicBezTo>
                  <a:pt x="554791" y="125750"/>
                  <a:pt x="555270" y="122111"/>
                  <a:pt x="555270" y="116939"/>
                </a:cubicBezTo>
                <a:lnTo>
                  <a:pt x="555270" y="37064"/>
                </a:lnTo>
                <a:cubicBezTo>
                  <a:pt x="555270" y="26913"/>
                  <a:pt x="555046" y="20704"/>
                  <a:pt x="554599" y="18438"/>
                </a:cubicBezTo>
                <a:cubicBezTo>
                  <a:pt x="554152" y="16169"/>
                  <a:pt x="553417" y="14605"/>
                  <a:pt x="552395" y="13744"/>
                </a:cubicBezTo>
                <a:cubicBezTo>
                  <a:pt x="551372" y="12882"/>
                  <a:pt x="550031" y="12450"/>
                  <a:pt x="548369" y="12450"/>
                </a:cubicBezTo>
                <a:cubicBezTo>
                  <a:pt x="547027" y="12450"/>
                  <a:pt x="545015" y="12994"/>
                  <a:pt x="542331" y="14080"/>
                </a:cubicBezTo>
                <a:lnTo>
                  <a:pt x="540702" y="10725"/>
                </a:lnTo>
                <a:lnTo>
                  <a:pt x="566771" y="0"/>
                </a:lnTo>
                <a:lnTo>
                  <a:pt x="5711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0ED6E-D574-4D9C-8B84-E2534EC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122" y="5307571"/>
            <a:ext cx="496869" cy="620543"/>
          </a:xfrm>
          <a:custGeom xmlns:a="http://schemas.openxmlformats.org/drawingml/2006/main">
            <a:pathLst>
              <a:path w="496869" h="620543">
                <a:moveTo>
                  <a:pt x="495329" y="183910"/>
                </a:moveTo>
                <a:lnTo>
                  <a:pt x="496501" y="198215"/>
                </a:lnTo>
                <a:lnTo>
                  <a:pt x="496869" y="211975"/>
                </a:lnTo>
                <a:lnTo>
                  <a:pt x="496869" y="214494"/>
                </a:lnTo>
                <a:lnTo>
                  <a:pt x="496820" y="218327"/>
                </a:lnTo>
                <a:lnTo>
                  <a:pt x="496611" y="223836"/>
                </a:lnTo>
                <a:lnTo>
                  <a:pt x="496264" y="229307"/>
                </a:lnTo>
                <a:lnTo>
                  <a:pt x="495782" y="234740"/>
                </a:lnTo>
                <a:lnTo>
                  <a:pt x="495165" y="240132"/>
                </a:lnTo>
                <a:lnTo>
                  <a:pt x="494416" y="245482"/>
                </a:lnTo>
                <a:lnTo>
                  <a:pt x="493537" y="250788"/>
                </a:lnTo>
                <a:lnTo>
                  <a:pt x="492529" y="256048"/>
                </a:lnTo>
                <a:lnTo>
                  <a:pt x="491394" y="261261"/>
                </a:lnTo>
                <a:lnTo>
                  <a:pt x="490133" y="266425"/>
                </a:lnTo>
                <a:lnTo>
                  <a:pt x="488749" y="271539"/>
                </a:lnTo>
                <a:lnTo>
                  <a:pt x="487243" y="276600"/>
                </a:lnTo>
                <a:lnTo>
                  <a:pt x="485617" y="281607"/>
                </a:lnTo>
                <a:lnTo>
                  <a:pt x="483872" y="286559"/>
                </a:lnTo>
                <a:lnTo>
                  <a:pt x="482011" y="291453"/>
                </a:lnTo>
                <a:lnTo>
                  <a:pt x="480034" y="296288"/>
                </a:lnTo>
                <a:lnTo>
                  <a:pt x="477945" y="301062"/>
                </a:lnTo>
                <a:lnTo>
                  <a:pt x="475743" y="305774"/>
                </a:lnTo>
                <a:lnTo>
                  <a:pt x="473432" y="310422"/>
                </a:lnTo>
                <a:lnTo>
                  <a:pt x="471013" y="315004"/>
                </a:lnTo>
                <a:lnTo>
                  <a:pt x="468488" y="319519"/>
                </a:lnTo>
                <a:lnTo>
                  <a:pt x="465858" y="323964"/>
                </a:lnTo>
                <a:lnTo>
                  <a:pt x="463125" y="328338"/>
                </a:lnTo>
                <a:lnTo>
                  <a:pt x="460291" y="332640"/>
                </a:lnTo>
                <a:lnTo>
                  <a:pt x="456164" y="338920"/>
                </a:lnTo>
                <a:lnTo>
                  <a:pt x="452208" y="345295"/>
                </a:lnTo>
                <a:lnTo>
                  <a:pt x="448424" y="351761"/>
                </a:lnTo>
                <a:lnTo>
                  <a:pt x="444812" y="358317"/>
                </a:lnTo>
                <a:lnTo>
                  <a:pt x="441373" y="364956"/>
                </a:lnTo>
                <a:lnTo>
                  <a:pt x="438106" y="371677"/>
                </a:lnTo>
                <a:lnTo>
                  <a:pt x="435013" y="378475"/>
                </a:lnTo>
                <a:lnTo>
                  <a:pt x="432094" y="385346"/>
                </a:lnTo>
                <a:lnTo>
                  <a:pt x="429349" y="392288"/>
                </a:lnTo>
                <a:lnTo>
                  <a:pt x="426778" y="399295"/>
                </a:lnTo>
                <a:lnTo>
                  <a:pt x="424382" y="406366"/>
                </a:lnTo>
                <a:lnTo>
                  <a:pt x="422161" y="413494"/>
                </a:lnTo>
                <a:lnTo>
                  <a:pt x="420115" y="420679"/>
                </a:lnTo>
                <a:lnTo>
                  <a:pt x="418246" y="427914"/>
                </a:lnTo>
                <a:lnTo>
                  <a:pt x="416553" y="435197"/>
                </a:lnTo>
                <a:lnTo>
                  <a:pt x="415036" y="442525"/>
                </a:lnTo>
                <a:lnTo>
                  <a:pt x="413696" y="449893"/>
                </a:lnTo>
                <a:lnTo>
                  <a:pt x="412534" y="457297"/>
                </a:lnTo>
                <a:lnTo>
                  <a:pt x="411550" y="464735"/>
                </a:lnTo>
                <a:lnTo>
                  <a:pt x="410744" y="472202"/>
                </a:lnTo>
                <a:lnTo>
                  <a:pt x="410116" y="479695"/>
                </a:lnTo>
                <a:lnTo>
                  <a:pt x="409667" y="487209"/>
                </a:lnTo>
                <a:lnTo>
                  <a:pt x="409398" y="494742"/>
                </a:lnTo>
                <a:lnTo>
                  <a:pt x="409308" y="502290"/>
                </a:lnTo>
                <a:lnTo>
                  <a:pt x="409308" y="578153"/>
                </a:lnTo>
                <a:lnTo>
                  <a:pt x="409452" y="579401"/>
                </a:lnTo>
                <a:lnTo>
                  <a:pt x="409452" y="606567"/>
                </a:lnTo>
                <a:lnTo>
                  <a:pt x="409415" y="607527"/>
                </a:lnTo>
                <a:lnTo>
                  <a:pt x="409306" y="608469"/>
                </a:lnTo>
                <a:lnTo>
                  <a:pt x="409126" y="609392"/>
                </a:lnTo>
                <a:lnTo>
                  <a:pt x="408879" y="610293"/>
                </a:lnTo>
                <a:lnTo>
                  <a:pt x="408566" y="611170"/>
                </a:lnTo>
                <a:lnTo>
                  <a:pt x="408190" y="612022"/>
                </a:lnTo>
                <a:lnTo>
                  <a:pt x="407754" y="612845"/>
                </a:lnTo>
                <a:lnTo>
                  <a:pt x="407259" y="613639"/>
                </a:lnTo>
                <a:lnTo>
                  <a:pt x="406709" y="614400"/>
                </a:lnTo>
                <a:lnTo>
                  <a:pt x="406105" y="615128"/>
                </a:lnTo>
                <a:lnTo>
                  <a:pt x="405450" y="615819"/>
                </a:lnTo>
                <a:lnTo>
                  <a:pt x="404746" y="616472"/>
                </a:lnTo>
                <a:lnTo>
                  <a:pt x="403997" y="617084"/>
                </a:lnTo>
                <a:lnTo>
                  <a:pt x="403203" y="617655"/>
                </a:lnTo>
                <a:lnTo>
                  <a:pt x="402368" y="618180"/>
                </a:lnTo>
                <a:lnTo>
                  <a:pt x="401494" y="618659"/>
                </a:lnTo>
                <a:lnTo>
                  <a:pt x="400583" y="619090"/>
                </a:lnTo>
                <a:lnTo>
                  <a:pt x="399637" y="619470"/>
                </a:lnTo>
                <a:lnTo>
                  <a:pt x="398660" y="619797"/>
                </a:lnTo>
                <a:lnTo>
                  <a:pt x="397654" y="620069"/>
                </a:lnTo>
                <a:lnTo>
                  <a:pt x="396620" y="620285"/>
                </a:lnTo>
                <a:lnTo>
                  <a:pt x="395561" y="620441"/>
                </a:lnTo>
                <a:lnTo>
                  <a:pt x="394480" y="620536"/>
                </a:lnTo>
                <a:lnTo>
                  <a:pt x="394273" y="620543"/>
                </a:lnTo>
                <a:lnTo>
                  <a:pt x="197735" y="620543"/>
                </a:lnTo>
                <a:lnTo>
                  <a:pt x="197527" y="620536"/>
                </a:lnTo>
                <a:lnTo>
                  <a:pt x="196446" y="620441"/>
                </a:lnTo>
                <a:lnTo>
                  <a:pt x="195387" y="620285"/>
                </a:lnTo>
                <a:lnTo>
                  <a:pt x="194352" y="620069"/>
                </a:lnTo>
                <a:lnTo>
                  <a:pt x="193345" y="619797"/>
                </a:lnTo>
                <a:lnTo>
                  <a:pt x="192366" y="619470"/>
                </a:lnTo>
                <a:lnTo>
                  <a:pt x="191420" y="619090"/>
                </a:lnTo>
                <a:lnTo>
                  <a:pt x="190508" y="618659"/>
                </a:lnTo>
                <a:lnTo>
                  <a:pt x="189632" y="618180"/>
                </a:lnTo>
                <a:lnTo>
                  <a:pt x="188796" y="617655"/>
                </a:lnTo>
                <a:lnTo>
                  <a:pt x="188000" y="617084"/>
                </a:lnTo>
                <a:lnTo>
                  <a:pt x="187249" y="616472"/>
                </a:lnTo>
                <a:lnTo>
                  <a:pt x="186544" y="615819"/>
                </a:lnTo>
                <a:lnTo>
                  <a:pt x="185888" y="615128"/>
                </a:lnTo>
                <a:lnTo>
                  <a:pt x="185282" y="614400"/>
                </a:lnTo>
                <a:lnTo>
                  <a:pt x="184731" y="613639"/>
                </a:lnTo>
                <a:lnTo>
                  <a:pt x="184235" y="612845"/>
                </a:lnTo>
                <a:lnTo>
                  <a:pt x="183797" y="612022"/>
                </a:lnTo>
                <a:lnTo>
                  <a:pt x="183420" y="611170"/>
                </a:lnTo>
                <a:lnTo>
                  <a:pt x="183107" y="610293"/>
                </a:lnTo>
                <a:lnTo>
                  <a:pt x="182858" y="609392"/>
                </a:lnTo>
                <a:lnTo>
                  <a:pt x="182678" y="608469"/>
                </a:lnTo>
                <a:lnTo>
                  <a:pt x="182568" y="607527"/>
                </a:lnTo>
                <a:lnTo>
                  <a:pt x="182531" y="606567"/>
                </a:lnTo>
                <a:lnTo>
                  <a:pt x="182531" y="517748"/>
                </a:lnTo>
                <a:lnTo>
                  <a:pt x="111142" y="517748"/>
                </a:lnTo>
                <a:lnTo>
                  <a:pt x="106086" y="517668"/>
                </a:lnTo>
                <a:lnTo>
                  <a:pt x="101335" y="517433"/>
                </a:lnTo>
                <a:lnTo>
                  <a:pt x="96883" y="517034"/>
                </a:lnTo>
                <a:lnTo>
                  <a:pt x="92722" y="516463"/>
                </a:lnTo>
                <a:lnTo>
                  <a:pt x="88845" y="515711"/>
                </a:lnTo>
                <a:lnTo>
                  <a:pt x="85245" y="514769"/>
                </a:lnTo>
                <a:lnTo>
                  <a:pt x="81915" y="513628"/>
                </a:lnTo>
                <a:lnTo>
                  <a:pt x="78848" y="512279"/>
                </a:lnTo>
                <a:lnTo>
                  <a:pt x="76035" y="510714"/>
                </a:lnTo>
                <a:lnTo>
                  <a:pt x="73471" y="508924"/>
                </a:lnTo>
                <a:lnTo>
                  <a:pt x="71149" y="506899"/>
                </a:lnTo>
                <a:lnTo>
                  <a:pt x="69060" y="504633"/>
                </a:lnTo>
                <a:lnTo>
                  <a:pt x="67197" y="502115"/>
                </a:lnTo>
                <a:lnTo>
                  <a:pt x="65554" y="499336"/>
                </a:lnTo>
                <a:lnTo>
                  <a:pt x="64124" y="496289"/>
                </a:lnTo>
                <a:lnTo>
                  <a:pt x="62899" y="492964"/>
                </a:lnTo>
                <a:lnTo>
                  <a:pt x="61871" y="489352"/>
                </a:lnTo>
                <a:lnTo>
                  <a:pt x="61035" y="485445"/>
                </a:lnTo>
                <a:lnTo>
                  <a:pt x="60382" y="481234"/>
                </a:lnTo>
                <a:lnTo>
                  <a:pt x="59906" y="476710"/>
                </a:lnTo>
                <a:lnTo>
                  <a:pt x="59599" y="471865"/>
                </a:lnTo>
                <a:lnTo>
                  <a:pt x="59454" y="466689"/>
                </a:lnTo>
                <a:lnTo>
                  <a:pt x="59464" y="461174"/>
                </a:lnTo>
                <a:lnTo>
                  <a:pt x="59622" y="455311"/>
                </a:lnTo>
                <a:lnTo>
                  <a:pt x="59781" y="450824"/>
                </a:lnTo>
                <a:lnTo>
                  <a:pt x="59913" y="446655"/>
                </a:lnTo>
                <a:lnTo>
                  <a:pt x="60018" y="442775"/>
                </a:lnTo>
                <a:lnTo>
                  <a:pt x="60097" y="439157"/>
                </a:lnTo>
                <a:lnTo>
                  <a:pt x="60152" y="435772"/>
                </a:lnTo>
                <a:lnTo>
                  <a:pt x="60182" y="432592"/>
                </a:lnTo>
                <a:lnTo>
                  <a:pt x="60190" y="429588"/>
                </a:lnTo>
                <a:lnTo>
                  <a:pt x="60176" y="426733"/>
                </a:lnTo>
                <a:lnTo>
                  <a:pt x="60141" y="423998"/>
                </a:lnTo>
                <a:lnTo>
                  <a:pt x="60087" y="421354"/>
                </a:lnTo>
                <a:lnTo>
                  <a:pt x="60014" y="418773"/>
                </a:lnTo>
                <a:lnTo>
                  <a:pt x="59923" y="416228"/>
                </a:lnTo>
                <a:lnTo>
                  <a:pt x="59816" y="413689"/>
                </a:lnTo>
                <a:lnTo>
                  <a:pt x="59694" y="411129"/>
                </a:lnTo>
                <a:lnTo>
                  <a:pt x="59557" y="408518"/>
                </a:lnTo>
                <a:lnTo>
                  <a:pt x="59407" y="405830"/>
                </a:lnTo>
                <a:lnTo>
                  <a:pt x="59245" y="403035"/>
                </a:lnTo>
                <a:lnTo>
                  <a:pt x="59072" y="400105"/>
                </a:lnTo>
                <a:lnTo>
                  <a:pt x="58888" y="397012"/>
                </a:lnTo>
                <a:lnTo>
                  <a:pt x="58695" y="393727"/>
                </a:lnTo>
                <a:lnTo>
                  <a:pt x="58494" y="390223"/>
                </a:lnTo>
                <a:lnTo>
                  <a:pt x="58287" y="386470"/>
                </a:lnTo>
                <a:lnTo>
                  <a:pt x="58073" y="382442"/>
                </a:lnTo>
                <a:lnTo>
                  <a:pt x="57854" y="378108"/>
                </a:lnTo>
                <a:lnTo>
                  <a:pt x="21821" y="377441"/>
                </a:lnTo>
                <a:lnTo>
                  <a:pt x="19547" y="377286"/>
                </a:lnTo>
                <a:lnTo>
                  <a:pt x="17388" y="376964"/>
                </a:lnTo>
                <a:lnTo>
                  <a:pt x="15345" y="376483"/>
                </a:lnTo>
                <a:lnTo>
                  <a:pt x="13420" y="375853"/>
                </a:lnTo>
                <a:lnTo>
                  <a:pt x="11616" y="375082"/>
                </a:lnTo>
                <a:lnTo>
                  <a:pt x="9933" y="374179"/>
                </a:lnTo>
                <a:lnTo>
                  <a:pt x="8375" y="373153"/>
                </a:lnTo>
                <a:lnTo>
                  <a:pt x="6943" y="372012"/>
                </a:lnTo>
                <a:lnTo>
                  <a:pt x="5640" y="370765"/>
                </a:lnTo>
                <a:lnTo>
                  <a:pt x="4466" y="369420"/>
                </a:lnTo>
                <a:lnTo>
                  <a:pt x="3425" y="367988"/>
                </a:lnTo>
                <a:lnTo>
                  <a:pt x="2517" y="366475"/>
                </a:lnTo>
                <a:lnTo>
                  <a:pt x="1746" y="364892"/>
                </a:lnTo>
                <a:lnTo>
                  <a:pt x="1112" y="363246"/>
                </a:lnTo>
                <a:lnTo>
                  <a:pt x="619" y="361546"/>
                </a:lnTo>
                <a:lnTo>
                  <a:pt x="267" y="359802"/>
                </a:lnTo>
                <a:lnTo>
                  <a:pt x="59" y="358021"/>
                </a:lnTo>
                <a:lnTo>
                  <a:pt x="0" y="356297"/>
                </a:lnTo>
                <a:lnTo>
                  <a:pt x="0" y="356152"/>
                </a:lnTo>
                <a:lnTo>
                  <a:pt x="83" y="354387"/>
                </a:lnTo>
                <a:lnTo>
                  <a:pt x="319" y="352550"/>
                </a:lnTo>
                <a:lnTo>
                  <a:pt x="706" y="350712"/>
                </a:lnTo>
                <a:lnTo>
                  <a:pt x="1247" y="348882"/>
                </a:lnTo>
                <a:lnTo>
                  <a:pt x="1943" y="347067"/>
                </a:lnTo>
                <a:lnTo>
                  <a:pt x="2798" y="345278"/>
                </a:lnTo>
                <a:lnTo>
                  <a:pt x="6226" y="338745"/>
                </a:lnTo>
                <a:lnTo>
                  <a:pt x="9488" y="332526"/>
                </a:lnTo>
                <a:lnTo>
                  <a:pt x="12591" y="326611"/>
                </a:lnTo>
                <a:lnTo>
                  <a:pt x="15538" y="320993"/>
                </a:lnTo>
                <a:lnTo>
                  <a:pt x="18334" y="315660"/>
                </a:lnTo>
                <a:lnTo>
                  <a:pt x="20985" y="310604"/>
                </a:lnTo>
                <a:lnTo>
                  <a:pt x="23495" y="305816"/>
                </a:lnTo>
                <a:lnTo>
                  <a:pt x="25870" y="301286"/>
                </a:lnTo>
                <a:lnTo>
                  <a:pt x="28113" y="297004"/>
                </a:lnTo>
                <a:lnTo>
                  <a:pt x="30231" y="292962"/>
                </a:lnTo>
                <a:lnTo>
                  <a:pt x="32228" y="289150"/>
                </a:lnTo>
                <a:lnTo>
                  <a:pt x="34109" y="285558"/>
                </a:lnTo>
                <a:lnTo>
                  <a:pt x="35878" y="282178"/>
                </a:lnTo>
                <a:lnTo>
                  <a:pt x="37542" y="279000"/>
                </a:lnTo>
                <a:lnTo>
                  <a:pt x="39104" y="276015"/>
                </a:lnTo>
                <a:lnTo>
                  <a:pt x="40570" y="273212"/>
                </a:lnTo>
                <a:lnTo>
                  <a:pt x="41944" y="270584"/>
                </a:lnTo>
                <a:lnTo>
                  <a:pt x="43232" y="268120"/>
                </a:lnTo>
                <a:lnTo>
                  <a:pt x="44439" y="265812"/>
                </a:lnTo>
                <a:lnTo>
                  <a:pt x="45568" y="263649"/>
                </a:lnTo>
                <a:lnTo>
                  <a:pt x="46626" y="261623"/>
                </a:lnTo>
                <a:lnTo>
                  <a:pt x="47617" y="259724"/>
                </a:lnTo>
                <a:lnTo>
                  <a:pt x="48547" y="257942"/>
                </a:lnTo>
                <a:lnTo>
                  <a:pt x="49419" y="256269"/>
                </a:lnTo>
                <a:lnTo>
                  <a:pt x="50184" y="254753"/>
                </a:lnTo>
                <a:lnTo>
                  <a:pt x="50914" y="253222"/>
                </a:lnTo>
                <a:lnTo>
                  <a:pt x="51606" y="251676"/>
                </a:lnTo>
                <a:lnTo>
                  <a:pt x="52262" y="250115"/>
                </a:lnTo>
                <a:lnTo>
                  <a:pt x="52881" y="248542"/>
                </a:lnTo>
                <a:lnTo>
                  <a:pt x="53462" y="246955"/>
                </a:lnTo>
                <a:lnTo>
                  <a:pt x="54006" y="245356"/>
                </a:lnTo>
                <a:lnTo>
                  <a:pt x="54512" y="243746"/>
                </a:lnTo>
                <a:lnTo>
                  <a:pt x="54980" y="242126"/>
                </a:lnTo>
                <a:lnTo>
                  <a:pt x="55410" y="240495"/>
                </a:lnTo>
                <a:lnTo>
                  <a:pt x="55801" y="238855"/>
                </a:lnTo>
                <a:lnTo>
                  <a:pt x="56154" y="237206"/>
                </a:lnTo>
                <a:lnTo>
                  <a:pt x="56467" y="235550"/>
                </a:lnTo>
                <a:lnTo>
                  <a:pt x="56741" y="233886"/>
                </a:lnTo>
                <a:lnTo>
                  <a:pt x="56976" y="232216"/>
                </a:lnTo>
                <a:lnTo>
                  <a:pt x="57171" y="230541"/>
                </a:lnTo>
                <a:lnTo>
                  <a:pt x="57326" y="228860"/>
                </a:lnTo>
                <a:lnTo>
                  <a:pt x="57440" y="227175"/>
                </a:lnTo>
                <a:lnTo>
                  <a:pt x="57514" y="225486"/>
                </a:lnTo>
                <a:lnTo>
                  <a:pt x="57548" y="223794"/>
                </a:lnTo>
                <a:lnTo>
                  <a:pt x="57540" y="222100"/>
                </a:lnTo>
                <a:lnTo>
                  <a:pt x="57491" y="220404"/>
                </a:lnTo>
                <a:lnTo>
                  <a:pt x="57401" y="218707"/>
                </a:lnTo>
                <a:lnTo>
                  <a:pt x="57268" y="217010"/>
                </a:lnTo>
                <a:lnTo>
                  <a:pt x="57216" y="216434"/>
                </a:lnTo>
                <a:lnTo>
                  <a:pt x="57167" y="215858"/>
                </a:lnTo>
                <a:lnTo>
                  <a:pt x="57120" y="215280"/>
                </a:lnTo>
                <a:lnTo>
                  <a:pt x="57076" y="214703"/>
                </a:lnTo>
                <a:lnTo>
                  <a:pt x="57034" y="214124"/>
                </a:lnTo>
                <a:lnTo>
                  <a:pt x="56994" y="213545"/>
                </a:lnTo>
                <a:lnTo>
                  <a:pt x="56957" y="212966"/>
                </a:lnTo>
                <a:lnTo>
                  <a:pt x="56922" y="212386"/>
                </a:lnTo>
                <a:lnTo>
                  <a:pt x="56889" y="211806"/>
                </a:lnTo>
                <a:lnTo>
                  <a:pt x="56859" y="211224"/>
                </a:lnTo>
                <a:lnTo>
                  <a:pt x="56830" y="210643"/>
                </a:lnTo>
                <a:lnTo>
                  <a:pt x="56803" y="210061"/>
                </a:lnTo>
                <a:lnTo>
                  <a:pt x="56778" y="209478"/>
                </a:lnTo>
                <a:lnTo>
                  <a:pt x="56755" y="208895"/>
                </a:lnTo>
                <a:lnTo>
                  <a:pt x="56734" y="208311"/>
                </a:lnTo>
                <a:lnTo>
                  <a:pt x="56714" y="207726"/>
                </a:lnTo>
                <a:lnTo>
                  <a:pt x="56696" y="207142"/>
                </a:lnTo>
                <a:lnTo>
                  <a:pt x="56679" y="206556"/>
                </a:lnTo>
                <a:lnTo>
                  <a:pt x="56663" y="205970"/>
                </a:lnTo>
                <a:lnTo>
                  <a:pt x="56649" y="205384"/>
                </a:lnTo>
                <a:lnTo>
                  <a:pt x="56637" y="204797"/>
                </a:lnTo>
                <a:lnTo>
                  <a:pt x="56625" y="204209"/>
                </a:lnTo>
                <a:lnTo>
                  <a:pt x="56614" y="203621"/>
                </a:lnTo>
                <a:lnTo>
                  <a:pt x="56605" y="203033"/>
                </a:lnTo>
                <a:lnTo>
                  <a:pt x="56797" y="186383"/>
                </a:lnTo>
                <a:lnTo>
                  <a:pt x="57969" y="170452"/>
                </a:lnTo>
                <a:lnTo>
                  <a:pt x="60088" y="155238"/>
                </a:lnTo>
                <a:lnTo>
                  <a:pt x="63121" y="140742"/>
                </a:lnTo>
                <a:lnTo>
                  <a:pt x="67035" y="126962"/>
                </a:lnTo>
                <a:lnTo>
                  <a:pt x="71797" y="113897"/>
                </a:lnTo>
                <a:lnTo>
                  <a:pt x="77374" y="101547"/>
                </a:lnTo>
                <a:lnTo>
                  <a:pt x="83733" y="89909"/>
                </a:lnTo>
                <a:lnTo>
                  <a:pt x="90841" y="78985"/>
                </a:lnTo>
                <a:lnTo>
                  <a:pt x="98664" y="68771"/>
                </a:lnTo>
                <a:lnTo>
                  <a:pt x="107170" y="59269"/>
                </a:lnTo>
                <a:lnTo>
                  <a:pt x="116326" y="50476"/>
                </a:lnTo>
                <a:lnTo>
                  <a:pt x="126098" y="42392"/>
                </a:lnTo>
                <a:lnTo>
                  <a:pt x="136454" y="35015"/>
                </a:lnTo>
                <a:lnTo>
                  <a:pt x="147360" y="28346"/>
                </a:lnTo>
                <a:lnTo>
                  <a:pt x="158784" y="22382"/>
                </a:lnTo>
                <a:lnTo>
                  <a:pt x="170692" y="17124"/>
                </a:lnTo>
                <a:lnTo>
                  <a:pt x="183051" y="12569"/>
                </a:lnTo>
                <a:lnTo>
                  <a:pt x="195829" y="8718"/>
                </a:lnTo>
                <a:lnTo>
                  <a:pt x="208992" y="5569"/>
                </a:lnTo>
                <a:lnTo>
                  <a:pt x="222507" y="3122"/>
                </a:lnTo>
                <a:lnTo>
                  <a:pt x="236341" y="1375"/>
                </a:lnTo>
                <a:lnTo>
                  <a:pt x="250461" y="327"/>
                </a:lnTo>
                <a:lnTo>
                  <a:pt x="263941" y="0"/>
                </a:lnTo>
                <a:lnTo>
                  <a:pt x="265684" y="0"/>
                </a:lnTo>
                <a:lnTo>
                  <a:pt x="284070" y="469"/>
                </a:lnTo>
                <a:lnTo>
                  <a:pt x="302448" y="1921"/>
                </a:lnTo>
                <a:lnTo>
                  <a:pt x="319973" y="4302"/>
                </a:lnTo>
                <a:lnTo>
                  <a:pt x="336648" y="7581"/>
                </a:lnTo>
                <a:lnTo>
                  <a:pt x="352477" y="11725"/>
                </a:lnTo>
                <a:lnTo>
                  <a:pt x="367462" y="16704"/>
                </a:lnTo>
                <a:lnTo>
                  <a:pt x="381607" y="22484"/>
                </a:lnTo>
                <a:lnTo>
                  <a:pt x="394917" y="29036"/>
                </a:lnTo>
                <a:lnTo>
                  <a:pt x="407393" y="36326"/>
                </a:lnTo>
                <a:lnTo>
                  <a:pt x="419039" y="44323"/>
                </a:lnTo>
                <a:lnTo>
                  <a:pt x="429859" y="52996"/>
                </a:lnTo>
                <a:lnTo>
                  <a:pt x="439857" y="62313"/>
                </a:lnTo>
                <a:lnTo>
                  <a:pt x="449035" y="72242"/>
                </a:lnTo>
                <a:lnTo>
                  <a:pt x="457397" y="82751"/>
                </a:lnTo>
                <a:lnTo>
                  <a:pt x="464947" y="93809"/>
                </a:lnTo>
                <a:lnTo>
                  <a:pt x="471688" y="105383"/>
                </a:lnTo>
                <a:lnTo>
                  <a:pt x="477622" y="117443"/>
                </a:lnTo>
                <a:lnTo>
                  <a:pt x="482755" y="129956"/>
                </a:lnTo>
                <a:lnTo>
                  <a:pt x="487088" y="142891"/>
                </a:lnTo>
                <a:lnTo>
                  <a:pt x="490626" y="156217"/>
                </a:lnTo>
                <a:lnTo>
                  <a:pt x="493372" y="169900"/>
                </a:lnTo>
                <a:lnTo>
                  <a:pt x="495329" y="183910"/>
                </a:lnTo>
                <a:close/>
              </a:path>
            </a:pathLst>
          </a:custGeom>
          <a:solidFill xmlns:a="http://schemas.openxmlformats.org/drawingml/2006/main">
            <a:srgbClr val="ECD7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3F838-8DD0-44C4-A7B3-E32AB37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91" y="5307788"/>
            <a:ext cx="219485" cy="620325"/>
          </a:xfrm>
          <a:custGeom xmlns:a="http://schemas.openxmlformats.org/drawingml/2006/main">
            <a:pathLst>
              <a:path w="219485" h="620325">
                <a:moveTo>
                  <a:pt x="118190" y="620224"/>
                </a:moveTo>
                <a:lnTo>
                  <a:pt x="119249" y="620068"/>
                </a:lnTo>
                <a:lnTo>
                  <a:pt x="120283" y="619852"/>
                </a:lnTo>
                <a:lnTo>
                  <a:pt x="121290" y="619580"/>
                </a:lnTo>
                <a:lnTo>
                  <a:pt x="122268" y="619253"/>
                </a:lnTo>
                <a:lnTo>
                  <a:pt x="123213" y="618873"/>
                </a:lnTo>
                <a:lnTo>
                  <a:pt x="124124" y="618443"/>
                </a:lnTo>
                <a:lnTo>
                  <a:pt x="124998" y="617963"/>
                </a:lnTo>
                <a:lnTo>
                  <a:pt x="125833" y="617438"/>
                </a:lnTo>
                <a:lnTo>
                  <a:pt x="126627" y="616868"/>
                </a:lnTo>
                <a:lnTo>
                  <a:pt x="127376" y="616255"/>
                </a:lnTo>
                <a:lnTo>
                  <a:pt x="128080" y="615602"/>
                </a:lnTo>
                <a:lnTo>
                  <a:pt x="128734" y="614911"/>
                </a:lnTo>
                <a:lnTo>
                  <a:pt x="129338" y="614183"/>
                </a:lnTo>
                <a:lnTo>
                  <a:pt x="129888" y="613422"/>
                </a:lnTo>
                <a:lnTo>
                  <a:pt x="130382" y="612628"/>
                </a:lnTo>
                <a:lnTo>
                  <a:pt x="130819" y="611805"/>
                </a:lnTo>
                <a:lnTo>
                  <a:pt x="131194" y="610953"/>
                </a:lnTo>
                <a:lnTo>
                  <a:pt x="131507" y="610076"/>
                </a:lnTo>
                <a:lnTo>
                  <a:pt x="131754" y="609175"/>
                </a:lnTo>
                <a:lnTo>
                  <a:pt x="131934" y="608252"/>
                </a:lnTo>
                <a:lnTo>
                  <a:pt x="132043" y="607310"/>
                </a:lnTo>
                <a:lnTo>
                  <a:pt x="132080" y="606350"/>
                </a:lnTo>
                <a:lnTo>
                  <a:pt x="132080" y="579184"/>
                </a:lnTo>
                <a:lnTo>
                  <a:pt x="131942" y="577936"/>
                </a:lnTo>
                <a:lnTo>
                  <a:pt x="131942" y="502073"/>
                </a:lnTo>
                <a:lnTo>
                  <a:pt x="132031" y="494525"/>
                </a:lnTo>
                <a:lnTo>
                  <a:pt x="132301" y="486992"/>
                </a:lnTo>
                <a:lnTo>
                  <a:pt x="132750" y="479478"/>
                </a:lnTo>
                <a:lnTo>
                  <a:pt x="133377" y="471985"/>
                </a:lnTo>
                <a:lnTo>
                  <a:pt x="134183" y="464518"/>
                </a:lnTo>
                <a:lnTo>
                  <a:pt x="135167" y="457080"/>
                </a:lnTo>
                <a:lnTo>
                  <a:pt x="136329" y="449676"/>
                </a:lnTo>
                <a:lnTo>
                  <a:pt x="137668" y="442308"/>
                </a:lnTo>
                <a:lnTo>
                  <a:pt x="139184" y="434980"/>
                </a:lnTo>
                <a:lnTo>
                  <a:pt x="140877" y="427697"/>
                </a:lnTo>
                <a:lnTo>
                  <a:pt x="142746" y="420462"/>
                </a:lnTo>
                <a:lnTo>
                  <a:pt x="144791" y="413278"/>
                </a:lnTo>
                <a:lnTo>
                  <a:pt x="147012" y="406149"/>
                </a:lnTo>
                <a:lnTo>
                  <a:pt x="149408" y="399079"/>
                </a:lnTo>
                <a:lnTo>
                  <a:pt x="151978" y="392071"/>
                </a:lnTo>
                <a:lnTo>
                  <a:pt x="154723" y="385130"/>
                </a:lnTo>
                <a:lnTo>
                  <a:pt x="157642" y="378258"/>
                </a:lnTo>
                <a:lnTo>
                  <a:pt x="160735" y="371460"/>
                </a:lnTo>
                <a:lnTo>
                  <a:pt x="164001" y="364739"/>
                </a:lnTo>
                <a:lnTo>
                  <a:pt x="167440" y="358100"/>
                </a:lnTo>
                <a:lnTo>
                  <a:pt x="171052" y="351545"/>
                </a:lnTo>
                <a:lnTo>
                  <a:pt x="174836" y="345078"/>
                </a:lnTo>
                <a:lnTo>
                  <a:pt x="178792" y="338703"/>
                </a:lnTo>
                <a:lnTo>
                  <a:pt x="182919" y="332424"/>
                </a:lnTo>
                <a:lnTo>
                  <a:pt x="185753" y="328122"/>
                </a:lnTo>
                <a:lnTo>
                  <a:pt x="188486" y="323747"/>
                </a:lnTo>
                <a:lnTo>
                  <a:pt x="191116" y="319302"/>
                </a:lnTo>
                <a:lnTo>
                  <a:pt x="193641" y="314787"/>
                </a:lnTo>
                <a:lnTo>
                  <a:pt x="196060" y="310205"/>
                </a:lnTo>
                <a:lnTo>
                  <a:pt x="198371" y="305557"/>
                </a:lnTo>
                <a:lnTo>
                  <a:pt x="200572" y="300846"/>
                </a:lnTo>
                <a:lnTo>
                  <a:pt x="202662" y="296071"/>
                </a:lnTo>
                <a:lnTo>
                  <a:pt x="204638" y="291236"/>
                </a:lnTo>
                <a:lnTo>
                  <a:pt x="206500" y="286342"/>
                </a:lnTo>
                <a:lnTo>
                  <a:pt x="208245" y="281390"/>
                </a:lnTo>
                <a:lnTo>
                  <a:pt x="209871" y="276383"/>
                </a:lnTo>
                <a:lnTo>
                  <a:pt x="211377" y="271322"/>
                </a:lnTo>
                <a:lnTo>
                  <a:pt x="212761" y="266208"/>
                </a:lnTo>
                <a:lnTo>
                  <a:pt x="214022" y="261044"/>
                </a:lnTo>
                <a:lnTo>
                  <a:pt x="215157" y="255831"/>
                </a:lnTo>
                <a:lnTo>
                  <a:pt x="216165" y="250571"/>
                </a:lnTo>
                <a:lnTo>
                  <a:pt x="217044" y="245265"/>
                </a:lnTo>
                <a:lnTo>
                  <a:pt x="217793" y="239915"/>
                </a:lnTo>
                <a:lnTo>
                  <a:pt x="218410" y="234523"/>
                </a:lnTo>
                <a:lnTo>
                  <a:pt x="218892" y="229090"/>
                </a:lnTo>
                <a:lnTo>
                  <a:pt x="219239" y="223619"/>
                </a:lnTo>
                <a:lnTo>
                  <a:pt x="219448" y="218111"/>
                </a:lnTo>
                <a:lnTo>
                  <a:pt x="219485" y="215195"/>
                </a:lnTo>
                <a:lnTo>
                  <a:pt x="219485" y="208329"/>
                </a:lnTo>
                <a:lnTo>
                  <a:pt x="218927" y="194605"/>
                </a:lnTo>
                <a:lnTo>
                  <a:pt x="217637" y="180906"/>
                </a:lnTo>
                <a:lnTo>
                  <a:pt x="215619" y="167487"/>
                </a:lnTo>
                <a:lnTo>
                  <a:pt x="212872" y="154375"/>
                </a:lnTo>
                <a:lnTo>
                  <a:pt x="209392" y="141599"/>
                </a:lnTo>
                <a:lnTo>
                  <a:pt x="205175" y="129186"/>
                </a:lnTo>
                <a:lnTo>
                  <a:pt x="200220" y="117165"/>
                </a:lnTo>
                <a:lnTo>
                  <a:pt x="194523" y="105563"/>
                </a:lnTo>
                <a:lnTo>
                  <a:pt x="188081" y="94410"/>
                </a:lnTo>
                <a:lnTo>
                  <a:pt x="180891" y="83732"/>
                </a:lnTo>
                <a:lnTo>
                  <a:pt x="172950" y="73559"/>
                </a:lnTo>
                <a:lnTo>
                  <a:pt x="164255" y="63918"/>
                </a:lnTo>
                <a:lnTo>
                  <a:pt x="154803" y="54838"/>
                </a:lnTo>
                <a:lnTo>
                  <a:pt x="144591" y="46347"/>
                </a:lnTo>
                <a:lnTo>
                  <a:pt x="133615" y="38472"/>
                </a:lnTo>
                <a:lnTo>
                  <a:pt x="121874" y="31242"/>
                </a:lnTo>
                <a:lnTo>
                  <a:pt x="109363" y="24685"/>
                </a:lnTo>
                <a:lnTo>
                  <a:pt x="96081" y="18830"/>
                </a:lnTo>
                <a:lnTo>
                  <a:pt x="82023" y="13704"/>
                </a:lnTo>
                <a:lnTo>
                  <a:pt x="67187" y="9336"/>
                </a:lnTo>
                <a:lnTo>
                  <a:pt x="51569" y="5753"/>
                </a:lnTo>
                <a:lnTo>
                  <a:pt x="35168" y="2984"/>
                </a:lnTo>
                <a:lnTo>
                  <a:pt x="17979" y="1057"/>
                </a:lnTo>
                <a:lnTo>
                  <a:pt x="0" y="0"/>
                </a:lnTo>
                <a:lnTo>
                  <a:pt x="0" y="87834"/>
                </a:lnTo>
                <a:lnTo>
                  <a:pt x="48" y="87834"/>
                </a:lnTo>
                <a:lnTo>
                  <a:pt x="6535" y="88041"/>
                </a:lnTo>
                <a:lnTo>
                  <a:pt x="12914" y="88651"/>
                </a:lnTo>
                <a:lnTo>
                  <a:pt x="19172" y="89654"/>
                </a:lnTo>
                <a:lnTo>
                  <a:pt x="25298" y="91035"/>
                </a:lnTo>
                <a:lnTo>
                  <a:pt x="31278" y="92784"/>
                </a:lnTo>
                <a:lnTo>
                  <a:pt x="37102" y="94888"/>
                </a:lnTo>
                <a:lnTo>
                  <a:pt x="42756" y="97334"/>
                </a:lnTo>
                <a:lnTo>
                  <a:pt x="48228" y="100110"/>
                </a:lnTo>
                <a:lnTo>
                  <a:pt x="53507" y="103204"/>
                </a:lnTo>
                <a:lnTo>
                  <a:pt x="58580" y="106602"/>
                </a:lnTo>
                <a:lnTo>
                  <a:pt x="63435" y="110294"/>
                </a:lnTo>
                <a:lnTo>
                  <a:pt x="68059" y="114265"/>
                </a:lnTo>
                <a:lnTo>
                  <a:pt x="72441" y="118505"/>
                </a:lnTo>
                <a:lnTo>
                  <a:pt x="76569" y="123000"/>
                </a:lnTo>
                <a:lnTo>
                  <a:pt x="80429" y="127739"/>
                </a:lnTo>
                <a:lnTo>
                  <a:pt x="84011" y="132708"/>
                </a:lnTo>
                <a:lnTo>
                  <a:pt x="87302" y="137896"/>
                </a:lnTo>
                <a:lnTo>
                  <a:pt x="90289" y="143289"/>
                </a:lnTo>
                <a:lnTo>
                  <a:pt x="92960" y="148877"/>
                </a:lnTo>
                <a:lnTo>
                  <a:pt x="95304" y="154645"/>
                </a:lnTo>
                <a:lnTo>
                  <a:pt x="97308" y="160583"/>
                </a:lnTo>
                <a:lnTo>
                  <a:pt x="98960" y="166676"/>
                </a:lnTo>
                <a:lnTo>
                  <a:pt x="100247" y="172914"/>
                </a:lnTo>
                <a:lnTo>
                  <a:pt x="101158" y="179284"/>
                </a:lnTo>
                <a:lnTo>
                  <a:pt x="138796" y="179284"/>
                </a:lnTo>
                <a:lnTo>
                  <a:pt x="138796" y="157752"/>
                </a:lnTo>
                <a:lnTo>
                  <a:pt x="163425" y="174409"/>
                </a:lnTo>
                <a:lnTo>
                  <a:pt x="187866" y="190943"/>
                </a:lnTo>
                <a:lnTo>
                  <a:pt x="188035" y="191059"/>
                </a:lnTo>
                <a:lnTo>
                  <a:pt x="163425" y="207716"/>
                </a:lnTo>
                <a:lnTo>
                  <a:pt x="138796" y="224372"/>
                </a:lnTo>
                <a:lnTo>
                  <a:pt x="138796" y="205232"/>
                </a:lnTo>
                <a:lnTo>
                  <a:pt x="100802" y="205232"/>
                </a:lnTo>
                <a:lnTo>
                  <a:pt x="99836" y="211091"/>
                </a:lnTo>
                <a:lnTo>
                  <a:pt x="98551" y="216834"/>
                </a:lnTo>
                <a:lnTo>
                  <a:pt x="96957" y="222451"/>
                </a:lnTo>
                <a:lnTo>
                  <a:pt x="95063" y="227932"/>
                </a:lnTo>
                <a:lnTo>
                  <a:pt x="92879" y="233267"/>
                </a:lnTo>
                <a:lnTo>
                  <a:pt x="90416" y="238447"/>
                </a:lnTo>
                <a:lnTo>
                  <a:pt x="87681" y="243461"/>
                </a:lnTo>
                <a:lnTo>
                  <a:pt x="84686" y="248301"/>
                </a:lnTo>
                <a:lnTo>
                  <a:pt x="81439" y="252955"/>
                </a:lnTo>
                <a:lnTo>
                  <a:pt x="77951" y="257415"/>
                </a:lnTo>
                <a:lnTo>
                  <a:pt x="74230" y="261669"/>
                </a:lnTo>
                <a:lnTo>
                  <a:pt x="70286" y="265710"/>
                </a:lnTo>
                <a:lnTo>
                  <a:pt x="66130" y="269526"/>
                </a:lnTo>
                <a:lnTo>
                  <a:pt x="61770" y="273108"/>
                </a:lnTo>
                <a:lnTo>
                  <a:pt x="57216" y="276445"/>
                </a:lnTo>
                <a:lnTo>
                  <a:pt x="52479" y="279529"/>
                </a:lnTo>
                <a:lnTo>
                  <a:pt x="47566" y="282349"/>
                </a:lnTo>
                <a:lnTo>
                  <a:pt x="42489" y="284896"/>
                </a:lnTo>
                <a:lnTo>
                  <a:pt x="37256" y="287159"/>
                </a:lnTo>
                <a:lnTo>
                  <a:pt x="31878" y="289129"/>
                </a:lnTo>
                <a:lnTo>
                  <a:pt x="26363" y="290796"/>
                </a:lnTo>
                <a:lnTo>
                  <a:pt x="20722" y="292150"/>
                </a:lnTo>
                <a:lnTo>
                  <a:pt x="14964" y="293181"/>
                </a:lnTo>
                <a:lnTo>
                  <a:pt x="9099" y="293880"/>
                </a:lnTo>
                <a:lnTo>
                  <a:pt x="9099" y="353307"/>
                </a:lnTo>
                <a:lnTo>
                  <a:pt x="10931" y="353865"/>
                </a:lnTo>
                <a:lnTo>
                  <a:pt x="12719" y="354519"/>
                </a:lnTo>
                <a:lnTo>
                  <a:pt x="14461" y="355269"/>
                </a:lnTo>
                <a:lnTo>
                  <a:pt x="16153" y="356110"/>
                </a:lnTo>
                <a:lnTo>
                  <a:pt x="17791" y="357039"/>
                </a:lnTo>
                <a:lnTo>
                  <a:pt x="19374" y="358053"/>
                </a:lnTo>
                <a:lnTo>
                  <a:pt x="20898" y="359150"/>
                </a:lnTo>
                <a:lnTo>
                  <a:pt x="22360" y="360325"/>
                </a:lnTo>
                <a:lnTo>
                  <a:pt x="23757" y="361577"/>
                </a:lnTo>
                <a:lnTo>
                  <a:pt x="25086" y="362902"/>
                </a:lnTo>
                <a:lnTo>
                  <a:pt x="26344" y="364297"/>
                </a:lnTo>
                <a:lnTo>
                  <a:pt x="27527" y="365758"/>
                </a:lnTo>
                <a:lnTo>
                  <a:pt x="28634" y="367284"/>
                </a:lnTo>
                <a:lnTo>
                  <a:pt x="29660" y="368870"/>
                </a:lnTo>
                <a:lnTo>
                  <a:pt x="30602" y="370514"/>
                </a:lnTo>
                <a:lnTo>
                  <a:pt x="31459" y="372213"/>
                </a:lnTo>
                <a:lnTo>
                  <a:pt x="32226" y="373963"/>
                </a:lnTo>
                <a:lnTo>
                  <a:pt x="32901" y="375762"/>
                </a:lnTo>
                <a:lnTo>
                  <a:pt x="33480" y="377606"/>
                </a:lnTo>
                <a:lnTo>
                  <a:pt x="33961" y="379493"/>
                </a:lnTo>
                <a:lnTo>
                  <a:pt x="34340" y="381419"/>
                </a:lnTo>
                <a:lnTo>
                  <a:pt x="34614" y="383382"/>
                </a:lnTo>
                <a:lnTo>
                  <a:pt x="34781" y="385377"/>
                </a:lnTo>
                <a:lnTo>
                  <a:pt x="34838" y="387403"/>
                </a:lnTo>
                <a:lnTo>
                  <a:pt x="34757" y="389820"/>
                </a:lnTo>
                <a:lnTo>
                  <a:pt x="34520" y="392193"/>
                </a:lnTo>
                <a:lnTo>
                  <a:pt x="34130" y="394517"/>
                </a:lnTo>
                <a:lnTo>
                  <a:pt x="33593" y="396786"/>
                </a:lnTo>
                <a:lnTo>
                  <a:pt x="32914" y="398996"/>
                </a:lnTo>
                <a:lnTo>
                  <a:pt x="32099" y="401142"/>
                </a:lnTo>
                <a:lnTo>
                  <a:pt x="31153" y="403217"/>
                </a:lnTo>
                <a:lnTo>
                  <a:pt x="30080" y="405217"/>
                </a:lnTo>
                <a:lnTo>
                  <a:pt x="28887" y="407136"/>
                </a:lnTo>
                <a:lnTo>
                  <a:pt x="27577" y="408970"/>
                </a:lnTo>
                <a:lnTo>
                  <a:pt x="26157" y="410712"/>
                </a:lnTo>
                <a:lnTo>
                  <a:pt x="24632" y="412358"/>
                </a:lnTo>
                <a:lnTo>
                  <a:pt x="23006" y="413903"/>
                </a:lnTo>
                <a:lnTo>
                  <a:pt x="21286" y="415341"/>
                </a:lnTo>
                <a:lnTo>
                  <a:pt x="19476" y="416667"/>
                </a:lnTo>
                <a:lnTo>
                  <a:pt x="17581" y="417876"/>
                </a:lnTo>
                <a:lnTo>
                  <a:pt x="15607" y="418962"/>
                </a:lnTo>
                <a:lnTo>
                  <a:pt x="13558" y="419920"/>
                </a:lnTo>
                <a:lnTo>
                  <a:pt x="11441" y="420745"/>
                </a:lnTo>
                <a:lnTo>
                  <a:pt x="9259" y="421432"/>
                </a:lnTo>
                <a:lnTo>
                  <a:pt x="7019" y="421976"/>
                </a:lnTo>
                <a:lnTo>
                  <a:pt x="4726" y="422370"/>
                </a:lnTo>
                <a:lnTo>
                  <a:pt x="2385" y="422611"/>
                </a:lnTo>
                <a:lnTo>
                  <a:pt x="0" y="422692"/>
                </a:lnTo>
                <a:lnTo>
                  <a:pt x="0" y="620325"/>
                </a:lnTo>
                <a:lnTo>
                  <a:pt x="116911" y="620325"/>
                </a:lnTo>
                <a:lnTo>
                  <a:pt x="117109" y="620320"/>
                </a:lnTo>
                <a:lnTo>
                  <a:pt x="118190" y="620224"/>
                </a:lnTo>
                <a:close/>
              </a:path>
            </a:pathLst>
          </a:custGeom>
          <a:solidFill xmlns:a="http://schemas.openxmlformats.org/drawingml/2006/main">
            <a:srgbClr val="E9D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A715C-4EF7-45CD-AED6-32212E0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490" y="5566471"/>
            <a:ext cx="18101" cy="120811"/>
          </a:xfrm>
          <a:custGeom xmlns:a="http://schemas.openxmlformats.org/drawingml/2006/main">
            <a:pathLst>
              <a:path w="18101" h="120811">
                <a:moveTo>
                  <a:pt x="9050" y="120811"/>
                </a:moveTo>
                <a:cubicBezTo>
                  <a:pt x="4055" y="120811"/>
                  <a:pt x="0" y="116725"/>
                  <a:pt x="0" y="111636"/>
                </a:cubicBezTo>
                <a:lnTo>
                  <a:pt x="0" y="9176"/>
                </a:lnTo>
                <a:cubicBezTo>
                  <a:pt x="0" y="4111"/>
                  <a:pt x="4055" y="0"/>
                  <a:pt x="9050" y="0"/>
                </a:cubicBezTo>
                <a:cubicBezTo>
                  <a:pt x="14046" y="0"/>
                  <a:pt x="18101" y="4111"/>
                  <a:pt x="18101" y="9176"/>
                </a:cubicBezTo>
                <a:lnTo>
                  <a:pt x="18101" y="111636"/>
                </a:lnTo>
                <a:cubicBezTo>
                  <a:pt x="18101" y="116725"/>
                  <a:pt x="14046" y="120811"/>
                  <a:pt x="9050" y="120811"/>
                </a:cubicBezTo>
              </a:path>
            </a:pathLst>
          </a:custGeom>
          <a:solidFill xmlns:a="http://schemas.openxmlformats.org/drawingml/2006/main">
            <a:srgbClr val="404B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733AF-39E9-4EE2-8538-3A07D6D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684" y="5659877"/>
            <a:ext cx="69645" cy="70609"/>
          </a:xfrm>
          <a:custGeom xmlns:a="http://schemas.openxmlformats.org/drawingml/2006/main">
            <a:pathLst>
              <a:path w="69645" h="70609">
                <a:moveTo>
                  <a:pt x="69645" y="35314"/>
                </a:moveTo>
                <a:cubicBezTo>
                  <a:pt x="69645" y="54815"/>
                  <a:pt x="54042" y="70609"/>
                  <a:pt x="34814" y="70609"/>
                </a:cubicBezTo>
                <a:cubicBezTo>
                  <a:pt x="15579" y="70609"/>
                  <a:pt x="0" y="54815"/>
                  <a:pt x="0" y="35314"/>
                </a:cubicBezTo>
                <a:cubicBezTo>
                  <a:pt x="0" y="15813"/>
                  <a:pt x="15579" y="0"/>
                  <a:pt x="34814" y="0"/>
                </a:cubicBezTo>
                <a:cubicBezTo>
                  <a:pt x="54042" y="0"/>
                  <a:pt x="69645" y="15813"/>
                  <a:pt x="69645" y="35314"/>
                </a:cubicBezTo>
              </a:path>
            </a:pathLst>
          </a:custGeom>
          <a:solidFill xmlns:a="http://schemas.openxmlformats.org/drawingml/2006/main">
            <a:srgbClr val="404B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841DF-A990-4673-8326-6EA199C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682" y="5659874"/>
            <a:ext cx="69645" cy="70609"/>
          </a:xfrm>
          <a:custGeom xmlns:a="http://schemas.openxmlformats.org/drawingml/2006/main">
            <a:pathLst>
              <a:path w="69645" h="70609">
                <a:moveTo>
                  <a:pt x="34814" y="70609"/>
                </a:moveTo>
                <a:cubicBezTo>
                  <a:pt x="15579" y="70609"/>
                  <a:pt x="0" y="54815"/>
                  <a:pt x="0" y="35314"/>
                </a:cubicBezTo>
                <a:cubicBezTo>
                  <a:pt x="0" y="15819"/>
                  <a:pt x="15579" y="0"/>
                  <a:pt x="34814" y="0"/>
                </a:cubicBezTo>
                <a:cubicBezTo>
                  <a:pt x="54048" y="0"/>
                  <a:pt x="69645" y="15819"/>
                  <a:pt x="69645" y="35314"/>
                </a:cubicBezTo>
                <a:cubicBezTo>
                  <a:pt x="69645" y="54815"/>
                  <a:pt x="54048" y="70609"/>
                  <a:pt x="34814" y="70609"/>
                </a:cubicBezTo>
              </a:path>
            </a:pathLst>
          </a:custGeom>
          <a:solidFill xmlns:a="http://schemas.openxmlformats.org/drawingml/2006/main">
            <a:srgbClr val="3B45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5EAB3-E2E7-4B25-92FD-2468627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727" y="5395625"/>
            <a:ext cx="203632" cy="206450"/>
          </a:xfrm>
          <a:custGeom xmlns:a="http://schemas.openxmlformats.org/drawingml/2006/main">
            <a:pathLst>
              <a:path w="203632" h="206450">
                <a:moveTo>
                  <a:pt x="202926" y="91443"/>
                </a:moveTo>
                <a:cubicBezTo>
                  <a:pt x="197176" y="39999"/>
                  <a:pt x="154115" y="0"/>
                  <a:pt x="101816" y="0"/>
                </a:cubicBezTo>
                <a:cubicBezTo>
                  <a:pt x="45583" y="0"/>
                  <a:pt x="0" y="46208"/>
                  <a:pt x="0" y="103225"/>
                </a:cubicBezTo>
                <a:cubicBezTo>
                  <a:pt x="0" y="160235"/>
                  <a:pt x="45583" y="206450"/>
                  <a:pt x="101816" y="206450"/>
                </a:cubicBezTo>
                <a:cubicBezTo>
                  <a:pt x="153288" y="206450"/>
                  <a:pt x="195740" y="167668"/>
                  <a:pt x="202570" y="117392"/>
                </a:cubicBezTo>
                <a:cubicBezTo>
                  <a:pt x="203210" y="112731"/>
                  <a:pt x="203632" y="108051"/>
                  <a:pt x="203632" y="103225"/>
                </a:cubicBezTo>
                <a:cubicBezTo>
                  <a:pt x="203632" y="99230"/>
                  <a:pt x="203373" y="95315"/>
                  <a:pt x="202926" y="9144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6CED7-CB32-4605-ACF9-D452ADED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961" y="5431394"/>
            <a:ext cx="93025" cy="120573"/>
          </a:xfrm>
          <a:custGeom xmlns:a="http://schemas.openxmlformats.org/drawingml/2006/main">
            <a:pathLst>
              <a:path w="93025" h="120573">
                <a:moveTo>
                  <a:pt x="39031" y="120573"/>
                </a:moveTo>
                <a:lnTo>
                  <a:pt x="38633" y="120573"/>
                </a:lnTo>
                <a:cubicBezTo>
                  <a:pt x="33655" y="120334"/>
                  <a:pt x="29770" y="116058"/>
                  <a:pt x="29981" y="110993"/>
                </a:cubicBezTo>
                <a:lnTo>
                  <a:pt x="30856" y="90703"/>
                </a:lnTo>
                <a:cubicBezTo>
                  <a:pt x="30856" y="78757"/>
                  <a:pt x="40775" y="68700"/>
                  <a:pt x="52962" y="68700"/>
                </a:cubicBezTo>
                <a:cubicBezTo>
                  <a:pt x="65072" y="68700"/>
                  <a:pt x="74925" y="58711"/>
                  <a:pt x="74925" y="46428"/>
                </a:cubicBezTo>
                <a:lnTo>
                  <a:pt x="74925" y="40648"/>
                </a:lnTo>
                <a:cubicBezTo>
                  <a:pt x="74925" y="28365"/>
                  <a:pt x="65072" y="18351"/>
                  <a:pt x="52962" y="18351"/>
                </a:cubicBezTo>
                <a:lnTo>
                  <a:pt x="40069" y="18351"/>
                </a:lnTo>
                <a:cubicBezTo>
                  <a:pt x="27953" y="18351"/>
                  <a:pt x="18101" y="28365"/>
                  <a:pt x="18101" y="40648"/>
                </a:cubicBezTo>
                <a:cubicBezTo>
                  <a:pt x="18101" y="45713"/>
                  <a:pt x="14046" y="49823"/>
                  <a:pt x="9050" y="49823"/>
                </a:cubicBezTo>
                <a:cubicBezTo>
                  <a:pt x="4055" y="49823"/>
                  <a:pt x="0" y="45713"/>
                  <a:pt x="0" y="40648"/>
                </a:cubicBezTo>
                <a:cubicBezTo>
                  <a:pt x="0" y="18235"/>
                  <a:pt x="17986" y="0"/>
                  <a:pt x="40069" y="0"/>
                </a:cubicBezTo>
                <a:lnTo>
                  <a:pt x="52962" y="0"/>
                </a:lnTo>
                <a:cubicBezTo>
                  <a:pt x="75045" y="0"/>
                  <a:pt x="93025" y="18235"/>
                  <a:pt x="93025" y="40648"/>
                </a:cubicBezTo>
                <a:lnTo>
                  <a:pt x="93025" y="46428"/>
                </a:lnTo>
                <a:cubicBezTo>
                  <a:pt x="93025" y="68817"/>
                  <a:pt x="75045" y="87051"/>
                  <a:pt x="52962" y="87051"/>
                </a:cubicBezTo>
                <a:cubicBezTo>
                  <a:pt x="50742" y="87051"/>
                  <a:pt x="48956" y="88862"/>
                  <a:pt x="48956" y="91113"/>
                </a:cubicBezTo>
                <a:lnTo>
                  <a:pt x="48081" y="111801"/>
                </a:lnTo>
                <a:cubicBezTo>
                  <a:pt x="47870" y="116725"/>
                  <a:pt x="43864" y="120573"/>
                  <a:pt x="39031" y="120573"/>
                </a:cubicBezTo>
              </a:path>
            </a:pathLst>
          </a:custGeom>
          <a:solidFill xmlns:a="http://schemas.openxmlformats.org/drawingml/2006/main">
            <a:srgbClr val="F042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F6CA9-6F8B-4ADD-AA98-189DCA9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871" y="5555742"/>
            <a:ext cx="18101" cy="18351"/>
          </a:xfrm>
          <a:custGeom xmlns:a="http://schemas.openxmlformats.org/drawingml/2006/main">
            <a:pathLst>
              <a:path w="18101" h="18351">
                <a:moveTo>
                  <a:pt x="0" y="9176"/>
                </a:moveTo>
                <a:cubicBezTo>
                  <a:pt x="0" y="4086"/>
                  <a:pt x="4055" y="0"/>
                  <a:pt x="9050" y="0"/>
                </a:cubicBezTo>
                <a:cubicBezTo>
                  <a:pt x="14070" y="0"/>
                  <a:pt x="18101" y="4086"/>
                  <a:pt x="18101" y="9176"/>
                </a:cubicBezTo>
                <a:cubicBezTo>
                  <a:pt x="18101" y="14191"/>
                  <a:pt x="14070" y="18351"/>
                  <a:pt x="9050" y="18351"/>
                </a:cubicBezTo>
                <a:cubicBezTo>
                  <a:pt x="4055" y="18351"/>
                  <a:pt x="0" y="14191"/>
                  <a:pt x="0" y="9176"/>
                </a:cubicBezTo>
              </a:path>
            </a:pathLst>
          </a:custGeom>
          <a:solidFill xmlns:a="http://schemas.openxmlformats.org/drawingml/2006/main">
            <a:srgbClr val="F042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B7778-CB75-4BD2-B3D5-5C977674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301" y="5465538"/>
            <a:ext cx="87227" cy="66621"/>
          </a:xfrm>
          <a:custGeom xmlns:a="http://schemas.openxmlformats.org/drawingml/2006/main">
            <a:pathLst>
              <a:path w="87227" h="66621">
                <a:moveTo>
                  <a:pt x="62622" y="16657"/>
                </a:moveTo>
                <a:lnTo>
                  <a:pt x="37993" y="0"/>
                </a:lnTo>
                <a:lnTo>
                  <a:pt x="37993" y="21532"/>
                </a:lnTo>
                <a:lnTo>
                  <a:pt x="356" y="21532"/>
                </a:lnTo>
                <a:cubicBezTo>
                  <a:pt x="802" y="25404"/>
                  <a:pt x="1062" y="29319"/>
                  <a:pt x="1062" y="33313"/>
                </a:cubicBezTo>
                <a:cubicBezTo>
                  <a:pt x="1062" y="38140"/>
                  <a:pt x="640" y="42819"/>
                  <a:pt x="0" y="47480"/>
                </a:cubicBezTo>
                <a:lnTo>
                  <a:pt x="37993" y="47480"/>
                </a:lnTo>
                <a:lnTo>
                  <a:pt x="37993" y="66621"/>
                </a:lnTo>
                <a:lnTo>
                  <a:pt x="62622" y="49964"/>
                </a:lnTo>
                <a:lnTo>
                  <a:pt x="87227" y="33313"/>
                </a:lnTo>
                <a:lnTo>
                  <a:pt x="62622" y="16657"/>
                </a:lnTo>
              </a:path>
            </a:pathLst>
          </a:custGeom>
          <a:solidFill xmlns:a="http://schemas.openxmlformats.org/drawingml/2006/main">
            <a:srgbClr val="F042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C0DBB-51C7-4388-BD5C-41297F2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0" y="5465538"/>
            <a:ext cx="87251" cy="66621"/>
          </a:xfrm>
          <a:custGeom xmlns:a="http://schemas.openxmlformats.org/drawingml/2006/main">
            <a:pathLst>
              <a:path w="87251" h="66621">
                <a:moveTo>
                  <a:pt x="24629" y="16657"/>
                </a:moveTo>
                <a:lnTo>
                  <a:pt x="49234" y="0"/>
                </a:lnTo>
                <a:lnTo>
                  <a:pt x="49234" y="21532"/>
                </a:lnTo>
                <a:lnTo>
                  <a:pt x="86871" y="21532"/>
                </a:lnTo>
                <a:cubicBezTo>
                  <a:pt x="86449" y="25404"/>
                  <a:pt x="86165" y="29319"/>
                  <a:pt x="86165" y="33313"/>
                </a:cubicBezTo>
                <a:cubicBezTo>
                  <a:pt x="86165" y="38140"/>
                  <a:pt x="86612" y="42819"/>
                  <a:pt x="87251" y="47480"/>
                </a:cubicBezTo>
                <a:lnTo>
                  <a:pt x="49234" y="47480"/>
                </a:lnTo>
                <a:lnTo>
                  <a:pt x="49234" y="66621"/>
                </a:lnTo>
                <a:lnTo>
                  <a:pt x="24629" y="49964"/>
                </a:lnTo>
                <a:lnTo>
                  <a:pt x="0" y="33313"/>
                </a:lnTo>
                <a:lnTo>
                  <a:pt x="24629" y="16657"/>
                </a:lnTo>
              </a:path>
            </a:pathLst>
          </a:custGeom>
          <a:solidFill xmlns:a="http://schemas.openxmlformats.org/drawingml/2006/main">
            <a:srgbClr val="5CC9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C4D6C-CD58-4783-94CB-7B5D269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659" y="5465538"/>
            <a:ext cx="86708" cy="33191"/>
          </a:xfrm>
          <a:custGeom xmlns:a="http://schemas.openxmlformats.org/drawingml/2006/main">
            <a:pathLst>
              <a:path w="86708" h="33191">
                <a:moveTo>
                  <a:pt x="62266" y="16657"/>
                </a:moveTo>
                <a:lnTo>
                  <a:pt x="37637" y="0"/>
                </a:lnTo>
                <a:lnTo>
                  <a:pt x="37637" y="21532"/>
                </a:lnTo>
                <a:lnTo>
                  <a:pt x="0" y="21532"/>
                </a:lnTo>
                <a:cubicBezTo>
                  <a:pt x="446" y="25380"/>
                  <a:pt x="706" y="29252"/>
                  <a:pt x="706" y="33191"/>
                </a:cubicBezTo>
                <a:lnTo>
                  <a:pt x="86708" y="33191"/>
                </a:lnTo>
                <a:lnTo>
                  <a:pt x="62266" y="16657"/>
                </a:lnTo>
              </a:path>
            </a:pathLst>
          </a:custGeom>
          <a:solidFill xmlns:a="http://schemas.openxmlformats.org/drawingml/2006/main">
            <a:srgbClr val="F042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36BE1-61BA-4774-A4C1-2308BE18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304" y="5499181"/>
            <a:ext cx="1062" cy="13837"/>
          </a:xfrm>
          <a:custGeom xmlns:a="http://schemas.openxmlformats.org/drawingml/2006/main">
            <a:pathLst>
              <a:path w="1062" h="13837">
                <a:moveTo>
                  <a:pt x="0" y="13837"/>
                </a:moveTo>
                <a:cubicBezTo>
                  <a:pt x="615" y="9298"/>
                  <a:pt x="1038" y="4710"/>
                  <a:pt x="1062" y="0"/>
                </a:cubicBezTo>
                <a:cubicBezTo>
                  <a:pt x="1038" y="4710"/>
                  <a:pt x="615" y="9298"/>
                  <a:pt x="0" y="13837"/>
                </a:cubicBezTo>
              </a:path>
            </a:pathLst>
          </a:custGeom>
          <a:solidFill xmlns:a="http://schemas.openxmlformats.org/drawingml/2006/main">
            <a:srgbClr val="FCD6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9E8B9-7ED0-42C7-A7BE-789DB148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305" y="5498729"/>
            <a:ext cx="87227" cy="33430"/>
          </a:xfrm>
          <a:custGeom xmlns:a="http://schemas.openxmlformats.org/drawingml/2006/main">
            <a:pathLst>
              <a:path w="87227" h="33430">
                <a:moveTo>
                  <a:pt x="37993" y="33430"/>
                </a:moveTo>
                <a:lnTo>
                  <a:pt x="37993" y="14289"/>
                </a:lnTo>
                <a:lnTo>
                  <a:pt x="0" y="14289"/>
                </a:lnTo>
                <a:cubicBezTo>
                  <a:pt x="615" y="9751"/>
                  <a:pt x="1038" y="5163"/>
                  <a:pt x="1062" y="453"/>
                </a:cubicBezTo>
                <a:lnTo>
                  <a:pt x="1062" y="122"/>
                </a:lnTo>
                <a:lnTo>
                  <a:pt x="1062" y="0"/>
                </a:lnTo>
                <a:lnTo>
                  <a:pt x="87064" y="0"/>
                </a:lnTo>
                <a:lnTo>
                  <a:pt x="87227" y="122"/>
                </a:lnTo>
                <a:lnTo>
                  <a:pt x="62622" y="16773"/>
                </a:lnTo>
                <a:lnTo>
                  <a:pt x="37993" y="33430"/>
                </a:lnTo>
              </a:path>
            </a:pathLst>
          </a:custGeom>
          <a:solidFill xmlns:a="http://schemas.openxmlformats.org/drawingml/2006/main">
            <a:srgbClr val="EF3B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5B85C-81A8-4D43-BB54-E5D80503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5" y="5498726"/>
            <a:ext cx="86189" cy="122"/>
          </a:xfrm>
          <a:custGeom xmlns:a="http://schemas.openxmlformats.org/drawingml/2006/main">
            <a:pathLst>
              <a:path w="86189" h="122">
                <a:moveTo>
                  <a:pt x="86165" y="122"/>
                </a:moveTo>
                <a:lnTo>
                  <a:pt x="86165" y="0"/>
                </a:lnTo>
                <a:lnTo>
                  <a:pt x="86189" y="0"/>
                </a:lnTo>
                <a:lnTo>
                  <a:pt x="86165" y="122"/>
                </a:lnTo>
                <a:moveTo>
                  <a:pt x="0" y="122"/>
                </a:moveTo>
                <a:lnTo>
                  <a:pt x="187" y="0"/>
                </a:lnTo>
                <a:lnTo>
                  <a:pt x="0" y="122"/>
                </a:lnTo>
                <a:close/>
              </a:path>
            </a:pathLst>
          </a:custGeom>
          <a:solidFill xmlns:a="http://schemas.openxmlformats.org/drawingml/2006/main">
            <a:srgbClr val="CFCF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B045B-AC80-48F4-BD35-E284CD0C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5" y="5498729"/>
            <a:ext cx="87251" cy="33430"/>
          </a:xfrm>
          <a:custGeom xmlns:a="http://schemas.openxmlformats.org/drawingml/2006/main">
            <a:pathLst>
              <a:path w="87251" h="33430">
                <a:moveTo>
                  <a:pt x="49234" y="33430"/>
                </a:moveTo>
                <a:lnTo>
                  <a:pt x="24629" y="16773"/>
                </a:lnTo>
                <a:lnTo>
                  <a:pt x="0" y="122"/>
                </a:lnTo>
                <a:lnTo>
                  <a:pt x="187" y="0"/>
                </a:lnTo>
                <a:lnTo>
                  <a:pt x="86165" y="0"/>
                </a:lnTo>
                <a:lnTo>
                  <a:pt x="86165" y="122"/>
                </a:lnTo>
                <a:cubicBezTo>
                  <a:pt x="86165" y="4949"/>
                  <a:pt x="86612" y="9628"/>
                  <a:pt x="87251" y="14289"/>
                </a:cubicBezTo>
                <a:lnTo>
                  <a:pt x="49234" y="14289"/>
                </a:lnTo>
                <a:lnTo>
                  <a:pt x="49234" y="33430"/>
                </a:lnTo>
              </a:path>
            </a:pathLst>
          </a:custGeom>
          <a:solidFill xmlns:a="http://schemas.openxmlformats.org/drawingml/2006/main">
            <a:srgbClr val="51C5C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96d8998564557"/>
          <a:stretch xmlns:a="http://schemas.openxmlformats.org/drawingml/2006/main"/>
        </p:blipFill>
        <p:spPr>
          <a:xfrm xmlns:a="http://schemas.openxmlformats.org/drawingml/2006/main">
            <a:off x="9326415" y="415088"/>
            <a:ext cx="3378170" cy="1007023"/>
          </a:xfrm>
          <a:prstGeom xmlns:a="http://schemas.openxmlformats.org/drawingml/2006/main" prst="rect">
            <a:avLst/>
          </a:prstGeom>
        </p:spPr>
      </p:pic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749B5-7146-4688-90A9-3794417D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419" y="457758"/>
            <a:ext cx="3234422" cy="861944"/>
          </a:xfrm>
          <a:custGeom xmlns:a="http://schemas.openxmlformats.org/drawingml/2006/main">
            <a:pathLst>
              <a:path w="3234422" h="861944">
                <a:moveTo>
                  <a:pt x="0" y="0"/>
                </a:moveTo>
                <a:lnTo>
                  <a:pt x="3234422" y="0"/>
                </a:lnTo>
                <a:lnTo>
                  <a:pt x="3234422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072F6-83BF-4182-94F6-7FE449E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419" y="457758"/>
            <a:ext cx="3234422" cy="861944"/>
          </a:xfrm>
          <a:custGeom xmlns:a="http://schemas.openxmlformats.org/drawingml/2006/main">
            <a:pathLst>
              <a:path w="3234422" h="861944" fill="none">
                <a:moveTo>
                  <a:pt x="0" y="0"/>
                </a:moveTo>
                <a:lnTo>
                  <a:pt x="3234422" y="0"/>
                </a:lnTo>
                <a:lnTo>
                  <a:pt x="3234422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D0D0D"/>
            </a:solidFill>
            <a:miter/>
          </a:ln>
        </p:spPr>
      </p:sp>
      <p:sp>
        <p:nvSpPr>
          <p:cNvPr id="184" name="Text Privatetestcases">
            <a:extLst xmlns:a="http://schemas.openxmlformats.org/drawingml/2006/main">
              <a:ext uri="{FF2B5EF4-FFF2-40B4-BE49-F238E27FC236}">
                <a16:creationId xmlns:a16="http://schemas.microsoft.com/office/drawing/2014/main" id="{2CD148A3-6C7A-4ED0-9D6C-816FC11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647" y="815072"/>
            <a:ext cx="1545546" cy="163140"/>
          </a:xfrm>
          <a:custGeom xmlns:a="http://schemas.openxmlformats.org/drawingml/2006/main">
            <a:pathLst>
              <a:path w="1545546" h="163140">
                <a:moveTo>
                  <a:pt x="43429" y="88433"/>
                </a:moveTo>
                <a:lnTo>
                  <a:pt x="43429" y="132948"/>
                </a:lnTo>
                <a:cubicBezTo>
                  <a:pt x="43429" y="142565"/>
                  <a:pt x="44479" y="148539"/>
                  <a:pt x="46579" y="150869"/>
                </a:cubicBezTo>
                <a:cubicBezTo>
                  <a:pt x="49429" y="154174"/>
                  <a:pt x="53742" y="155826"/>
                  <a:pt x="59518" y="155826"/>
                </a:cubicBezTo>
                <a:lnTo>
                  <a:pt x="65368" y="155826"/>
                </a:lnTo>
                <a:lnTo>
                  <a:pt x="65368" y="159989"/>
                </a:lnTo>
                <a:lnTo>
                  <a:pt x="0" y="159989"/>
                </a:lnTo>
                <a:lnTo>
                  <a:pt x="0" y="155826"/>
                </a:lnTo>
                <a:lnTo>
                  <a:pt x="5738" y="155826"/>
                </a:lnTo>
                <a:cubicBezTo>
                  <a:pt x="12189" y="155826"/>
                  <a:pt x="16802" y="153726"/>
                  <a:pt x="19577" y="149526"/>
                </a:cubicBezTo>
                <a:cubicBezTo>
                  <a:pt x="21077" y="147201"/>
                  <a:pt x="21827" y="141688"/>
                  <a:pt x="21827" y="132987"/>
                </a:cubicBezTo>
                <a:lnTo>
                  <a:pt x="21827" y="34428"/>
                </a:lnTo>
                <a:cubicBezTo>
                  <a:pt x="21827" y="24827"/>
                  <a:pt x="20814" y="18864"/>
                  <a:pt x="18789" y="16539"/>
                </a:cubicBezTo>
                <a:cubicBezTo>
                  <a:pt x="15864" y="13239"/>
                  <a:pt x="11514" y="11589"/>
                  <a:pt x="5738" y="11589"/>
                </a:cubicBezTo>
                <a:lnTo>
                  <a:pt x="0" y="11589"/>
                </a:lnTo>
                <a:lnTo>
                  <a:pt x="0" y="7426"/>
                </a:lnTo>
                <a:lnTo>
                  <a:pt x="55917" y="7426"/>
                </a:lnTo>
                <a:cubicBezTo>
                  <a:pt x="69569" y="7426"/>
                  <a:pt x="80332" y="8831"/>
                  <a:pt x="88208" y="11641"/>
                </a:cubicBezTo>
                <a:cubicBezTo>
                  <a:pt x="96084" y="14449"/>
                  <a:pt x="102722" y="19186"/>
                  <a:pt x="108122" y="25853"/>
                </a:cubicBezTo>
                <a:cubicBezTo>
                  <a:pt x="113523" y="32519"/>
                  <a:pt x="116223" y="40422"/>
                  <a:pt x="116223" y="49561"/>
                </a:cubicBezTo>
                <a:cubicBezTo>
                  <a:pt x="116223" y="61995"/>
                  <a:pt x="112116" y="72108"/>
                  <a:pt x="103903" y="79900"/>
                </a:cubicBezTo>
                <a:cubicBezTo>
                  <a:pt x="95690" y="87689"/>
                  <a:pt x="84083" y="91583"/>
                  <a:pt x="69081" y="91583"/>
                </a:cubicBezTo>
                <a:cubicBezTo>
                  <a:pt x="65406" y="91583"/>
                  <a:pt x="61430" y="91321"/>
                  <a:pt x="57155" y="90796"/>
                </a:cubicBezTo>
                <a:cubicBezTo>
                  <a:pt x="52880" y="90271"/>
                  <a:pt x="48304" y="89483"/>
                  <a:pt x="43429" y="88433"/>
                </a:cubicBezTo>
                <a:moveTo>
                  <a:pt x="43429" y="81907"/>
                </a:moveTo>
                <a:cubicBezTo>
                  <a:pt x="47404" y="82657"/>
                  <a:pt x="50930" y="83220"/>
                  <a:pt x="54005" y="83595"/>
                </a:cubicBezTo>
                <a:cubicBezTo>
                  <a:pt x="57080" y="83970"/>
                  <a:pt x="59705" y="84158"/>
                  <a:pt x="61881" y="84158"/>
                </a:cubicBezTo>
                <a:cubicBezTo>
                  <a:pt x="69681" y="84158"/>
                  <a:pt x="76413" y="81138"/>
                  <a:pt x="82076" y="75100"/>
                </a:cubicBezTo>
                <a:cubicBezTo>
                  <a:pt x="87739" y="69062"/>
                  <a:pt x="90571" y="61243"/>
                  <a:pt x="90571" y="51642"/>
                </a:cubicBezTo>
                <a:cubicBezTo>
                  <a:pt x="90571" y="45042"/>
                  <a:pt x="89220" y="38910"/>
                  <a:pt x="86520" y="33247"/>
                </a:cubicBezTo>
                <a:cubicBezTo>
                  <a:pt x="83820" y="27584"/>
                  <a:pt x="79995" y="23346"/>
                  <a:pt x="75044" y="20533"/>
                </a:cubicBezTo>
                <a:cubicBezTo>
                  <a:pt x="70094" y="17720"/>
                  <a:pt x="64468" y="16314"/>
                  <a:pt x="58168" y="16314"/>
                </a:cubicBezTo>
                <a:cubicBezTo>
                  <a:pt x="54342" y="16314"/>
                  <a:pt x="49429" y="17027"/>
                  <a:pt x="43429" y="18452"/>
                </a:cubicBezTo>
                <a:lnTo>
                  <a:pt x="43429" y="81907"/>
                </a:lnTo>
                <a:close/>
                <a:moveTo>
                  <a:pt x="161550" y="54005"/>
                </a:moveTo>
                <a:lnTo>
                  <a:pt x="161550" y="77182"/>
                </a:lnTo>
                <a:cubicBezTo>
                  <a:pt x="170175" y="61731"/>
                  <a:pt x="179026" y="54005"/>
                  <a:pt x="188102" y="54005"/>
                </a:cubicBezTo>
                <a:cubicBezTo>
                  <a:pt x="192227" y="54005"/>
                  <a:pt x="195640" y="55261"/>
                  <a:pt x="198340" y="57774"/>
                </a:cubicBezTo>
                <a:cubicBezTo>
                  <a:pt x="201041" y="60287"/>
                  <a:pt x="202391" y="63193"/>
                  <a:pt x="202391" y="66493"/>
                </a:cubicBezTo>
                <a:cubicBezTo>
                  <a:pt x="202391" y="69419"/>
                  <a:pt x="201416" y="71894"/>
                  <a:pt x="199466" y="73919"/>
                </a:cubicBezTo>
                <a:cubicBezTo>
                  <a:pt x="197515" y="75944"/>
                  <a:pt x="195190" y="76957"/>
                  <a:pt x="192490" y="76957"/>
                </a:cubicBezTo>
                <a:cubicBezTo>
                  <a:pt x="189865" y="76957"/>
                  <a:pt x="186921" y="75663"/>
                  <a:pt x="183658" y="73075"/>
                </a:cubicBezTo>
                <a:cubicBezTo>
                  <a:pt x="180395" y="70488"/>
                  <a:pt x="177976" y="69194"/>
                  <a:pt x="176401" y="69194"/>
                </a:cubicBezTo>
                <a:cubicBezTo>
                  <a:pt x="175051" y="69194"/>
                  <a:pt x="173588" y="69941"/>
                  <a:pt x="172013" y="71437"/>
                </a:cubicBezTo>
                <a:cubicBezTo>
                  <a:pt x="168638" y="74505"/>
                  <a:pt x="165150" y="79555"/>
                  <a:pt x="161550" y="86587"/>
                </a:cubicBezTo>
                <a:lnTo>
                  <a:pt x="161550" y="135852"/>
                </a:lnTo>
                <a:cubicBezTo>
                  <a:pt x="161550" y="141536"/>
                  <a:pt x="162262" y="145838"/>
                  <a:pt x="163687" y="148756"/>
                </a:cubicBezTo>
                <a:cubicBezTo>
                  <a:pt x="164662" y="150776"/>
                  <a:pt x="166388" y="152460"/>
                  <a:pt x="168863" y="153808"/>
                </a:cubicBezTo>
                <a:cubicBezTo>
                  <a:pt x="171338" y="155154"/>
                  <a:pt x="174901" y="155826"/>
                  <a:pt x="179551" y="155826"/>
                </a:cubicBezTo>
                <a:lnTo>
                  <a:pt x="179551" y="159989"/>
                </a:lnTo>
                <a:lnTo>
                  <a:pt x="126784" y="159989"/>
                </a:lnTo>
                <a:lnTo>
                  <a:pt x="126784" y="155826"/>
                </a:lnTo>
                <a:cubicBezTo>
                  <a:pt x="132035" y="155826"/>
                  <a:pt x="135935" y="155004"/>
                  <a:pt x="138485" y="153358"/>
                </a:cubicBezTo>
                <a:cubicBezTo>
                  <a:pt x="140360" y="152160"/>
                  <a:pt x="141673" y="150251"/>
                  <a:pt x="142423" y="147631"/>
                </a:cubicBezTo>
                <a:cubicBezTo>
                  <a:pt x="142798" y="146358"/>
                  <a:pt x="142986" y="142728"/>
                  <a:pt x="142986" y="136742"/>
                </a:cubicBezTo>
                <a:lnTo>
                  <a:pt x="142986" y="96889"/>
                </a:lnTo>
                <a:cubicBezTo>
                  <a:pt x="142986" y="84913"/>
                  <a:pt x="142742" y="77785"/>
                  <a:pt x="142254" y="75505"/>
                </a:cubicBezTo>
                <a:cubicBezTo>
                  <a:pt x="141767" y="73222"/>
                  <a:pt x="140867" y="71556"/>
                  <a:pt x="139554" y="70509"/>
                </a:cubicBezTo>
                <a:cubicBezTo>
                  <a:pt x="138241" y="69461"/>
                  <a:pt x="136610" y="68937"/>
                  <a:pt x="134660" y="68937"/>
                </a:cubicBezTo>
                <a:cubicBezTo>
                  <a:pt x="132335" y="68937"/>
                  <a:pt x="129709" y="69498"/>
                  <a:pt x="126784" y="70621"/>
                </a:cubicBezTo>
                <a:lnTo>
                  <a:pt x="125659" y="66578"/>
                </a:lnTo>
                <a:lnTo>
                  <a:pt x="156824" y="54005"/>
                </a:lnTo>
                <a:lnTo>
                  <a:pt x="161550" y="54005"/>
                </a:lnTo>
                <a:close/>
                <a:moveTo>
                  <a:pt x="234411" y="0"/>
                </a:moveTo>
                <a:cubicBezTo>
                  <a:pt x="237561" y="0"/>
                  <a:pt x="240242" y="1112"/>
                  <a:pt x="242455" y="3337"/>
                </a:cubicBezTo>
                <a:cubicBezTo>
                  <a:pt x="244668" y="5559"/>
                  <a:pt x="245774" y="8253"/>
                  <a:pt x="245774" y="11420"/>
                </a:cubicBezTo>
                <a:cubicBezTo>
                  <a:pt x="245774" y="14586"/>
                  <a:pt x="244668" y="17301"/>
                  <a:pt x="242455" y="19563"/>
                </a:cubicBezTo>
                <a:cubicBezTo>
                  <a:pt x="240242" y="21822"/>
                  <a:pt x="237561" y="22952"/>
                  <a:pt x="234411" y="22952"/>
                </a:cubicBezTo>
                <a:cubicBezTo>
                  <a:pt x="231260" y="22952"/>
                  <a:pt x="228560" y="21822"/>
                  <a:pt x="226310" y="19563"/>
                </a:cubicBezTo>
                <a:cubicBezTo>
                  <a:pt x="224060" y="17301"/>
                  <a:pt x="222935" y="14586"/>
                  <a:pt x="222935" y="11420"/>
                </a:cubicBezTo>
                <a:cubicBezTo>
                  <a:pt x="222935" y="8253"/>
                  <a:pt x="224041" y="5559"/>
                  <a:pt x="226254" y="3337"/>
                </a:cubicBezTo>
                <a:cubicBezTo>
                  <a:pt x="228466" y="1112"/>
                  <a:pt x="231185" y="0"/>
                  <a:pt x="234411" y="0"/>
                </a:cubicBezTo>
                <a:moveTo>
                  <a:pt x="243749" y="54005"/>
                </a:moveTo>
                <a:lnTo>
                  <a:pt x="243749" y="136629"/>
                </a:lnTo>
                <a:cubicBezTo>
                  <a:pt x="243749" y="143066"/>
                  <a:pt x="244218" y="147351"/>
                  <a:pt x="245155" y="149484"/>
                </a:cubicBezTo>
                <a:cubicBezTo>
                  <a:pt x="246093" y="151617"/>
                  <a:pt x="247481" y="153207"/>
                  <a:pt x="249318" y="154255"/>
                </a:cubicBezTo>
                <a:cubicBezTo>
                  <a:pt x="251156" y="155303"/>
                  <a:pt x="254512" y="155826"/>
                  <a:pt x="259388" y="155826"/>
                </a:cubicBezTo>
                <a:lnTo>
                  <a:pt x="259388" y="159989"/>
                </a:lnTo>
                <a:lnTo>
                  <a:pt x="209321" y="159989"/>
                </a:lnTo>
                <a:lnTo>
                  <a:pt x="209321" y="155826"/>
                </a:lnTo>
                <a:cubicBezTo>
                  <a:pt x="214346" y="155826"/>
                  <a:pt x="217722" y="155340"/>
                  <a:pt x="219447" y="154367"/>
                </a:cubicBezTo>
                <a:cubicBezTo>
                  <a:pt x="221172" y="153395"/>
                  <a:pt x="222541" y="151785"/>
                  <a:pt x="223553" y="149540"/>
                </a:cubicBezTo>
                <a:cubicBezTo>
                  <a:pt x="224566" y="147294"/>
                  <a:pt x="225072" y="142991"/>
                  <a:pt x="225072" y="136629"/>
                </a:cubicBezTo>
                <a:lnTo>
                  <a:pt x="225072" y="97001"/>
                </a:lnTo>
                <a:cubicBezTo>
                  <a:pt x="225072" y="85849"/>
                  <a:pt x="224735" y="78627"/>
                  <a:pt x="224060" y="75336"/>
                </a:cubicBezTo>
                <a:cubicBezTo>
                  <a:pt x="223535" y="72940"/>
                  <a:pt x="222710" y="71275"/>
                  <a:pt x="221584" y="70340"/>
                </a:cubicBezTo>
                <a:cubicBezTo>
                  <a:pt x="220459" y="69405"/>
                  <a:pt x="218922" y="68937"/>
                  <a:pt x="216972" y="68937"/>
                </a:cubicBezTo>
                <a:cubicBezTo>
                  <a:pt x="214871" y="68937"/>
                  <a:pt x="212321" y="69498"/>
                  <a:pt x="209321" y="70621"/>
                </a:cubicBezTo>
                <a:lnTo>
                  <a:pt x="207746" y="66578"/>
                </a:lnTo>
                <a:lnTo>
                  <a:pt x="238798" y="54005"/>
                </a:lnTo>
                <a:lnTo>
                  <a:pt x="243749" y="54005"/>
                </a:lnTo>
                <a:close/>
                <a:moveTo>
                  <a:pt x="262632" y="56930"/>
                </a:moveTo>
                <a:lnTo>
                  <a:pt x="311124" y="56930"/>
                </a:lnTo>
                <a:lnTo>
                  <a:pt x="311124" y="61093"/>
                </a:lnTo>
                <a:lnTo>
                  <a:pt x="307974" y="61093"/>
                </a:lnTo>
                <a:cubicBezTo>
                  <a:pt x="305049" y="61093"/>
                  <a:pt x="302817" y="61806"/>
                  <a:pt x="301280" y="63231"/>
                </a:cubicBezTo>
                <a:cubicBezTo>
                  <a:pt x="299742" y="64656"/>
                  <a:pt x="298973" y="66568"/>
                  <a:pt x="298973" y="68969"/>
                </a:cubicBezTo>
                <a:cubicBezTo>
                  <a:pt x="298973" y="71594"/>
                  <a:pt x="299761" y="74707"/>
                  <a:pt x="301336" y="78307"/>
                </a:cubicBezTo>
                <a:lnTo>
                  <a:pt x="325300" y="135237"/>
                </a:lnTo>
                <a:lnTo>
                  <a:pt x="349378" y="76169"/>
                </a:lnTo>
                <a:cubicBezTo>
                  <a:pt x="351103" y="71969"/>
                  <a:pt x="351965" y="68781"/>
                  <a:pt x="351965" y="66606"/>
                </a:cubicBezTo>
                <a:cubicBezTo>
                  <a:pt x="351965" y="65556"/>
                  <a:pt x="351665" y="64693"/>
                  <a:pt x="351065" y="64018"/>
                </a:cubicBezTo>
                <a:cubicBezTo>
                  <a:pt x="350240" y="62893"/>
                  <a:pt x="349190" y="62124"/>
                  <a:pt x="347915" y="61712"/>
                </a:cubicBezTo>
                <a:cubicBezTo>
                  <a:pt x="346640" y="61299"/>
                  <a:pt x="344052" y="61093"/>
                  <a:pt x="340152" y="61093"/>
                </a:cubicBezTo>
                <a:lnTo>
                  <a:pt x="340152" y="56930"/>
                </a:lnTo>
                <a:lnTo>
                  <a:pt x="373792" y="56930"/>
                </a:lnTo>
                <a:lnTo>
                  <a:pt x="373792" y="61093"/>
                </a:lnTo>
                <a:cubicBezTo>
                  <a:pt x="369892" y="61393"/>
                  <a:pt x="367192" y="62181"/>
                  <a:pt x="365692" y="63456"/>
                </a:cubicBezTo>
                <a:cubicBezTo>
                  <a:pt x="363066" y="65706"/>
                  <a:pt x="360704" y="69456"/>
                  <a:pt x="358603" y="74707"/>
                </a:cubicBezTo>
                <a:lnTo>
                  <a:pt x="322038" y="163140"/>
                </a:lnTo>
                <a:lnTo>
                  <a:pt x="317425" y="163140"/>
                </a:lnTo>
                <a:lnTo>
                  <a:pt x="280634" y="76169"/>
                </a:lnTo>
                <a:cubicBezTo>
                  <a:pt x="278984" y="72119"/>
                  <a:pt x="277409" y="69212"/>
                  <a:pt x="275909" y="67450"/>
                </a:cubicBezTo>
                <a:cubicBezTo>
                  <a:pt x="274408" y="65687"/>
                  <a:pt x="272496" y="64206"/>
                  <a:pt x="270171" y="63006"/>
                </a:cubicBezTo>
                <a:cubicBezTo>
                  <a:pt x="268895" y="62331"/>
                  <a:pt x="266383" y="61693"/>
                  <a:pt x="262632" y="61093"/>
                </a:cubicBezTo>
                <a:lnTo>
                  <a:pt x="262632" y="56930"/>
                </a:lnTo>
                <a:close/>
                <a:moveTo>
                  <a:pt x="428736" y="145138"/>
                </a:moveTo>
                <a:cubicBezTo>
                  <a:pt x="418161" y="153314"/>
                  <a:pt x="411522" y="158039"/>
                  <a:pt x="408822" y="159314"/>
                </a:cubicBezTo>
                <a:cubicBezTo>
                  <a:pt x="404772" y="161264"/>
                  <a:pt x="400459" y="162239"/>
                  <a:pt x="395884" y="162239"/>
                </a:cubicBezTo>
                <a:cubicBezTo>
                  <a:pt x="388758" y="162239"/>
                  <a:pt x="382889" y="159802"/>
                  <a:pt x="378276" y="154926"/>
                </a:cubicBezTo>
                <a:cubicBezTo>
                  <a:pt x="373663" y="150051"/>
                  <a:pt x="371356" y="143638"/>
                  <a:pt x="371356" y="135687"/>
                </a:cubicBezTo>
                <a:cubicBezTo>
                  <a:pt x="371356" y="130662"/>
                  <a:pt x="372481" y="126311"/>
                  <a:pt x="374732" y="122636"/>
                </a:cubicBezTo>
                <a:cubicBezTo>
                  <a:pt x="377807" y="117535"/>
                  <a:pt x="383151" y="112735"/>
                  <a:pt x="390764" y="108235"/>
                </a:cubicBezTo>
                <a:cubicBezTo>
                  <a:pt x="398377" y="103734"/>
                  <a:pt x="411035" y="98259"/>
                  <a:pt x="428736" y="91808"/>
                </a:cubicBezTo>
                <a:lnTo>
                  <a:pt x="428736" y="87758"/>
                </a:lnTo>
                <a:cubicBezTo>
                  <a:pt x="428736" y="77482"/>
                  <a:pt x="427105" y="70431"/>
                  <a:pt x="423842" y="66606"/>
                </a:cubicBezTo>
                <a:cubicBezTo>
                  <a:pt x="420579" y="62781"/>
                  <a:pt x="415835" y="60868"/>
                  <a:pt x="409610" y="60868"/>
                </a:cubicBezTo>
                <a:cubicBezTo>
                  <a:pt x="404884" y="60868"/>
                  <a:pt x="401134" y="62138"/>
                  <a:pt x="398359" y="64679"/>
                </a:cubicBezTo>
                <a:cubicBezTo>
                  <a:pt x="395508" y="67220"/>
                  <a:pt x="394083" y="70135"/>
                  <a:pt x="394083" y="73423"/>
                </a:cubicBezTo>
                <a:lnTo>
                  <a:pt x="394308" y="79924"/>
                </a:lnTo>
                <a:cubicBezTo>
                  <a:pt x="394308" y="83361"/>
                  <a:pt x="393427" y="86013"/>
                  <a:pt x="391664" y="87881"/>
                </a:cubicBezTo>
                <a:cubicBezTo>
                  <a:pt x="389902" y="89749"/>
                  <a:pt x="387595" y="90683"/>
                  <a:pt x="384745" y="90683"/>
                </a:cubicBezTo>
                <a:cubicBezTo>
                  <a:pt x="381970" y="90683"/>
                  <a:pt x="379701" y="89712"/>
                  <a:pt x="377938" y="87768"/>
                </a:cubicBezTo>
                <a:cubicBezTo>
                  <a:pt x="376176" y="85823"/>
                  <a:pt x="375294" y="83167"/>
                  <a:pt x="375294" y="79801"/>
                </a:cubicBezTo>
                <a:cubicBezTo>
                  <a:pt x="375294" y="73372"/>
                  <a:pt x="378594" y="67465"/>
                  <a:pt x="385195" y="62081"/>
                </a:cubicBezTo>
                <a:cubicBezTo>
                  <a:pt x="391796" y="56697"/>
                  <a:pt x="401059" y="54005"/>
                  <a:pt x="412985" y="54005"/>
                </a:cubicBezTo>
                <a:cubicBezTo>
                  <a:pt x="422136" y="54005"/>
                  <a:pt x="429637" y="55540"/>
                  <a:pt x="435487" y="58611"/>
                </a:cubicBezTo>
                <a:cubicBezTo>
                  <a:pt x="439912" y="60934"/>
                  <a:pt x="443175" y="64568"/>
                  <a:pt x="445275" y="69514"/>
                </a:cubicBezTo>
                <a:cubicBezTo>
                  <a:pt x="446626" y="72734"/>
                  <a:pt x="447301" y="79327"/>
                  <a:pt x="447301" y="89291"/>
                </a:cubicBezTo>
                <a:lnTo>
                  <a:pt x="447301" y="124239"/>
                </a:lnTo>
                <a:cubicBezTo>
                  <a:pt x="447301" y="134053"/>
                  <a:pt x="447488" y="140066"/>
                  <a:pt x="447863" y="142276"/>
                </a:cubicBezTo>
                <a:cubicBezTo>
                  <a:pt x="448238" y="144486"/>
                  <a:pt x="448857" y="145967"/>
                  <a:pt x="449720" y="146717"/>
                </a:cubicBezTo>
                <a:cubicBezTo>
                  <a:pt x="450582" y="147464"/>
                  <a:pt x="451576" y="147838"/>
                  <a:pt x="452701" y="147838"/>
                </a:cubicBezTo>
                <a:cubicBezTo>
                  <a:pt x="453901" y="147838"/>
                  <a:pt x="454951" y="147576"/>
                  <a:pt x="455851" y="147051"/>
                </a:cubicBezTo>
                <a:cubicBezTo>
                  <a:pt x="457427" y="146076"/>
                  <a:pt x="460464" y="143338"/>
                  <a:pt x="464965" y="138837"/>
                </a:cubicBezTo>
                <a:lnTo>
                  <a:pt x="464965" y="145138"/>
                </a:lnTo>
                <a:cubicBezTo>
                  <a:pt x="456564" y="156389"/>
                  <a:pt x="448538" y="162014"/>
                  <a:pt x="440888" y="162014"/>
                </a:cubicBezTo>
                <a:cubicBezTo>
                  <a:pt x="437212" y="162014"/>
                  <a:pt x="434287" y="160739"/>
                  <a:pt x="432112" y="158189"/>
                </a:cubicBezTo>
                <a:cubicBezTo>
                  <a:pt x="429937" y="155639"/>
                  <a:pt x="428811" y="151289"/>
                  <a:pt x="428736" y="145138"/>
                </a:cubicBezTo>
                <a:moveTo>
                  <a:pt x="428736" y="137762"/>
                </a:moveTo>
                <a:lnTo>
                  <a:pt x="428736" y="98671"/>
                </a:lnTo>
                <a:cubicBezTo>
                  <a:pt x="417410" y="103151"/>
                  <a:pt x="410097" y="106324"/>
                  <a:pt x="406797" y="108192"/>
                </a:cubicBezTo>
                <a:cubicBezTo>
                  <a:pt x="400871" y="111479"/>
                  <a:pt x="396634" y="114914"/>
                  <a:pt x="394083" y="118498"/>
                </a:cubicBezTo>
                <a:cubicBezTo>
                  <a:pt x="391533" y="122082"/>
                  <a:pt x="390258" y="126002"/>
                  <a:pt x="390258" y="130259"/>
                </a:cubicBezTo>
                <a:cubicBezTo>
                  <a:pt x="390258" y="135636"/>
                  <a:pt x="391871" y="140097"/>
                  <a:pt x="395096" y="143644"/>
                </a:cubicBezTo>
                <a:cubicBezTo>
                  <a:pt x="398321" y="147190"/>
                  <a:pt x="402034" y="148963"/>
                  <a:pt x="406234" y="148963"/>
                </a:cubicBezTo>
                <a:cubicBezTo>
                  <a:pt x="411935" y="148963"/>
                  <a:pt x="419436" y="145229"/>
                  <a:pt x="428736" y="137762"/>
                </a:cubicBezTo>
                <a:close/>
                <a:moveTo>
                  <a:pt x="502670" y="22952"/>
                </a:moveTo>
                <a:lnTo>
                  <a:pt x="502670" y="56930"/>
                </a:lnTo>
                <a:lnTo>
                  <a:pt x="526747" y="56930"/>
                </a:lnTo>
                <a:lnTo>
                  <a:pt x="526747" y="64806"/>
                </a:lnTo>
                <a:lnTo>
                  <a:pt x="502670" y="64806"/>
                </a:lnTo>
                <a:lnTo>
                  <a:pt x="502670" y="131545"/>
                </a:lnTo>
                <a:cubicBezTo>
                  <a:pt x="502670" y="138214"/>
                  <a:pt x="503626" y="142710"/>
                  <a:pt x="505539" y="145032"/>
                </a:cubicBezTo>
                <a:cubicBezTo>
                  <a:pt x="507452" y="147353"/>
                  <a:pt x="509908" y="148513"/>
                  <a:pt x="512908" y="148513"/>
                </a:cubicBezTo>
                <a:cubicBezTo>
                  <a:pt x="515384" y="148513"/>
                  <a:pt x="517784" y="147744"/>
                  <a:pt x="520109" y="146207"/>
                </a:cubicBezTo>
                <a:cubicBezTo>
                  <a:pt x="522434" y="144669"/>
                  <a:pt x="524234" y="142400"/>
                  <a:pt x="525509" y="139400"/>
                </a:cubicBezTo>
                <a:lnTo>
                  <a:pt x="529897" y="139400"/>
                </a:lnTo>
                <a:cubicBezTo>
                  <a:pt x="527272" y="146772"/>
                  <a:pt x="523559" y="152347"/>
                  <a:pt x="518759" y="156125"/>
                </a:cubicBezTo>
                <a:cubicBezTo>
                  <a:pt x="513958" y="159901"/>
                  <a:pt x="509008" y="161789"/>
                  <a:pt x="503908" y="161789"/>
                </a:cubicBezTo>
                <a:cubicBezTo>
                  <a:pt x="500457" y="161789"/>
                  <a:pt x="497082" y="160832"/>
                  <a:pt x="493782" y="158917"/>
                </a:cubicBezTo>
                <a:cubicBezTo>
                  <a:pt x="490481" y="157002"/>
                  <a:pt x="488044" y="154262"/>
                  <a:pt x="486468" y="150697"/>
                </a:cubicBezTo>
                <a:cubicBezTo>
                  <a:pt x="484893" y="147129"/>
                  <a:pt x="484106" y="141628"/>
                  <a:pt x="484106" y="134193"/>
                </a:cubicBezTo>
                <a:lnTo>
                  <a:pt x="484106" y="64806"/>
                </a:lnTo>
                <a:lnTo>
                  <a:pt x="467792" y="64806"/>
                </a:lnTo>
                <a:lnTo>
                  <a:pt x="467792" y="61093"/>
                </a:lnTo>
                <a:cubicBezTo>
                  <a:pt x="471917" y="59438"/>
                  <a:pt x="476136" y="56636"/>
                  <a:pt x="480449" y="52686"/>
                </a:cubicBezTo>
                <a:cubicBezTo>
                  <a:pt x="484762" y="48737"/>
                  <a:pt x="488606" y="44054"/>
                  <a:pt x="491981" y="38637"/>
                </a:cubicBezTo>
                <a:cubicBezTo>
                  <a:pt x="493707" y="35779"/>
                  <a:pt x="496107" y="30551"/>
                  <a:pt x="499182" y="22952"/>
                </a:cubicBezTo>
                <a:lnTo>
                  <a:pt x="502670" y="22952"/>
                </a:lnTo>
                <a:close/>
                <a:moveTo>
                  <a:pt x="558342" y="95859"/>
                </a:moveTo>
                <a:cubicBezTo>
                  <a:pt x="558267" y="111125"/>
                  <a:pt x="561980" y="123099"/>
                  <a:pt x="569481" y="131781"/>
                </a:cubicBezTo>
                <a:cubicBezTo>
                  <a:pt x="576982" y="140461"/>
                  <a:pt x="585795" y="144800"/>
                  <a:pt x="595921" y="144800"/>
                </a:cubicBezTo>
                <a:cubicBezTo>
                  <a:pt x="602671" y="144800"/>
                  <a:pt x="608541" y="142944"/>
                  <a:pt x="613529" y="139231"/>
                </a:cubicBezTo>
                <a:cubicBezTo>
                  <a:pt x="618517" y="135518"/>
                  <a:pt x="622698" y="129162"/>
                  <a:pt x="626074" y="120161"/>
                </a:cubicBezTo>
                <a:lnTo>
                  <a:pt x="629561" y="122411"/>
                </a:lnTo>
                <a:cubicBezTo>
                  <a:pt x="627986" y="132687"/>
                  <a:pt x="623411" y="142044"/>
                  <a:pt x="615835" y="150482"/>
                </a:cubicBezTo>
                <a:cubicBezTo>
                  <a:pt x="608259" y="158920"/>
                  <a:pt x="598771" y="163140"/>
                  <a:pt x="587370" y="163140"/>
                </a:cubicBezTo>
                <a:cubicBezTo>
                  <a:pt x="574994" y="163140"/>
                  <a:pt x="564399" y="158331"/>
                  <a:pt x="555586" y="148714"/>
                </a:cubicBezTo>
                <a:cubicBezTo>
                  <a:pt x="546773" y="139094"/>
                  <a:pt x="542366" y="126162"/>
                  <a:pt x="542366" y="109919"/>
                </a:cubicBezTo>
                <a:cubicBezTo>
                  <a:pt x="542366" y="92330"/>
                  <a:pt x="546885" y="78614"/>
                  <a:pt x="555924" y="68772"/>
                </a:cubicBezTo>
                <a:cubicBezTo>
                  <a:pt x="564962" y="58927"/>
                  <a:pt x="576307" y="54005"/>
                  <a:pt x="589958" y="54005"/>
                </a:cubicBezTo>
                <a:cubicBezTo>
                  <a:pt x="601509" y="54005"/>
                  <a:pt x="610997" y="57802"/>
                  <a:pt x="618423" y="65396"/>
                </a:cubicBezTo>
                <a:cubicBezTo>
                  <a:pt x="625849" y="72989"/>
                  <a:pt x="629561" y="83143"/>
                  <a:pt x="629561" y="95859"/>
                </a:cubicBezTo>
                <a:lnTo>
                  <a:pt x="558342" y="95859"/>
                </a:lnTo>
                <a:moveTo>
                  <a:pt x="558342" y="89333"/>
                </a:moveTo>
                <a:lnTo>
                  <a:pt x="606047" y="89333"/>
                </a:lnTo>
                <a:cubicBezTo>
                  <a:pt x="605672" y="82732"/>
                  <a:pt x="604884" y="78082"/>
                  <a:pt x="603684" y="75382"/>
                </a:cubicBezTo>
                <a:cubicBezTo>
                  <a:pt x="601809" y="71181"/>
                  <a:pt x="599015" y="67881"/>
                  <a:pt x="595302" y="65481"/>
                </a:cubicBezTo>
                <a:cubicBezTo>
                  <a:pt x="591589" y="63081"/>
                  <a:pt x="587708" y="61881"/>
                  <a:pt x="583657" y="61881"/>
                </a:cubicBezTo>
                <a:cubicBezTo>
                  <a:pt x="577432" y="61881"/>
                  <a:pt x="571862" y="64299"/>
                  <a:pt x="566949" y="69137"/>
                </a:cubicBezTo>
                <a:cubicBezTo>
                  <a:pt x="562037" y="73975"/>
                  <a:pt x="559168" y="80707"/>
                  <a:pt x="558342" y="89333"/>
                </a:cubicBezTo>
                <a:close/>
                <a:moveTo>
                  <a:pt x="733091" y="22952"/>
                </a:moveTo>
                <a:lnTo>
                  <a:pt x="733091" y="56930"/>
                </a:lnTo>
                <a:lnTo>
                  <a:pt x="757168" y="56930"/>
                </a:lnTo>
                <a:lnTo>
                  <a:pt x="757168" y="64806"/>
                </a:lnTo>
                <a:lnTo>
                  <a:pt x="733091" y="64806"/>
                </a:lnTo>
                <a:lnTo>
                  <a:pt x="733091" y="131545"/>
                </a:lnTo>
                <a:cubicBezTo>
                  <a:pt x="733091" y="138214"/>
                  <a:pt x="734047" y="142710"/>
                  <a:pt x="735960" y="145032"/>
                </a:cubicBezTo>
                <a:cubicBezTo>
                  <a:pt x="737872" y="147353"/>
                  <a:pt x="740329" y="148513"/>
                  <a:pt x="743329" y="148513"/>
                </a:cubicBezTo>
                <a:cubicBezTo>
                  <a:pt x="745804" y="148513"/>
                  <a:pt x="748205" y="147744"/>
                  <a:pt x="750530" y="146207"/>
                </a:cubicBezTo>
                <a:cubicBezTo>
                  <a:pt x="752855" y="144669"/>
                  <a:pt x="754655" y="142400"/>
                  <a:pt x="755930" y="139400"/>
                </a:cubicBezTo>
                <a:lnTo>
                  <a:pt x="760318" y="139400"/>
                </a:lnTo>
                <a:cubicBezTo>
                  <a:pt x="757693" y="146772"/>
                  <a:pt x="753980" y="152347"/>
                  <a:pt x="749180" y="156125"/>
                </a:cubicBezTo>
                <a:cubicBezTo>
                  <a:pt x="744379" y="159901"/>
                  <a:pt x="739429" y="161789"/>
                  <a:pt x="734328" y="161789"/>
                </a:cubicBezTo>
                <a:cubicBezTo>
                  <a:pt x="730878" y="161789"/>
                  <a:pt x="727503" y="160832"/>
                  <a:pt x="724202" y="158917"/>
                </a:cubicBezTo>
                <a:cubicBezTo>
                  <a:pt x="720902" y="157002"/>
                  <a:pt x="718464" y="154262"/>
                  <a:pt x="716889" y="150697"/>
                </a:cubicBezTo>
                <a:cubicBezTo>
                  <a:pt x="715314" y="147129"/>
                  <a:pt x="714527" y="141628"/>
                  <a:pt x="714527" y="134193"/>
                </a:cubicBezTo>
                <a:lnTo>
                  <a:pt x="714527" y="64806"/>
                </a:lnTo>
                <a:lnTo>
                  <a:pt x="698213" y="64806"/>
                </a:lnTo>
                <a:lnTo>
                  <a:pt x="698213" y="61093"/>
                </a:lnTo>
                <a:cubicBezTo>
                  <a:pt x="702338" y="59438"/>
                  <a:pt x="706557" y="56636"/>
                  <a:pt x="710870" y="52686"/>
                </a:cubicBezTo>
                <a:cubicBezTo>
                  <a:pt x="715183" y="48737"/>
                  <a:pt x="719027" y="44054"/>
                  <a:pt x="722402" y="38637"/>
                </a:cubicBezTo>
                <a:cubicBezTo>
                  <a:pt x="724127" y="35779"/>
                  <a:pt x="726528" y="30551"/>
                  <a:pt x="729603" y="22952"/>
                </a:cubicBezTo>
                <a:lnTo>
                  <a:pt x="733091" y="22952"/>
                </a:lnTo>
                <a:close/>
                <a:moveTo>
                  <a:pt x="788763" y="95859"/>
                </a:moveTo>
                <a:cubicBezTo>
                  <a:pt x="788688" y="111125"/>
                  <a:pt x="792401" y="123099"/>
                  <a:pt x="799902" y="131781"/>
                </a:cubicBezTo>
                <a:cubicBezTo>
                  <a:pt x="807402" y="140461"/>
                  <a:pt x="816216" y="144800"/>
                  <a:pt x="826342" y="144800"/>
                </a:cubicBezTo>
                <a:cubicBezTo>
                  <a:pt x="833092" y="144800"/>
                  <a:pt x="838962" y="142944"/>
                  <a:pt x="843949" y="139231"/>
                </a:cubicBezTo>
                <a:cubicBezTo>
                  <a:pt x="848937" y="135518"/>
                  <a:pt x="853119" y="129162"/>
                  <a:pt x="856494" y="120161"/>
                </a:cubicBezTo>
                <a:lnTo>
                  <a:pt x="859982" y="122411"/>
                </a:lnTo>
                <a:cubicBezTo>
                  <a:pt x="858407" y="132687"/>
                  <a:pt x="853832" y="142044"/>
                  <a:pt x="846256" y="150482"/>
                </a:cubicBezTo>
                <a:cubicBezTo>
                  <a:pt x="838680" y="158920"/>
                  <a:pt x="829192" y="163140"/>
                  <a:pt x="817791" y="163140"/>
                </a:cubicBezTo>
                <a:cubicBezTo>
                  <a:pt x="805415" y="163140"/>
                  <a:pt x="794820" y="158331"/>
                  <a:pt x="786007" y="148714"/>
                </a:cubicBezTo>
                <a:cubicBezTo>
                  <a:pt x="777193" y="139094"/>
                  <a:pt x="772787" y="126162"/>
                  <a:pt x="772787" y="109919"/>
                </a:cubicBezTo>
                <a:cubicBezTo>
                  <a:pt x="772787" y="92330"/>
                  <a:pt x="777306" y="78614"/>
                  <a:pt x="786344" y="68772"/>
                </a:cubicBezTo>
                <a:cubicBezTo>
                  <a:pt x="795383" y="58927"/>
                  <a:pt x="806727" y="54005"/>
                  <a:pt x="820379" y="54005"/>
                </a:cubicBezTo>
                <a:cubicBezTo>
                  <a:pt x="831930" y="54005"/>
                  <a:pt x="841418" y="57802"/>
                  <a:pt x="848844" y="65396"/>
                </a:cubicBezTo>
                <a:cubicBezTo>
                  <a:pt x="856269" y="72989"/>
                  <a:pt x="859982" y="83143"/>
                  <a:pt x="859982" y="95859"/>
                </a:cubicBezTo>
                <a:lnTo>
                  <a:pt x="788763" y="95859"/>
                </a:lnTo>
                <a:moveTo>
                  <a:pt x="788763" y="89333"/>
                </a:moveTo>
                <a:lnTo>
                  <a:pt x="836468" y="89333"/>
                </a:lnTo>
                <a:cubicBezTo>
                  <a:pt x="836093" y="82732"/>
                  <a:pt x="835305" y="78082"/>
                  <a:pt x="834105" y="75382"/>
                </a:cubicBezTo>
                <a:cubicBezTo>
                  <a:pt x="832230" y="71181"/>
                  <a:pt x="829436" y="67881"/>
                  <a:pt x="825723" y="65481"/>
                </a:cubicBezTo>
                <a:cubicBezTo>
                  <a:pt x="822010" y="63081"/>
                  <a:pt x="818128" y="61881"/>
                  <a:pt x="814078" y="61881"/>
                </a:cubicBezTo>
                <a:cubicBezTo>
                  <a:pt x="807852" y="61881"/>
                  <a:pt x="802283" y="64299"/>
                  <a:pt x="797370" y="69137"/>
                </a:cubicBezTo>
                <a:cubicBezTo>
                  <a:pt x="792457" y="73975"/>
                  <a:pt x="789588" y="80707"/>
                  <a:pt x="788763" y="89333"/>
                </a:cubicBezTo>
                <a:close/>
                <a:moveTo>
                  <a:pt x="940441" y="54005"/>
                </a:moveTo>
                <a:lnTo>
                  <a:pt x="940441" y="88883"/>
                </a:lnTo>
                <a:lnTo>
                  <a:pt x="936728" y="88883"/>
                </a:lnTo>
                <a:cubicBezTo>
                  <a:pt x="933878" y="77944"/>
                  <a:pt x="930221" y="70503"/>
                  <a:pt x="925758" y="66560"/>
                </a:cubicBezTo>
                <a:cubicBezTo>
                  <a:pt x="921295" y="62615"/>
                  <a:pt x="915614" y="60643"/>
                  <a:pt x="908713" y="60643"/>
                </a:cubicBezTo>
                <a:cubicBezTo>
                  <a:pt x="903463" y="60643"/>
                  <a:pt x="899225" y="62029"/>
                  <a:pt x="895999" y="64802"/>
                </a:cubicBezTo>
                <a:cubicBezTo>
                  <a:pt x="892774" y="67573"/>
                  <a:pt x="891161" y="70645"/>
                  <a:pt x="891161" y="74018"/>
                </a:cubicBezTo>
                <a:cubicBezTo>
                  <a:pt x="891161" y="78213"/>
                  <a:pt x="892362" y="81809"/>
                  <a:pt x="894762" y="84804"/>
                </a:cubicBezTo>
                <a:cubicBezTo>
                  <a:pt x="897087" y="87877"/>
                  <a:pt x="901812" y="91137"/>
                  <a:pt x="908938" y="94582"/>
                </a:cubicBezTo>
                <a:lnTo>
                  <a:pt x="925365" y="102563"/>
                </a:lnTo>
                <a:cubicBezTo>
                  <a:pt x="940591" y="109980"/>
                  <a:pt x="948204" y="119758"/>
                  <a:pt x="948204" y="131897"/>
                </a:cubicBezTo>
                <a:cubicBezTo>
                  <a:pt x="948204" y="141261"/>
                  <a:pt x="944660" y="148810"/>
                  <a:pt x="937572" y="154543"/>
                </a:cubicBezTo>
                <a:cubicBezTo>
                  <a:pt x="930484" y="160274"/>
                  <a:pt x="922552" y="163140"/>
                  <a:pt x="913776" y="163140"/>
                </a:cubicBezTo>
                <a:cubicBezTo>
                  <a:pt x="907475" y="163140"/>
                  <a:pt x="900275" y="162014"/>
                  <a:pt x="892174" y="159764"/>
                </a:cubicBezTo>
                <a:cubicBezTo>
                  <a:pt x="889699" y="159014"/>
                  <a:pt x="887674" y="158639"/>
                  <a:pt x="886099" y="158639"/>
                </a:cubicBezTo>
                <a:cubicBezTo>
                  <a:pt x="884373" y="158639"/>
                  <a:pt x="883023" y="159614"/>
                  <a:pt x="882048" y="161564"/>
                </a:cubicBezTo>
                <a:lnTo>
                  <a:pt x="878335" y="161564"/>
                </a:lnTo>
                <a:lnTo>
                  <a:pt x="878335" y="124661"/>
                </a:lnTo>
                <a:lnTo>
                  <a:pt x="882048" y="124661"/>
                </a:lnTo>
                <a:cubicBezTo>
                  <a:pt x="884148" y="135200"/>
                  <a:pt x="888161" y="143141"/>
                  <a:pt x="894087" y="148485"/>
                </a:cubicBezTo>
                <a:cubicBezTo>
                  <a:pt x="900012" y="153829"/>
                  <a:pt x="906650" y="156501"/>
                  <a:pt x="914001" y="156501"/>
                </a:cubicBezTo>
                <a:cubicBezTo>
                  <a:pt x="919177" y="156501"/>
                  <a:pt x="923396" y="154985"/>
                  <a:pt x="926658" y="151952"/>
                </a:cubicBezTo>
                <a:cubicBezTo>
                  <a:pt x="929921" y="148916"/>
                  <a:pt x="931553" y="145263"/>
                  <a:pt x="931553" y="140993"/>
                </a:cubicBezTo>
                <a:cubicBezTo>
                  <a:pt x="931553" y="135822"/>
                  <a:pt x="929734" y="131476"/>
                  <a:pt x="926096" y="127956"/>
                </a:cubicBezTo>
                <a:cubicBezTo>
                  <a:pt x="922458" y="124435"/>
                  <a:pt x="915201" y="119978"/>
                  <a:pt x="904325" y="114584"/>
                </a:cubicBezTo>
                <a:cubicBezTo>
                  <a:pt x="893449" y="109189"/>
                  <a:pt x="886324" y="104318"/>
                  <a:pt x="882948" y="99972"/>
                </a:cubicBezTo>
                <a:cubicBezTo>
                  <a:pt x="879573" y="95702"/>
                  <a:pt x="877885" y="90307"/>
                  <a:pt x="877885" y="83788"/>
                </a:cubicBezTo>
                <a:cubicBezTo>
                  <a:pt x="877885" y="75322"/>
                  <a:pt x="880792" y="68242"/>
                  <a:pt x="886605" y="62549"/>
                </a:cubicBezTo>
                <a:cubicBezTo>
                  <a:pt x="892418" y="56853"/>
                  <a:pt x="899937" y="54005"/>
                  <a:pt x="909163" y="54005"/>
                </a:cubicBezTo>
                <a:cubicBezTo>
                  <a:pt x="913213" y="54005"/>
                  <a:pt x="918126" y="54867"/>
                  <a:pt x="923902" y="56593"/>
                </a:cubicBezTo>
                <a:cubicBezTo>
                  <a:pt x="927727" y="57718"/>
                  <a:pt x="930277" y="58280"/>
                  <a:pt x="931553" y="58280"/>
                </a:cubicBezTo>
                <a:cubicBezTo>
                  <a:pt x="932753" y="58280"/>
                  <a:pt x="933690" y="58018"/>
                  <a:pt x="934365" y="57493"/>
                </a:cubicBezTo>
                <a:cubicBezTo>
                  <a:pt x="935040" y="56968"/>
                  <a:pt x="935828" y="55805"/>
                  <a:pt x="936728" y="54005"/>
                </a:cubicBezTo>
                <a:lnTo>
                  <a:pt x="940441" y="54005"/>
                </a:lnTo>
                <a:close/>
                <a:moveTo>
                  <a:pt x="989111" y="22952"/>
                </a:moveTo>
                <a:lnTo>
                  <a:pt x="989111" y="56930"/>
                </a:lnTo>
                <a:lnTo>
                  <a:pt x="1013188" y="56930"/>
                </a:lnTo>
                <a:lnTo>
                  <a:pt x="1013188" y="64806"/>
                </a:lnTo>
                <a:lnTo>
                  <a:pt x="989111" y="64806"/>
                </a:lnTo>
                <a:lnTo>
                  <a:pt x="989111" y="131545"/>
                </a:lnTo>
                <a:cubicBezTo>
                  <a:pt x="989111" y="138214"/>
                  <a:pt x="990067" y="142710"/>
                  <a:pt x="991980" y="145032"/>
                </a:cubicBezTo>
                <a:cubicBezTo>
                  <a:pt x="993893" y="147353"/>
                  <a:pt x="996349" y="148513"/>
                  <a:pt x="999349" y="148513"/>
                </a:cubicBezTo>
                <a:cubicBezTo>
                  <a:pt x="1001825" y="148513"/>
                  <a:pt x="1004225" y="147744"/>
                  <a:pt x="1006550" y="146207"/>
                </a:cubicBezTo>
                <a:cubicBezTo>
                  <a:pt x="1008875" y="144669"/>
                  <a:pt x="1010675" y="142400"/>
                  <a:pt x="1011951" y="139400"/>
                </a:cubicBezTo>
                <a:lnTo>
                  <a:pt x="1016338" y="139400"/>
                </a:lnTo>
                <a:cubicBezTo>
                  <a:pt x="1013713" y="146772"/>
                  <a:pt x="1010000" y="152347"/>
                  <a:pt x="1005200" y="156125"/>
                </a:cubicBezTo>
                <a:cubicBezTo>
                  <a:pt x="1000400" y="159901"/>
                  <a:pt x="995449" y="161789"/>
                  <a:pt x="990349" y="161789"/>
                </a:cubicBezTo>
                <a:cubicBezTo>
                  <a:pt x="986898" y="161789"/>
                  <a:pt x="983523" y="160832"/>
                  <a:pt x="980223" y="158917"/>
                </a:cubicBezTo>
                <a:cubicBezTo>
                  <a:pt x="976922" y="157002"/>
                  <a:pt x="974485" y="154262"/>
                  <a:pt x="972910" y="150697"/>
                </a:cubicBezTo>
                <a:cubicBezTo>
                  <a:pt x="971334" y="147129"/>
                  <a:pt x="970547" y="141628"/>
                  <a:pt x="970547" y="134193"/>
                </a:cubicBezTo>
                <a:lnTo>
                  <a:pt x="970547" y="64806"/>
                </a:lnTo>
                <a:lnTo>
                  <a:pt x="954233" y="64806"/>
                </a:lnTo>
                <a:lnTo>
                  <a:pt x="954233" y="61093"/>
                </a:lnTo>
                <a:cubicBezTo>
                  <a:pt x="958358" y="59438"/>
                  <a:pt x="962577" y="56636"/>
                  <a:pt x="966890" y="52686"/>
                </a:cubicBezTo>
                <a:cubicBezTo>
                  <a:pt x="971203" y="48737"/>
                  <a:pt x="975047" y="44054"/>
                  <a:pt x="978423" y="38637"/>
                </a:cubicBezTo>
                <a:cubicBezTo>
                  <a:pt x="980148" y="35779"/>
                  <a:pt x="982548" y="30551"/>
                  <a:pt x="985623" y="22952"/>
                </a:cubicBezTo>
                <a:lnTo>
                  <a:pt x="989111" y="22952"/>
                </a:lnTo>
                <a:close/>
                <a:moveTo>
                  <a:pt x="1166143" y="120836"/>
                </a:moveTo>
                <a:cubicBezTo>
                  <a:pt x="1163368" y="134412"/>
                  <a:pt x="1157930" y="144857"/>
                  <a:pt x="1149829" y="152170"/>
                </a:cubicBezTo>
                <a:cubicBezTo>
                  <a:pt x="1141728" y="159483"/>
                  <a:pt x="1132765" y="163140"/>
                  <a:pt x="1122939" y="163140"/>
                </a:cubicBezTo>
                <a:cubicBezTo>
                  <a:pt x="1111238" y="163140"/>
                  <a:pt x="1101037" y="158232"/>
                  <a:pt x="1092336" y="148418"/>
                </a:cubicBezTo>
                <a:cubicBezTo>
                  <a:pt x="1083635" y="138602"/>
                  <a:pt x="1079285" y="125339"/>
                  <a:pt x="1079285" y="108628"/>
                </a:cubicBezTo>
                <a:cubicBezTo>
                  <a:pt x="1079285" y="92443"/>
                  <a:pt x="1084104" y="79294"/>
                  <a:pt x="1093743" y="69180"/>
                </a:cubicBezTo>
                <a:cubicBezTo>
                  <a:pt x="1103381" y="59063"/>
                  <a:pt x="1114951" y="54005"/>
                  <a:pt x="1128452" y="54005"/>
                </a:cubicBezTo>
                <a:cubicBezTo>
                  <a:pt x="1138578" y="54005"/>
                  <a:pt x="1146904" y="56678"/>
                  <a:pt x="1153429" y="62025"/>
                </a:cubicBezTo>
                <a:cubicBezTo>
                  <a:pt x="1159955" y="67369"/>
                  <a:pt x="1163218" y="72919"/>
                  <a:pt x="1163218" y="78676"/>
                </a:cubicBezTo>
                <a:cubicBezTo>
                  <a:pt x="1163218" y="81517"/>
                  <a:pt x="1162299" y="83816"/>
                  <a:pt x="1160461" y="85574"/>
                </a:cubicBezTo>
                <a:cubicBezTo>
                  <a:pt x="1158623" y="87330"/>
                  <a:pt x="1156054" y="88208"/>
                  <a:pt x="1152754" y="88208"/>
                </a:cubicBezTo>
                <a:cubicBezTo>
                  <a:pt x="1148329" y="88208"/>
                  <a:pt x="1144991" y="86783"/>
                  <a:pt x="1142741" y="83932"/>
                </a:cubicBezTo>
                <a:cubicBezTo>
                  <a:pt x="1141466" y="82357"/>
                  <a:pt x="1140622" y="79357"/>
                  <a:pt x="1140209" y="74932"/>
                </a:cubicBezTo>
                <a:cubicBezTo>
                  <a:pt x="1139797" y="70506"/>
                  <a:pt x="1138278" y="67131"/>
                  <a:pt x="1135653" y="64806"/>
                </a:cubicBezTo>
                <a:cubicBezTo>
                  <a:pt x="1133027" y="62556"/>
                  <a:pt x="1129390" y="61430"/>
                  <a:pt x="1124739" y="61430"/>
                </a:cubicBezTo>
                <a:cubicBezTo>
                  <a:pt x="1117238" y="61430"/>
                  <a:pt x="1111200" y="64206"/>
                  <a:pt x="1106625" y="69756"/>
                </a:cubicBezTo>
                <a:cubicBezTo>
                  <a:pt x="1100549" y="77107"/>
                  <a:pt x="1097512" y="86820"/>
                  <a:pt x="1097512" y="98896"/>
                </a:cubicBezTo>
                <a:cubicBezTo>
                  <a:pt x="1097512" y="111197"/>
                  <a:pt x="1100531" y="122055"/>
                  <a:pt x="1106569" y="131468"/>
                </a:cubicBezTo>
                <a:cubicBezTo>
                  <a:pt x="1112607" y="140881"/>
                  <a:pt x="1120764" y="145588"/>
                  <a:pt x="1131040" y="145588"/>
                </a:cubicBezTo>
                <a:cubicBezTo>
                  <a:pt x="1138390" y="145588"/>
                  <a:pt x="1144991" y="143075"/>
                  <a:pt x="1150841" y="138050"/>
                </a:cubicBezTo>
                <a:cubicBezTo>
                  <a:pt x="1154967" y="134600"/>
                  <a:pt x="1158980" y="128336"/>
                  <a:pt x="1162880" y="119261"/>
                </a:cubicBezTo>
                <a:lnTo>
                  <a:pt x="1166143" y="120836"/>
                </a:lnTo>
                <a:close/>
                <a:moveTo>
                  <a:pt x="1239401" y="145138"/>
                </a:moveTo>
                <a:cubicBezTo>
                  <a:pt x="1228826" y="153314"/>
                  <a:pt x="1222187" y="158039"/>
                  <a:pt x="1219487" y="159314"/>
                </a:cubicBezTo>
                <a:cubicBezTo>
                  <a:pt x="1215437" y="161264"/>
                  <a:pt x="1211124" y="162239"/>
                  <a:pt x="1206549" y="162239"/>
                </a:cubicBezTo>
                <a:cubicBezTo>
                  <a:pt x="1199423" y="162239"/>
                  <a:pt x="1193554" y="159802"/>
                  <a:pt x="1188941" y="154926"/>
                </a:cubicBezTo>
                <a:cubicBezTo>
                  <a:pt x="1184328" y="150051"/>
                  <a:pt x="1182021" y="143638"/>
                  <a:pt x="1182021" y="135687"/>
                </a:cubicBezTo>
                <a:cubicBezTo>
                  <a:pt x="1182021" y="130662"/>
                  <a:pt x="1183146" y="126311"/>
                  <a:pt x="1185397" y="122636"/>
                </a:cubicBezTo>
                <a:cubicBezTo>
                  <a:pt x="1188472" y="117535"/>
                  <a:pt x="1193816" y="112735"/>
                  <a:pt x="1201429" y="108235"/>
                </a:cubicBezTo>
                <a:cubicBezTo>
                  <a:pt x="1209043" y="103734"/>
                  <a:pt x="1221700" y="98259"/>
                  <a:pt x="1239401" y="91808"/>
                </a:cubicBezTo>
                <a:lnTo>
                  <a:pt x="1239401" y="87758"/>
                </a:lnTo>
                <a:cubicBezTo>
                  <a:pt x="1239401" y="77482"/>
                  <a:pt x="1237770" y="70431"/>
                  <a:pt x="1234507" y="66606"/>
                </a:cubicBezTo>
                <a:cubicBezTo>
                  <a:pt x="1231245" y="62781"/>
                  <a:pt x="1226500" y="60868"/>
                  <a:pt x="1220275" y="60868"/>
                </a:cubicBezTo>
                <a:cubicBezTo>
                  <a:pt x="1215549" y="60868"/>
                  <a:pt x="1211799" y="62138"/>
                  <a:pt x="1209024" y="64679"/>
                </a:cubicBezTo>
                <a:cubicBezTo>
                  <a:pt x="1206174" y="67220"/>
                  <a:pt x="1204748" y="70135"/>
                  <a:pt x="1204748" y="73423"/>
                </a:cubicBezTo>
                <a:lnTo>
                  <a:pt x="1204973" y="79924"/>
                </a:lnTo>
                <a:cubicBezTo>
                  <a:pt x="1204973" y="83361"/>
                  <a:pt x="1204092" y="86013"/>
                  <a:pt x="1202329" y="87881"/>
                </a:cubicBezTo>
                <a:cubicBezTo>
                  <a:pt x="1200567" y="89749"/>
                  <a:pt x="1198260" y="90683"/>
                  <a:pt x="1195410" y="90683"/>
                </a:cubicBezTo>
                <a:cubicBezTo>
                  <a:pt x="1192635" y="90683"/>
                  <a:pt x="1190366" y="89712"/>
                  <a:pt x="1188603" y="87768"/>
                </a:cubicBezTo>
                <a:cubicBezTo>
                  <a:pt x="1186841" y="85823"/>
                  <a:pt x="1185959" y="83167"/>
                  <a:pt x="1185959" y="79801"/>
                </a:cubicBezTo>
                <a:cubicBezTo>
                  <a:pt x="1185959" y="73372"/>
                  <a:pt x="1189260" y="67465"/>
                  <a:pt x="1195860" y="62081"/>
                </a:cubicBezTo>
                <a:cubicBezTo>
                  <a:pt x="1202461" y="56697"/>
                  <a:pt x="1211724" y="54005"/>
                  <a:pt x="1223650" y="54005"/>
                </a:cubicBezTo>
                <a:cubicBezTo>
                  <a:pt x="1232801" y="54005"/>
                  <a:pt x="1240302" y="55540"/>
                  <a:pt x="1246152" y="58611"/>
                </a:cubicBezTo>
                <a:cubicBezTo>
                  <a:pt x="1250577" y="60934"/>
                  <a:pt x="1253840" y="64568"/>
                  <a:pt x="1255940" y="69514"/>
                </a:cubicBezTo>
                <a:cubicBezTo>
                  <a:pt x="1257291" y="72734"/>
                  <a:pt x="1257966" y="79327"/>
                  <a:pt x="1257966" y="89291"/>
                </a:cubicBezTo>
                <a:lnTo>
                  <a:pt x="1257966" y="124239"/>
                </a:lnTo>
                <a:cubicBezTo>
                  <a:pt x="1257966" y="134053"/>
                  <a:pt x="1258153" y="140066"/>
                  <a:pt x="1258528" y="142276"/>
                </a:cubicBezTo>
                <a:cubicBezTo>
                  <a:pt x="1258903" y="144486"/>
                  <a:pt x="1259522" y="145967"/>
                  <a:pt x="1260385" y="146717"/>
                </a:cubicBezTo>
                <a:cubicBezTo>
                  <a:pt x="1261247" y="147464"/>
                  <a:pt x="1262241" y="147838"/>
                  <a:pt x="1263366" y="147838"/>
                </a:cubicBezTo>
                <a:cubicBezTo>
                  <a:pt x="1264566" y="147838"/>
                  <a:pt x="1265616" y="147576"/>
                  <a:pt x="1266516" y="147051"/>
                </a:cubicBezTo>
                <a:cubicBezTo>
                  <a:pt x="1268092" y="146076"/>
                  <a:pt x="1271129" y="143338"/>
                  <a:pt x="1275630" y="138837"/>
                </a:cubicBezTo>
                <a:lnTo>
                  <a:pt x="1275630" y="145138"/>
                </a:lnTo>
                <a:cubicBezTo>
                  <a:pt x="1267229" y="156389"/>
                  <a:pt x="1259203" y="162014"/>
                  <a:pt x="1251553" y="162014"/>
                </a:cubicBezTo>
                <a:cubicBezTo>
                  <a:pt x="1247877" y="162014"/>
                  <a:pt x="1244952" y="160739"/>
                  <a:pt x="1242777" y="158189"/>
                </a:cubicBezTo>
                <a:cubicBezTo>
                  <a:pt x="1240602" y="155639"/>
                  <a:pt x="1239476" y="151289"/>
                  <a:pt x="1239401" y="145138"/>
                </a:cubicBezTo>
                <a:moveTo>
                  <a:pt x="1239401" y="137762"/>
                </a:moveTo>
                <a:lnTo>
                  <a:pt x="1239401" y="98671"/>
                </a:lnTo>
                <a:cubicBezTo>
                  <a:pt x="1228075" y="103151"/>
                  <a:pt x="1220762" y="106324"/>
                  <a:pt x="1217462" y="108192"/>
                </a:cubicBezTo>
                <a:cubicBezTo>
                  <a:pt x="1211537" y="111479"/>
                  <a:pt x="1207299" y="114914"/>
                  <a:pt x="1204748" y="118498"/>
                </a:cubicBezTo>
                <a:cubicBezTo>
                  <a:pt x="1202198" y="122082"/>
                  <a:pt x="1200923" y="126002"/>
                  <a:pt x="1200923" y="130259"/>
                </a:cubicBezTo>
                <a:cubicBezTo>
                  <a:pt x="1200923" y="135636"/>
                  <a:pt x="1202536" y="140097"/>
                  <a:pt x="1205761" y="143644"/>
                </a:cubicBezTo>
                <a:cubicBezTo>
                  <a:pt x="1208986" y="147190"/>
                  <a:pt x="1212699" y="148963"/>
                  <a:pt x="1216899" y="148963"/>
                </a:cubicBezTo>
                <a:cubicBezTo>
                  <a:pt x="1222600" y="148963"/>
                  <a:pt x="1230101" y="145229"/>
                  <a:pt x="1239401" y="137762"/>
                </a:cubicBezTo>
                <a:close/>
                <a:moveTo>
                  <a:pt x="1350037" y="54005"/>
                </a:moveTo>
                <a:lnTo>
                  <a:pt x="1350037" y="88883"/>
                </a:lnTo>
                <a:lnTo>
                  <a:pt x="1346324" y="88883"/>
                </a:lnTo>
                <a:cubicBezTo>
                  <a:pt x="1343474" y="77944"/>
                  <a:pt x="1339818" y="70503"/>
                  <a:pt x="1335355" y="66560"/>
                </a:cubicBezTo>
                <a:cubicBezTo>
                  <a:pt x="1330892" y="62615"/>
                  <a:pt x="1325210" y="60643"/>
                  <a:pt x="1318309" y="60643"/>
                </a:cubicBezTo>
                <a:cubicBezTo>
                  <a:pt x="1313059" y="60643"/>
                  <a:pt x="1308821" y="62029"/>
                  <a:pt x="1305596" y="64802"/>
                </a:cubicBezTo>
                <a:cubicBezTo>
                  <a:pt x="1302370" y="67573"/>
                  <a:pt x="1300758" y="70645"/>
                  <a:pt x="1300758" y="74018"/>
                </a:cubicBezTo>
                <a:cubicBezTo>
                  <a:pt x="1300758" y="78213"/>
                  <a:pt x="1301958" y="81809"/>
                  <a:pt x="1304358" y="84804"/>
                </a:cubicBezTo>
                <a:cubicBezTo>
                  <a:pt x="1306683" y="87877"/>
                  <a:pt x="1311409" y="91137"/>
                  <a:pt x="1318534" y="94582"/>
                </a:cubicBezTo>
                <a:lnTo>
                  <a:pt x="1334961" y="102563"/>
                </a:lnTo>
                <a:cubicBezTo>
                  <a:pt x="1350187" y="109980"/>
                  <a:pt x="1357800" y="119758"/>
                  <a:pt x="1357800" y="131897"/>
                </a:cubicBezTo>
                <a:cubicBezTo>
                  <a:pt x="1357800" y="141261"/>
                  <a:pt x="1354256" y="148810"/>
                  <a:pt x="1347168" y="154543"/>
                </a:cubicBezTo>
                <a:cubicBezTo>
                  <a:pt x="1340080" y="160274"/>
                  <a:pt x="1332148" y="163140"/>
                  <a:pt x="1323372" y="163140"/>
                </a:cubicBezTo>
                <a:cubicBezTo>
                  <a:pt x="1317072" y="163140"/>
                  <a:pt x="1309871" y="162014"/>
                  <a:pt x="1301770" y="159764"/>
                </a:cubicBezTo>
                <a:cubicBezTo>
                  <a:pt x="1299295" y="159014"/>
                  <a:pt x="1297270" y="158639"/>
                  <a:pt x="1295695" y="158639"/>
                </a:cubicBezTo>
                <a:cubicBezTo>
                  <a:pt x="1293970" y="158639"/>
                  <a:pt x="1292620" y="159614"/>
                  <a:pt x="1291645" y="161564"/>
                </a:cubicBezTo>
                <a:lnTo>
                  <a:pt x="1287932" y="161564"/>
                </a:lnTo>
                <a:lnTo>
                  <a:pt x="1287932" y="124661"/>
                </a:lnTo>
                <a:lnTo>
                  <a:pt x="1291645" y="124661"/>
                </a:lnTo>
                <a:cubicBezTo>
                  <a:pt x="1293745" y="135200"/>
                  <a:pt x="1297758" y="143141"/>
                  <a:pt x="1303683" y="148485"/>
                </a:cubicBezTo>
                <a:cubicBezTo>
                  <a:pt x="1309609" y="153829"/>
                  <a:pt x="1316247" y="156501"/>
                  <a:pt x="1323597" y="156501"/>
                </a:cubicBezTo>
                <a:cubicBezTo>
                  <a:pt x="1328773" y="156501"/>
                  <a:pt x="1332992" y="154985"/>
                  <a:pt x="1336255" y="151952"/>
                </a:cubicBezTo>
                <a:cubicBezTo>
                  <a:pt x="1339518" y="148916"/>
                  <a:pt x="1341149" y="145263"/>
                  <a:pt x="1341149" y="140993"/>
                </a:cubicBezTo>
                <a:cubicBezTo>
                  <a:pt x="1341149" y="135822"/>
                  <a:pt x="1339330" y="131476"/>
                  <a:pt x="1335692" y="127956"/>
                </a:cubicBezTo>
                <a:cubicBezTo>
                  <a:pt x="1332054" y="124435"/>
                  <a:pt x="1324797" y="119978"/>
                  <a:pt x="1313922" y="114584"/>
                </a:cubicBezTo>
                <a:cubicBezTo>
                  <a:pt x="1303046" y="109189"/>
                  <a:pt x="1295920" y="104318"/>
                  <a:pt x="1292545" y="99972"/>
                </a:cubicBezTo>
                <a:cubicBezTo>
                  <a:pt x="1289169" y="95702"/>
                  <a:pt x="1287482" y="90307"/>
                  <a:pt x="1287482" y="83788"/>
                </a:cubicBezTo>
                <a:cubicBezTo>
                  <a:pt x="1287482" y="75322"/>
                  <a:pt x="1290388" y="68242"/>
                  <a:pt x="1296201" y="62549"/>
                </a:cubicBezTo>
                <a:cubicBezTo>
                  <a:pt x="1302014" y="56853"/>
                  <a:pt x="1309534" y="54005"/>
                  <a:pt x="1318759" y="54005"/>
                </a:cubicBezTo>
                <a:cubicBezTo>
                  <a:pt x="1322810" y="54005"/>
                  <a:pt x="1327723" y="54867"/>
                  <a:pt x="1333498" y="56593"/>
                </a:cubicBezTo>
                <a:cubicBezTo>
                  <a:pt x="1337324" y="57718"/>
                  <a:pt x="1339874" y="58280"/>
                  <a:pt x="1341149" y="58280"/>
                </a:cubicBezTo>
                <a:cubicBezTo>
                  <a:pt x="1342349" y="58280"/>
                  <a:pt x="1343287" y="58018"/>
                  <a:pt x="1343962" y="57493"/>
                </a:cubicBezTo>
                <a:cubicBezTo>
                  <a:pt x="1344637" y="56968"/>
                  <a:pt x="1345424" y="55805"/>
                  <a:pt x="1346324" y="54005"/>
                </a:cubicBezTo>
                <a:lnTo>
                  <a:pt x="1350037" y="54005"/>
                </a:lnTo>
                <a:close/>
                <a:moveTo>
                  <a:pt x="1386082" y="95859"/>
                </a:moveTo>
                <a:cubicBezTo>
                  <a:pt x="1386007" y="111125"/>
                  <a:pt x="1389719" y="123099"/>
                  <a:pt x="1397220" y="131781"/>
                </a:cubicBezTo>
                <a:cubicBezTo>
                  <a:pt x="1404721" y="140461"/>
                  <a:pt x="1413534" y="144800"/>
                  <a:pt x="1423660" y="144800"/>
                </a:cubicBezTo>
                <a:cubicBezTo>
                  <a:pt x="1430411" y="144800"/>
                  <a:pt x="1436280" y="142944"/>
                  <a:pt x="1441268" y="139231"/>
                </a:cubicBezTo>
                <a:cubicBezTo>
                  <a:pt x="1446256" y="135518"/>
                  <a:pt x="1450437" y="129162"/>
                  <a:pt x="1453813" y="120161"/>
                </a:cubicBezTo>
                <a:lnTo>
                  <a:pt x="1457301" y="122411"/>
                </a:lnTo>
                <a:cubicBezTo>
                  <a:pt x="1455725" y="132687"/>
                  <a:pt x="1451150" y="142044"/>
                  <a:pt x="1443574" y="150482"/>
                </a:cubicBezTo>
                <a:cubicBezTo>
                  <a:pt x="1435999" y="158920"/>
                  <a:pt x="1426510" y="163140"/>
                  <a:pt x="1415109" y="163140"/>
                </a:cubicBezTo>
                <a:cubicBezTo>
                  <a:pt x="1402733" y="163140"/>
                  <a:pt x="1392138" y="158331"/>
                  <a:pt x="1383325" y="148714"/>
                </a:cubicBezTo>
                <a:cubicBezTo>
                  <a:pt x="1374512" y="139094"/>
                  <a:pt x="1370105" y="126162"/>
                  <a:pt x="1370105" y="109919"/>
                </a:cubicBezTo>
                <a:cubicBezTo>
                  <a:pt x="1370105" y="92330"/>
                  <a:pt x="1374624" y="78614"/>
                  <a:pt x="1383663" y="68772"/>
                </a:cubicBezTo>
                <a:cubicBezTo>
                  <a:pt x="1392701" y="58927"/>
                  <a:pt x="1404046" y="54005"/>
                  <a:pt x="1417697" y="54005"/>
                </a:cubicBezTo>
                <a:cubicBezTo>
                  <a:pt x="1429248" y="54005"/>
                  <a:pt x="1438736" y="57802"/>
                  <a:pt x="1446162" y="65396"/>
                </a:cubicBezTo>
                <a:cubicBezTo>
                  <a:pt x="1453588" y="72989"/>
                  <a:pt x="1457301" y="83143"/>
                  <a:pt x="1457301" y="95859"/>
                </a:cubicBezTo>
                <a:lnTo>
                  <a:pt x="1386082" y="95859"/>
                </a:lnTo>
                <a:moveTo>
                  <a:pt x="1386082" y="89333"/>
                </a:moveTo>
                <a:lnTo>
                  <a:pt x="1433786" y="89333"/>
                </a:lnTo>
                <a:cubicBezTo>
                  <a:pt x="1433411" y="82732"/>
                  <a:pt x="1432623" y="78082"/>
                  <a:pt x="1431423" y="75382"/>
                </a:cubicBezTo>
                <a:cubicBezTo>
                  <a:pt x="1429548" y="71181"/>
                  <a:pt x="1426754" y="67881"/>
                  <a:pt x="1423041" y="65481"/>
                </a:cubicBezTo>
                <a:cubicBezTo>
                  <a:pt x="1419328" y="63081"/>
                  <a:pt x="1415447" y="61881"/>
                  <a:pt x="1411396" y="61881"/>
                </a:cubicBezTo>
                <a:cubicBezTo>
                  <a:pt x="1405171" y="61881"/>
                  <a:pt x="1399602" y="64299"/>
                  <a:pt x="1394689" y="69137"/>
                </a:cubicBezTo>
                <a:cubicBezTo>
                  <a:pt x="1389776" y="73975"/>
                  <a:pt x="1386907" y="80707"/>
                  <a:pt x="1386082" y="89333"/>
                </a:cubicBezTo>
                <a:close/>
                <a:moveTo>
                  <a:pt x="1537782" y="54005"/>
                </a:moveTo>
                <a:lnTo>
                  <a:pt x="1537782" y="88883"/>
                </a:lnTo>
                <a:lnTo>
                  <a:pt x="1534070" y="88883"/>
                </a:lnTo>
                <a:cubicBezTo>
                  <a:pt x="1531219" y="77944"/>
                  <a:pt x="1527563" y="70503"/>
                  <a:pt x="1523100" y="66560"/>
                </a:cubicBezTo>
                <a:cubicBezTo>
                  <a:pt x="1518637" y="62615"/>
                  <a:pt x="1512955" y="60643"/>
                  <a:pt x="1506055" y="60643"/>
                </a:cubicBezTo>
                <a:cubicBezTo>
                  <a:pt x="1500804" y="60643"/>
                  <a:pt x="1496566" y="62029"/>
                  <a:pt x="1493341" y="64802"/>
                </a:cubicBezTo>
                <a:cubicBezTo>
                  <a:pt x="1490116" y="67573"/>
                  <a:pt x="1488503" y="70645"/>
                  <a:pt x="1488503" y="74018"/>
                </a:cubicBezTo>
                <a:cubicBezTo>
                  <a:pt x="1488503" y="78213"/>
                  <a:pt x="1489703" y="81809"/>
                  <a:pt x="1492103" y="84804"/>
                </a:cubicBezTo>
                <a:cubicBezTo>
                  <a:pt x="1494429" y="87877"/>
                  <a:pt x="1499154" y="91137"/>
                  <a:pt x="1506280" y="94582"/>
                </a:cubicBezTo>
                <a:lnTo>
                  <a:pt x="1522706" y="102563"/>
                </a:lnTo>
                <a:cubicBezTo>
                  <a:pt x="1537932" y="109980"/>
                  <a:pt x="1545546" y="119758"/>
                  <a:pt x="1545546" y="131897"/>
                </a:cubicBezTo>
                <a:cubicBezTo>
                  <a:pt x="1545546" y="141261"/>
                  <a:pt x="1542002" y="148810"/>
                  <a:pt x="1534913" y="154543"/>
                </a:cubicBezTo>
                <a:cubicBezTo>
                  <a:pt x="1527825" y="160274"/>
                  <a:pt x="1519893" y="163140"/>
                  <a:pt x="1511118" y="163140"/>
                </a:cubicBezTo>
                <a:cubicBezTo>
                  <a:pt x="1504817" y="163140"/>
                  <a:pt x="1497616" y="162014"/>
                  <a:pt x="1489516" y="159764"/>
                </a:cubicBezTo>
                <a:cubicBezTo>
                  <a:pt x="1487040" y="159014"/>
                  <a:pt x="1485015" y="158639"/>
                  <a:pt x="1483440" y="158639"/>
                </a:cubicBezTo>
                <a:cubicBezTo>
                  <a:pt x="1481715" y="158639"/>
                  <a:pt x="1480365" y="159614"/>
                  <a:pt x="1479390" y="161564"/>
                </a:cubicBezTo>
                <a:lnTo>
                  <a:pt x="1475677" y="161564"/>
                </a:lnTo>
                <a:lnTo>
                  <a:pt x="1475677" y="124661"/>
                </a:lnTo>
                <a:lnTo>
                  <a:pt x="1479390" y="124661"/>
                </a:lnTo>
                <a:cubicBezTo>
                  <a:pt x="1481490" y="135200"/>
                  <a:pt x="1485503" y="143141"/>
                  <a:pt x="1491428" y="148485"/>
                </a:cubicBezTo>
                <a:cubicBezTo>
                  <a:pt x="1497354" y="153829"/>
                  <a:pt x="1503992" y="156501"/>
                  <a:pt x="1511343" y="156501"/>
                </a:cubicBezTo>
                <a:cubicBezTo>
                  <a:pt x="1516518" y="156501"/>
                  <a:pt x="1520737" y="154985"/>
                  <a:pt x="1524000" y="151952"/>
                </a:cubicBezTo>
                <a:cubicBezTo>
                  <a:pt x="1527263" y="148916"/>
                  <a:pt x="1528894" y="145263"/>
                  <a:pt x="1528894" y="140993"/>
                </a:cubicBezTo>
                <a:cubicBezTo>
                  <a:pt x="1528894" y="135822"/>
                  <a:pt x="1527075" y="131476"/>
                  <a:pt x="1523437" y="127956"/>
                </a:cubicBezTo>
                <a:cubicBezTo>
                  <a:pt x="1519800" y="124435"/>
                  <a:pt x="1512543" y="119978"/>
                  <a:pt x="1501667" y="114584"/>
                </a:cubicBezTo>
                <a:cubicBezTo>
                  <a:pt x="1490791" y="109189"/>
                  <a:pt x="1483665" y="104318"/>
                  <a:pt x="1480290" y="99972"/>
                </a:cubicBezTo>
                <a:cubicBezTo>
                  <a:pt x="1476914" y="95702"/>
                  <a:pt x="1475227" y="90307"/>
                  <a:pt x="1475227" y="83788"/>
                </a:cubicBezTo>
                <a:cubicBezTo>
                  <a:pt x="1475227" y="75322"/>
                  <a:pt x="1478133" y="68242"/>
                  <a:pt x="1483946" y="62549"/>
                </a:cubicBezTo>
                <a:cubicBezTo>
                  <a:pt x="1489759" y="56853"/>
                  <a:pt x="1497279" y="54005"/>
                  <a:pt x="1506505" y="54005"/>
                </a:cubicBezTo>
                <a:cubicBezTo>
                  <a:pt x="1510555" y="54005"/>
                  <a:pt x="1515468" y="54867"/>
                  <a:pt x="1521243" y="56593"/>
                </a:cubicBezTo>
                <a:cubicBezTo>
                  <a:pt x="1525069" y="57718"/>
                  <a:pt x="1527619" y="58280"/>
                  <a:pt x="1528894" y="58280"/>
                </a:cubicBezTo>
                <a:cubicBezTo>
                  <a:pt x="1530094" y="58280"/>
                  <a:pt x="1531032" y="58018"/>
                  <a:pt x="1531707" y="57493"/>
                </a:cubicBezTo>
                <a:cubicBezTo>
                  <a:pt x="1532382" y="56968"/>
                  <a:pt x="1533170" y="55805"/>
                  <a:pt x="1534070" y="54005"/>
                </a:cubicBezTo>
                <a:lnTo>
                  <a:pt x="1537782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385DB-3839-4A9B-992B-B9CCFDB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813" y="685469"/>
            <a:ext cx="526482" cy="359989"/>
          </a:xfrm>
          <a:custGeom xmlns:a="http://schemas.openxmlformats.org/drawingml/2006/main">
            <a:pathLst>
              <a:path w="526482" h="359989">
                <a:moveTo>
                  <a:pt x="0" y="100972"/>
                </a:moveTo>
                <a:lnTo>
                  <a:pt x="0" y="126873"/>
                </a:lnTo>
                <a:lnTo>
                  <a:pt x="526482" y="126873"/>
                </a:lnTo>
                <a:lnTo>
                  <a:pt x="526482" y="100972"/>
                </a:lnTo>
                <a:lnTo>
                  <a:pt x="0" y="100972"/>
                </a:lnTo>
                <a:close/>
                <a:moveTo>
                  <a:pt x="422551" y="331037"/>
                </a:moveTo>
                <a:lnTo>
                  <a:pt x="422581" y="332080"/>
                </a:lnTo>
                <a:lnTo>
                  <a:pt x="422632" y="333101"/>
                </a:lnTo>
                <a:lnTo>
                  <a:pt x="422703" y="334101"/>
                </a:lnTo>
                <a:lnTo>
                  <a:pt x="422795" y="335080"/>
                </a:lnTo>
                <a:lnTo>
                  <a:pt x="422908" y="336037"/>
                </a:lnTo>
                <a:lnTo>
                  <a:pt x="423042" y="336972"/>
                </a:lnTo>
                <a:lnTo>
                  <a:pt x="423197" y="337887"/>
                </a:lnTo>
                <a:lnTo>
                  <a:pt x="423374" y="338780"/>
                </a:lnTo>
                <a:lnTo>
                  <a:pt x="423572" y="339652"/>
                </a:lnTo>
                <a:lnTo>
                  <a:pt x="423793" y="340503"/>
                </a:lnTo>
                <a:lnTo>
                  <a:pt x="424035" y="341334"/>
                </a:lnTo>
                <a:lnTo>
                  <a:pt x="424300" y="342143"/>
                </a:lnTo>
                <a:lnTo>
                  <a:pt x="424587" y="342932"/>
                </a:lnTo>
                <a:lnTo>
                  <a:pt x="424896" y="343700"/>
                </a:lnTo>
                <a:lnTo>
                  <a:pt x="425229" y="344448"/>
                </a:lnTo>
                <a:lnTo>
                  <a:pt x="425584" y="345176"/>
                </a:lnTo>
                <a:lnTo>
                  <a:pt x="425963" y="345883"/>
                </a:lnTo>
                <a:lnTo>
                  <a:pt x="426364" y="346569"/>
                </a:lnTo>
                <a:lnTo>
                  <a:pt x="426790" y="347236"/>
                </a:lnTo>
                <a:lnTo>
                  <a:pt x="427239" y="347883"/>
                </a:lnTo>
                <a:lnTo>
                  <a:pt x="427712" y="348510"/>
                </a:lnTo>
                <a:lnTo>
                  <a:pt x="428209" y="349116"/>
                </a:lnTo>
                <a:lnTo>
                  <a:pt x="428730" y="349703"/>
                </a:lnTo>
                <a:lnTo>
                  <a:pt x="429278" y="350295"/>
                </a:lnTo>
                <a:lnTo>
                  <a:pt x="429854" y="350862"/>
                </a:lnTo>
                <a:lnTo>
                  <a:pt x="430459" y="351405"/>
                </a:lnTo>
                <a:lnTo>
                  <a:pt x="431092" y="351924"/>
                </a:lnTo>
                <a:lnTo>
                  <a:pt x="431753" y="352419"/>
                </a:lnTo>
                <a:lnTo>
                  <a:pt x="432443" y="352889"/>
                </a:lnTo>
                <a:lnTo>
                  <a:pt x="433160" y="353334"/>
                </a:lnTo>
                <a:lnTo>
                  <a:pt x="433905" y="353755"/>
                </a:lnTo>
                <a:lnTo>
                  <a:pt x="434677" y="354150"/>
                </a:lnTo>
                <a:lnTo>
                  <a:pt x="435477" y="354521"/>
                </a:lnTo>
                <a:lnTo>
                  <a:pt x="436303" y="354867"/>
                </a:lnTo>
                <a:lnTo>
                  <a:pt x="437157" y="355188"/>
                </a:lnTo>
                <a:lnTo>
                  <a:pt x="438037" y="355484"/>
                </a:lnTo>
                <a:lnTo>
                  <a:pt x="438943" y="355755"/>
                </a:lnTo>
                <a:lnTo>
                  <a:pt x="439876" y="356000"/>
                </a:lnTo>
                <a:lnTo>
                  <a:pt x="440835" y="356220"/>
                </a:lnTo>
                <a:lnTo>
                  <a:pt x="441820" y="356414"/>
                </a:lnTo>
                <a:lnTo>
                  <a:pt x="442831" y="356583"/>
                </a:lnTo>
                <a:lnTo>
                  <a:pt x="443867" y="356726"/>
                </a:lnTo>
                <a:lnTo>
                  <a:pt x="444929" y="356843"/>
                </a:lnTo>
                <a:lnTo>
                  <a:pt x="446016" y="356934"/>
                </a:lnTo>
                <a:lnTo>
                  <a:pt x="447128" y="357000"/>
                </a:lnTo>
                <a:lnTo>
                  <a:pt x="448264" y="357039"/>
                </a:lnTo>
                <a:lnTo>
                  <a:pt x="449426" y="357052"/>
                </a:lnTo>
                <a:lnTo>
                  <a:pt x="467560" y="357052"/>
                </a:lnTo>
                <a:lnTo>
                  <a:pt x="467560" y="338579"/>
                </a:lnTo>
                <a:lnTo>
                  <a:pt x="453051" y="338579"/>
                </a:lnTo>
                <a:lnTo>
                  <a:pt x="452709" y="338575"/>
                </a:lnTo>
                <a:lnTo>
                  <a:pt x="452375" y="338562"/>
                </a:lnTo>
                <a:lnTo>
                  <a:pt x="452051" y="338540"/>
                </a:lnTo>
                <a:lnTo>
                  <a:pt x="451735" y="338511"/>
                </a:lnTo>
                <a:lnTo>
                  <a:pt x="451427" y="338473"/>
                </a:lnTo>
                <a:lnTo>
                  <a:pt x="451128" y="338428"/>
                </a:lnTo>
                <a:lnTo>
                  <a:pt x="450837" y="338375"/>
                </a:lnTo>
                <a:lnTo>
                  <a:pt x="450554" y="338315"/>
                </a:lnTo>
                <a:lnTo>
                  <a:pt x="450280" y="338247"/>
                </a:lnTo>
                <a:lnTo>
                  <a:pt x="450013" y="338172"/>
                </a:lnTo>
                <a:lnTo>
                  <a:pt x="449755" y="338090"/>
                </a:lnTo>
                <a:lnTo>
                  <a:pt x="449504" y="338002"/>
                </a:lnTo>
                <a:lnTo>
                  <a:pt x="449261" y="337907"/>
                </a:lnTo>
                <a:lnTo>
                  <a:pt x="449026" y="337805"/>
                </a:lnTo>
                <a:lnTo>
                  <a:pt x="448799" y="337698"/>
                </a:lnTo>
                <a:lnTo>
                  <a:pt x="448578" y="337584"/>
                </a:lnTo>
                <a:lnTo>
                  <a:pt x="448366" y="337465"/>
                </a:lnTo>
                <a:lnTo>
                  <a:pt x="448160" y="337340"/>
                </a:lnTo>
                <a:lnTo>
                  <a:pt x="447962" y="337209"/>
                </a:lnTo>
                <a:lnTo>
                  <a:pt x="447771" y="337073"/>
                </a:lnTo>
                <a:lnTo>
                  <a:pt x="447588" y="336932"/>
                </a:lnTo>
                <a:lnTo>
                  <a:pt x="447411" y="336787"/>
                </a:lnTo>
                <a:lnTo>
                  <a:pt x="447241" y="336636"/>
                </a:lnTo>
                <a:lnTo>
                  <a:pt x="447077" y="336481"/>
                </a:lnTo>
                <a:lnTo>
                  <a:pt x="446921" y="336294"/>
                </a:lnTo>
                <a:lnTo>
                  <a:pt x="446771" y="336100"/>
                </a:lnTo>
                <a:lnTo>
                  <a:pt x="446627" y="335899"/>
                </a:lnTo>
                <a:lnTo>
                  <a:pt x="446491" y="335692"/>
                </a:lnTo>
                <a:lnTo>
                  <a:pt x="446361" y="335478"/>
                </a:lnTo>
                <a:lnTo>
                  <a:pt x="446238" y="335257"/>
                </a:lnTo>
                <a:lnTo>
                  <a:pt x="446121" y="335028"/>
                </a:lnTo>
                <a:lnTo>
                  <a:pt x="446011" y="334793"/>
                </a:lnTo>
                <a:lnTo>
                  <a:pt x="445908" y="334550"/>
                </a:lnTo>
                <a:lnTo>
                  <a:pt x="445811" y="334300"/>
                </a:lnTo>
                <a:lnTo>
                  <a:pt x="445721" y="334042"/>
                </a:lnTo>
                <a:lnTo>
                  <a:pt x="445638" y="333777"/>
                </a:lnTo>
                <a:lnTo>
                  <a:pt x="445561" y="333504"/>
                </a:lnTo>
                <a:lnTo>
                  <a:pt x="445491" y="333224"/>
                </a:lnTo>
                <a:lnTo>
                  <a:pt x="445428" y="332935"/>
                </a:lnTo>
                <a:lnTo>
                  <a:pt x="445371" y="332639"/>
                </a:lnTo>
                <a:lnTo>
                  <a:pt x="445322" y="332335"/>
                </a:lnTo>
                <a:lnTo>
                  <a:pt x="445278" y="332022"/>
                </a:lnTo>
                <a:lnTo>
                  <a:pt x="445242" y="331702"/>
                </a:lnTo>
                <a:lnTo>
                  <a:pt x="445212" y="331373"/>
                </a:lnTo>
                <a:lnTo>
                  <a:pt x="445188" y="331035"/>
                </a:lnTo>
                <a:lnTo>
                  <a:pt x="445172" y="330689"/>
                </a:lnTo>
                <a:lnTo>
                  <a:pt x="445162" y="330335"/>
                </a:lnTo>
                <a:lnTo>
                  <a:pt x="445158" y="329972"/>
                </a:lnTo>
                <a:lnTo>
                  <a:pt x="445158" y="266999"/>
                </a:lnTo>
                <a:lnTo>
                  <a:pt x="470334" y="266999"/>
                </a:lnTo>
                <a:lnTo>
                  <a:pt x="470334" y="248526"/>
                </a:lnTo>
                <a:lnTo>
                  <a:pt x="445158" y="248526"/>
                </a:lnTo>
                <a:lnTo>
                  <a:pt x="445158" y="213473"/>
                </a:lnTo>
                <a:lnTo>
                  <a:pt x="422541" y="222707"/>
                </a:lnTo>
                <a:lnTo>
                  <a:pt x="422541" y="248526"/>
                </a:lnTo>
                <a:lnTo>
                  <a:pt x="402058" y="248526"/>
                </a:lnTo>
                <a:lnTo>
                  <a:pt x="402058" y="266999"/>
                </a:lnTo>
                <a:lnTo>
                  <a:pt x="422541" y="266999"/>
                </a:lnTo>
                <a:lnTo>
                  <a:pt x="422541" y="329972"/>
                </a:lnTo>
                <a:lnTo>
                  <a:pt x="422551" y="331037"/>
                </a:lnTo>
                <a:close/>
                <a:moveTo>
                  <a:pt x="336296" y="246288"/>
                </a:moveTo>
                <a:lnTo>
                  <a:pt x="334828" y="246504"/>
                </a:lnTo>
                <a:lnTo>
                  <a:pt x="333386" y="246749"/>
                </a:lnTo>
                <a:lnTo>
                  <a:pt x="331969" y="247023"/>
                </a:lnTo>
                <a:lnTo>
                  <a:pt x="330577" y="247327"/>
                </a:lnTo>
                <a:lnTo>
                  <a:pt x="329211" y="247660"/>
                </a:lnTo>
                <a:lnTo>
                  <a:pt x="327870" y="248022"/>
                </a:lnTo>
                <a:lnTo>
                  <a:pt x="326555" y="248414"/>
                </a:lnTo>
                <a:lnTo>
                  <a:pt x="325266" y="248836"/>
                </a:lnTo>
                <a:lnTo>
                  <a:pt x="324002" y="249288"/>
                </a:lnTo>
                <a:lnTo>
                  <a:pt x="322764" y="249769"/>
                </a:lnTo>
                <a:lnTo>
                  <a:pt x="321553" y="250281"/>
                </a:lnTo>
                <a:lnTo>
                  <a:pt x="320367" y="250822"/>
                </a:lnTo>
                <a:lnTo>
                  <a:pt x="319208" y="251394"/>
                </a:lnTo>
                <a:lnTo>
                  <a:pt x="318075" y="251996"/>
                </a:lnTo>
                <a:lnTo>
                  <a:pt x="316968" y="252628"/>
                </a:lnTo>
                <a:lnTo>
                  <a:pt x="315888" y="253291"/>
                </a:lnTo>
                <a:lnTo>
                  <a:pt x="314835" y="253984"/>
                </a:lnTo>
                <a:lnTo>
                  <a:pt x="313817" y="254678"/>
                </a:lnTo>
                <a:lnTo>
                  <a:pt x="312844" y="255396"/>
                </a:lnTo>
                <a:lnTo>
                  <a:pt x="311915" y="256138"/>
                </a:lnTo>
                <a:lnTo>
                  <a:pt x="311030" y="256904"/>
                </a:lnTo>
                <a:lnTo>
                  <a:pt x="310189" y="257694"/>
                </a:lnTo>
                <a:lnTo>
                  <a:pt x="309392" y="258507"/>
                </a:lnTo>
                <a:lnTo>
                  <a:pt x="308639" y="259344"/>
                </a:lnTo>
                <a:lnTo>
                  <a:pt x="307929" y="260204"/>
                </a:lnTo>
                <a:lnTo>
                  <a:pt x="307264" y="261087"/>
                </a:lnTo>
                <a:lnTo>
                  <a:pt x="306642" y="261994"/>
                </a:lnTo>
                <a:lnTo>
                  <a:pt x="306063" y="262924"/>
                </a:lnTo>
                <a:lnTo>
                  <a:pt x="305528" y="263876"/>
                </a:lnTo>
                <a:lnTo>
                  <a:pt x="305036" y="264852"/>
                </a:lnTo>
                <a:lnTo>
                  <a:pt x="304588" y="265851"/>
                </a:lnTo>
                <a:lnTo>
                  <a:pt x="304183" y="266872"/>
                </a:lnTo>
                <a:lnTo>
                  <a:pt x="303820" y="267917"/>
                </a:lnTo>
                <a:lnTo>
                  <a:pt x="303501" y="268983"/>
                </a:lnTo>
                <a:lnTo>
                  <a:pt x="303225" y="270073"/>
                </a:lnTo>
                <a:lnTo>
                  <a:pt x="302991" y="271184"/>
                </a:lnTo>
                <a:lnTo>
                  <a:pt x="302800" y="272318"/>
                </a:lnTo>
                <a:lnTo>
                  <a:pt x="302652" y="273474"/>
                </a:lnTo>
                <a:lnTo>
                  <a:pt x="302546" y="274653"/>
                </a:lnTo>
                <a:lnTo>
                  <a:pt x="302482" y="275853"/>
                </a:lnTo>
                <a:lnTo>
                  <a:pt x="302461" y="277075"/>
                </a:lnTo>
                <a:lnTo>
                  <a:pt x="302483" y="278220"/>
                </a:lnTo>
                <a:lnTo>
                  <a:pt x="302550" y="279344"/>
                </a:lnTo>
                <a:lnTo>
                  <a:pt x="302661" y="280449"/>
                </a:lnTo>
                <a:lnTo>
                  <a:pt x="302817" y="281534"/>
                </a:lnTo>
                <a:lnTo>
                  <a:pt x="303017" y="282599"/>
                </a:lnTo>
                <a:lnTo>
                  <a:pt x="303261" y="283644"/>
                </a:lnTo>
                <a:lnTo>
                  <a:pt x="303550" y="284668"/>
                </a:lnTo>
                <a:lnTo>
                  <a:pt x="303884" y="285673"/>
                </a:lnTo>
                <a:lnTo>
                  <a:pt x="304261" y="286656"/>
                </a:lnTo>
                <a:lnTo>
                  <a:pt x="304684" y="287620"/>
                </a:lnTo>
                <a:lnTo>
                  <a:pt x="305150" y="288563"/>
                </a:lnTo>
                <a:lnTo>
                  <a:pt x="305662" y="289485"/>
                </a:lnTo>
                <a:lnTo>
                  <a:pt x="306217" y="290386"/>
                </a:lnTo>
                <a:lnTo>
                  <a:pt x="306817" y="291267"/>
                </a:lnTo>
                <a:lnTo>
                  <a:pt x="307462" y="292127"/>
                </a:lnTo>
                <a:lnTo>
                  <a:pt x="308151" y="292965"/>
                </a:lnTo>
                <a:lnTo>
                  <a:pt x="308884" y="293783"/>
                </a:lnTo>
                <a:lnTo>
                  <a:pt x="309662" y="294579"/>
                </a:lnTo>
                <a:lnTo>
                  <a:pt x="310484" y="295354"/>
                </a:lnTo>
                <a:lnTo>
                  <a:pt x="311351" y="296107"/>
                </a:lnTo>
                <a:lnTo>
                  <a:pt x="312262" y="296839"/>
                </a:lnTo>
                <a:lnTo>
                  <a:pt x="313217" y="297550"/>
                </a:lnTo>
                <a:lnTo>
                  <a:pt x="314217" y="298238"/>
                </a:lnTo>
                <a:lnTo>
                  <a:pt x="315261" y="298905"/>
                </a:lnTo>
                <a:lnTo>
                  <a:pt x="315923" y="299324"/>
                </a:lnTo>
                <a:lnTo>
                  <a:pt x="316626" y="299741"/>
                </a:lnTo>
                <a:lnTo>
                  <a:pt x="317371" y="300155"/>
                </a:lnTo>
                <a:lnTo>
                  <a:pt x="318159" y="300567"/>
                </a:lnTo>
                <a:lnTo>
                  <a:pt x="318988" y="300977"/>
                </a:lnTo>
                <a:lnTo>
                  <a:pt x="319859" y="301385"/>
                </a:lnTo>
                <a:lnTo>
                  <a:pt x="320771" y="301791"/>
                </a:lnTo>
                <a:lnTo>
                  <a:pt x="321726" y="302194"/>
                </a:lnTo>
                <a:lnTo>
                  <a:pt x="322721" y="302595"/>
                </a:lnTo>
                <a:lnTo>
                  <a:pt x="323758" y="302994"/>
                </a:lnTo>
                <a:lnTo>
                  <a:pt x="324837" y="303391"/>
                </a:lnTo>
                <a:lnTo>
                  <a:pt x="325956" y="303786"/>
                </a:lnTo>
                <a:lnTo>
                  <a:pt x="327117" y="304178"/>
                </a:lnTo>
                <a:lnTo>
                  <a:pt x="328319" y="304568"/>
                </a:lnTo>
                <a:lnTo>
                  <a:pt x="329562" y="304956"/>
                </a:lnTo>
                <a:lnTo>
                  <a:pt x="330845" y="305342"/>
                </a:lnTo>
                <a:lnTo>
                  <a:pt x="332170" y="305726"/>
                </a:lnTo>
                <a:lnTo>
                  <a:pt x="333535" y="306108"/>
                </a:lnTo>
                <a:lnTo>
                  <a:pt x="334940" y="306487"/>
                </a:lnTo>
                <a:lnTo>
                  <a:pt x="336386" y="306864"/>
                </a:lnTo>
                <a:lnTo>
                  <a:pt x="337873" y="307239"/>
                </a:lnTo>
                <a:lnTo>
                  <a:pt x="339399" y="307612"/>
                </a:lnTo>
                <a:lnTo>
                  <a:pt x="340966" y="307983"/>
                </a:lnTo>
                <a:lnTo>
                  <a:pt x="342573" y="308352"/>
                </a:lnTo>
                <a:lnTo>
                  <a:pt x="343966" y="308664"/>
                </a:lnTo>
                <a:lnTo>
                  <a:pt x="345320" y="308972"/>
                </a:lnTo>
                <a:lnTo>
                  <a:pt x="346633" y="309276"/>
                </a:lnTo>
                <a:lnTo>
                  <a:pt x="347906" y="309576"/>
                </a:lnTo>
                <a:lnTo>
                  <a:pt x="349138" y="309871"/>
                </a:lnTo>
                <a:lnTo>
                  <a:pt x="350330" y="310162"/>
                </a:lnTo>
                <a:lnTo>
                  <a:pt x="351481" y="310448"/>
                </a:lnTo>
                <a:lnTo>
                  <a:pt x="352592" y="310730"/>
                </a:lnTo>
                <a:lnTo>
                  <a:pt x="353662" y="311008"/>
                </a:lnTo>
                <a:lnTo>
                  <a:pt x="354691" y="311281"/>
                </a:lnTo>
                <a:lnTo>
                  <a:pt x="355679" y="311550"/>
                </a:lnTo>
                <a:lnTo>
                  <a:pt x="356627" y="311815"/>
                </a:lnTo>
                <a:lnTo>
                  <a:pt x="357533" y="312075"/>
                </a:lnTo>
                <a:lnTo>
                  <a:pt x="358398" y="312331"/>
                </a:lnTo>
                <a:lnTo>
                  <a:pt x="359221" y="312582"/>
                </a:lnTo>
                <a:lnTo>
                  <a:pt x="360004" y="312829"/>
                </a:lnTo>
                <a:lnTo>
                  <a:pt x="360744" y="313072"/>
                </a:lnTo>
                <a:lnTo>
                  <a:pt x="361444" y="313310"/>
                </a:lnTo>
                <a:lnTo>
                  <a:pt x="362101" y="313544"/>
                </a:lnTo>
                <a:lnTo>
                  <a:pt x="362717" y="313774"/>
                </a:lnTo>
                <a:lnTo>
                  <a:pt x="363291" y="313999"/>
                </a:lnTo>
                <a:lnTo>
                  <a:pt x="363823" y="314220"/>
                </a:lnTo>
                <a:lnTo>
                  <a:pt x="364313" y="314436"/>
                </a:lnTo>
                <a:lnTo>
                  <a:pt x="364761" y="314648"/>
                </a:lnTo>
                <a:lnTo>
                  <a:pt x="365546" y="315022"/>
                </a:lnTo>
                <a:lnTo>
                  <a:pt x="366299" y="315409"/>
                </a:lnTo>
                <a:lnTo>
                  <a:pt x="367020" y="315809"/>
                </a:lnTo>
                <a:lnTo>
                  <a:pt x="367710" y="316222"/>
                </a:lnTo>
                <a:lnTo>
                  <a:pt x="368369" y="316647"/>
                </a:lnTo>
                <a:lnTo>
                  <a:pt x="368995" y="317086"/>
                </a:lnTo>
                <a:lnTo>
                  <a:pt x="369589" y="317536"/>
                </a:lnTo>
                <a:lnTo>
                  <a:pt x="370150" y="317999"/>
                </a:lnTo>
                <a:lnTo>
                  <a:pt x="370679" y="318475"/>
                </a:lnTo>
                <a:lnTo>
                  <a:pt x="371175" y="318963"/>
                </a:lnTo>
                <a:lnTo>
                  <a:pt x="371639" y="319463"/>
                </a:lnTo>
                <a:lnTo>
                  <a:pt x="372069" y="319975"/>
                </a:lnTo>
                <a:lnTo>
                  <a:pt x="372465" y="320499"/>
                </a:lnTo>
                <a:lnTo>
                  <a:pt x="372829" y="321035"/>
                </a:lnTo>
                <a:lnTo>
                  <a:pt x="373158" y="321583"/>
                </a:lnTo>
                <a:lnTo>
                  <a:pt x="373454" y="322143"/>
                </a:lnTo>
                <a:lnTo>
                  <a:pt x="373715" y="322715"/>
                </a:lnTo>
                <a:lnTo>
                  <a:pt x="373943" y="323298"/>
                </a:lnTo>
                <a:lnTo>
                  <a:pt x="374135" y="323892"/>
                </a:lnTo>
                <a:lnTo>
                  <a:pt x="374294" y="324498"/>
                </a:lnTo>
                <a:lnTo>
                  <a:pt x="374417" y="325115"/>
                </a:lnTo>
                <a:lnTo>
                  <a:pt x="374505" y="325744"/>
                </a:lnTo>
                <a:lnTo>
                  <a:pt x="374558" y="326384"/>
                </a:lnTo>
                <a:lnTo>
                  <a:pt x="374576" y="327034"/>
                </a:lnTo>
                <a:lnTo>
                  <a:pt x="374529" y="328217"/>
                </a:lnTo>
                <a:lnTo>
                  <a:pt x="374390" y="329351"/>
                </a:lnTo>
                <a:lnTo>
                  <a:pt x="374157" y="330437"/>
                </a:lnTo>
                <a:lnTo>
                  <a:pt x="373831" y="331475"/>
                </a:lnTo>
                <a:lnTo>
                  <a:pt x="373413" y="332463"/>
                </a:lnTo>
                <a:lnTo>
                  <a:pt x="372902" y="333403"/>
                </a:lnTo>
                <a:lnTo>
                  <a:pt x="372300" y="334293"/>
                </a:lnTo>
                <a:lnTo>
                  <a:pt x="371605" y="335134"/>
                </a:lnTo>
                <a:lnTo>
                  <a:pt x="370818" y="335925"/>
                </a:lnTo>
                <a:lnTo>
                  <a:pt x="369940" y="336667"/>
                </a:lnTo>
                <a:lnTo>
                  <a:pt x="368970" y="337359"/>
                </a:lnTo>
                <a:lnTo>
                  <a:pt x="367908" y="338000"/>
                </a:lnTo>
                <a:lnTo>
                  <a:pt x="366756" y="338592"/>
                </a:lnTo>
                <a:lnTo>
                  <a:pt x="365513" y="339133"/>
                </a:lnTo>
                <a:lnTo>
                  <a:pt x="364179" y="339623"/>
                </a:lnTo>
                <a:lnTo>
                  <a:pt x="362754" y="340062"/>
                </a:lnTo>
                <a:lnTo>
                  <a:pt x="361239" y="340451"/>
                </a:lnTo>
                <a:lnTo>
                  <a:pt x="359634" y="340788"/>
                </a:lnTo>
                <a:lnTo>
                  <a:pt x="357939" y="341074"/>
                </a:lnTo>
                <a:lnTo>
                  <a:pt x="356154" y="341308"/>
                </a:lnTo>
                <a:lnTo>
                  <a:pt x="354280" y="341491"/>
                </a:lnTo>
                <a:lnTo>
                  <a:pt x="352316" y="341621"/>
                </a:lnTo>
                <a:lnTo>
                  <a:pt x="350262" y="341700"/>
                </a:lnTo>
                <a:lnTo>
                  <a:pt x="348120" y="341726"/>
                </a:lnTo>
                <a:lnTo>
                  <a:pt x="347067" y="341718"/>
                </a:lnTo>
                <a:lnTo>
                  <a:pt x="346039" y="341696"/>
                </a:lnTo>
                <a:lnTo>
                  <a:pt x="345039" y="341658"/>
                </a:lnTo>
                <a:lnTo>
                  <a:pt x="344064" y="341605"/>
                </a:lnTo>
                <a:lnTo>
                  <a:pt x="343115" y="341537"/>
                </a:lnTo>
                <a:lnTo>
                  <a:pt x="342192" y="341454"/>
                </a:lnTo>
                <a:lnTo>
                  <a:pt x="341295" y="341356"/>
                </a:lnTo>
                <a:lnTo>
                  <a:pt x="340423" y="341244"/>
                </a:lnTo>
                <a:lnTo>
                  <a:pt x="339576" y="341118"/>
                </a:lnTo>
                <a:lnTo>
                  <a:pt x="338754" y="340976"/>
                </a:lnTo>
                <a:lnTo>
                  <a:pt x="337957" y="340821"/>
                </a:lnTo>
                <a:lnTo>
                  <a:pt x="337185" y="340651"/>
                </a:lnTo>
                <a:lnTo>
                  <a:pt x="336437" y="340467"/>
                </a:lnTo>
                <a:lnTo>
                  <a:pt x="335713" y="340269"/>
                </a:lnTo>
                <a:lnTo>
                  <a:pt x="335014" y="340056"/>
                </a:lnTo>
                <a:lnTo>
                  <a:pt x="334338" y="339830"/>
                </a:lnTo>
                <a:lnTo>
                  <a:pt x="333686" y="339590"/>
                </a:lnTo>
                <a:lnTo>
                  <a:pt x="333057" y="339336"/>
                </a:lnTo>
                <a:lnTo>
                  <a:pt x="332452" y="339069"/>
                </a:lnTo>
                <a:lnTo>
                  <a:pt x="331870" y="338788"/>
                </a:lnTo>
                <a:lnTo>
                  <a:pt x="331311" y="338493"/>
                </a:lnTo>
                <a:lnTo>
                  <a:pt x="330775" y="338186"/>
                </a:lnTo>
                <a:lnTo>
                  <a:pt x="330261" y="337865"/>
                </a:lnTo>
                <a:lnTo>
                  <a:pt x="329770" y="337530"/>
                </a:lnTo>
                <a:lnTo>
                  <a:pt x="329296" y="337151"/>
                </a:lnTo>
                <a:lnTo>
                  <a:pt x="328832" y="336747"/>
                </a:lnTo>
                <a:lnTo>
                  <a:pt x="328381" y="336320"/>
                </a:lnTo>
                <a:lnTo>
                  <a:pt x="327941" y="335869"/>
                </a:lnTo>
                <a:lnTo>
                  <a:pt x="327512" y="335394"/>
                </a:lnTo>
                <a:lnTo>
                  <a:pt x="327096" y="334896"/>
                </a:lnTo>
                <a:lnTo>
                  <a:pt x="326692" y="334374"/>
                </a:lnTo>
                <a:lnTo>
                  <a:pt x="326301" y="333829"/>
                </a:lnTo>
                <a:lnTo>
                  <a:pt x="325922" y="333260"/>
                </a:lnTo>
                <a:lnTo>
                  <a:pt x="325556" y="332668"/>
                </a:lnTo>
                <a:lnTo>
                  <a:pt x="325203" y="332053"/>
                </a:lnTo>
                <a:lnTo>
                  <a:pt x="324863" y="331415"/>
                </a:lnTo>
                <a:lnTo>
                  <a:pt x="324537" y="330755"/>
                </a:lnTo>
                <a:lnTo>
                  <a:pt x="324223" y="330071"/>
                </a:lnTo>
                <a:lnTo>
                  <a:pt x="323924" y="329364"/>
                </a:lnTo>
                <a:lnTo>
                  <a:pt x="323639" y="328635"/>
                </a:lnTo>
                <a:lnTo>
                  <a:pt x="323367" y="327883"/>
                </a:lnTo>
                <a:lnTo>
                  <a:pt x="323110" y="327109"/>
                </a:lnTo>
                <a:lnTo>
                  <a:pt x="322867" y="326313"/>
                </a:lnTo>
                <a:lnTo>
                  <a:pt x="322639" y="325494"/>
                </a:lnTo>
                <a:lnTo>
                  <a:pt x="322426" y="324653"/>
                </a:lnTo>
                <a:lnTo>
                  <a:pt x="322228" y="323789"/>
                </a:lnTo>
                <a:lnTo>
                  <a:pt x="322045" y="322904"/>
                </a:lnTo>
                <a:lnTo>
                  <a:pt x="321877" y="321997"/>
                </a:lnTo>
                <a:lnTo>
                  <a:pt x="299686" y="321997"/>
                </a:lnTo>
                <a:lnTo>
                  <a:pt x="300078" y="325081"/>
                </a:lnTo>
                <a:lnTo>
                  <a:pt x="300612" y="328035"/>
                </a:lnTo>
                <a:lnTo>
                  <a:pt x="301288" y="330861"/>
                </a:lnTo>
                <a:lnTo>
                  <a:pt x="302107" y="333556"/>
                </a:lnTo>
                <a:lnTo>
                  <a:pt x="303069" y="336123"/>
                </a:lnTo>
                <a:lnTo>
                  <a:pt x="304174" y="338559"/>
                </a:lnTo>
                <a:lnTo>
                  <a:pt x="305423" y="340865"/>
                </a:lnTo>
                <a:lnTo>
                  <a:pt x="306815" y="343041"/>
                </a:lnTo>
                <a:lnTo>
                  <a:pt x="308351" y="345086"/>
                </a:lnTo>
                <a:lnTo>
                  <a:pt x="310031" y="347001"/>
                </a:lnTo>
                <a:lnTo>
                  <a:pt x="311854" y="348785"/>
                </a:lnTo>
                <a:lnTo>
                  <a:pt x="313822" y="350438"/>
                </a:lnTo>
                <a:lnTo>
                  <a:pt x="315935" y="351960"/>
                </a:lnTo>
                <a:lnTo>
                  <a:pt x="318192" y="353350"/>
                </a:lnTo>
                <a:lnTo>
                  <a:pt x="320594" y="354609"/>
                </a:lnTo>
                <a:lnTo>
                  <a:pt x="323141" y="355736"/>
                </a:lnTo>
                <a:lnTo>
                  <a:pt x="325833" y="356732"/>
                </a:lnTo>
                <a:lnTo>
                  <a:pt x="328671" y="357595"/>
                </a:lnTo>
                <a:lnTo>
                  <a:pt x="331654" y="358326"/>
                </a:lnTo>
                <a:lnTo>
                  <a:pt x="334783" y="358924"/>
                </a:lnTo>
                <a:lnTo>
                  <a:pt x="338058" y="359390"/>
                </a:lnTo>
                <a:lnTo>
                  <a:pt x="341479" y="359723"/>
                </a:lnTo>
                <a:lnTo>
                  <a:pt x="345046" y="359923"/>
                </a:lnTo>
                <a:lnTo>
                  <a:pt x="348760" y="359989"/>
                </a:lnTo>
                <a:lnTo>
                  <a:pt x="352756" y="359929"/>
                </a:lnTo>
                <a:lnTo>
                  <a:pt x="356583" y="359749"/>
                </a:lnTo>
                <a:lnTo>
                  <a:pt x="360240" y="359449"/>
                </a:lnTo>
                <a:lnTo>
                  <a:pt x="363729" y="359028"/>
                </a:lnTo>
                <a:lnTo>
                  <a:pt x="367048" y="358488"/>
                </a:lnTo>
                <a:lnTo>
                  <a:pt x="370198" y="357828"/>
                </a:lnTo>
                <a:lnTo>
                  <a:pt x="373179" y="357048"/>
                </a:lnTo>
                <a:lnTo>
                  <a:pt x="375990" y="356149"/>
                </a:lnTo>
                <a:lnTo>
                  <a:pt x="378631" y="355130"/>
                </a:lnTo>
                <a:lnTo>
                  <a:pt x="381102" y="353992"/>
                </a:lnTo>
                <a:lnTo>
                  <a:pt x="383404" y="352734"/>
                </a:lnTo>
                <a:lnTo>
                  <a:pt x="385536" y="351357"/>
                </a:lnTo>
                <a:lnTo>
                  <a:pt x="387498" y="349861"/>
                </a:lnTo>
                <a:lnTo>
                  <a:pt x="389289" y="348245"/>
                </a:lnTo>
                <a:lnTo>
                  <a:pt x="390911" y="346511"/>
                </a:lnTo>
                <a:lnTo>
                  <a:pt x="392362" y="344658"/>
                </a:lnTo>
                <a:lnTo>
                  <a:pt x="393643" y="342686"/>
                </a:lnTo>
                <a:lnTo>
                  <a:pt x="394753" y="340595"/>
                </a:lnTo>
                <a:lnTo>
                  <a:pt x="395693" y="338386"/>
                </a:lnTo>
                <a:lnTo>
                  <a:pt x="396462" y="336058"/>
                </a:lnTo>
                <a:lnTo>
                  <a:pt x="397060" y="333612"/>
                </a:lnTo>
                <a:lnTo>
                  <a:pt x="397488" y="331047"/>
                </a:lnTo>
                <a:lnTo>
                  <a:pt x="397745" y="328364"/>
                </a:lnTo>
                <a:lnTo>
                  <a:pt x="397830" y="325563"/>
                </a:lnTo>
                <a:lnTo>
                  <a:pt x="397807" y="324367"/>
                </a:lnTo>
                <a:lnTo>
                  <a:pt x="397737" y="323193"/>
                </a:lnTo>
                <a:lnTo>
                  <a:pt x="397621" y="322041"/>
                </a:lnTo>
                <a:lnTo>
                  <a:pt x="397458" y="320910"/>
                </a:lnTo>
                <a:lnTo>
                  <a:pt x="397249" y="319802"/>
                </a:lnTo>
                <a:lnTo>
                  <a:pt x="396994" y="318715"/>
                </a:lnTo>
                <a:lnTo>
                  <a:pt x="396692" y="317650"/>
                </a:lnTo>
                <a:lnTo>
                  <a:pt x="396345" y="316607"/>
                </a:lnTo>
                <a:lnTo>
                  <a:pt x="395952" y="315586"/>
                </a:lnTo>
                <a:lnTo>
                  <a:pt x="395513" y="314587"/>
                </a:lnTo>
                <a:lnTo>
                  <a:pt x="395028" y="313610"/>
                </a:lnTo>
                <a:lnTo>
                  <a:pt x="394498" y="312654"/>
                </a:lnTo>
                <a:lnTo>
                  <a:pt x="393922" y="311721"/>
                </a:lnTo>
                <a:lnTo>
                  <a:pt x="393300" y="310809"/>
                </a:lnTo>
                <a:lnTo>
                  <a:pt x="392633" y="309919"/>
                </a:lnTo>
                <a:lnTo>
                  <a:pt x="391921" y="309051"/>
                </a:lnTo>
                <a:lnTo>
                  <a:pt x="391164" y="308205"/>
                </a:lnTo>
                <a:lnTo>
                  <a:pt x="390361" y="307381"/>
                </a:lnTo>
                <a:lnTo>
                  <a:pt x="389514" y="306578"/>
                </a:lnTo>
                <a:lnTo>
                  <a:pt x="388621" y="305798"/>
                </a:lnTo>
                <a:lnTo>
                  <a:pt x="387684" y="305039"/>
                </a:lnTo>
                <a:lnTo>
                  <a:pt x="386702" y="304302"/>
                </a:lnTo>
                <a:lnTo>
                  <a:pt x="385675" y="303587"/>
                </a:lnTo>
                <a:lnTo>
                  <a:pt x="384604" y="302894"/>
                </a:lnTo>
                <a:lnTo>
                  <a:pt x="383839" y="302423"/>
                </a:lnTo>
                <a:lnTo>
                  <a:pt x="383039" y="301954"/>
                </a:lnTo>
                <a:lnTo>
                  <a:pt x="382204" y="301488"/>
                </a:lnTo>
                <a:lnTo>
                  <a:pt x="381333" y="301024"/>
                </a:lnTo>
                <a:lnTo>
                  <a:pt x="380428" y="300563"/>
                </a:lnTo>
                <a:lnTo>
                  <a:pt x="379487" y="300106"/>
                </a:lnTo>
                <a:lnTo>
                  <a:pt x="378511" y="299651"/>
                </a:lnTo>
                <a:lnTo>
                  <a:pt x="377500" y="299201"/>
                </a:lnTo>
                <a:lnTo>
                  <a:pt x="376454" y="298753"/>
                </a:lnTo>
                <a:lnTo>
                  <a:pt x="375374" y="298310"/>
                </a:lnTo>
                <a:lnTo>
                  <a:pt x="374259" y="297871"/>
                </a:lnTo>
                <a:lnTo>
                  <a:pt x="373109" y="297436"/>
                </a:lnTo>
                <a:lnTo>
                  <a:pt x="371925" y="297005"/>
                </a:lnTo>
                <a:lnTo>
                  <a:pt x="370707" y="296579"/>
                </a:lnTo>
                <a:lnTo>
                  <a:pt x="369454" y="296157"/>
                </a:lnTo>
                <a:lnTo>
                  <a:pt x="368167" y="295741"/>
                </a:lnTo>
                <a:lnTo>
                  <a:pt x="366846" y="295329"/>
                </a:lnTo>
                <a:lnTo>
                  <a:pt x="365491" y="294923"/>
                </a:lnTo>
                <a:lnTo>
                  <a:pt x="364102" y="294523"/>
                </a:lnTo>
                <a:lnTo>
                  <a:pt x="362680" y="294128"/>
                </a:lnTo>
                <a:lnTo>
                  <a:pt x="361223" y="293739"/>
                </a:lnTo>
                <a:lnTo>
                  <a:pt x="359733" y="293356"/>
                </a:lnTo>
                <a:lnTo>
                  <a:pt x="358210" y="292979"/>
                </a:lnTo>
                <a:lnTo>
                  <a:pt x="356653" y="292608"/>
                </a:lnTo>
                <a:lnTo>
                  <a:pt x="355286" y="292270"/>
                </a:lnTo>
                <a:lnTo>
                  <a:pt x="353959" y="291939"/>
                </a:lnTo>
                <a:lnTo>
                  <a:pt x="352672" y="291614"/>
                </a:lnTo>
                <a:lnTo>
                  <a:pt x="351424" y="291295"/>
                </a:lnTo>
                <a:lnTo>
                  <a:pt x="350215" y="290982"/>
                </a:lnTo>
                <a:lnTo>
                  <a:pt x="349046" y="290676"/>
                </a:lnTo>
                <a:lnTo>
                  <a:pt x="347915" y="290376"/>
                </a:lnTo>
                <a:lnTo>
                  <a:pt x="346823" y="290081"/>
                </a:lnTo>
                <a:lnTo>
                  <a:pt x="345769" y="289792"/>
                </a:lnTo>
                <a:lnTo>
                  <a:pt x="344754" y="289510"/>
                </a:lnTo>
                <a:lnTo>
                  <a:pt x="343777" y="289232"/>
                </a:lnTo>
                <a:lnTo>
                  <a:pt x="342838" y="288961"/>
                </a:lnTo>
                <a:lnTo>
                  <a:pt x="341937" y="288694"/>
                </a:lnTo>
                <a:lnTo>
                  <a:pt x="341074" y="288433"/>
                </a:lnTo>
                <a:lnTo>
                  <a:pt x="340247" y="288178"/>
                </a:lnTo>
                <a:lnTo>
                  <a:pt x="339458" y="287927"/>
                </a:lnTo>
                <a:lnTo>
                  <a:pt x="338707" y="287682"/>
                </a:lnTo>
                <a:lnTo>
                  <a:pt x="337991" y="287442"/>
                </a:lnTo>
                <a:lnTo>
                  <a:pt x="337313" y="287206"/>
                </a:lnTo>
                <a:lnTo>
                  <a:pt x="336671" y="286976"/>
                </a:lnTo>
                <a:lnTo>
                  <a:pt x="336065" y="286750"/>
                </a:lnTo>
                <a:lnTo>
                  <a:pt x="335496" y="286529"/>
                </a:lnTo>
                <a:lnTo>
                  <a:pt x="334962" y="286312"/>
                </a:lnTo>
                <a:lnTo>
                  <a:pt x="334464" y="286099"/>
                </a:lnTo>
                <a:lnTo>
                  <a:pt x="333733" y="285756"/>
                </a:lnTo>
                <a:lnTo>
                  <a:pt x="333033" y="285409"/>
                </a:lnTo>
                <a:lnTo>
                  <a:pt x="332364" y="285056"/>
                </a:lnTo>
                <a:lnTo>
                  <a:pt x="331726" y="284699"/>
                </a:lnTo>
                <a:lnTo>
                  <a:pt x="331120" y="284338"/>
                </a:lnTo>
                <a:lnTo>
                  <a:pt x="330544" y="283971"/>
                </a:lnTo>
                <a:lnTo>
                  <a:pt x="329999" y="283600"/>
                </a:lnTo>
                <a:lnTo>
                  <a:pt x="329486" y="283223"/>
                </a:lnTo>
                <a:lnTo>
                  <a:pt x="329004" y="282842"/>
                </a:lnTo>
                <a:lnTo>
                  <a:pt x="328552" y="282455"/>
                </a:lnTo>
                <a:lnTo>
                  <a:pt x="328132" y="282063"/>
                </a:lnTo>
                <a:lnTo>
                  <a:pt x="327743" y="281666"/>
                </a:lnTo>
                <a:lnTo>
                  <a:pt x="327386" y="281263"/>
                </a:lnTo>
                <a:lnTo>
                  <a:pt x="327059" y="280855"/>
                </a:lnTo>
                <a:lnTo>
                  <a:pt x="326763" y="280441"/>
                </a:lnTo>
                <a:lnTo>
                  <a:pt x="326499" y="280021"/>
                </a:lnTo>
                <a:lnTo>
                  <a:pt x="326265" y="279595"/>
                </a:lnTo>
                <a:lnTo>
                  <a:pt x="326063" y="279164"/>
                </a:lnTo>
                <a:lnTo>
                  <a:pt x="325892" y="278726"/>
                </a:lnTo>
                <a:lnTo>
                  <a:pt x="325752" y="278283"/>
                </a:lnTo>
                <a:lnTo>
                  <a:pt x="325643" y="277833"/>
                </a:lnTo>
                <a:lnTo>
                  <a:pt x="325565" y="277377"/>
                </a:lnTo>
                <a:lnTo>
                  <a:pt x="325518" y="276915"/>
                </a:lnTo>
                <a:lnTo>
                  <a:pt x="325503" y="276446"/>
                </a:lnTo>
                <a:lnTo>
                  <a:pt x="325513" y="275926"/>
                </a:lnTo>
                <a:lnTo>
                  <a:pt x="325543" y="275414"/>
                </a:lnTo>
                <a:lnTo>
                  <a:pt x="325593" y="274912"/>
                </a:lnTo>
                <a:lnTo>
                  <a:pt x="325664" y="274418"/>
                </a:lnTo>
                <a:lnTo>
                  <a:pt x="325755" y="273935"/>
                </a:lnTo>
                <a:lnTo>
                  <a:pt x="325866" y="273461"/>
                </a:lnTo>
                <a:lnTo>
                  <a:pt x="325998" y="272997"/>
                </a:lnTo>
                <a:lnTo>
                  <a:pt x="326151" y="272542"/>
                </a:lnTo>
                <a:lnTo>
                  <a:pt x="326325" y="272099"/>
                </a:lnTo>
                <a:lnTo>
                  <a:pt x="326519" y="271665"/>
                </a:lnTo>
                <a:lnTo>
                  <a:pt x="326734" y="271242"/>
                </a:lnTo>
                <a:lnTo>
                  <a:pt x="326970" y="270830"/>
                </a:lnTo>
                <a:lnTo>
                  <a:pt x="327228" y="270429"/>
                </a:lnTo>
                <a:lnTo>
                  <a:pt x="327506" y="270038"/>
                </a:lnTo>
                <a:lnTo>
                  <a:pt x="327806" y="269660"/>
                </a:lnTo>
                <a:lnTo>
                  <a:pt x="328127" y="269292"/>
                </a:lnTo>
                <a:lnTo>
                  <a:pt x="328470" y="268937"/>
                </a:lnTo>
                <a:lnTo>
                  <a:pt x="328835" y="268593"/>
                </a:lnTo>
                <a:lnTo>
                  <a:pt x="329221" y="268261"/>
                </a:lnTo>
                <a:lnTo>
                  <a:pt x="329628" y="267942"/>
                </a:lnTo>
                <a:lnTo>
                  <a:pt x="330058" y="267635"/>
                </a:lnTo>
                <a:lnTo>
                  <a:pt x="330509" y="267340"/>
                </a:lnTo>
                <a:lnTo>
                  <a:pt x="330983" y="267058"/>
                </a:lnTo>
                <a:lnTo>
                  <a:pt x="331479" y="266789"/>
                </a:lnTo>
                <a:lnTo>
                  <a:pt x="331914" y="266533"/>
                </a:lnTo>
                <a:lnTo>
                  <a:pt x="332367" y="266290"/>
                </a:lnTo>
                <a:lnTo>
                  <a:pt x="332838" y="266060"/>
                </a:lnTo>
                <a:lnTo>
                  <a:pt x="333327" y="265842"/>
                </a:lnTo>
                <a:lnTo>
                  <a:pt x="333834" y="265637"/>
                </a:lnTo>
                <a:lnTo>
                  <a:pt x="334358" y="265444"/>
                </a:lnTo>
                <a:lnTo>
                  <a:pt x="334900" y="265263"/>
                </a:lnTo>
                <a:lnTo>
                  <a:pt x="335460" y="265094"/>
                </a:lnTo>
                <a:lnTo>
                  <a:pt x="336038" y="264936"/>
                </a:lnTo>
                <a:lnTo>
                  <a:pt x="336634" y="264790"/>
                </a:lnTo>
                <a:lnTo>
                  <a:pt x="337247" y="264656"/>
                </a:lnTo>
                <a:lnTo>
                  <a:pt x="337878" y="264532"/>
                </a:lnTo>
                <a:lnTo>
                  <a:pt x="338527" y="264419"/>
                </a:lnTo>
                <a:lnTo>
                  <a:pt x="339194" y="264317"/>
                </a:lnTo>
                <a:lnTo>
                  <a:pt x="339878" y="264226"/>
                </a:lnTo>
                <a:lnTo>
                  <a:pt x="340581" y="264145"/>
                </a:lnTo>
                <a:lnTo>
                  <a:pt x="341301" y="264074"/>
                </a:lnTo>
                <a:lnTo>
                  <a:pt x="342039" y="264014"/>
                </a:lnTo>
                <a:lnTo>
                  <a:pt x="342795" y="263963"/>
                </a:lnTo>
                <a:lnTo>
                  <a:pt x="343568" y="263922"/>
                </a:lnTo>
                <a:lnTo>
                  <a:pt x="344360" y="263890"/>
                </a:lnTo>
                <a:lnTo>
                  <a:pt x="345169" y="263867"/>
                </a:lnTo>
                <a:lnTo>
                  <a:pt x="345996" y="263854"/>
                </a:lnTo>
                <a:lnTo>
                  <a:pt x="346840" y="263850"/>
                </a:lnTo>
                <a:lnTo>
                  <a:pt x="347791" y="263856"/>
                </a:lnTo>
                <a:lnTo>
                  <a:pt x="348724" y="263876"/>
                </a:lnTo>
                <a:lnTo>
                  <a:pt x="349639" y="263909"/>
                </a:lnTo>
                <a:lnTo>
                  <a:pt x="350536" y="263955"/>
                </a:lnTo>
                <a:lnTo>
                  <a:pt x="351414" y="264014"/>
                </a:lnTo>
                <a:lnTo>
                  <a:pt x="352273" y="264086"/>
                </a:lnTo>
                <a:lnTo>
                  <a:pt x="353114" y="264171"/>
                </a:lnTo>
                <a:lnTo>
                  <a:pt x="353935" y="264269"/>
                </a:lnTo>
                <a:lnTo>
                  <a:pt x="354738" y="264381"/>
                </a:lnTo>
                <a:lnTo>
                  <a:pt x="355520" y="264506"/>
                </a:lnTo>
                <a:lnTo>
                  <a:pt x="356284" y="264643"/>
                </a:lnTo>
                <a:lnTo>
                  <a:pt x="357027" y="264794"/>
                </a:lnTo>
                <a:lnTo>
                  <a:pt x="357750" y="264958"/>
                </a:lnTo>
                <a:lnTo>
                  <a:pt x="358454" y="265135"/>
                </a:lnTo>
                <a:lnTo>
                  <a:pt x="359136" y="265325"/>
                </a:lnTo>
                <a:lnTo>
                  <a:pt x="359799" y="265529"/>
                </a:lnTo>
                <a:lnTo>
                  <a:pt x="360440" y="265745"/>
                </a:lnTo>
                <a:lnTo>
                  <a:pt x="361061" y="265975"/>
                </a:lnTo>
                <a:lnTo>
                  <a:pt x="361660" y="266218"/>
                </a:lnTo>
                <a:lnTo>
                  <a:pt x="362239" y="266474"/>
                </a:lnTo>
                <a:lnTo>
                  <a:pt x="362795" y="266743"/>
                </a:lnTo>
                <a:lnTo>
                  <a:pt x="363330" y="267025"/>
                </a:lnTo>
                <a:lnTo>
                  <a:pt x="363844" y="267320"/>
                </a:lnTo>
                <a:lnTo>
                  <a:pt x="364335" y="267629"/>
                </a:lnTo>
                <a:lnTo>
                  <a:pt x="364783" y="267926"/>
                </a:lnTo>
                <a:lnTo>
                  <a:pt x="365220" y="268241"/>
                </a:lnTo>
                <a:lnTo>
                  <a:pt x="365646" y="268573"/>
                </a:lnTo>
                <a:lnTo>
                  <a:pt x="366061" y="268924"/>
                </a:lnTo>
                <a:lnTo>
                  <a:pt x="366465" y="269292"/>
                </a:lnTo>
                <a:lnTo>
                  <a:pt x="366859" y="269678"/>
                </a:lnTo>
                <a:lnTo>
                  <a:pt x="367242" y="270082"/>
                </a:lnTo>
                <a:lnTo>
                  <a:pt x="367614" y="270505"/>
                </a:lnTo>
                <a:lnTo>
                  <a:pt x="367977" y="270945"/>
                </a:lnTo>
                <a:lnTo>
                  <a:pt x="368328" y="271404"/>
                </a:lnTo>
                <a:lnTo>
                  <a:pt x="368670" y="271881"/>
                </a:lnTo>
                <a:lnTo>
                  <a:pt x="369002" y="272377"/>
                </a:lnTo>
                <a:lnTo>
                  <a:pt x="369323" y="272892"/>
                </a:lnTo>
                <a:lnTo>
                  <a:pt x="369635" y="273425"/>
                </a:lnTo>
                <a:lnTo>
                  <a:pt x="369937" y="273977"/>
                </a:lnTo>
                <a:lnTo>
                  <a:pt x="370229" y="274547"/>
                </a:lnTo>
                <a:lnTo>
                  <a:pt x="370512" y="275137"/>
                </a:lnTo>
                <a:lnTo>
                  <a:pt x="370785" y="275746"/>
                </a:lnTo>
                <a:lnTo>
                  <a:pt x="371048" y="276373"/>
                </a:lnTo>
                <a:lnTo>
                  <a:pt x="371302" y="277020"/>
                </a:lnTo>
                <a:lnTo>
                  <a:pt x="371547" y="277687"/>
                </a:lnTo>
                <a:lnTo>
                  <a:pt x="371783" y="278373"/>
                </a:lnTo>
                <a:lnTo>
                  <a:pt x="372010" y="279078"/>
                </a:lnTo>
                <a:lnTo>
                  <a:pt x="372227" y="279803"/>
                </a:lnTo>
                <a:lnTo>
                  <a:pt x="394205" y="279803"/>
                </a:lnTo>
                <a:lnTo>
                  <a:pt x="393816" y="277003"/>
                </a:lnTo>
                <a:lnTo>
                  <a:pt x="393289" y="274323"/>
                </a:lnTo>
                <a:lnTo>
                  <a:pt x="392625" y="271764"/>
                </a:lnTo>
                <a:lnTo>
                  <a:pt x="391824" y="269324"/>
                </a:lnTo>
                <a:lnTo>
                  <a:pt x="390886" y="267004"/>
                </a:lnTo>
                <a:lnTo>
                  <a:pt x="389810" y="264804"/>
                </a:lnTo>
                <a:lnTo>
                  <a:pt x="388599" y="262724"/>
                </a:lnTo>
                <a:lnTo>
                  <a:pt x="387250" y="260763"/>
                </a:lnTo>
                <a:lnTo>
                  <a:pt x="385766" y="258922"/>
                </a:lnTo>
                <a:lnTo>
                  <a:pt x="384145" y="257200"/>
                </a:lnTo>
                <a:lnTo>
                  <a:pt x="382388" y="255598"/>
                </a:lnTo>
                <a:lnTo>
                  <a:pt x="380496" y="254115"/>
                </a:lnTo>
                <a:lnTo>
                  <a:pt x="378468" y="252751"/>
                </a:lnTo>
                <a:lnTo>
                  <a:pt x="376305" y="251506"/>
                </a:lnTo>
                <a:lnTo>
                  <a:pt x="374006" y="250380"/>
                </a:lnTo>
                <a:lnTo>
                  <a:pt x="371573" y="249373"/>
                </a:lnTo>
                <a:lnTo>
                  <a:pt x="369005" y="248485"/>
                </a:lnTo>
                <a:lnTo>
                  <a:pt x="366302" y="247715"/>
                </a:lnTo>
                <a:lnTo>
                  <a:pt x="363464" y="247064"/>
                </a:lnTo>
                <a:lnTo>
                  <a:pt x="360493" y="246532"/>
                </a:lnTo>
                <a:lnTo>
                  <a:pt x="357387" y="246118"/>
                </a:lnTo>
                <a:lnTo>
                  <a:pt x="354147" y="245823"/>
                </a:lnTo>
                <a:lnTo>
                  <a:pt x="350774" y="245646"/>
                </a:lnTo>
                <a:lnTo>
                  <a:pt x="347267" y="245586"/>
                </a:lnTo>
                <a:lnTo>
                  <a:pt x="345626" y="245601"/>
                </a:lnTo>
                <a:lnTo>
                  <a:pt x="344009" y="245643"/>
                </a:lnTo>
                <a:lnTo>
                  <a:pt x="342417" y="245715"/>
                </a:lnTo>
                <a:lnTo>
                  <a:pt x="340849" y="245815"/>
                </a:lnTo>
                <a:lnTo>
                  <a:pt x="339307" y="245944"/>
                </a:lnTo>
                <a:lnTo>
                  <a:pt x="337789" y="246102"/>
                </a:lnTo>
                <a:lnTo>
                  <a:pt x="336296" y="246288"/>
                </a:lnTo>
                <a:close/>
                <a:moveTo>
                  <a:pt x="226177" y="246613"/>
                </a:moveTo>
                <a:lnTo>
                  <a:pt x="224371" y="246985"/>
                </a:lnTo>
                <a:lnTo>
                  <a:pt x="222599" y="247414"/>
                </a:lnTo>
                <a:lnTo>
                  <a:pt x="220862" y="247901"/>
                </a:lnTo>
                <a:lnTo>
                  <a:pt x="219160" y="248445"/>
                </a:lnTo>
                <a:lnTo>
                  <a:pt x="217494" y="249047"/>
                </a:lnTo>
                <a:lnTo>
                  <a:pt x="215862" y="249707"/>
                </a:lnTo>
                <a:lnTo>
                  <a:pt x="214266" y="250425"/>
                </a:lnTo>
                <a:lnTo>
                  <a:pt x="212706" y="251201"/>
                </a:lnTo>
                <a:lnTo>
                  <a:pt x="211182" y="252035"/>
                </a:lnTo>
                <a:lnTo>
                  <a:pt x="209694" y="252927"/>
                </a:lnTo>
                <a:lnTo>
                  <a:pt x="208243" y="253878"/>
                </a:lnTo>
                <a:lnTo>
                  <a:pt x="206827" y="254887"/>
                </a:lnTo>
                <a:lnTo>
                  <a:pt x="205449" y="255954"/>
                </a:lnTo>
                <a:lnTo>
                  <a:pt x="204107" y="257080"/>
                </a:lnTo>
                <a:lnTo>
                  <a:pt x="202803" y="258265"/>
                </a:lnTo>
                <a:lnTo>
                  <a:pt x="201535" y="259508"/>
                </a:lnTo>
                <a:lnTo>
                  <a:pt x="200305" y="260810"/>
                </a:lnTo>
                <a:lnTo>
                  <a:pt x="199113" y="262171"/>
                </a:lnTo>
                <a:lnTo>
                  <a:pt x="197913" y="263549"/>
                </a:lnTo>
                <a:lnTo>
                  <a:pt x="196766" y="264953"/>
                </a:lnTo>
                <a:lnTo>
                  <a:pt x="195672" y="266383"/>
                </a:lnTo>
                <a:lnTo>
                  <a:pt x="194631" y="267840"/>
                </a:lnTo>
                <a:lnTo>
                  <a:pt x="193643" y="269323"/>
                </a:lnTo>
                <a:lnTo>
                  <a:pt x="192707" y="270833"/>
                </a:lnTo>
                <a:lnTo>
                  <a:pt x="191823" y="272370"/>
                </a:lnTo>
                <a:lnTo>
                  <a:pt x="190991" y="273934"/>
                </a:lnTo>
                <a:lnTo>
                  <a:pt x="190211" y="275525"/>
                </a:lnTo>
                <a:lnTo>
                  <a:pt x="189483" y="277143"/>
                </a:lnTo>
                <a:lnTo>
                  <a:pt x="188806" y="278788"/>
                </a:lnTo>
                <a:lnTo>
                  <a:pt x="188180" y="280460"/>
                </a:lnTo>
                <a:lnTo>
                  <a:pt x="187606" y="282159"/>
                </a:lnTo>
                <a:lnTo>
                  <a:pt x="187082" y="283886"/>
                </a:lnTo>
                <a:lnTo>
                  <a:pt x="186609" y="285641"/>
                </a:lnTo>
                <a:lnTo>
                  <a:pt x="186187" y="287423"/>
                </a:lnTo>
                <a:lnTo>
                  <a:pt x="185815" y="289233"/>
                </a:lnTo>
                <a:lnTo>
                  <a:pt x="185493" y="291070"/>
                </a:lnTo>
                <a:lnTo>
                  <a:pt x="185222" y="292936"/>
                </a:lnTo>
                <a:lnTo>
                  <a:pt x="185000" y="294829"/>
                </a:lnTo>
                <a:lnTo>
                  <a:pt x="184828" y="296751"/>
                </a:lnTo>
                <a:lnTo>
                  <a:pt x="184705" y="298700"/>
                </a:lnTo>
                <a:lnTo>
                  <a:pt x="184631" y="300678"/>
                </a:lnTo>
                <a:lnTo>
                  <a:pt x="184607" y="302684"/>
                </a:lnTo>
                <a:lnTo>
                  <a:pt x="184633" y="304895"/>
                </a:lnTo>
                <a:lnTo>
                  <a:pt x="184713" y="307066"/>
                </a:lnTo>
                <a:lnTo>
                  <a:pt x="184847" y="309198"/>
                </a:lnTo>
                <a:lnTo>
                  <a:pt x="185033" y="311291"/>
                </a:lnTo>
                <a:lnTo>
                  <a:pt x="185273" y="313345"/>
                </a:lnTo>
                <a:lnTo>
                  <a:pt x="185567" y="315360"/>
                </a:lnTo>
                <a:lnTo>
                  <a:pt x="185914" y="317337"/>
                </a:lnTo>
                <a:lnTo>
                  <a:pt x="186314" y="319274"/>
                </a:lnTo>
                <a:lnTo>
                  <a:pt x="186767" y="321173"/>
                </a:lnTo>
                <a:lnTo>
                  <a:pt x="187274" y="323034"/>
                </a:lnTo>
                <a:lnTo>
                  <a:pt x="187834" y="324856"/>
                </a:lnTo>
                <a:lnTo>
                  <a:pt x="188447" y="326640"/>
                </a:lnTo>
                <a:lnTo>
                  <a:pt x="189114" y="328385"/>
                </a:lnTo>
                <a:lnTo>
                  <a:pt x="189834" y="330092"/>
                </a:lnTo>
                <a:lnTo>
                  <a:pt x="190607" y="331761"/>
                </a:lnTo>
                <a:lnTo>
                  <a:pt x="191434" y="333393"/>
                </a:lnTo>
                <a:lnTo>
                  <a:pt x="192314" y="334986"/>
                </a:lnTo>
                <a:lnTo>
                  <a:pt x="193248" y="336541"/>
                </a:lnTo>
                <a:lnTo>
                  <a:pt x="194234" y="338059"/>
                </a:lnTo>
                <a:lnTo>
                  <a:pt x="195274" y="339539"/>
                </a:lnTo>
                <a:lnTo>
                  <a:pt x="196368" y="340982"/>
                </a:lnTo>
                <a:lnTo>
                  <a:pt x="197515" y="342387"/>
                </a:lnTo>
                <a:lnTo>
                  <a:pt x="198715" y="343755"/>
                </a:lnTo>
                <a:lnTo>
                  <a:pt x="199968" y="345086"/>
                </a:lnTo>
                <a:lnTo>
                  <a:pt x="201161" y="346294"/>
                </a:lnTo>
                <a:lnTo>
                  <a:pt x="202391" y="347451"/>
                </a:lnTo>
                <a:lnTo>
                  <a:pt x="203658" y="348559"/>
                </a:lnTo>
                <a:lnTo>
                  <a:pt x="204963" y="349615"/>
                </a:lnTo>
                <a:lnTo>
                  <a:pt x="206304" y="350621"/>
                </a:lnTo>
                <a:lnTo>
                  <a:pt x="207683" y="351577"/>
                </a:lnTo>
                <a:lnTo>
                  <a:pt x="209098" y="352481"/>
                </a:lnTo>
                <a:lnTo>
                  <a:pt x="210549" y="353334"/>
                </a:lnTo>
                <a:lnTo>
                  <a:pt x="212037" y="354137"/>
                </a:lnTo>
                <a:lnTo>
                  <a:pt x="213561" y="354888"/>
                </a:lnTo>
                <a:lnTo>
                  <a:pt x="215121" y="355588"/>
                </a:lnTo>
                <a:lnTo>
                  <a:pt x="216717" y="356237"/>
                </a:lnTo>
                <a:lnTo>
                  <a:pt x="218348" y="356835"/>
                </a:lnTo>
                <a:lnTo>
                  <a:pt x="220014" y="357381"/>
                </a:lnTo>
                <a:lnTo>
                  <a:pt x="221716" y="357875"/>
                </a:lnTo>
                <a:lnTo>
                  <a:pt x="223453" y="358318"/>
                </a:lnTo>
                <a:lnTo>
                  <a:pt x="225224" y="358709"/>
                </a:lnTo>
                <a:lnTo>
                  <a:pt x="227030" y="359048"/>
                </a:lnTo>
                <a:lnTo>
                  <a:pt x="228871" y="359335"/>
                </a:lnTo>
                <a:lnTo>
                  <a:pt x="230746" y="359570"/>
                </a:lnTo>
                <a:lnTo>
                  <a:pt x="232655" y="359754"/>
                </a:lnTo>
                <a:lnTo>
                  <a:pt x="234598" y="359884"/>
                </a:lnTo>
                <a:lnTo>
                  <a:pt x="236574" y="359963"/>
                </a:lnTo>
                <a:lnTo>
                  <a:pt x="238585" y="359989"/>
                </a:lnTo>
                <a:lnTo>
                  <a:pt x="240411" y="359967"/>
                </a:lnTo>
                <a:lnTo>
                  <a:pt x="242212" y="359902"/>
                </a:lnTo>
                <a:lnTo>
                  <a:pt x="243985" y="359793"/>
                </a:lnTo>
                <a:lnTo>
                  <a:pt x="245732" y="359640"/>
                </a:lnTo>
                <a:lnTo>
                  <a:pt x="247452" y="359445"/>
                </a:lnTo>
                <a:lnTo>
                  <a:pt x="249146" y="359205"/>
                </a:lnTo>
                <a:lnTo>
                  <a:pt x="250813" y="358923"/>
                </a:lnTo>
                <a:lnTo>
                  <a:pt x="252453" y="358598"/>
                </a:lnTo>
                <a:lnTo>
                  <a:pt x="254066" y="358229"/>
                </a:lnTo>
                <a:lnTo>
                  <a:pt x="255653" y="357818"/>
                </a:lnTo>
                <a:lnTo>
                  <a:pt x="257213" y="357364"/>
                </a:lnTo>
                <a:lnTo>
                  <a:pt x="258747" y="356867"/>
                </a:lnTo>
                <a:lnTo>
                  <a:pt x="260253" y="356327"/>
                </a:lnTo>
                <a:lnTo>
                  <a:pt x="261733" y="355745"/>
                </a:lnTo>
                <a:lnTo>
                  <a:pt x="263187" y="355121"/>
                </a:lnTo>
                <a:lnTo>
                  <a:pt x="264614" y="354454"/>
                </a:lnTo>
                <a:lnTo>
                  <a:pt x="266014" y="353745"/>
                </a:lnTo>
                <a:lnTo>
                  <a:pt x="267387" y="352994"/>
                </a:lnTo>
                <a:lnTo>
                  <a:pt x="268734" y="352200"/>
                </a:lnTo>
                <a:lnTo>
                  <a:pt x="270054" y="351365"/>
                </a:lnTo>
                <a:lnTo>
                  <a:pt x="271348" y="350488"/>
                </a:lnTo>
                <a:lnTo>
                  <a:pt x="272615" y="349569"/>
                </a:lnTo>
                <a:lnTo>
                  <a:pt x="273855" y="348608"/>
                </a:lnTo>
                <a:lnTo>
                  <a:pt x="275068" y="347606"/>
                </a:lnTo>
                <a:lnTo>
                  <a:pt x="276014" y="346756"/>
                </a:lnTo>
                <a:lnTo>
                  <a:pt x="276931" y="345887"/>
                </a:lnTo>
                <a:lnTo>
                  <a:pt x="277820" y="344998"/>
                </a:lnTo>
                <a:lnTo>
                  <a:pt x="278680" y="344091"/>
                </a:lnTo>
                <a:lnTo>
                  <a:pt x="279512" y="343164"/>
                </a:lnTo>
                <a:lnTo>
                  <a:pt x="280316" y="342219"/>
                </a:lnTo>
                <a:lnTo>
                  <a:pt x="281093" y="341256"/>
                </a:lnTo>
                <a:lnTo>
                  <a:pt x="281841" y="340273"/>
                </a:lnTo>
                <a:lnTo>
                  <a:pt x="282563" y="339273"/>
                </a:lnTo>
                <a:lnTo>
                  <a:pt x="283257" y="338255"/>
                </a:lnTo>
                <a:lnTo>
                  <a:pt x="283924" y="337219"/>
                </a:lnTo>
                <a:lnTo>
                  <a:pt x="284564" y="336165"/>
                </a:lnTo>
                <a:lnTo>
                  <a:pt x="285177" y="335093"/>
                </a:lnTo>
                <a:lnTo>
                  <a:pt x="285764" y="334005"/>
                </a:lnTo>
                <a:lnTo>
                  <a:pt x="286325" y="332899"/>
                </a:lnTo>
                <a:lnTo>
                  <a:pt x="286859" y="331776"/>
                </a:lnTo>
                <a:lnTo>
                  <a:pt x="287368" y="330637"/>
                </a:lnTo>
                <a:lnTo>
                  <a:pt x="287850" y="329481"/>
                </a:lnTo>
                <a:lnTo>
                  <a:pt x="288308" y="328309"/>
                </a:lnTo>
                <a:lnTo>
                  <a:pt x="288739" y="327120"/>
                </a:lnTo>
                <a:lnTo>
                  <a:pt x="289146" y="325915"/>
                </a:lnTo>
                <a:lnTo>
                  <a:pt x="289528" y="324695"/>
                </a:lnTo>
                <a:lnTo>
                  <a:pt x="289884" y="323458"/>
                </a:lnTo>
                <a:lnTo>
                  <a:pt x="290217" y="322207"/>
                </a:lnTo>
                <a:lnTo>
                  <a:pt x="267602" y="322207"/>
                </a:lnTo>
                <a:lnTo>
                  <a:pt x="267227" y="322986"/>
                </a:lnTo>
                <a:lnTo>
                  <a:pt x="266850" y="323750"/>
                </a:lnTo>
                <a:lnTo>
                  <a:pt x="266470" y="324498"/>
                </a:lnTo>
                <a:lnTo>
                  <a:pt x="266088" y="325231"/>
                </a:lnTo>
                <a:lnTo>
                  <a:pt x="265703" y="325947"/>
                </a:lnTo>
                <a:lnTo>
                  <a:pt x="265314" y="326647"/>
                </a:lnTo>
                <a:lnTo>
                  <a:pt x="264923" y="327331"/>
                </a:lnTo>
                <a:lnTo>
                  <a:pt x="264528" y="327998"/>
                </a:lnTo>
                <a:lnTo>
                  <a:pt x="264129" y="328648"/>
                </a:lnTo>
                <a:lnTo>
                  <a:pt x="263726" y="329282"/>
                </a:lnTo>
                <a:lnTo>
                  <a:pt x="263319" y="329898"/>
                </a:lnTo>
                <a:lnTo>
                  <a:pt x="262908" y="330497"/>
                </a:lnTo>
                <a:lnTo>
                  <a:pt x="262492" y="331079"/>
                </a:lnTo>
                <a:lnTo>
                  <a:pt x="262072" y="331643"/>
                </a:lnTo>
                <a:lnTo>
                  <a:pt x="261647" y="332189"/>
                </a:lnTo>
                <a:lnTo>
                  <a:pt x="261217" y="332717"/>
                </a:lnTo>
                <a:lnTo>
                  <a:pt x="260782" y="333226"/>
                </a:lnTo>
                <a:lnTo>
                  <a:pt x="260341" y="333718"/>
                </a:lnTo>
                <a:lnTo>
                  <a:pt x="259895" y="334190"/>
                </a:lnTo>
                <a:lnTo>
                  <a:pt x="259443" y="334644"/>
                </a:lnTo>
                <a:lnTo>
                  <a:pt x="258985" y="335079"/>
                </a:lnTo>
                <a:lnTo>
                  <a:pt x="258521" y="335495"/>
                </a:lnTo>
                <a:lnTo>
                  <a:pt x="258051" y="335891"/>
                </a:lnTo>
                <a:lnTo>
                  <a:pt x="257574" y="336268"/>
                </a:lnTo>
                <a:lnTo>
                  <a:pt x="256953" y="336706"/>
                </a:lnTo>
                <a:lnTo>
                  <a:pt x="256316" y="337126"/>
                </a:lnTo>
                <a:lnTo>
                  <a:pt x="255664" y="337528"/>
                </a:lnTo>
                <a:lnTo>
                  <a:pt x="254996" y="337912"/>
                </a:lnTo>
                <a:lnTo>
                  <a:pt x="254312" y="338278"/>
                </a:lnTo>
                <a:lnTo>
                  <a:pt x="253614" y="338627"/>
                </a:lnTo>
                <a:lnTo>
                  <a:pt x="252899" y="338957"/>
                </a:lnTo>
                <a:lnTo>
                  <a:pt x="252169" y="339270"/>
                </a:lnTo>
                <a:lnTo>
                  <a:pt x="251423" y="339564"/>
                </a:lnTo>
                <a:lnTo>
                  <a:pt x="250662" y="339839"/>
                </a:lnTo>
                <a:lnTo>
                  <a:pt x="249885" y="340097"/>
                </a:lnTo>
                <a:lnTo>
                  <a:pt x="249093" y="340336"/>
                </a:lnTo>
                <a:lnTo>
                  <a:pt x="248285" y="340556"/>
                </a:lnTo>
                <a:lnTo>
                  <a:pt x="247462" y="340757"/>
                </a:lnTo>
                <a:lnTo>
                  <a:pt x="246623" y="340940"/>
                </a:lnTo>
                <a:lnTo>
                  <a:pt x="245768" y="341104"/>
                </a:lnTo>
                <a:lnTo>
                  <a:pt x="244898" y="341249"/>
                </a:lnTo>
                <a:lnTo>
                  <a:pt x="244012" y="341375"/>
                </a:lnTo>
                <a:lnTo>
                  <a:pt x="243111" y="341482"/>
                </a:lnTo>
                <a:lnTo>
                  <a:pt x="242194" y="341570"/>
                </a:lnTo>
                <a:lnTo>
                  <a:pt x="241262" y="341638"/>
                </a:lnTo>
                <a:lnTo>
                  <a:pt x="240314" y="341687"/>
                </a:lnTo>
                <a:lnTo>
                  <a:pt x="239350" y="341716"/>
                </a:lnTo>
                <a:lnTo>
                  <a:pt x="238371" y="341726"/>
                </a:lnTo>
                <a:lnTo>
                  <a:pt x="237261" y="341711"/>
                </a:lnTo>
                <a:lnTo>
                  <a:pt x="236171" y="341665"/>
                </a:lnTo>
                <a:lnTo>
                  <a:pt x="235101" y="341589"/>
                </a:lnTo>
                <a:lnTo>
                  <a:pt x="234051" y="341483"/>
                </a:lnTo>
                <a:lnTo>
                  <a:pt x="233021" y="341347"/>
                </a:lnTo>
                <a:lnTo>
                  <a:pt x="232011" y="341182"/>
                </a:lnTo>
                <a:lnTo>
                  <a:pt x="231021" y="340987"/>
                </a:lnTo>
                <a:lnTo>
                  <a:pt x="230051" y="340762"/>
                </a:lnTo>
                <a:lnTo>
                  <a:pt x="229101" y="340509"/>
                </a:lnTo>
                <a:lnTo>
                  <a:pt x="228171" y="340226"/>
                </a:lnTo>
                <a:lnTo>
                  <a:pt x="227261" y="339915"/>
                </a:lnTo>
                <a:lnTo>
                  <a:pt x="226371" y="339575"/>
                </a:lnTo>
                <a:lnTo>
                  <a:pt x="225501" y="339207"/>
                </a:lnTo>
                <a:lnTo>
                  <a:pt x="224651" y="338810"/>
                </a:lnTo>
                <a:lnTo>
                  <a:pt x="223820" y="338386"/>
                </a:lnTo>
                <a:lnTo>
                  <a:pt x="223010" y="337933"/>
                </a:lnTo>
                <a:lnTo>
                  <a:pt x="222220" y="337453"/>
                </a:lnTo>
                <a:lnTo>
                  <a:pt x="221450" y="336945"/>
                </a:lnTo>
                <a:lnTo>
                  <a:pt x="220700" y="336410"/>
                </a:lnTo>
                <a:lnTo>
                  <a:pt x="219970" y="335848"/>
                </a:lnTo>
                <a:lnTo>
                  <a:pt x="219259" y="335259"/>
                </a:lnTo>
                <a:lnTo>
                  <a:pt x="218569" y="334643"/>
                </a:lnTo>
                <a:lnTo>
                  <a:pt x="217899" y="334000"/>
                </a:lnTo>
                <a:lnTo>
                  <a:pt x="217249" y="333331"/>
                </a:lnTo>
                <a:lnTo>
                  <a:pt x="216621" y="332610"/>
                </a:lnTo>
                <a:lnTo>
                  <a:pt x="216018" y="331862"/>
                </a:lnTo>
                <a:lnTo>
                  <a:pt x="215438" y="331088"/>
                </a:lnTo>
                <a:lnTo>
                  <a:pt x="214882" y="330288"/>
                </a:lnTo>
                <a:lnTo>
                  <a:pt x="214351" y="329463"/>
                </a:lnTo>
                <a:lnTo>
                  <a:pt x="213842" y="328611"/>
                </a:lnTo>
                <a:lnTo>
                  <a:pt x="213357" y="327734"/>
                </a:lnTo>
                <a:lnTo>
                  <a:pt x="212895" y="326832"/>
                </a:lnTo>
                <a:lnTo>
                  <a:pt x="212456" y="325903"/>
                </a:lnTo>
                <a:lnTo>
                  <a:pt x="212040" y="324950"/>
                </a:lnTo>
                <a:lnTo>
                  <a:pt x="211647" y="323971"/>
                </a:lnTo>
                <a:lnTo>
                  <a:pt x="211276" y="322967"/>
                </a:lnTo>
                <a:lnTo>
                  <a:pt x="210927" y="321937"/>
                </a:lnTo>
                <a:lnTo>
                  <a:pt x="210600" y="320883"/>
                </a:lnTo>
                <a:lnTo>
                  <a:pt x="210295" y="319803"/>
                </a:lnTo>
                <a:lnTo>
                  <a:pt x="210011" y="318699"/>
                </a:lnTo>
                <a:lnTo>
                  <a:pt x="209749" y="317570"/>
                </a:lnTo>
                <a:lnTo>
                  <a:pt x="209509" y="316416"/>
                </a:lnTo>
                <a:lnTo>
                  <a:pt x="209289" y="315238"/>
                </a:lnTo>
                <a:lnTo>
                  <a:pt x="209090" y="314035"/>
                </a:lnTo>
                <a:lnTo>
                  <a:pt x="208912" y="312808"/>
                </a:lnTo>
                <a:lnTo>
                  <a:pt x="208755" y="311557"/>
                </a:lnTo>
                <a:lnTo>
                  <a:pt x="208618" y="310281"/>
                </a:lnTo>
                <a:lnTo>
                  <a:pt x="208501" y="308981"/>
                </a:lnTo>
                <a:lnTo>
                  <a:pt x="292139" y="308981"/>
                </a:lnTo>
                <a:lnTo>
                  <a:pt x="292089" y="306589"/>
                </a:lnTo>
                <a:lnTo>
                  <a:pt x="291996" y="304240"/>
                </a:lnTo>
                <a:lnTo>
                  <a:pt x="291858" y="301936"/>
                </a:lnTo>
                <a:lnTo>
                  <a:pt x="291676" y="299675"/>
                </a:lnTo>
                <a:lnTo>
                  <a:pt x="291450" y="297457"/>
                </a:lnTo>
                <a:lnTo>
                  <a:pt x="291181" y="295284"/>
                </a:lnTo>
                <a:lnTo>
                  <a:pt x="290867" y="293154"/>
                </a:lnTo>
                <a:lnTo>
                  <a:pt x="290509" y="291068"/>
                </a:lnTo>
                <a:lnTo>
                  <a:pt x="290108" y="289026"/>
                </a:lnTo>
                <a:lnTo>
                  <a:pt x="289664" y="287027"/>
                </a:lnTo>
                <a:lnTo>
                  <a:pt x="289175" y="285072"/>
                </a:lnTo>
                <a:lnTo>
                  <a:pt x="288644" y="283161"/>
                </a:lnTo>
                <a:lnTo>
                  <a:pt x="288069" y="281294"/>
                </a:lnTo>
                <a:lnTo>
                  <a:pt x="287450" y="279470"/>
                </a:lnTo>
                <a:lnTo>
                  <a:pt x="286789" y="277691"/>
                </a:lnTo>
                <a:lnTo>
                  <a:pt x="286085" y="275954"/>
                </a:lnTo>
                <a:lnTo>
                  <a:pt x="285337" y="274262"/>
                </a:lnTo>
                <a:lnTo>
                  <a:pt x="284547" y="272613"/>
                </a:lnTo>
                <a:lnTo>
                  <a:pt x="283714" y="271008"/>
                </a:lnTo>
                <a:lnTo>
                  <a:pt x="282838" y="269447"/>
                </a:lnTo>
                <a:lnTo>
                  <a:pt x="281919" y="267930"/>
                </a:lnTo>
                <a:lnTo>
                  <a:pt x="280958" y="266456"/>
                </a:lnTo>
                <a:lnTo>
                  <a:pt x="279955" y="265026"/>
                </a:lnTo>
                <a:lnTo>
                  <a:pt x="278909" y="263640"/>
                </a:lnTo>
                <a:lnTo>
                  <a:pt x="277713" y="262151"/>
                </a:lnTo>
                <a:lnTo>
                  <a:pt x="276469" y="260727"/>
                </a:lnTo>
                <a:lnTo>
                  <a:pt x="275180" y="259369"/>
                </a:lnTo>
                <a:lnTo>
                  <a:pt x="273844" y="258075"/>
                </a:lnTo>
                <a:lnTo>
                  <a:pt x="272462" y="256847"/>
                </a:lnTo>
                <a:lnTo>
                  <a:pt x="271035" y="255683"/>
                </a:lnTo>
                <a:lnTo>
                  <a:pt x="269562" y="254584"/>
                </a:lnTo>
                <a:lnTo>
                  <a:pt x="268044" y="253549"/>
                </a:lnTo>
                <a:lnTo>
                  <a:pt x="266481" y="252578"/>
                </a:lnTo>
                <a:lnTo>
                  <a:pt x="264872" y="251671"/>
                </a:lnTo>
                <a:lnTo>
                  <a:pt x="263219" y="250828"/>
                </a:lnTo>
                <a:lnTo>
                  <a:pt x="261521" y="250048"/>
                </a:lnTo>
                <a:lnTo>
                  <a:pt x="259779" y="249332"/>
                </a:lnTo>
                <a:lnTo>
                  <a:pt x="257992" y="248679"/>
                </a:lnTo>
                <a:lnTo>
                  <a:pt x="256161" y="248089"/>
                </a:lnTo>
                <a:lnTo>
                  <a:pt x="254287" y="247562"/>
                </a:lnTo>
                <a:lnTo>
                  <a:pt x="252369" y="247097"/>
                </a:lnTo>
                <a:lnTo>
                  <a:pt x="250407" y="246695"/>
                </a:lnTo>
                <a:lnTo>
                  <a:pt x="248401" y="246356"/>
                </a:lnTo>
                <a:lnTo>
                  <a:pt x="246353" y="246078"/>
                </a:lnTo>
                <a:lnTo>
                  <a:pt x="244262" y="245863"/>
                </a:lnTo>
                <a:lnTo>
                  <a:pt x="242128" y="245709"/>
                </a:lnTo>
                <a:lnTo>
                  <a:pt x="239951" y="245617"/>
                </a:lnTo>
                <a:lnTo>
                  <a:pt x="237731" y="245586"/>
                </a:lnTo>
                <a:lnTo>
                  <a:pt x="235721" y="245615"/>
                </a:lnTo>
                <a:lnTo>
                  <a:pt x="233745" y="245700"/>
                </a:lnTo>
                <a:lnTo>
                  <a:pt x="231802" y="245843"/>
                </a:lnTo>
                <a:lnTo>
                  <a:pt x="229893" y="246042"/>
                </a:lnTo>
                <a:lnTo>
                  <a:pt x="228018" y="246299"/>
                </a:lnTo>
                <a:lnTo>
                  <a:pt x="226177" y="246613"/>
                </a:lnTo>
                <a:close/>
                <a:moveTo>
                  <a:pt x="248544" y="265080"/>
                </a:moveTo>
                <a:lnTo>
                  <a:pt x="250332" y="265621"/>
                </a:lnTo>
                <a:lnTo>
                  <a:pt x="252038" y="266261"/>
                </a:lnTo>
                <a:lnTo>
                  <a:pt x="253662" y="266999"/>
                </a:lnTo>
                <a:lnTo>
                  <a:pt x="255203" y="267835"/>
                </a:lnTo>
                <a:lnTo>
                  <a:pt x="256662" y="268770"/>
                </a:lnTo>
                <a:lnTo>
                  <a:pt x="258039" y="269803"/>
                </a:lnTo>
                <a:lnTo>
                  <a:pt x="259334" y="270935"/>
                </a:lnTo>
                <a:lnTo>
                  <a:pt x="260546" y="272165"/>
                </a:lnTo>
                <a:lnTo>
                  <a:pt x="261676" y="273493"/>
                </a:lnTo>
                <a:lnTo>
                  <a:pt x="262724" y="274920"/>
                </a:lnTo>
                <a:lnTo>
                  <a:pt x="263690" y="276445"/>
                </a:lnTo>
                <a:lnTo>
                  <a:pt x="264573" y="278069"/>
                </a:lnTo>
                <a:lnTo>
                  <a:pt x="265375" y="279791"/>
                </a:lnTo>
                <a:lnTo>
                  <a:pt x="266094" y="281611"/>
                </a:lnTo>
                <a:lnTo>
                  <a:pt x="266730" y="283530"/>
                </a:lnTo>
                <a:lnTo>
                  <a:pt x="267285" y="285547"/>
                </a:lnTo>
                <a:lnTo>
                  <a:pt x="267757" y="287663"/>
                </a:lnTo>
                <a:lnTo>
                  <a:pt x="268147" y="289877"/>
                </a:lnTo>
                <a:lnTo>
                  <a:pt x="268455" y="292189"/>
                </a:lnTo>
                <a:lnTo>
                  <a:pt x="208927" y="292189"/>
                </a:lnTo>
                <a:lnTo>
                  <a:pt x="209097" y="291046"/>
                </a:lnTo>
                <a:lnTo>
                  <a:pt x="209287" y="289928"/>
                </a:lnTo>
                <a:lnTo>
                  <a:pt x="209497" y="288833"/>
                </a:lnTo>
                <a:lnTo>
                  <a:pt x="209726" y="287762"/>
                </a:lnTo>
                <a:lnTo>
                  <a:pt x="209974" y="286715"/>
                </a:lnTo>
                <a:lnTo>
                  <a:pt x="210242" y="285691"/>
                </a:lnTo>
                <a:lnTo>
                  <a:pt x="210528" y="284691"/>
                </a:lnTo>
                <a:lnTo>
                  <a:pt x="210833" y="283714"/>
                </a:lnTo>
                <a:lnTo>
                  <a:pt x="211156" y="282761"/>
                </a:lnTo>
                <a:lnTo>
                  <a:pt x="211498" y="281830"/>
                </a:lnTo>
                <a:lnTo>
                  <a:pt x="211857" y="280923"/>
                </a:lnTo>
                <a:lnTo>
                  <a:pt x="212235" y="280039"/>
                </a:lnTo>
                <a:lnTo>
                  <a:pt x="212631" y="279178"/>
                </a:lnTo>
                <a:lnTo>
                  <a:pt x="213044" y="278340"/>
                </a:lnTo>
                <a:lnTo>
                  <a:pt x="213474" y="277525"/>
                </a:lnTo>
                <a:lnTo>
                  <a:pt x="213922" y="276732"/>
                </a:lnTo>
                <a:lnTo>
                  <a:pt x="214387" y="275962"/>
                </a:lnTo>
                <a:lnTo>
                  <a:pt x="214868" y="275215"/>
                </a:lnTo>
                <a:lnTo>
                  <a:pt x="215367" y="274490"/>
                </a:lnTo>
                <a:lnTo>
                  <a:pt x="215882" y="273787"/>
                </a:lnTo>
                <a:lnTo>
                  <a:pt x="216413" y="273106"/>
                </a:lnTo>
                <a:lnTo>
                  <a:pt x="216960" y="272448"/>
                </a:lnTo>
                <a:lnTo>
                  <a:pt x="217523" y="271812"/>
                </a:lnTo>
                <a:lnTo>
                  <a:pt x="218102" y="271198"/>
                </a:lnTo>
                <a:lnTo>
                  <a:pt x="218750" y="270582"/>
                </a:lnTo>
                <a:lnTo>
                  <a:pt x="219414" y="269995"/>
                </a:lnTo>
                <a:lnTo>
                  <a:pt x="220093" y="269436"/>
                </a:lnTo>
                <a:lnTo>
                  <a:pt x="220789" y="268904"/>
                </a:lnTo>
                <a:lnTo>
                  <a:pt x="221501" y="268401"/>
                </a:lnTo>
                <a:lnTo>
                  <a:pt x="222229" y="267924"/>
                </a:lnTo>
                <a:lnTo>
                  <a:pt x="222974" y="267476"/>
                </a:lnTo>
                <a:lnTo>
                  <a:pt x="223736" y="267054"/>
                </a:lnTo>
                <a:lnTo>
                  <a:pt x="224515" y="266659"/>
                </a:lnTo>
                <a:lnTo>
                  <a:pt x="225311" y="266291"/>
                </a:lnTo>
                <a:lnTo>
                  <a:pt x="226125" y="265950"/>
                </a:lnTo>
                <a:lnTo>
                  <a:pt x="226956" y="265635"/>
                </a:lnTo>
                <a:lnTo>
                  <a:pt x="227805" y="265346"/>
                </a:lnTo>
                <a:lnTo>
                  <a:pt x="228672" y="265083"/>
                </a:lnTo>
                <a:lnTo>
                  <a:pt x="229557" y="264846"/>
                </a:lnTo>
                <a:lnTo>
                  <a:pt x="230461" y="264635"/>
                </a:lnTo>
                <a:lnTo>
                  <a:pt x="231383" y="264450"/>
                </a:lnTo>
                <a:lnTo>
                  <a:pt x="232323" y="264289"/>
                </a:lnTo>
                <a:lnTo>
                  <a:pt x="233283" y="264154"/>
                </a:lnTo>
                <a:lnTo>
                  <a:pt x="234262" y="264044"/>
                </a:lnTo>
                <a:lnTo>
                  <a:pt x="235260" y="263959"/>
                </a:lnTo>
                <a:lnTo>
                  <a:pt x="236277" y="263898"/>
                </a:lnTo>
                <a:lnTo>
                  <a:pt x="237314" y="263862"/>
                </a:lnTo>
                <a:lnTo>
                  <a:pt x="238371" y="263850"/>
                </a:lnTo>
                <a:lnTo>
                  <a:pt x="240570" y="263899"/>
                </a:lnTo>
                <a:lnTo>
                  <a:pt x="242687" y="264047"/>
                </a:lnTo>
                <a:lnTo>
                  <a:pt x="244722" y="264293"/>
                </a:lnTo>
                <a:lnTo>
                  <a:pt x="246674" y="264637"/>
                </a:lnTo>
                <a:lnTo>
                  <a:pt x="248544" y="265080"/>
                </a:lnTo>
                <a:close/>
                <a:moveTo>
                  <a:pt x="129317" y="357045"/>
                </a:moveTo>
                <a:lnTo>
                  <a:pt x="129317" y="226691"/>
                </a:lnTo>
                <a:lnTo>
                  <a:pt x="180102" y="226691"/>
                </a:lnTo>
                <a:lnTo>
                  <a:pt x="180102" y="207169"/>
                </a:lnTo>
                <a:lnTo>
                  <a:pt x="55286" y="207169"/>
                </a:lnTo>
                <a:lnTo>
                  <a:pt x="55286" y="226691"/>
                </a:lnTo>
                <a:lnTo>
                  <a:pt x="106281" y="226691"/>
                </a:lnTo>
                <a:lnTo>
                  <a:pt x="106281" y="357045"/>
                </a:lnTo>
                <a:lnTo>
                  <a:pt x="129317" y="357045"/>
                </a:lnTo>
                <a:close/>
                <a:moveTo>
                  <a:pt x="90165" y="1761"/>
                </a:moveTo>
                <a:lnTo>
                  <a:pt x="89729" y="1441"/>
                </a:lnTo>
                <a:lnTo>
                  <a:pt x="89277" y="1152"/>
                </a:lnTo>
                <a:lnTo>
                  <a:pt x="88809" y="896"/>
                </a:lnTo>
                <a:lnTo>
                  <a:pt x="88328" y="671"/>
                </a:lnTo>
                <a:lnTo>
                  <a:pt x="87836" y="478"/>
                </a:lnTo>
                <a:lnTo>
                  <a:pt x="87333" y="318"/>
                </a:lnTo>
                <a:lnTo>
                  <a:pt x="86822" y="190"/>
                </a:lnTo>
                <a:lnTo>
                  <a:pt x="86305" y="94"/>
                </a:lnTo>
                <a:lnTo>
                  <a:pt x="85783" y="30"/>
                </a:lnTo>
                <a:lnTo>
                  <a:pt x="85258" y="0"/>
                </a:lnTo>
                <a:lnTo>
                  <a:pt x="84732" y="2"/>
                </a:lnTo>
                <a:lnTo>
                  <a:pt x="84206" y="38"/>
                </a:lnTo>
                <a:lnTo>
                  <a:pt x="83682" y="107"/>
                </a:lnTo>
                <a:lnTo>
                  <a:pt x="83162" y="209"/>
                </a:lnTo>
                <a:lnTo>
                  <a:pt x="82648" y="345"/>
                </a:lnTo>
                <a:lnTo>
                  <a:pt x="82141" y="514"/>
                </a:lnTo>
                <a:lnTo>
                  <a:pt x="81643" y="717"/>
                </a:lnTo>
                <a:lnTo>
                  <a:pt x="81155" y="954"/>
                </a:lnTo>
                <a:lnTo>
                  <a:pt x="80681" y="1226"/>
                </a:lnTo>
                <a:lnTo>
                  <a:pt x="80220" y="1531"/>
                </a:lnTo>
                <a:lnTo>
                  <a:pt x="79776" y="1871"/>
                </a:lnTo>
                <a:lnTo>
                  <a:pt x="50079" y="26219"/>
                </a:lnTo>
                <a:lnTo>
                  <a:pt x="49229" y="26971"/>
                </a:lnTo>
                <a:lnTo>
                  <a:pt x="48453" y="27771"/>
                </a:lnTo>
                <a:lnTo>
                  <a:pt x="47750" y="28612"/>
                </a:lnTo>
                <a:lnTo>
                  <a:pt x="47122" y="29493"/>
                </a:lnTo>
                <a:lnTo>
                  <a:pt x="46567" y="30407"/>
                </a:lnTo>
                <a:lnTo>
                  <a:pt x="46087" y="31351"/>
                </a:lnTo>
                <a:lnTo>
                  <a:pt x="45680" y="32321"/>
                </a:lnTo>
                <a:lnTo>
                  <a:pt x="45347" y="33312"/>
                </a:lnTo>
                <a:lnTo>
                  <a:pt x="45088" y="34319"/>
                </a:lnTo>
                <a:lnTo>
                  <a:pt x="44904" y="35340"/>
                </a:lnTo>
                <a:lnTo>
                  <a:pt x="44793" y="36369"/>
                </a:lnTo>
                <a:lnTo>
                  <a:pt x="44756" y="37403"/>
                </a:lnTo>
                <a:lnTo>
                  <a:pt x="44793" y="38436"/>
                </a:lnTo>
                <a:lnTo>
                  <a:pt x="44904" y="39466"/>
                </a:lnTo>
                <a:lnTo>
                  <a:pt x="45088" y="40486"/>
                </a:lnTo>
                <a:lnTo>
                  <a:pt x="45347" y="41494"/>
                </a:lnTo>
                <a:lnTo>
                  <a:pt x="45680" y="42485"/>
                </a:lnTo>
                <a:lnTo>
                  <a:pt x="46087" y="43455"/>
                </a:lnTo>
                <a:lnTo>
                  <a:pt x="46567" y="44398"/>
                </a:lnTo>
                <a:lnTo>
                  <a:pt x="47122" y="45313"/>
                </a:lnTo>
                <a:lnTo>
                  <a:pt x="47750" y="46193"/>
                </a:lnTo>
                <a:lnTo>
                  <a:pt x="48453" y="47034"/>
                </a:lnTo>
                <a:lnTo>
                  <a:pt x="49229" y="47833"/>
                </a:lnTo>
                <a:lnTo>
                  <a:pt x="50079" y="48585"/>
                </a:lnTo>
                <a:lnTo>
                  <a:pt x="79776" y="72933"/>
                </a:lnTo>
                <a:lnTo>
                  <a:pt x="79786" y="72942"/>
                </a:lnTo>
                <a:lnTo>
                  <a:pt x="79797" y="72951"/>
                </a:lnTo>
                <a:lnTo>
                  <a:pt x="79808" y="72961"/>
                </a:lnTo>
                <a:lnTo>
                  <a:pt x="79819" y="72970"/>
                </a:lnTo>
                <a:lnTo>
                  <a:pt x="79830" y="72979"/>
                </a:lnTo>
                <a:lnTo>
                  <a:pt x="79841" y="72988"/>
                </a:lnTo>
                <a:lnTo>
                  <a:pt x="79852" y="72998"/>
                </a:lnTo>
                <a:lnTo>
                  <a:pt x="79863" y="73007"/>
                </a:lnTo>
                <a:lnTo>
                  <a:pt x="79874" y="73016"/>
                </a:lnTo>
                <a:lnTo>
                  <a:pt x="79885" y="73025"/>
                </a:lnTo>
                <a:lnTo>
                  <a:pt x="79896" y="73034"/>
                </a:lnTo>
                <a:lnTo>
                  <a:pt x="79908" y="73043"/>
                </a:lnTo>
                <a:lnTo>
                  <a:pt x="79919" y="73052"/>
                </a:lnTo>
                <a:lnTo>
                  <a:pt x="79930" y="73061"/>
                </a:lnTo>
                <a:lnTo>
                  <a:pt x="79941" y="73070"/>
                </a:lnTo>
                <a:lnTo>
                  <a:pt x="79952" y="73079"/>
                </a:lnTo>
                <a:lnTo>
                  <a:pt x="79963" y="73088"/>
                </a:lnTo>
                <a:lnTo>
                  <a:pt x="79974" y="73097"/>
                </a:lnTo>
                <a:lnTo>
                  <a:pt x="79986" y="73106"/>
                </a:lnTo>
                <a:lnTo>
                  <a:pt x="79997" y="73115"/>
                </a:lnTo>
                <a:lnTo>
                  <a:pt x="80008" y="73124"/>
                </a:lnTo>
                <a:lnTo>
                  <a:pt x="80019" y="73133"/>
                </a:lnTo>
                <a:lnTo>
                  <a:pt x="80031" y="73142"/>
                </a:lnTo>
                <a:lnTo>
                  <a:pt x="80042" y="73151"/>
                </a:lnTo>
                <a:lnTo>
                  <a:pt x="80494" y="73482"/>
                </a:lnTo>
                <a:lnTo>
                  <a:pt x="80961" y="73778"/>
                </a:lnTo>
                <a:lnTo>
                  <a:pt x="81441" y="74040"/>
                </a:lnTo>
                <a:lnTo>
                  <a:pt x="81933" y="74267"/>
                </a:lnTo>
                <a:lnTo>
                  <a:pt x="82435" y="74460"/>
                </a:lnTo>
                <a:lnTo>
                  <a:pt x="82946" y="74619"/>
                </a:lnTo>
                <a:lnTo>
                  <a:pt x="83463" y="74744"/>
                </a:lnTo>
                <a:lnTo>
                  <a:pt x="83985" y="74835"/>
                </a:lnTo>
                <a:lnTo>
                  <a:pt x="84510" y="74893"/>
                </a:lnTo>
                <a:lnTo>
                  <a:pt x="85037" y="74918"/>
                </a:lnTo>
                <a:lnTo>
                  <a:pt x="85563" y="74909"/>
                </a:lnTo>
                <a:lnTo>
                  <a:pt x="86088" y="74868"/>
                </a:lnTo>
                <a:lnTo>
                  <a:pt x="86608" y="74794"/>
                </a:lnTo>
                <a:lnTo>
                  <a:pt x="87123" y="74688"/>
                </a:lnTo>
                <a:lnTo>
                  <a:pt x="87631" y="74549"/>
                </a:lnTo>
                <a:lnTo>
                  <a:pt x="88130" y="74378"/>
                </a:lnTo>
                <a:lnTo>
                  <a:pt x="88619" y="74175"/>
                </a:lnTo>
                <a:lnTo>
                  <a:pt x="89095" y="73940"/>
                </a:lnTo>
                <a:lnTo>
                  <a:pt x="89557" y="73674"/>
                </a:lnTo>
                <a:lnTo>
                  <a:pt x="90004" y="73376"/>
                </a:lnTo>
                <a:lnTo>
                  <a:pt x="90432" y="73048"/>
                </a:lnTo>
                <a:lnTo>
                  <a:pt x="90842" y="72688"/>
                </a:lnTo>
                <a:lnTo>
                  <a:pt x="91231" y="72297"/>
                </a:lnTo>
                <a:lnTo>
                  <a:pt x="91597" y="71876"/>
                </a:lnTo>
                <a:lnTo>
                  <a:pt x="91933" y="71432"/>
                </a:lnTo>
                <a:lnTo>
                  <a:pt x="92234" y="70972"/>
                </a:lnTo>
                <a:lnTo>
                  <a:pt x="92500" y="70500"/>
                </a:lnTo>
                <a:lnTo>
                  <a:pt x="92731" y="70015"/>
                </a:lnTo>
                <a:lnTo>
                  <a:pt x="92927" y="69521"/>
                </a:lnTo>
                <a:lnTo>
                  <a:pt x="93088" y="69019"/>
                </a:lnTo>
                <a:lnTo>
                  <a:pt x="93216" y="68510"/>
                </a:lnTo>
                <a:lnTo>
                  <a:pt x="93308" y="67997"/>
                </a:lnTo>
                <a:lnTo>
                  <a:pt x="93367" y="67480"/>
                </a:lnTo>
                <a:lnTo>
                  <a:pt x="93392" y="66962"/>
                </a:lnTo>
                <a:lnTo>
                  <a:pt x="93384" y="66444"/>
                </a:lnTo>
                <a:lnTo>
                  <a:pt x="93342" y="65928"/>
                </a:lnTo>
                <a:lnTo>
                  <a:pt x="93267" y="65416"/>
                </a:lnTo>
                <a:lnTo>
                  <a:pt x="93158" y="64909"/>
                </a:lnTo>
                <a:lnTo>
                  <a:pt x="93017" y="64409"/>
                </a:lnTo>
                <a:lnTo>
                  <a:pt x="92844" y="63918"/>
                </a:lnTo>
                <a:lnTo>
                  <a:pt x="92637" y="63437"/>
                </a:lnTo>
                <a:lnTo>
                  <a:pt x="92399" y="62969"/>
                </a:lnTo>
                <a:lnTo>
                  <a:pt x="92128" y="62514"/>
                </a:lnTo>
                <a:lnTo>
                  <a:pt x="91826" y="62075"/>
                </a:lnTo>
                <a:lnTo>
                  <a:pt x="91492" y="61653"/>
                </a:lnTo>
                <a:lnTo>
                  <a:pt x="91126" y="61250"/>
                </a:lnTo>
                <a:lnTo>
                  <a:pt x="90729" y="60868"/>
                </a:lnTo>
                <a:lnTo>
                  <a:pt x="90301" y="60508"/>
                </a:lnTo>
                <a:lnTo>
                  <a:pt x="62121" y="37403"/>
                </a:lnTo>
                <a:lnTo>
                  <a:pt x="90301" y="14299"/>
                </a:lnTo>
                <a:lnTo>
                  <a:pt x="90721" y="13930"/>
                </a:lnTo>
                <a:lnTo>
                  <a:pt x="91110" y="13540"/>
                </a:lnTo>
                <a:lnTo>
                  <a:pt x="91467" y="13129"/>
                </a:lnTo>
                <a:lnTo>
                  <a:pt x="91792" y="12701"/>
                </a:lnTo>
                <a:lnTo>
                  <a:pt x="92085" y="12256"/>
                </a:lnTo>
                <a:lnTo>
                  <a:pt x="92346" y="11795"/>
                </a:lnTo>
                <a:lnTo>
                  <a:pt x="92574" y="11322"/>
                </a:lnTo>
                <a:lnTo>
                  <a:pt x="92770" y="10837"/>
                </a:lnTo>
                <a:lnTo>
                  <a:pt x="92933" y="10343"/>
                </a:lnTo>
                <a:lnTo>
                  <a:pt x="93064" y="9840"/>
                </a:lnTo>
                <a:lnTo>
                  <a:pt x="93161" y="9332"/>
                </a:lnTo>
                <a:lnTo>
                  <a:pt x="93225" y="8818"/>
                </a:lnTo>
                <a:lnTo>
                  <a:pt x="93256" y="8301"/>
                </a:lnTo>
                <a:lnTo>
                  <a:pt x="93254" y="7784"/>
                </a:lnTo>
                <a:lnTo>
                  <a:pt x="93218" y="7266"/>
                </a:lnTo>
                <a:lnTo>
                  <a:pt x="93148" y="6751"/>
                </a:lnTo>
                <a:lnTo>
                  <a:pt x="93044" y="6239"/>
                </a:lnTo>
                <a:lnTo>
                  <a:pt x="92906" y="5733"/>
                </a:lnTo>
                <a:lnTo>
                  <a:pt x="92734" y="5234"/>
                </a:lnTo>
                <a:lnTo>
                  <a:pt x="92527" y="4744"/>
                </a:lnTo>
                <a:lnTo>
                  <a:pt x="92286" y="4265"/>
                </a:lnTo>
                <a:lnTo>
                  <a:pt x="92011" y="3798"/>
                </a:lnTo>
                <a:lnTo>
                  <a:pt x="91700" y="3345"/>
                </a:lnTo>
                <a:lnTo>
                  <a:pt x="91354" y="2908"/>
                </a:lnTo>
                <a:lnTo>
                  <a:pt x="90979" y="2494"/>
                </a:lnTo>
                <a:lnTo>
                  <a:pt x="90582" y="2112"/>
                </a:lnTo>
                <a:lnTo>
                  <a:pt x="90165" y="1761"/>
                </a:lnTo>
                <a:close/>
                <a:moveTo>
                  <a:pt x="173615" y="4265"/>
                </a:moveTo>
                <a:lnTo>
                  <a:pt x="173374" y="4744"/>
                </a:lnTo>
                <a:lnTo>
                  <a:pt x="173167" y="5234"/>
                </a:lnTo>
                <a:lnTo>
                  <a:pt x="172995" y="5733"/>
                </a:lnTo>
                <a:lnTo>
                  <a:pt x="172857" y="6239"/>
                </a:lnTo>
                <a:lnTo>
                  <a:pt x="172753" y="6751"/>
                </a:lnTo>
                <a:lnTo>
                  <a:pt x="172683" y="7266"/>
                </a:lnTo>
                <a:lnTo>
                  <a:pt x="172647" y="7784"/>
                </a:lnTo>
                <a:lnTo>
                  <a:pt x="172645" y="8301"/>
                </a:lnTo>
                <a:lnTo>
                  <a:pt x="172676" y="8818"/>
                </a:lnTo>
                <a:lnTo>
                  <a:pt x="172740" y="9332"/>
                </a:lnTo>
                <a:lnTo>
                  <a:pt x="172837" y="9840"/>
                </a:lnTo>
                <a:lnTo>
                  <a:pt x="172968" y="10343"/>
                </a:lnTo>
                <a:lnTo>
                  <a:pt x="173131" y="10837"/>
                </a:lnTo>
                <a:lnTo>
                  <a:pt x="173327" y="11322"/>
                </a:lnTo>
                <a:lnTo>
                  <a:pt x="173555" y="11795"/>
                </a:lnTo>
                <a:lnTo>
                  <a:pt x="173816" y="12256"/>
                </a:lnTo>
                <a:lnTo>
                  <a:pt x="174109" y="12701"/>
                </a:lnTo>
                <a:lnTo>
                  <a:pt x="174434" y="13129"/>
                </a:lnTo>
                <a:lnTo>
                  <a:pt x="174791" y="13540"/>
                </a:lnTo>
                <a:lnTo>
                  <a:pt x="175180" y="13930"/>
                </a:lnTo>
                <a:lnTo>
                  <a:pt x="175600" y="14299"/>
                </a:lnTo>
                <a:lnTo>
                  <a:pt x="203780" y="37403"/>
                </a:lnTo>
                <a:lnTo>
                  <a:pt x="175600" y="60508"/>
                </a:lnTo>
                <a:lnTo>
                  <a:pt x="175188" y="60885"/>
                </a:lnTo>
                <a:lnTo>
                  <a:pt x="174808" y="61284"/>
                </a:lnTo>
                <a:lnTo>
                  <a:pt x="174459" y="61702"/>
                </a:lnTo>
                <a:lnTo>
                  <a:pt x="174144" y="62137"/>
                </a:lnTo>
                <a:lnTo>
                  <a:pt x="173860" y="62588"/>
                </a:lnTo>
                <a:lnTo>
                  <a:pt x="173609" y="63054"/>
                </a:lnTo>
                <a:lnTo>
                  <a:pt x="173391" y="63532"/>
                </a:lnTo>
                <a:lnTo>
                  <a:pt x="173206" y="64020"/>
                </a:lnTo>
                <a:lnTo>
                  <a:pt x="173053" y="64518"/>
                </a:lnTo>
                <a:lnTo>
                  <a:pt x="172933" y="65023"/>
                </a:lnTo>
                <a:lnTo>
                  <a:pt x="172847" y="65534"/>
                </a:lnTo>
                <a:lnTo>
                  <a:pt x="172794" y="66049"/>
                </a:lnTo>
                <a:lnTo>
                  <a:pt x="172774" y="66566"/>
                </a:lnTo>
                <a:lnTo>
                  <a:pt x="172788" y="67084"/>
                </a:lnTo>
                <a:lnTo>
                  <a:pt x="172835" y="67601"/>
                </a:lnTo>
                <a:lnTo>
                  <a:pt x="172916" y="68115"/>
                </a:lnTo>
                <a:lnTo>
                  <a:pt x="173031" y="68624"/>
                </a:lnTo>
                <a:lnTo>
                  <a:pt x="173179" y="69127"/>
                </a:lnTo>
                <a:lnTo>
                  <a:pt x="173362" y="69622"/>
                </a:lnTo>
                <a:lnTo>
                  <a:pt x="173579" y="70108"/>
                </a:lnTo>
                <a:lnTo>
                  <a:pt x="173831" y="70582"/>
                </a:lnTo>
                <a:lnTo>
                  <a:pt x="174117" y="71043"/>
                </a:lnTo>
                <a:lnTo>
                  <a:pt x="174437" y="71490"/>
                </a:lnTo>
                <a:lnTo>
                  <a:pt x="174792" y="71920"/>
                </a:lnTo>
                <a:lnTo>
                  <a:pt x="175164" y="72314"/>
                </a:lnTo>
                <a:lnTo>
                  <a:pt x="175557" y="72679"/>
                </a:lnTo>
                <a:lnTo>
                  <a:pt x="175968" y="73014"/>
                </a:lnTo>
                <a:lnTo>
                  <a:pt x="176397" y="73319"/>
                </a:lnTo>
                <a:lnTo>
                  <a:pt x="176841" y="73594"/>
                </a:lnTo>
                <a:lnTo>
                  <a:pt x="177299" y="73838"/>
                </a:lnTo>
                <a:lnTo>
                  <a:pt x="177769" y="74053"/>
                </a:lnTo>
                <a:lnTo>
                  <a:pt x="178250" y="74237"/>
                </a:lnTo>
                <a:lnTo>
                  <a:pt x="178741" y="74391"/>
                </a:lnTo>
                <a:lnTo>
                  <a:pt x="179239" y="74514"/>
                </a:lnTo>
                <a:lnTo>
                  <a:pt x="179743" y="74606"/>
                </a:lnTo>
                <a:lnTo>
                  <a:pt x="180252" y="74667"/>
                </a:lnTo>
                <a:lnTo>
                  <a:pt x="180763" y="74697"/>
                </a:lnTo>
                <a:lnTo>
                  <a:pt x="181276" y="74696"/>
                </a:lnTo>
                <a:lnTo>
                  <a:pt x="181789" y="74663"/>
                </a:lnTo>
                <a:lnTo>
                  <a:pt x="182299" y="74599"/>
                </a:lnTo>
                <a:lnTo>
                  <a:pt x="182807" y="74503"/>
                </a:lnTo>
                <a:lnTo>
                  <a:pt x="183309" y="74376"/>
                </a:lnTo>
                <a:lnTo>
                  <a:pt x="183804" y="74216"/>
                </a:lnTo>
                <a:lnTo>
                  <a:pt x="184291" y="74024"/>
                </a:lnTo>
                <a:lnTo>
                  <a:pt x="184769" y="73800"/>
                </a:lnTo>
                <a:lnTo>
                  <a:pt x="185235" y="73544"/>
                </a:lnTo>
                <a:lnTo>
                  <a:pt x="185687" y="73255"/>
                </a:lnTo>
                <a:lnTo>
                  <a:pt x="186126" y="72933"/>
                </a:lnTo>
                <a:lnTo>
                  <a:pt x="215822" y="48585"/>
                </a:lnTo>
                <a:lnTo>
                  <a:pt x="216672" y="47833"/>
                </a:lnTo>
                <a:lnTo>
                  <a:pt x="217449" y="47034"/>
                </a:lnTo>
                <a:lnTo>
                  <a:pt x="218151" y="46193"/>
                </a:lnTo>
                <a:lnTo>
                  <a:pt x="218780" y="45313"/>
                </a:lnTo>
                <a:lnTo>
                  <a:pt x="219334" y="44398"/>
                </a:lnTo>
                <a:lnTo>
                  <a:pt x="219815" y="43455"/>
                </a:lnTo>
                <a:lnTo>
                  <a:pt x="220221" y="42485"/>
                </a:lnTo>
                <a:lnTo>
                  <a:pt x="220554" y="41494"/>
                </a:lnTo>
                <a:lnTo>
                  <a:pt x="220813" y="40486"/>
                </a:lnTo>
                <a:lnTo>
                  <a:pt x="220998" y="39466"/>
                </a:lnTo>
                <a:lnTo>
                  <a:pt x="221109" y="38436"/>
                </a:lnTo>
                <a:lnTo>
                  <a:pt x="221146" y="37403"/>
                </a:lnTo>
                <a:lnTo>
                  <a:pt x="221109" y="36369"/>
                </a:lnTo>
                <a:lnTo>
                  <a:pt x="220998" y="35340"/>
                </a:lnTo>
                <a:lnTo>
                  <a:pt x="220813" y="34319"/>
                </a:lnTo>
                <a:lnTo>
                  <a:pt x="220554" y="33312"/>
                </a:lnTo>
                <a:lnTo>
                  <a:pt x="220221" y="32321"/>
                </a:lnTo>
                <a:lnTo>
                  <a:pt x="219815" y="31351"/>
                </a:lnTo>
                <a:lnTo>
                  <a:pt x="219334" y="30407"/>
                </a:lnTo>
                <a:lnTo>
                  <a:pt x="218780" y="29493"/>
                </a:lnTo>
                <a:lnTo>
                  <a:pt x="218151" y="28612"/>
                </a:lnTo>
                <a:lnTo>
                  <a:pt x="217449" y="27771"/>
                </a:lnTo>
                <a:lnTo>
                  <a:pt x="216672" y="26971"/>
                </a:lnTo>
                <a:lnTo>
                  <a:pt x="215822" y="26219"/>
                </a:lnTo>
                <a:lnTo>
                  <a:pt x="186126" y="1871"/>
                </a:lnTo>
                <a:lnTo>
                  <a:pt x="185681" y="1531"/>
                </a:lnTo>
                <a:lnTo>
                  <a:pt x="185221" y="1226"/>
                </a:lnTo>
                <a:lnTo>
                  <a:pt x="184746" y="954"/>
                </a:lnTo>
                <a:lnTo>
                  <a:pt x="184259" y="717"/>
                </a:lnTo>
                <a:lnTo>
                  <a:pt x="183761" y="514"/>
                </a:lnTo>
                <a:lnTo>
                  <a:pt x="183254" y="345"/>
                </a:lnTo>
                <a:lnTo>
                  <a:pt x="182739" y="209"/>
                </a:lnTo>
                <a:lnTo>
                  <a:pt x="182219" y="107"/>
                </a:lnTo>
                <a:lnTo>
                  <a:pt x="181696" y="38"/>
                </a:lnTo>
                <a:lnTo>
                  <a:pt x="181170" y="2"/>
                </a:lnTo>
                <a:lnTo>
                  <a:pt x="180643" y="0"/>
                </a:lnTo>
                <a:lnTo>
                  <a:pt x="180118" y="30"/>
                </a:lnTo>
                <a:lnTo>
                  <a:pt x="179596" y="94"/>
                </a:lnTo>
                <a:lnTo>
                  <a:pt x="179079" y="190"/>
                </a:lnTo>
                <a:lnTo>
                  <a:pt x="178568" y="318"/>
                </a:lnTo>
                <a:lnTo>
                  <a:pt x="178066" y="478"/>
                </a:lnTo>
                <a:lnTo>
                  <a:pt x="177573" y="671"/>
                </a:lnTo>
                <a:lnTo>
                  <a:pt x="177092" y="896"/>
                </a:lnTo>
                <a:lnTo>
                  <a:pt x="176624" y="1152"/>
                </a:lnTo>
                <a:lnTo>
                  <a:pt x="176172" y="1441"/>
                </a:lnTo>
                <a:lnTo>
                  <a:pt x="175736" y="1761"/>
                </a:lnTo>
                <a:lnTo>
                  <a:pt x="175319" y="2112"/>
                </a:lnTo>
                <a:lnTo>
                  <a:pt x="174922" y="2494"/>
                </a:lnTo>
                <a:lnTo>
                  <a:pt x="174547" y="2908"/>
                </a:lnTo>
                <a:lnTo>
                  <a:pt x="174201" y="3345"/>
                </a:lnTo>
                <a:lnTo>
                  <a:pt x="173891" y="3798"/>
                </a:lnTo>
                <a:lnTo>
                  <a:pt x="173615" y="4265"/>
                </a:lnTo>
                <a:close/>
                <a:moveTo>
                  <a:pt x="147755" y="358"/>
                </a:moveTo>
                <a:lnTo>
                  <a:pt x="147225" y="217"/>
                </a:lnTo>
                <a:lnTo>
                  <a:pt x="146692" y="113"/>
                </a:lnTo>
                <a:lnTo>
                  <a:pt x="146157" y="44"/>
                </a:lnTo>
                <a:lnTo>
                  <a:pt x="145623" y="10"/>
                </a:lnTo>
                <a:lnTo>
                  <a:pt x="145090" y="10"/>
                </a:lnTo>
                <a:lnTo>
                  <a:pt x="144561" y="44"/>
                </a:lnTo>
                <a:lnTo>
                  <a:pt x="144037" y="112"/>
                </a:lnTo>
                <a:lnTo>
                  <a:pt x="143520" y="212"/>
                </a:lnTo>
                <a:lnTo>
                  <a:pt x="143011" y="344"/>
                </a:lnTo>
                <a:lnTo>
                  <a:pt x="142512" y="508"/>
                </a:lnTo>
                <a:lnTo>
                  <a:pt x="142025" y="702"/>
                </a:lnTo>
                <a:lnTo>
                  <a:pt x="141551" y="927"/>
                </a:lnTo>
                <a:lnTo>
                  <a:pt x="141091" y="1182"/>
                </a:lnTo>
                <a:lnTo>
                  <a:pt x="140648" y="1465"/>
                </a:lnTo>
                <a:lnTo>
                  <a:pt x="140224" y="1777"/>
                </a:lnTo>
                <a:lnTo>
                  <a:pt x="139818" y="2117"/>
                </a:lnTo>
                <a:lnTo>
                  <a:pt x="139435" y="2484"/>
                </a:lnTo>
                <a:lnTo>
                  <a:pt x="139074" y="2878"/>
                </a:lnTo>
                <a:lnTo>
                  <a:pt x="138737" y="3299"/>
                </a:lnTo>
                <a:lnTo>
                  <a:pt x="138427" y="3744"/>
                </a:lnTo>
                <a:lnTo>
                  <a:pt x="138145" y="4215"/>
                </a:lnTo>
                <a:lnTo>
                  <a:pt x="137892" y="4710"/>
                </a:lnTo>
                <a:lnTo>
                  <a:pt x="107577" y="69415"/>
                </a:lnTo>
                <a:lnTo>
                  <a:pt x="107369" y="69919"/>
                </a:lnTo>
                <a:lnTo>
                  <a:pt x="107199" y="70428"/>
                </a:lnTo>
                <a:lnTo>
                  <a:pt x="107064" y="70941"/>
                </a:lnTo>
                <a:lnTo>
                  <a:pt x="106965" y="71457"/>
                </a:lnTo>
                <a:lnTo>
                  <a:pt x="106901" y="71974"/>
                </a:lnTo>
                <a:lnTo>
                  <a:pt x="106871" y="72491"/>
                </a:lnTo>
                <a:lnTo>
                  <a:pt x="106875" y="73005"/>
                </a:lnTo>
                <a:lnTo>
                  <a:pt x="106911" y="73517"/>
                </a:lnTo>
                <a:lnTo>
                  <a:pt x="106981" y="74023"/>
                </a:lnTo>
                <a:lnTo>
                  <a:pt x="107082" y="74523"/>
                </a:lnTo>
                <a:lnTo>
                  <a:pt x="107215" y="75014"/>
                </a:lnTo>
                <a:lnTo>
                  <a:pt x="107379" y="75497"/>
                </a:lnTo>
                <a:lnTo>
                  <a:pt x="107573" y="75968"/>
                </a:lnTo>
                <a:lnTo>
                  <a:pt x="107797" y="76427"/>
                </a:lnTo>
                <a:lnTo>
                  <a:pt x="108049" y="76872"/>
                </a:lnTo>
                <a:lnTo>
                  <a:pt x="108331" y="77301"/>
                </a:lnTo>
                <a:lnTo>
                  <a:pt x="108641" y="77713"/>
                </a:lnTo>
                <a:lnTo>
                  <a:pt x="108978" y="78107"/>
                </a:lnTo>
                <a:lnTo>
                  <a:pt x="109341" y="78480"/>
                </a:lnTo>
                <a:lnTo>
                  <a:pt x="109732" y="78832"/>
                </a:lnTo>
                <a:lnTo>
                  <a:pt x="110148" y="79161"/>
                </a:lnTo>
                <a:lnTo>
                  <a:pt x="110589" y="79465"/>
                </a:lnTo>
                <a:lnTo>
                  <a:pt x="111055" y="79743"/>
                </a:lnTo>
                <a:lnTo>
                  <a:pt x="111545" y="79994"/>
                </a:lnTo>
                <a:lnTo>
                  <a:pt x="112061" y="80216"/>
                </a:lnTo>
                <a:lnTo>
                  <a:pt x="112584" y="80401"/>
                </a:lnTo>
                <a:lnTo>
                  <a:pt x="113112" y="80549"/>
                </a:lnTo>
                <a:lnTo>
                  <a:pt x="113643" y="80661"/>
                </a:lnTo>
                <a:lnTo>
                  <a:pt x="114177" y="80737"/>
                </a:lnTo>
                <a:lnTo>
                  <a:pt x="114711" y="80779"/>
                </a:lnTo>
                <a:lnTo>
                  <a:pt x="115243" y="80786"/>
                </a:lnTo>
                <a:lnTo>
                  <a:pt x="115773" y="80759"/>
                </a:lnTo>
                <a:lnTo>
                  <a:pt x="116298" y="80699"/>
                </a:lnTo>
                <a:lnTo>
                  <a:pt x="116816" y="80606"/>
                </a:lnTo>
                <a:lnTo>
                  <a:pt x="117327" y="80481"/>
                </a:lnTo>
                <a:lnTo>
                  <a:pt x="117829" y="80324"/>
                </a:lnTo>
                <a:lnTo>
                  <a:pt x="118319" y="80136"/>
                </a:lnTo>
                <a:lnTo>
                  <a:pt x="118796" y="79918"/>
                </a:lnTo>
                <a:lnTo>
                  <a:pt x="119259" y="79670"/>
                </a:lnTo>
                <a:lnTo>
                  <a:pt x="119706" y="79393"/>
                </a:lnTo>
                <a:lnTo>
                  <a:pt x="120136" y="79087"/>
                </a:lnTo>
                <a:lnTo>
                  <a:pt x="120546" y="78752"/>
                </a:lnTo>
                <a:lnTo>
                  <a:pt x="120935" y="78390"/>
                </a:lnTo>
                <a:lnTo>
                  <a:pt x="121301" y="78001"/>
                </a:lnTo>
                <a:lnTo>
                  <a:pt x="121644" y="77586"/>
                </a:lnTo>
                <a:lnTo>
                  <a:pt x="121960" y="77145"/>
                </a:lnTo>
                <a:lnTo>
                  <a:pt x="122249" y="76678"/>
                </a:lnTo>
                <a:lnTo>
                  <a:pt x="122509" y="76186"/>
                </a:lnTo>
                <a:lnTo>
                  <a:pt x="152822" y="11481"/>
                </a:lnTo>
                <a:lnTo>
                  <a:pt x="153041" y="10970"/>
                </a:lnTo>
                <a:lnTo>
                  <a:pt x="153221" y="10453"/>
                </a:lnTo>
                <a:lnTo>
                  <a:pt x="153364" y="9932"/>
                </a:lnTo>
                <a:lnTo>
                  <a:pt x="153470" y="9408"/>
                </a:lnTo>
                <a:lnTo>
                  <a:pt x="153540" y="8882"/>
                </a:lnTo>
                <a:lnTo>
                  <a:pt x="153575" y="8356"/>
                </a:lnTo>
                <a:lnTo>
                  <a:pt x="153574" y="7832"/>
                </a:lnTo>
                <a:lnTo>
                  <a:pt x="153540" y="7312"/>
                </a:lnTo>
                <a:lnTo>
                  <a:pt x="153471" y="6796"/>
                </a:lnTo>
                <a:lnTo>
                  <a:pt x="153370" y="6287"/>
                </a:lnTo>
                <a:lnTo>
                  <a:pt x="153235" y="5787"/>
                </a:lnTo>
                <a:lnTo>
                  <a:pt x="153069" y="5296"/>
                </a:lnTo>
                <a:lnTo>
                  <a:pt x="152871" y="4816"/>
                </a:lnTo>
                <a:lnTo>
                  <a:pt x="152643" y="4350"/>
                </a:lnTo>
                <a:lnTo>
                  <a:pt x="152385" y="3898"/>
                </a:lnTo>
                <a:lnTo>
                  <a:pt x="152097" y="3462"/>
                </a:lnTo>
                <a:lnTo>
                  <a:pt x="151779" y="3044"/>
                </a:lnTo>
                <a:lnTo>
                  <a:pt x="151434" y="2645"/>
                </a:lnTo>
                <a:lnTo>
                  <a:pt x="151061" y="2268"/>
                </a:lnTo>
                <a:lnTo>
                  <a:pt x="150660" y="1913"/>
                </a:lnTo>
                <a:lnTo>
                  <a:pt x="150234" y="1582"/>
                </a:lnTo>
                <a:lnTo>
                  <a:pt x="149781" y="1277"/>
                </a:lnTo>
                <a:lnTo>
                  <a:pt x="149302" y="999"/>
                </a:lnTo>
                <a:lnTo>
                  <a:pt x="148799" y="750"/>
                </a:lnTo>
                <a:lnTo>
                  <a:pt x="148280" y="535"/>
                </a:lnTo>
                <a:lnTo>
                  <a:pt x="147755" y="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68285-D07A-438F-B559-57A5596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813" y="631030"/>
            <a:ext cx="526482" cy="517990"/>
          </a:xfrm>
          <a:custGeom xmlns:a="http://schemas.openxmlformats.org/drawingml/2006/main">
            <a:pathLst>
              <a:path w="526482" h="517990">
                <a:moveTo>
                  <a:pt x="343" y="486053"/>
                </a:moveTo>
                <a:lnTo>
                  <a:pt x="764" y="488489"/>
                </a:lnTo>
                <a:lnTo>
                  <a:pt x="1343" y="490869"/>
                </a:lnTo>
                <a:lnTo>
                  <a:pt x="2076" y="493186"/>
                </a:lnTo>
                <a:lnTo>
                  <a:pt x="2956" y="495435"/>
                </a:lnTo>
                <a:lnTo>
                  <a:pt x="3977" y="497611"/>
                </a:lnTo>
                <a:lnTo>
                  <a:pt x="5135" y="499708"/>
                </a:lnTo>
                <a:lnTo>
                  <a:pt x="6423" y="501721"/>
                </a:lnTo>
                <a:lnTo>
                  <a:pt x="7837" y="503644"/>
                </a:lnTo>
                <a:lnTo>
                  <a:pt x="9369" y="505471"/>
                </a:lnTo>
                <a:lnTo>
                  <a:pt x="11016" y="507197"/>
                </a:lnTo>
                <a:lnTo>
                  <a:pt x="12771" y="508817"/>
                </a:lnTo>
                <a:lnTo>
                  <a:pt x="14628" y="510325"/>
                </a:lnTo>
                <a:lnTo>
                  <a:pt x="16582" y="511716"/>
                </a:lnTo>
                <a:lnTo>
                  <a:pt x="18628" y="512983"/>
                </a:lnTo>
                <a:lnTo>
                  <a:pt x="20759" y="514123"/>
                </a:lnTo>
                <a:lnTo>
                  <a:pt x="22971" y="515128"/>
                </a:lnTo>
                <a:lnTo>
                  <a:pt x="25257" y="515993"/>
                </a:lnTo>
                <a:lnTo>
                  <a:pt x="27612" y="516714"/>
                </a:lnTo>
                <a:lnTo>
                  <a:pt x="30031" y="517284"/>
                </a:lnTo>
                <a:lnTo>
                  <a:pt x="32507" y="517698"/>
                </a:lnTo>
                <a:lnTo>
                  <a:pt x="35035" y="517950"/>
                </a:lnTo>
                <a:lnTo>
                  <a:pt x="36239" y="517990"/>
                </a:lnTo>
                <a:lnTo>
                  <a:pt x="490298" y="517990"/>
                </a:lnTo>
                <a:lnTo>
                  <a:pt x="491502" y="517950"/>
                </a:lnTo>
                <a:lnTo>
                  <a:pt x="494030" y="517698"/>
                </a:lnTo>
                <a:lnTo>
                  <a:pt x="496507" y="517284"/>
                </a:lnTo>
                <a:lnTo>
                  <a:pt x="498925" y="516714"/>
                </a:lnTo>
                <a:lnTo>
                  <a:pt x="501280" y="515993"/>
                </a:lnTo>
                <a:lnTo>
                  <a:pt x="503566" y="515128"/>
                </a:lnTo>
                <a:lnTo>
                  <a:pt x="505778" y="514123"/>
                </a:lnTo>
                <a:lnTo>
                  <a:pt x="507909" y="512983"/>
                </a:lnTo>
                <a:lnTo>
                  <a:pt x="509955" y="511716"/>
                </a:lnTo>
                <a:lnTo>
                  <a:pt x="511909" y="510325"/>
                </a:lnTo>
                <a:lnTo>
                  <a:pt x="513767" y="508817"/>
                </a:lnTo>
                <a:lnTo>
                  <a:pt x="515521" y="507197"/>
                </a:lnTo>
                <a:lnTo>
                  <a:pt x="517168" y="505471"/>
                </a:lnTo>
                <a:lnTo>
                  <a:pt x="518701" y="503644"/>
                </a:lnTo>
                <a:lnTo>
                  <a:pt x="520114" y="501721"/>
                </a:lnTo>
                <a:lnTo>
                  <a:pt x="521402" y="499708"/>
                </a:lnTo>
                <a:lnTo>
                  <a:pt x="522560" y="497611"/>
                </a:lnTo>
                <a:lnTo>
                  <a:pt x="523581" y="495435"/>
                </a:lnTo>
                <a:lnTo>
                  <a:pt x="524461" y="493186"/>
                </a:lnTo>
                <a:lnTo>
                  <a:pt x="525194" y="490869"/>
                </a:lnTo>
                <a:lnTo>
                  <a:pt x="525773" y="488489"/>
                </a:lnTo>
                <a:lnTo>
                  <a:pt x="526194" y="486053"/>
                </a:lnTo>
                <a:lnTo>
                  <a:pt x="526450" y="483565"/>
                </a:lnTo>
                <a:lnTo>
                  <a:pt x="526482" y="482639"/>
                </a:lnTo>
                <a:lnTo>
                  <a:pt x="526482" y="35396"/>
                </a:lnTo>
                <a:lnTo>
                  <a:pt x="526450" y="34470"/>
                </a:lnTo>
                <a:lnTo>
                  <a:pt x="526194" y="31982"/>
                </a:lnTo>
                <a:lnTo>
                  <a:pt x="525773" y="29546"/>
                </a:lnTo>
                <a:lnTo>
                  <a:pt x="525194" y="27166"/>
                </a:lnTo>
                <a:lnTo>
                  <a:pt x="524461" y="24849"/>
                </a:lnTo>
                <a:lnTo>
                  <a:pt x="523581" y="22600"/>
                </a:lnTo>
                <a:lnTo>
                  <a:pt x="522560" y="20424"/>
                </a:lnTo>
                <a:lnTo>
                  <a:pt x="521402" y="18327"/>
                </a:lnTo>
                <a:lnTo>
                  <a:pt x="520114" y="16314"/>
                </a:lnTo>
                <a:lnTo>
                  <a:pt x="518701" y="14391"/>
                </a:lnTo>
                <a:lnTo>
                  <a:pt x="517168" y="12564"/>
                </a:lnTo>
                <a:lnTo>
                  <a:pt x="515521" y="10838"/>
                </a:lnTo>
                <a:lnTo>
                  <a:pt x="513767" y="9218"/>
                </a:lnTo>
                <a:lnTo>
                  <a:pt x="511909" y="7710"/>
                </a:lnTo>
                <a:lnTo>
                  <a:pt x="509955" y="6319"/>
                </a:lnTo>
                <a:lnTo>
                  <a:pt x="507909" y="5052"/>
                </a:lnTo>
                <a:lnTo>
                  <a:pt x="505778" y="3913"/>
                </a:lnTo>
                <a:lnTo>
                  <a:pt x="503566" y="2908"/>
                </a:lnTo>
                <a:lnTo>
                  <a:pt x="501280" y="2042"/>
                </a:lnTo>
                <a:lnTo>
                  <a:pt x="498925" y="1322"/>
                </a:lnTo>
                <a:lnTo>
                  <a:pt x="496507" y="752"/>
                </a:lnTo>
                <a:lnTo>
                  <a:pt x="494030" y="338"/>
                </a:lnTo>
                <a:lnTo>
                  <a:pt x="491502" y="85"/>
                </a:lnTo>
                <a:lnTo>
                  <a:pt x="488927" y="0"/>
                </a:lnTo>
                <a:lnTo>
                  <a:pt x="37610" y="0"/>
                </a:lnTo>
                <a:lnTo>
                  <a:pt x="35035" y="85"/>
                </a:lnTo>
                <a:lnTo>
                  <a:pt x="32507" y="338"/>
                </a:lnTo>
                <a:lnTo>
                  <a:pt x="30031" y="752"/>
                </a:lnTo>
                <a:lnTo>
                  <a:pt x="27612" y="1322"/>
                </a:lnTo>
                <a:lnTo>
                  <a:pt x="25257" y="2042"/>
                </a:lnTo>
                <a:lnTo>
                  <a:pt x="22971" y="2908"/>
                </a:lnTo>
                <a:lnTo>
                  <a:pt x="20759" y="3913"/>
                </a:lnTo>
                <a:lnTo>
                  <a:pt x="18628" y="5052"/>
                </a:lnTo>
                <a:lnTo>
                  <a:pt x="16582" y="6319"/>
                </a:lnTo>
                <a:lnTo>
                  <a:pt x="14628" y="7710"/>
                </a:lnTo>
                <a:lnTo>
                  <a:pt x="12771" y="9218"/>
                </a:lnTo>
                <a:lnTo>
                  <a:pt x="11016" y="10838"/>
                </a:lnTo>
                <a:lnTo>
                  <a:pt x="9369" y="12564"/>
                </a:lnTo>
                <a:lnTo>
                  <a:pt x="7837" y="14391"/>
                </a:lnTo>
                <a:lnTo>
                  <a:pt x="6423" y="16314"/>
                </a:lnTo>
                <a:lnTo>
                  <a:pt x="5135" y="18327"/>
                </a:lnTo>
                <a:lnTo>
                  <a:pt x="3977" y="20424"/>
                </a:lnTo>
                <a:lnTo>
                  <a:pt x="2956" y="22600"/>
                </a:lnTo>
                <a:lnTo>
                  <a:pt x="2076" y="24849"/>
                </a:lnTo>
                <a:lnTo>
                  <a:pt x="1343" y="27166"/>
                </a:lnTo>
                <a:lnTo>
                  <a:pt x="764" y="29546"/>
                </a:lnTo>
                <a:lnTo>
                  <a:pt x="343" y="31982"/>
                </a:lnTo>
                <a:lnTo>
                  <a:pt x="87" y="34470"/>
                </a:lnTo>
                <a:lnTo>
                  <a:pt x="0" y="37003"/>
                </a:lnTo>
                <a:lnTo>
                  <a:pt x="0" y="481032"/>
                </a:lnTo>
                <a:lnTo>
                  <a:pt x="87" y="483565"/>
                </a:lnTo>
                <a:lnTo>
                  <a:pt x="343" y="486053"/>
                </a:lnTo>
                <a:close/>
                <a:moveTo>
                  <a:pt x="489785" y="24697"/>
                </a:moveTo>
                <a:lnTo>
                  <a:pt x="490628" y="24782"/>
                </a:lnTo>
                <a:lnTo>
                  <a:pt x="491453" y="24920"/>
                </a:lnTo>
                <a:lnTo>
                  <a:pt x="492259" y="25110"/>
                </a:lnTo>
                <a:lnTo>
                  <a:pt x="493044" y="25350"/>
                </a:lnTo>
                <a:lnTo>
                  <a:pt x="493806" y="25638"/>
                </a:lnTo>
                <a:lnTo>
                  <a:pt x="494544" y="25973"/>
                </a:lnTo>
                <a:lnTo>
                  <a:pt x="495254" y="26353"/>
                </a:lnTo>
                <a:lnTo>
                  <a:pt x="495936" y="26775"/>
                </a:lnTo>
                <a:lnTo>
                  <a:pt x="496587" y="27239"/>
                </a:lnTo>
                <a:lnTo>
                  <a:pt x="497206" y="27742"/>
                </a:lnTo>
                <a:lnTo>
                  <a:pt x="497791" y="28282"/>
                </a:lnTo>
                <a:lnTo>
                  <a:pt x="498340" y="28857"/>
                </a:lnTo>
                <a:lnTo>
                  <a:pt x="498851" y="29466"/>
                </a:lnTo>
                <a:lnTo>
                  <a:pt x="499322" y="30107"/>
                </a:lnTo>
                <a:lnTo>
                  <a:pt x="499752" y="30778"/>
                </a:lnTo>
                <a:lnTo>
                  <a:pt x="500138" y="31477"/>
                </a:lnTo>
                <a:lnTo>
                  <a:pt x="500478" y="32202"/>
                </a:lnTo>
                <a:lnTo>
                  <a:pt x="500771" y="32952"/>
                </a:lnTo>
                <a:lnTo>
                  <a:pt x="501015" y="33724"/>
                </a:lnTo>
                <a:lnTo>
                  <a:pt x="501209" y="34517"/>
                </a:lnTo>
                <a:lnTo>
                  <a:pt x="501349" y="35329"/>
                </a:lnTo>
                <a:lnTo>
                  <a:pt x="501434" y="36159"/>
                </a:lnTo>
                <a:lnTo>
                  <a:pt x="501463" y="37003"/>
                </a:lnTo>
                <a:lnTo>
                  <a:pt x="501463" y="481032"/>
                </a:lnTo>
                <a:lnTo>
                  <a:pt x="501434" y="481876"/>
                </a:lnTo>
                <a:lnTo>
                  <a:pt x="501349" y="482706"/>
                </a:lnTo>
                <a:lnTo>
                  <a:pt x="501209" y="483518"/>
                </a:lnTo>
                <a:lnTo>
                  <a:pt x="501015" y="484311"/>
                </a:lnTo>
                <a:lnTo>
                  <a:pt x="500771" y="485083"/>
                </a:lnTo>
                <a:lnTo>
                  <a:pt x="500478" y="485833"/>
                </a:lnTo>
                <a:lnTo>
                  <a:pt x="500138" y="486558"/>
                </a:lnTo>
                <a:lnTo>
                  <a:pt x="499752" y="487258"/>
                </a:lnTo>
                <a:lnTo>
                  <a:pt x="499322" y="487928"/>
                </a:lnTo>
                <a:lnTo>
                  <a:pt x="498851" y="488569"/>
                </a:lnTo>
                <a:lnTo>
                  <a:pt x="498340" y="489178"/>
                </a:lnTo>
                <a:lnTo>
                  <a:pt x="497791" y="489754"/>
                </a:lnTo>
                <a:lnTo>
                  <a:pt x="497206" y="490294"/>
                </a:lnTo>
                <a:lnTo>
                  <a:pt x="496587" y="490797"/>
                </a:lnTo>
                <a:lnTo>
                  <a:pt x="495936" y="491260"/>
                </a:lnTo>
                <a:lnTo>
                  <a:pt x="495254" y="491683"/>
                </a:lnTo>
                <a:lnTo>
                  <a:pt x="494544" y="492062"/>
                </a:lnTo>
                <a:lnTo>
                  <a:pt x="493806" y="492397"/>
                </a:lnTo>
                <a:lnTo>
                  <a:pt x="493044" y="492686"/>
                </a:lnTo>
                <a:lnTo>
                  <a:pt x="492259" y="492926"/>
                </a:lnTo>
                <a:lnTo>
                  <a:pt x="491453" y="493116"/>
                </a:lnTo>
                <a:lnTo>
                  <a:pt x="490628" y="493254"/>
                </a:lnTo>
                <a:lnTo>
                  <a:pt x="489785" y="493338"/>
                </a:lnTo>
                <a:lnTo>
                  <a:pt x="488927" y="493367"/>
                </a:lnTo>
                <a:lnTo>
                  <a:pt x="37610" y="493367"/>
                </a:lnTo>
                <a:lnTo>
                  <a:pt x="36752" y="493338"/>
                </a:lnTo>
                <a:lnTo>
                  <a:pt x="35909" y="493254"/>
                </a:lnTo>
                <a:lnTo>
                  <a:pt x="35084" y="493116"/>
                </a:lnTo>
                <a:lnTo>
                  <a:pt x="34278" y="492926"/>
                </a:lnTo>
                <a:lnTo>
                  <a:pt x="33493" y="492686"/>
                </a:lnTo>
                <a:lnTo>
                  <a:pt x="32731" y="492397"/>
                </a:lnTo>
                <a:lnTo>
                  <a:pt x="31993" y="492062"/>
                </a:lnTo>
                <a:lnTo>
                  <a:pt x="31283" y="491683"/>
                </a:lnTo>
                <a:lnTo>
                  <a:pt x="30601" y="491260"/>
                </a:lnTo>
                <a:lnTo>
                  <a:pt x="29950" y="490797"/>
                </a:lnTo>
                <a:lnTo>
                  <a:pt x="29331" y="490294"/>
                </a:lnTo>
                <a:lnTo>
                  <a:pt x="28746" y="489754"/>
                </a:lnTo>
                <a:lnTo>
                  <a:pt x="28197" y="489178"/>
                </a:lnTo>
                <a:lnTo>
                  <a:pt x="27686" y="488569"/>
                </a:lnTo>
                <a:lnTo>
                  <a:pt x="27215" y="487928"/>
                </a:lnTo>
                <a:lnTo>
                  <a:pt x="26785" y="487258"/>
                </a:lnTo>
                <a:lnTo>
                  <a:pt x="26399" y="486558"/>
                </a:lnTo>
                <a:lnTo>
                  <a:pt x="26059" y="485833"/>
                </a:lnTo>
                <a:lnTo>
                  <a:pt x="25766" y="485083"/>
                </a:lnTo>
                <a:lnTo>
                  <a:pt x="25522" y="484311"/>
                </a:lnTo>
                <a:lnTo>
                  <a:pt x="25328" y="483518"/>
                </a:lnTo>
                <a:lnTo>
                  <a:pt x="25188" y="482706"/>
                </a:lnTo>
                <a:lnTo>
                  <a:pt x="25103" y="481876"/>
                </a:lnTo>
                <a:lnTo>
                  <a:pt x="25074" y="481032"/>
                </a:lnTo>
                <a:lnTo>
                  <a:pt x="25074" y="37003"/>
                </a:lnTo>
                <a:lnTo>
                  <a:pt x="25103" y="36159"/>
                </a:lnTo>
                <a:lnTo>
                  <a:pt x="25188" y="35329"/>
                </a:lnTo>
                <a:lnTo>
                  <a:pt x="25328" y="34517"/>
                </a:lnTo>
                <a:lnTo>
                  <a:pt x="25522" y="33724"/>
                </a:lnTo>
                <a:lnTo>
                  <a:pt x="25766" y="32952"/>
                </a:lnTo>
                <a:lnTo>
                  <a:pt x="26059" y="32202"/>
                </a:lnTo>
                <a:lnTo>
                  <a:pt x="26399" y="31477"/>
                </a:lnTo>
                <a:lnTo>
                  <a:pt x="26785" y="30778"/>
                </a:lnTo>
                <a:lnTo>
                  <a:pt x="27215" y="30107"/>
                </a:lnTo>
                <a:lnTo>
                  <a:pt x="27686" y="29466"/>
                </a:lnTo>
                <a:lnTo>
                  <a:pt x="28197" y="28857"/>
                </a:lnTo>
                <a:lnTo>
                  <a:pt x="28746" y="28282"/>
                </a:lnTo>
                <a:lnTo>
                  <a:pt x="29331" y="27742"/>
                </a:lnTo>
                <a:lnTo>
                  <a:pt x="29950" y="27239"/>
                </a:lnTo>
                <a:lnTo>
                  <a:pt x="30601" y="26775"/>
                </a:lnTo>
                <a:lnTo>
                  <a:pt x="31283" y="26353"/>
                </a:lnTo>
                <a:lnTo>
                  <a:pt x="31993" y="25973"/>
                </a:lnTo>
                <a:lnTo>
                  <a:pt x="32731" y="25638"/>
                </a:lnTo>
                <a:lnTo>
                  <a:pt x="33493" y="25350"/>
                </a:lnTo>
                <a:lnTo>
                  <a:pt x="34278" y="25110"/>
                </a:lnTo>
                <a:lnTo>
                  <a:pt x="35084" y="24920"/>
                </a:lnTo>
                <a:lnTo>
                  <a:pt x="35909" y="24782"/>
                </a:lnTo>
                <a:lnTo>
                  <a:pt x="36752" y="24697"/>
                </a:lnTo>
                <a:lnTo>
                  <a:pt x="37610" y="24669"/>
                </a:lnTo>
                <a:lnTo>
                  <a:pt x="488927" y="24669"/>
                </a:lnTo>
                <a:lnTo>
                  <a:pt x="489785" y="24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1E660-86A0-4816-AAD6-78BC81B9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0" y="1544785"/>
            <a:ext cx="747897" cy="704506"/>
          </a:xfrm>
          <a:custGeom xmlns:a="http://schemas.openxmlformats.org/drawingml/2006/main">
            <a:pathLst>
              <a:path w="747897" h="704506">
                <a:moveTo>
                  <a:pt x="629409" y="530900"/>
                </a:moveTo>
                <a:cubicBezTo>
                  <a:pt x="642277" y="530900"/>
                  <a:pt x="652806" y="540822"/>
                  <a:pt x="652806" y="552952"/>
                </a:cubicBezTo>
                <a:lnTo>
                  <a:pt x="652806" y="682454"/>
                </a:lnTo>
                <a:cubicBezTo>
                  <a:pt x="652806" y="694587"/>
                  <a:pt x="642277" y="704506"/>
                  <a:pt x="629409" y="704506"/>
                </a:cubicBezTo>
                <a:lnTo>
                  <a:pt x="115798" y="704506"/>
                </a:lnTo>
                <a:cubicBezTo>
                  <a:pt x="102929" y="704506"/>
                  <a:pt x="92404" y="694583"/>
                  <a:pt x="92404" y="682454"/>
                </a:cubicBezTo>
                <a:lnTo>
                  <a:pt x="92404" y="552952"/>
                </a:lnTo>
                <a:cubicBezTo>
                  <a:pt x="92404" y="540822"/>
                  <a:pt x="102929" y="530900"/>
                  <a:pt x="115798" y="530900"/>
                </a:cubicBezTo>
                <a:lnTo>
                  <a:pt x="280477" y="530900"/>
                </a:lnTo>
                <a:cubicBezTo>
                  <a:pt x="293342" y="530900"/>
                  <a:pt x="303875" y="520974"/>
                  <a:pt x="303875" y="508849"/>
                </a:cubicBezTo>
                <a:lnTo>
                  <a:pt x="303875" y="484233"/>
                </a:lnTo>
                <a:lnTo>
                  <a:pt x="161062" y="484233"/>
                </a:lnTo>
                <a:cubicBezTo>
                  <a:pt x="148193" y="484233"/>
                  <a:pt x="137665" y="474311"/>
                  <a:pt x="137665" y="462182"/>
                </a:cubicBezTo>
                <a:lnTo>
                  <a:pt x="137665" y="113009"/>
                </a:lnTo>
                <a:cubicBezTo>
                  <a:pt x="137665" y="100880"/>
                  <a:pt x="148193" y="90958"/>
                  <a:pt x="161062" y="90958"/>
                </a:cubicBezTo>
                <a:lnTo>
                  <a:pt x="280477" y="90958"/>
                </a:lnTo>
                <a:lnTo>
                  <a:pt x="280477" y="44099"/>
                </a:lnTo>
                <a:cubicBezTo>
                  <a:pt x="280477" y="19787"/>
                  <a:pt x="301461" y="0"/>
                  <a:pt x="327268" y="0"/>
                </a:cubicBezTo>
                <a:lnTo>
                  <a:pt x="421593" y="0"/>
                </a:lnTo>
                <a:cubicBezTo>
                  <a:pt x="447400" y="0"/>
                  <a:pt x="468392" y="19787"/>
                  <a:pt x="468392" y="44099"/>
                </a:cubicBezTo>
                <a:lnTo>
                  <a:pt x="468392" y="90958"/>
                </a:lnTo>
                <a:lnTo>
                  <a:pt x="583693" y="90958"/>
                </a:lnTo>
                <a:cubicBezTo>
                  <a:pt x="596561" y="90958"/>
                  <a:pt x="607086" y="100880"/>
                  <a:pt x="607086" y="113009"/>
                </a:cubicBezTo>
                <a:lnTo>
                  <a:pt x="607086" y="462182"/>
                </a:lnTo>
                <a:cubicBezTo>
                  <a:pt x="607086" y="474311"/>
                  <a:pt x="596561" y="484233"/>
                  <a:pt x="583693" y="484233"/>
                </a:cubicBezTo>
                <a:lnTo>
                  <a:pt x="444986" y="484233"/>
                </a:lnTo>
                <a:lnTo>
                  <a:pt x="444986" y="508849"/>
                </a:lnTo>
                <a:cubicBezTo>
                  <a:pt x="444986" y="520974"/>
                  <a:pt x="455519" y="530900"/>
                  <a:pt x="468388" y="530900"/>
                </a:cubicBezTo>
                <a:lnTo>
                  <a:pt x="629409" y="530900"/>
                </a:lnTo>
                <a:close/>
                <a:moveTo>
                  <a:pt x="514913" y="285747"/>
                </a:moveTo>
                <a:cubicBezTo>
                  <a:pt x="514913" y="261393"/>
                  <a:pt x="493962" y="241648"/>
                  <a:pt x="468123" y="241648"/>
                </a:cubicBezTo>
                <a:cubicBezTo>
                  <a:pt x="442280" y="241648"/>
                  <a:pt x="421333" y="261397"/>
                  <a:pt x="421333" y="285747"/>
                </a:cubicBezTo>
                <a:cubicBezTo>
                  <a:pt x="421333" y="310106"/>
                  <a:pt x="442280" y="329850"/>
                  <a:pt x="468123" y="329850"/>
                </a:cubicBezTo>
                <a:cubicBezTo>
                  <a:pt x="493962" y="329850"/>
                  <a:pt x="514913" y="310106"/>
                  <a:pt x="514913" y="285747"/>
                </a:cubicBezTo>
                <a:close/>
                <a:moveTo>
                  <a:pt x="327268" y="44141"/>
                </a:moveTo>
                <a:lnTo>
                  <a:pt x="327268" y="90958"/>
                </a:lnTo>
                <a:lnTo>
                  <a:pt x="421593" y="90958"/>
                </a:lnTo>
                <a:lnTo>
                  <a:pt x="421593" y="44141"/>
                </a:lnTo>
                <a:lnTo>
                  <a:pt x="421553" y="44099"/>
                </a:lnTo>
                <a:lnTo>
                  <a:pt x="327313" y="44099"/>
                </a:lnTo>
                <a:cubicBezTo>
                  <a:pt x="327296" y="44111"/>
                  <a:pt x="327268" y="44141"/>
                  <a:pt x="327268" y="44141"/>
                </a:cubicBezTo>
                <a:close/>
                <a:moveTo>
                  <a:pt x="235921" y="285747"/>
                </a:moveTo>
                <a:cubicBezTo>
                  <a:pt x="235921" y="310106"/>
                  <a:pt x="256869" y="329850"/>
                  <a:pt x="282716" y="329850"/>
                </a:cubicBezTo>
                <a:cubicBezTo>
                  <a:pt x="308551" y="329850"/>
                  <a:pt x="329502" y="310106"/>
                  <a:pt x="329502" y="285747"/>
                </a:cubicBezTo>
                <a:cubicBezTo>
                  <a:pt x="329502" y="261397"/>
                  <a:pt x="308551" y="241648"/>
                  <a:pt x="282716" y="241648"/>
                </a:cubicBezTo>
                <a:cubicBezTo>
                  <a:pt x="256869" y="241648"/>
                  <a:pt x="235921" y="261397"/>
                  <a:pt x="235921" y="285747"/>
                </a:cubicBezTo>
                <a:close/>
                <a:moveTo>
                  <a:pt x="678075" y="194797"/>
                </a:moveTo>
                <a:lnTo>
                  <a:pt x="678075" y="376705"/>
                </a:lnTo>
                <a:cubicBezTo>
                  <a:pt x="678075" y="388884"/>
                  <a:pt x="667604" y="398757"/>
                  <a:pt x="654682" y="398757"/>
                </a:cubicBezTo>
                <a:cubicBezTo>
                  <a:pt x="641765" y="398757"/>
                  <a:pt x="631285" y="388884"/>
                  <a:pt x="631285" y="376705"/>
                </a:cubicBezTo>
                <a:lnTo>
                  <a:pt x="631285" y="194797"/>
                </a:lnTo>
                <a:cubicBezTo>
                  <a:pt x="631285" y="182618"/>
                  <a:pt x="641761" y="172746"/>
                  <a:pt x="654682" y="172746"/>
                </a:cubicBezTo>
                <a:cubicBezTo>
                  <a:pt x="667604" y="172746"/>
                  <a:pt x="678075" y="182618"/>
                  <a:pt x="678075" y="194797"/>
                </a:cubicBezTo>
                <a:moveTo>
                  <a:pt x="747897" y="240316"/>
                </a:moveTo>
                <a:lnTo>
                  <a:pt x="747897" y="328607"/>
                </a:lnTo>
                <a:cubicBezTo>
                  <a:pt x="747897" y="340786"/>
                  <a:pt x="737421" y="350658"/>
                  <a:pt x="724503" y="350658"/>
                </a:cubicBezTo>
                <a:cubicBezTo>
                  <a:pt x="711578" y="350658"/>
                  <a:pt x="701106" y="340786"/>
                  <a:pt x="701106" y="328607"/>
                </a:cubicBezTo>
                <a:lnTo>
                  <a:pt x="701106" y="240316"/>
                </a:lnTo>
                <a:cubicBezTo>
                  <a:pt x="701106" y="228137"/>
                  <a:pt x="711578" y="218269"/>
                  <a:pt x="724503" y="218269"/>
                </a:cubicBezTo>
                <a:cubicBezTo>
                  <a:pt x="737421" y="218269"/>
                  <a:pt x="747897" y="228137"/>
                  <a:pt x="747897" y="240316"/>
                </a:cubicBezTo>
                <a:moveTo>
                  <a:pt x="93210" y="398757"/>
                </a:moveTo>
                <a:cubicBezTo>
                  <a:pt x="80293" y="398757"/>
                  <a:pt x="69817" y="388884"/>
                  <a:pt x="69817" y="376705"/>
                </a:cubicBezTo>
                <a:lnTo>
                  <a:pt x="69817" y="194797"/>
                </a:lnTo>
                <a:cubicBezTo>
                  <a:pt x="69817" y="182618"/>
                  <a:pt x="80293" y="172746"/>
                  <a:pt x="93210" y="172746"/>
                </a:cubicBezTo>
                <a:cubicBezTo>
                  <a:pt x="106136" y="172746"/>
                  <a:pt x="116608" y="182618"/>
                  <a:pt x="116608" y="194797"/>
                </a:cubicBezTo>
                <a:lnTo>
                  <a:pt x="116608" y="376705"/>
                </a:lnTo>
                <a:cubicBezTo>
                  <a:pt x="116608" y="388884"/>
                  <a:pt x="106136" y="398757"/>
                  <a:pt x="93210" y="398757"/>
                </a:cubicBezTo>
                <a:moveTo>
                  <a:pt x="46790" y="240316"/>
                </a:moveTo>
                <a:lnTo>
                  <a:pt x="46790" y="328607"/>
                </a:lnTo>
                <a:cubicBezTo>
                  <a:pt x="46790" y="340786"/>
                  <a:pt x="36319" y="350658"/>
                  <a:pt x="23397" y="350658"/>
                </a:cubicBezTo>
                <a:cubicBezTo>
                  <a:pt x="10472" y="350658"/>
                  <a:pt x="0" y="340786"/>
                  <a:pt x="0" y="328607"/>
                </a:cubicBezTo>
                <a:lnTo>
                  <a:pt x="0" y="240316"/>
                </a:lnTo>
                <a:cubicBezTo>
                  <a:pt x="0" y="228137"/>
                  <a:pt x="10472" y="218269"/>
                  <a:pt x="23397" y="218269"/>
                </a:cubicBezTo>
                <a:cubicBezTo>
                  <a:pt x="36319" y="218269"/>
                  <a:pt x="46790" y="228137"/>
                  <a:pt x="46790" y="240316"/>
                </a:cubicBezTo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1f7e011374aa6"/>
          <a:stretch xmlns:a="http://schemas.openxmlformats.org/drawingml/2006/main"/>
        </p:blipFill>
        <p:spPr>
          <a:xfrm xmlns:a="http://schemas.openxmlformats.org/drawingml/2006/main">
            <a:off x="91858" y="1524642"/>
            <a:ext cx="751000" cy="708086"/>
          </a:xfrm>
          <a:prstGeom xmlns:a="http://schemas.openxmlformats.org/drawingml/2006/main" prst="rect">
            <a:avLst/>
          </a:prstGeom>
        </p:spPr>
      </p:pic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1EABD-4DD9-4CE5-8473-0DB96891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920" y="111019"/>
            <a:ext cx="730899" cy="696017"/>
          </a:xfrm>
          <a:custGeom xmlns:a="http://schemas.openxmlformats.org/drawingml/2006/main">
            <a:pathLst>
              <a:path w="730899" h="696017">
                <a:moveTo>
                  <a:pt x="615104" y="524504"/>
                </a:moveTo>
                <a:cubicBezTo>
                  <a:pt x="627680" y="524504"/>
                  <a:pt x="637969" y="534306"/>
                  <a:pt x="637969" y="546289"/>
                </a:cubicBezTo>
                <a:lnTo>
                  <a:pt x="637969" y="674232"/>
                </a:lnTo>
                <a:cubicBezTo>
                  <a:pt x="637969" y="686219"/>
                  <a:pt x="627680" y="696017"/>
                  <a:pt x="615104" y="696017"/>
                </a:cubicBezTo>
                <a:lnTo>
                  <a:pt x="113166" y="696017"/>
                </a:lnTo>
                <a:cubicBezTo>
                  <a:pt x="100590" y="696017"/>
                  <a:pt x="90304" y="686215"/>
                  <a:pt x="90304" y="674232"/>
                </a:cubicBezTo>
                <a:lnTo>
                  <a:pt x="90304" y="546289"/>
                </a:lnTo>
                <a:cubicBezTo>
                  <a:pt x="90304" y="534306"/>
                  <a:pt x="100590" y="524504"/>
                  <a:pt x="113166" y="524504"/>
                </a:cubicBezTo>
                <a:lnTo>
                  <a:pt x="274103" y="524504"/>
                </a:lnTo>
                <a:cubicBezTo>
                  <a:pt x="286675" y="524504"/>
                  <a:pt x="296968" y="514697"/>
                  <a:pt x="296968" y="502718"/>
                </a:cubicBezTo>
                <a:lnTo>
                  <a:pt x="296968" y="478399"/>
                </a:lnTo>
                <a:lnTo>
                  <a:pt x="157401" y="478399"/>
                </a:lnTo>
                <a:cubicBezTo>
                  <a:pt x="144825" y="478399"/>
                  <a:pt x="134536" y="468596"/>
                  <a:pt x="134536" y="456613"/>
                </a:cubicBezTo>
                <a:lnTo>
                  <a:pt x="134536" y="111648"/>
                </a:lnTo>
                <a:cubicBezTo>
                  <a:pt x="134536" y="99665"/>
                  <a:pt x="144825" y="89862"/>
                  <a:pt x="157401" y="89862"/>
                </a:cubicBezTo>
                <a:lnTo>
                  <a:pt x="274103" y="89862"/>
                </a:lnTo>
                <a:lnTo>
                  <a:pt x="274103" y="43568"/>
                </a:lnTo>
                <a:cubicBezTo>
                  <a:pt x="274103" y="19548"/>
                  <a:pt x="294610" y="0"/>
                  <a:pt x="319830" y="0"/>
                </a:cubicBezTo>
                <a:lnTo>
                  <a:pt x="412012" y="0"/>
                </a:lnTo>
                <a:cubicBezTo>
                  <a:pt x="437232" y="0"/>
                  <a:pt x="457746" y="19548"/>
                  <a:pt x="457746" y="43568"/>
                </a:cubicBezTo>
                <a:lnTo>
                  <a:pt x="457746" y="89862"/>
                </a:lnTo>
                <a:lnTo>
                  <a:pt x="570427" y="89862"/>
                </a:lnTo>
                <a:cubicBezTo>
                  <a:pt x="583003" y="89862"/>
                  <a:pt x="593289" y="99665"/>
                  <a:pt x="593289" y="111648"/>
                </a:cubicBezTo>
                <a:lnTo>
                  <a:pt x="593289" y="456613"/>
                </a:lnTo>
                <a:cubicBezTo>
                  <a:pt x="593289" y="468596"/>
                  <a:pt x="583003" y="478399"/>
                  <a:pt x="570427" y="478399"/>
                </a:cubicBezTo>
                <a:lnTo>
                  <a:pt x="434873" y="478399"/>
                </a:lnTo>
                <a:lnTo>
                  <a:pt x="434873" y="502718"/>
                </a:lnTo>
                <a:cubicBezTo>
                  <a:pt x="434873" y="514697"/>
                  <a:pt x="445166" y="524504"/>
                  <a:pt x="457742" y="524504"/>
                </a:cubicBezTo>
                <a:lnTo>
                  <a:pt x="615104" y="524504"/>
                </a:lnTo>
                <a:close/>
                <a:moveTo>
                  <a:pt x="503211" y="282305"/>
                </a:moveTo>
                <a:cubicBezTo>
                  <a:pt x="503211" y="258244"/>
                  <a:pt x="482736" y="238737"/>
                  <a:pt x="457484" y="238737"/>
                </a:cubicBezTo>
                <a:cubicBezTo>
                  <a:pt x="432228" y="238737"/>
                  <a:pt x="411757" y="258247"/>
                  <a:pt x="411757" y="282305"/>
                </a:cubicBezTo>
                <a:cubicBezTo>
                  <a:pt x="411757" y="306369"/>
                  <a:pt x="432228" y="325876"/>
                  <a:pt x="457484" y="325876"/>
                </a:cubicBezTo>
                <a:cubicBezTo>
                  <a:pt x="482736" y="325876"/>
                  <a:pt x="503211" y="306369"/>
                  <a:pt x="503211" y="282305"/>
                </a:cubicBezTo>
                <a:close/>
                <a:moveTo>
                  <a:pt x="319830" y="43609"/>
                </a:moveTo>
                <a:lnTo>
                  <a:pt x="319830" y="89862"/>
                </a:lnTo>
                <a:lnTo>
                  <a:pt x="412012" y="89862"/>
                </a:lnTo>
                <a:lnTo>
                  <a:pt x="412012" y="43609"/>
                </a:lnTo>
                <a:lnTo>
                  <a:pt x="411972" y="43568"/>
                </a:lnTo>
                <a:lnTo>
                  <a:pt x="319874" y="43568"/>
                </a:lnTo>
                <a:cubicBezTo>
                  <a:pt x="319858" y="43579"/>
                  <a:pt x="319830" y="43609"/>
                  <a:pt x="319830" y="43609"/>
                </a:cubicBezTo>
                <a:close/>
                <a:moveTo>
                  <a:pt x="230560" y="282305"/>
                </a:moveTo>
                <a:cubicBezTo>
                  <a:pt x="230560" y="306369"/>
                  <a:pt x="251031" y="325876"/>
                  <a:pt x="276287" y="325876"/>
                </a:cubicBezTo>
                <a:cubicBezTo>
                  <a:pt x="301538" y="325876"/>
                  <a:pt x="322013" y="306369"/>
                  <a:pt x="322013" y="282305"/>
                </a:cubicBezTo>
                <a:cubicBezTo>
                  <a:pt x="322013" y="258247"/>
                  <a:pt x="301538" y="238737"/>
                  <a:pt x="276287" y="238737"/>
                </a:cubicBezTo>
                <a:cubicBezTo>
                  <a:pt x="251031" y="238737"/>
                  <a:pt x="230560" y="258247"/>
                  <a:pt x="230560" y="282305"/>
                </a:cubicBezTo>
                <a:close/>
                <a:moveTo>
                  <a:pt x="662664" y="192450"/>
                </a:moveTo>
                <a:lnTo>
                  <a:pt x="662664" y="372166"/>
                </a:lnTo>
                <a:cubicBezTo>
                  <a:pt x="662664" y="384199"/>
                  <a:pt x="652431" y="393952"/>
                  <a:pt x="639803" y="393952"/>
                </a:cubicBezTo>
                <a:cubicBezTo>
                  <a:pt x="627179" y="393952"/>
                  <a:pt x="616938" y="384199"/>
                  <a:pt x="616938" y="372166"/>
                </a:cubicBezTo>
                <a:lnTo>
                  <a:pt x="616938" y="192450"/>
                </a:lnTo>
                <a:cubicBezTo>
                  <a:pt x="616938" y="180418"/>
                  <a:pt x="627175" y="170664"/>
                  <a:pt x="639803" y="170664"/>
                </a:cubicBezTo>
                <a:cubicBezTo>
                  <a:pt x="652431" y="170664"/>
                  <a:pt x="662664" y="180418"/>
                  <a:pt x="662664" y="192450"/>
                </a:cubicBezTo>
                <a:moveTo>
                  <a:pt x="730899" y="237421"/>
                </a:moveTo>
                <a:lnTo>
                  <a:pt x="730899" y="324647"/>
                </a:lnTo>
                <a:cubicBezTo>
                  <a:pt x="730899" y="336680"/>
                  <a:pt x="720661" y="346433"/>
                  <a:pt x="708037" y="346433"/>
                </a:cubicBezTo>
                <a:cubicBezTo>
                  <a:pt x="695405" y="346433"/>
                  <a:pt x="685172" y="336680"/>
                  <a:pt x="685172" y="324647"/>
                </a:cubicBezTo>
                <a:lnTo>
                  <a:pt x="685172" y="237421"/>
                </a:lnTo>
                <a:cubicBezTo>
                  <a:pt x="685172" y="225389"/>
                  <a:pt x="695405" y="215639"/>
                  <a:pt x="708037" y="215639"/>
                </a:cubicBezTo>
                <a:cubicBezTo>
                  <a:pt x="720661" y="215639"/>
                  <a:pt x="730899" y="225389"/>
                  <a:pt x="730899" y="237421"/>
                </a:cubicBezTo>
                <a:moveTo>
                  <a:pt x="91092" y="393952"/>
                </a:moveTo>
                <a:cubicBezTo>
                  <a:pt x="78468" y="393952"/>
                  <a:pt x="68230" y="384199"/>
                  <a:pt x="68230" y="372166"/>
                </a:cubicBezTo>
                <a:lnTo>
                  <a:pt x="68230" y="192450"/>
                </a:lnTo>
                <a:cubicBezTo>
                  <a:pt x="68230" y="180418"/>
                  <a:pt x="78468" y="170664"/>
                  <a:pt x="91092" y="170664"/>
                </a:cubicBezTo>
                <a:cubicBezTo>
                  <a:pt x="103724" y="170664"/>
                  <a:pt x="113957" y="180418"/>
                  <a:pt x="113957" y="192450"/>
                </a:cubicBezTo>
                <a:lnTo>
                  <a:pt x="113957" y="372166"/>
                </a:lnTo>
                <a:cubicBezTo>
                  <a:pt x="113957" y="384199"/>
                  <a:pt x="103724" y="393952"/>
                  <a:pt x="91092" y="393952"/>
                </a:cubicBezTo>
                <a:moveTo>
                  <a:pt x="45727" y="237421"/>
                </a:moveTo>
                <a:lnTo>
                  <a:pt x="45727" y="324647"/>
                </a:lnTo>
                <a:cubicBezTo>
                  <a:pt x="45727" y="336680"/>
                  <a:pt x="35493" y="346433"/>
                  <a:pt x="22865" y="346433"/>
                </a:cubicBezTo>
                <a:cubicBezTo>
                  <a:pt x="10234" y="346433"/>
                  <a:pt x="0" y="336680"/>
                  <a:pt x="0" y="324647"/>
                </a:cubicBezTo>
                <a:lnTo>
                  <a:pt x="0" y="237421"/>
                </a:lnTo>
                <a:cubicBezTo>
                  <a:pt x="0" y="225389"/>
                  <a:pt x="10234" y="215639"/>
                  <a:pt x="22865" y="215639"/>
                </a:cubicBezTo>
                <a:cubicBezTo>
                  <a:pt x="35493" y="215639"/>
                  <a:pt x="45727" y="225389"/>
                  <a:pt x="45727" y="237421"/>
                </a:cubicBezTo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647d463db46dc"/>
          <a:stretch xmlns:a="http://schemas.openxmlformats.org/drawingml/2006/main"/>
        </p:blipFill>
        <p:spPr>
          <a:xfrm xmlns:a="http://schemas.openxmlformats.org/drawingml/2006/main">
            <a:off x="4444247" y="83004"/>
            <a:ext cx="733932" cy="698304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B7047-2D7A-494C-A6F3-4336660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280" y="5885443"/>
            <a:ext cx="477909" cy="401102"/>
          </a:xfrm>
          <a:custGeom xmlns:a="http://schemas.openxmlformats.org/drawingml/2006/main">
            <a:pathLst>
              <a:path w="477909" h="401102">
                <a:moveTo>
                  <a:pt x="277358" y="401102"/>
                </a:moveTo>
                <a:lnTo>
                  <a:pt x="277358" y="300827"/>
                </a:lnTo>
                <a:lnTo>
                  <a:pt x="0" y="300827"/>
                </a:lnTo>
                <a:lnTo>
                  <a:pt x="0" y="100276"/>
                </a:lnTo>
                <a:lnTo>
                  <a:pt x="277358" y="100276"/>
                </a:lnTo>
                <a:lnTo>
                  <a:pt x="277358" y="0"/>
                </a:lnTo>
                <a:lnTo>
                  <a:pt x="477909" y="200551"/>
                </a:lnTo>
                <a:lnTo>
                  <a:pt x="277358" y="401102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D541B-426E-4CB4-8CC4-A4FDBB9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873" y="4758942"/>
            <a:ext cx="401102" cy="401102"/>
          </a:xfrm>
          <a:custGeom xmlns:a="http://schemas.openxmlformats.org/drawingml/2006/main">
            <a:pathLst>
              <a:path w="401102" h="401102">
                <a:moveTo>
                  <a:pt x="401102" y="200551"/>
                </a:moveTo>
                <a:lnTo>
                  <a:pt x="300827" y="200551"/>
                </a:lnTo>
                <a:lnTo>
                  <a:pt x="300827" y="401102"/>
                </a:lnTo>
                <a:lnTo>
                  <a:pt x="100276" y="401102"/>
                </a:lnTo>
                <a:lnTo>
                  <a:pt x="100276" y="200551"/>
                </a:lnTo>
                <a:lnTo>
                  <a:pt x="0" y="200551"/>
                </a:lnTo>
                <a:lnTo>
                  <a:pt x="200551" y="0"/>
                </a:lnTo>
                <a:lnTo>
                  <a:pt x="401102" y="200551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9655B-6115-43DE-A71C-876D5A22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873" y="2505941"/>
            <a:ext cx="401102" cy="409637"/>
          </a:xfrm>
          <a:custGeom xmlns:a="http://schemas.openxmlformats.org/drawingml/2006/main">
            <a:pathLst>
              <a:path w="401102" h="409637">
                <a:moveTo>
                  <a:pt x="401102" y="200551"/>
                </a:moveTo>
                <a:lnTo>
                  <a:pt x="300827" y="200551"/>
                </a:lnTo>
                <a:lnTo>
                  <a:pt x="300827" y="409637"/>
                </a:lnTo>
                <a:lnTo>
                  <a:pt x="100276" y="409637"/>
                </a:lnTo>
                <a:lnTo>
                  <a:pt x="100276" y="200551"/>
                </a:lnTo>
                <a:lnTo>
                  <a:pt x="0" y="200551"/>
                </a:lnTo>
                <a:lnTo>
                  <a:pt x="200551" y="0"/>
                </a:lnTo>
                <a:lnTo>
                  <a:pt x="401102" y="200551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3BF32-DA49-44F7-B016-E05503F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634" y="1985361"/>
            <a:ext cx="964353" cy="3097877"/>
          </a:xfrm>
          <a:custGeom xmlns:a="http://schemas.openxmlformats.org/drawingml/2006/main">
            <a:pathLst>
              <a:path w="964353" h="3097877">
                <a:moveTo>
                  <a:pt x="0" y="0"/>
                </a:moveTo>
                <a:cubicBezTo>
                  <a:pt x="243079" y="0"/>
                  <a:pt x="440558" y="210479"/>
                  <a:pt x="442109" y="471182"/>
                </a:cubicBezTo>
                <a:lnTo>
                  <a:pt x="441014" y="471196"/>
                </a:lnTo>
                <a:lnTo>
                  <a:pt x="441014" y="2507858"/>
                </a:lnTo>
                <a:lnTo>
                  <a:pt x="444783" y="2507843"/>
                </a:lnTo>
                <a:cubicBezTo>
                  <a:pt x="446120" y="2668441"/>
                  <a:pt x="583647" y="2811302"/>
                  <a:pt x="789048" y="2865493"/>
                </a:cubicBezTo>
                <a:lnTo>
                  <a:pt x="789048" y="2791943"/>
                </a:lnTo>
                <a:lnTo>
                  <a:pt x="964353" y="2964403"/>
                </a:lnTo>
                <a:lnTo>
                  <a:pt x="789048" y="3097877"/>
                </a:lnTo>
                <a:lnTo>
                  <a:pt x="789048" y="3023644"/>
                </a:lnTo>
                <a:cubicBezTo>
                  <a:pt x="521803" y="2970206"/>
                  <a:pt x="324680" y="2801729"/>
                  <a:pt x="278325" y="2597921"/>
                </a:cubicBezTo>
                <a:lnTo>
                  <a:pt x="268682" y="2514998"/>
                </a:lnTo>
                <a:lnTo>
                  <a:pt x="267700" y="2514998"/>
                </a:lnTo>
                <a:lnTo>
                  <a:pt x="267700" y="472376"/>
                </a:lnTo>
                <a:lnTo>
                  <a:pt x="267558" y="472376"/>
                </a:lnTo>
                <a:cubicBezTo>
                  <a:pt x="266719" y="294583"/>
                  <a:pt x="147185" y="150982"/>
                  <a:pt x="0" y="15098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7A519-8BAB-4E8A-B9E2-26FF32D5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080" y="3640976"/>
            <a:ext cx="401102" cy="401102"/>
          </a:xfrm>
          <a:custGeom xmlns:a="http://schemas.openxmlformats.org/drawingml/2006/main">
            <a:pathLst>
              <a:path w="401102" h="401102">
                <a:moveTo>
                  <a:pt x="401102" y="200551"/>
                </a:moveTo>
                <a:lnTo>
                  <a:pt x="300827" y="200551"/>
                </a:lnTo>
                <a:lnTo>
                  <a:pt x="300827" y="401102"/>
                </a:lnTo>
                <a:lnTo>
                  <a:pt x="100276" y="401102"/>
                </a:lnTo>
                <a:lnTo>
                  <a:pt x="100276" y="200551"/>
                </a:lnTo>
                <a:lnTo>
                  <a:pt x="0" y="200551"/>
                </a:lnTo>
                <a:lnTo>
                  <a:pt x="200551" y="0"/>
                </a:lnTo>
                <a:lnTo>
                  <a:pt x="401102" y="200551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A7025-AEAC-40CB-86A1-4AD2334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430" y="1645619"/>
            <a:ext cx="709454" cy="520096"/>
          </a:xfrm>
          <a:custGeom xmlns:a="http://schemas.openxmlformats.org/drawingml/2006/main">
            <a:pathLst>
              <a:path w="709454" h="520096">
                <a:moveTo>
                  <a:pt x="709454" y="514848"/>
                </a:moveTo>
                <a:lnTo>
                  <a:pt x="533367" y="520096"/>
                </a:lnTo>
                <a:cubicBezTo>
                  <a:pt x="521846" y="380422"/>
                  <a:pt x="361504" y="261243"/>
                  <a:pt x="136716" y="225257"/>
                </a:cubicBezTo>
                <a:lnTo>
                  <a:pt x="136617" y="273091"/>
                </a:lnTo>
                <a:lnTo>
                  <a:pt x="0" y="126390"/>
                </a:lnTo>
                <a:lnTo>
                  <a:pt x="137228" y="0"/>
                </a:lnTo>
                <a:lnTo>
                  <a:pt x="137129" y="47819"/>
                </a:lnTo>
                <a:cubicBezTo>
                  <a:pt x="459006" y="92410"/>
                  <a:pt x="695486" y="285394"/>
                  <a:pt x="709454" y="514848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016B5-A38B-4570-80A0-2BD3F25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166" y="2154681"/>
            <a:ext cx="698217" cy="513411"/>
          </a:xfrm>
          <a:custGeom xmlns:a="http://schemas.openxmlformats.org/drawingml/2006/main">
            <a:pathLst>
              <a:path w="698217" h="513411">
                <a:moveTo>
                  <a:pt x="0" y="996"/>
                </a:moveTo>
                <a:lnTo>
                  <a:pt x="177979" y="0"/>
                </a:lnTo>
                <a:cubicBezTo>
                  <a:pt x="180425" y="185332"/>
                  <a:pt x="412382" y="334878"/>
                  <a:pt x="698217" y="335433"/>
                </a:cubicBezTo>
                <a:lnTo>
                  <a:pt x="697406" y="513411"/>
                </a:lnTo>
                <a:cubicBezTo>
                  <a:pt x="313912" y="512444"/>
                  <a:pt x="2902" y="283929"/>
                  <a:pt x="0" y="99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617EC-7946-4855-AC4E-1B1589DD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92" y="5885443"/>
            <a:ext cx="691262" cy="401102"/>
          </a:xfrm>
          <a:custGeom xmlns:a="http://schemas.openxmlformats.org/drawingml/2006/main">
            <a:pathLst>
              <a:path w="691262" h="401102">
                <a:moveTo>
                  <a:pt x="200551" y="0"/>
                </a:moveTo>
                <a:lnTo>
                  <a:pt x="200551" y="100276"/>
                </a:lnTo>
                <a:lnTo>
                  <a:pt x="691262" y="100276"/>
                </a:lnTo>
                <a:lnTo>
                  <a:pt x="691262" y="300827"/>
                </a:lnTo>
                <a:lnTo>
                  <a:pt x="200551" y="300827"/>
                </a:lnTo>
                <a:lnTo>
                  <a:pt x="200551" y="401102"/>
                </a:lnTo>
                <a:lnTo>
                  <a:pt x="0" y="200551"/>
                </a:lnTo>
                <a:lnTo>
                  <a:pt x="200551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Driver">
            <a:extLst xmlns:a="http://schemas.openxmlformats.org/drawingml/2006/main">
              <a:ext uri="{FF2B5EF4-FFF2-40B4-BE49-F238E27FC236}">
                <a16:creationId xmlns:a16="http://schemas.microsoft.com/office/drawing/2014/main" id="{C5A488E6-DD84-49AE-A895-B53671C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294" y="366405"/>
            <a:ext cx="934816" cy="235688"/>
          </a:xfrm>
          <a:custGeom xmlns:a="http://schemas.openxmlformats.org/drawingml/2006/main">
            <a:pathLst>
              <a:path w="934816" h="235688">
                <a:moveTo>
                  <a:pt x="0" y="231021"/>
                </a:moveTo>
                <a:lnTo>
                  <a:pt x="2000" y="225020"/>
                </a:lnTo>
                <a:cubicBezTo>
                  <a:pt x="12890" y="225020"/>
                  <a:pt x="21141" y="222758"/>
                  <a:pt x="26752" y="218233"/>
                </a:cubicBezTo>
                <a:cubicBezTo>
                  <a:pt x="32364" y="213708"/>
                  <a:pt x="37003" y="205247"/>
                  <a:pt x="40670" y="192851"/>
                </a:cubicBezTo>
                <a:lnTo>
                  <a:pt x="81674" y="50208"/>
                </a:lnTo>
                <a:cubicBezTo>
                  <a:pt x="84341" y="40863"/>
                  <a:pt x="85674" y="33189"/>
                  <a:pt x="85674" y="27185"/>
                </a:cubicBezTo>
                <a:cubicBezTo>
                  <a:pt x="85674" y="22066"/>
                  <a:pt x="84119" y="18285"/>
                  <a:pt x="81007" y="15840"/>
                </a:cubicBezTo>
                <a:cubicBezTo>
                  <a:pt x="77896" y="13392"/>
                  <a:pt x="69951" y="11779"/>
                  <a:pt x="57172" y="11001"/>
                </a:cubicBezTo>
                <a:lnTo>
                  <a:pt x="59172" y="5000"/>
                </a:lnTo>
                <a:lnTo>
                  <a:pt x="136512" y="5000"/>
                </a:lnTo>
                <a:cubicBezTo>
                  <a:pt x="177294" y="5000"/>
                  <a:pt x="206713" y="13251"/>
                  <a:pt x="224770" y="29753"/>
                </a:cubicBezTo>
                <a:cubicBezTo>
                  <a:pt x="242827" y="46254"/>
                  <a:pt x="251856" y="69395"/>
                  <a:pt x="251856" y="99176"/>
                </a:cubicBezTo>
                <a:cubicBezTo>
                  <a:pt x="251856" y="120177"/>
                  <a:pt x="247689" y="137790"/>
                  <a:pt x="239355" y="152014"/>
                </a:cubicBezTo>
                <a:cubicBezTo>
                  <a:pt x="223020" y="179794"/>
                  <a:pt x="203629" y="199907"/>
                  <a:pt x="181183" y="212352"/>
                </a:cubicBezTo>
                <a:cubicBezTo>
                  <a:pt x="158736" y="224798"/>
                  <a:pt x="129900" y="231021"/>
                  <a:pt x="94675" y="231021"/>
                </a:cubicBezTo>
                <a:lnTo>
                  <a:pt x="0" y="231021"/>
                </a:lnTo>
                <a:moveTo>
                  <a:pt x="141179" y="18335"/>
                </a:moveTo>
                <a:lnTo>
                  <a:pt x="91508" y="189684"/>
                </a:lnTo>
                <a:cubicBezTo>
                  <a:pt x="89175" y="197573"/>
                  <a:pt x="88008" y="203240"/>
                  <a:pt x="88008" y="206685"/>
                </a:cubicBezTo>
                <a:cubicBezTo>
                  <a:pt x="88008" y="209796"/>
                  <a:pt x="89286" y="212297"/>
                  <a:pt x="91842" y="214186"/>
                </a:cubicBezTo>
                <a:cubicBezTo>
                  <a:pt x="95175" y="216742"/>
                  <a:pt x="100120" y="218019"/>
                  <a:pt x="106676" y="218019"/>
                </a:cubicBezTo>
                <a:cubicBezTo>
                  <a:pt x="122344" y="218019"/>
                  <a:pt x="136345" y="213130"/>
                  <a:pt x="148680" y="203351"/>
                </a:cubicBezTo>
                <a:cubicBezTo>
                  <a:pt x="164459" y="190795"/>
                  <a:pt x="176488" y="173904"/>
                  <a:pt x="184766" y="152680"/>
                </a:cubicBezTo>
                <a:cubicBezTo>
                  <a:pt x="193045" y="131456"/>
                  <a:pt x="197184" y="110399"/>
                  <a:pt x="197184" y="89508"/>
                </a:cubicBezTo>
                <a:cubicBezTo>
                  <a:pt x="197184" y="74396"/>
                  <a:pt x="194795" y="61228"/>
                  <a:pt x="190017" y="50004"/>
                </a:cubicBezTo>
                <a:cubicBezTo>
                  <a:pt x="185239" y="38781"/>
                  <a:pt x="177849" y="30225"/>
                  <a:pt x="167848" y="24335"/>
                </a:cubicBezTo>
                <a:cubicBezTo>
                  <a:pt x="160848" y="20335"/>
                  <a:pt x="151958" y="18335"/>
                  <a:pt x="141179" y="18335"/>
                </a:cubicBezTo>
                <a:close/>
                <a:moveTo>
                  <a:pt x="340663" y="76340"/>
                </a:moveTo>
                <a:lnTo>
                  <a:pt x="315494" y="170114"/>
                </a:lnTo>
                <a:cubicBezTo>
                  <a:pt x="336163" y="124395"/>
                  <a:pt x="351720" y="96252"/>
                  <a:pt x="362165" y="85685"/>
                </a:cubicBezTo>
                <a:cubicBezTo>
                  <a:pt x="368277" y="79455"/>
                  <a:pt x="374722" y="76340"/>
                  <a:pt x="381500" y="76340"/>
                </a:cubicBezTo>
                <a:cubicBezTo>
                  <a:pt x="386167" y="76340"/>
                  <a:pt x="389946" y="78035"/>
                  <a:pt x="392835" y="81424"/>
                </a:cubicBezTo>
                <a:cubicBezTo>
                  <a:pt x="395724" y="84813"/>
                  <a:pt x="397168" y="89619"/>
                  <a:pt x="397168" y="95842"/>
                </a:cubicBezTo>
                <a:cubicBezTo>
                  <a:pt x="397168" y="106621"/>
                  <a:pt x="394557" y="115677"/>
                  <a:pt x="389334" y="123011"/>
                </a:cubicBezTo>
                <a:cubicBezTo>
                  <a:pt x="386001" y="127678"/>
                  <a:pt x="382278" y="130012"/>
                  <a:pt x="378167" y="130012"/>
                </a:cubicBezTo>
                <a:cubicBezTo>
                  <a:pt x="373722" y="130012"/>
                  <a:pt x="370388" y="127980"/>
                  <a:pt x="368166" y="123917"/>
                </a:cubicBezTo>
                <a:cubicBezTo>
                  <a:pt x="365943" y="119851"/>
                  <a:pt x="364388" y="117462"/>
                  <a:pt x="363499" y="116750"/>
                </a:cubicBezTo>
                <a:cubicBezTo>
                  <a:pt x="362610" y="116035"/>
                  <a:pt x="361665" y="115677"/>
                  <a:pt x="360665" y="115677"/>
                </a:cubicBezTo>
                <a:cubicBezTo>
                  <a:pt x="359554" y="115677"/>
                  <a:pt x="358387" y="116010"/>
                  <a:pt x="357165" y="116677"/>
                </a:cubicBezTo>
                <a:cubicBezTo>
                  <a:pt x="354720" y="118011"/>
                  <a:pt x="351525" y="121261"/>
                  <a:pt x="347581" y="126428"/>
                </a:cubicBezTo>
                <a:cubicBezTo>
                  <a:pt x="343636" y="131592"/>
                  <a:pt x="338774" y="140230"/>
                  <a:pt x="332996" y="152342"/>
                </a:cubicBezTo>
                <a:cubicBezTo>
                  <a:pt x="327218" y="164450"/>
                  <a:pt x="322717" y="174700"/>
                  <a:pt x="319495" y="183089"/>
                </a:cubicBezTo>
                <a:cubicBezTo>
                  <a:pt x="316272" y="191475"/>
                  <a:pt x="311772" y="207453"/>
                  <a:pt x="305994" y="231021"/>
                </a:cubicBezTo>
                <a:lnTo>
                  <a:pt x="265657" y="231021"/>
                </a:lnTo>
                <a:lnTo>
                  <a:pt x="293159" y="120511"/>
                </a:lnTo>
                <a:cubicBezTo>
                  <a:pt x="295159" y="112288"/>
                  <a:pt x="296159" y="106843"/>
                  <a:pt x="296159" y="104176"/>
                </a:cubicBezTo>
                <a:cubicBezTo>
                  <a:pt x="296159" y="101176"/>
                  <a:pt x="295632" y="98842"/>
                  <a:pt x="294576" y="97175"/>
                </a:cubicBezTo>
                <a:cubicBezTo>
                  <a:pt x="293520" y="95509"/>
                  <a:pt x="292076" y="94286"/>
                  <a:pt x="290242" y="93508"/>
                </a:cubicBezTo>
                <a:cubicBezTo>
                  <a:pt x="288409" y="92730"/>
                  <a:pt x="284603" y="92342"/>
                  <a:pt x="278824" y="92342"/>
                </a:cubicBezTo>
                <a:lnTo>
                  <a:pt x="280325" y="87341"/>
                </a:lnTo>
                <a:lnTo>
                  <a:pt x="330662" y="76340"/>
                </a:lnTo>
                <a:lnTo>
                  <a:pt x="340663" y="76340"/>
                </a:lnTo>
                <a:close/>
                <a:moveTo>
                  <a:pt x="473042" y="0"/>
                </a:moveTo>
                <a:cubicBezTo>
                  <a:pt x="479932" y="0"/>
                  <a:pt x="485738" y="2406"/>
                  <a:pt x="490460" y="7219"/>
                </a:cubicBezTo>
                <a:cubicBezTo>
                  <a:pt x="495183" y="12029"/>
                  <a:pt x="497544" y="17845"/>
                  <a:pt x="497544" y="24669"/>
                </a:cubicBezTo>
                <a:cubicBezTo>
                  <a:pt x="497544" y="31492"/>
                  <a:pt x="495155" y="37311"/>
                  <a:pt x="490377" y="42124"/>
                </a:cubicBezTo>
                <a:cubicBezTo>
                  <a:pt x="485599" y="46933"/>
                  <a:pt x="479821" y="49338"/>
                  <a:pt x="473042" y="49338"/>
                </a:cubicBezTo>
                <a:cubicBezTo>
                  <a:pt x="466375" y="49338"/>
                  <a:pt x="460652" y="46933"/>
                  <a:pt x="455874" y="42124"/>
                </a:cubicBezTo>
                <a:cubicBezTo>
                  <a:pt x="451096" y="37311"/>
                  <a:pt x="448707" y="31492"/>
                  <a:pt x="448707" y="24669"/>
                </a:cubicBezTo>
                <a:cubicBezTo>
                  <a:pt x="448707" y="17845"/>
                  <a:pt x="451068" y="12029"/>
                  <a:pt x="455791" y="7219"/>
                </a:cubicBezTo>
                <a:cubicBezTo>
                  <a:pt x="460513" y="2406"/>
                  <a:pt x="466264" y="0"/>
                  <a:pt x="473042" y="0"/>
                </a:cubicBezTo>
                <a:moveTo>
                  <a:pt x="483376" y="76340"/>
                </a:moveTo>
                <a:lnTo>
                  <a:pt x="449207" y="194043"/>
                </a:lnTo>
                <a:cubicBezTo>
                  <a:pt x="447318" y="200777"/>
                  <a:pt x="446373" y="205192"/>
                  <a:pt x="446373" y="207289"/>
                </a:cubicBezTo>
                <a:cubicBezTo>
                  <a:pt x="446373" y="208560"/>
                  <a:pt x="446873" y="209744"/>
                  <a:pt x="447873" y="210842"/>
                </a:cubicBezTo>
                <a:cubicBezTo>
                  <a:pt x="448873" y="211936"/>
                  <a:pt x="449929" y="212482"/>
                  <a:pt x="451040" y="212482"/>
                </a:cubicBezTo>
                <a:cubicBezTo>
                  <a:pt x="452929" y="212482"/>
                  <a:pt x="454818" y="211616"/>
                  <a:pt x="456707" y="209883"/>
                </a:cubicBezTo>
                <a:cubicBezTo>
                  <a:pt x="461708" y="205612"/>
                  <a:pt x="467708" y="197879"/>
                  <a:pt x="474709" y="186683"/>
                </a:cubicBezTo>
                <a:lnTo>
                  <a:pt x="480376" y="190147"/>
                </a:lnTo>
                <a:cubicBezTo>
                  <a:pt x="463597" y="220508"/>
                  <a:pt x="445762" y="235688"/>
                  <a:pt x="426871" y="235688"/>
                </a:cubicBezTo>
                <a:cubicBezTo>
                  <a:pt x="419649" y="235688"/>
                  <a:pt x="413898" y="233660"/>
                  <a:pt x="409620" y="229604"/>
                </a:cubicBezTo>
                <a:cubicBezTo>
                  <a:pt x="405342" y="225548"/>
                  <a:pt x="403203" y="220409"/>
                  <a:pt x="403203" y="214186"/>
                </a:cubicBezTo>
                <a:cubicBezTo>
                  <a:pt x="403203" y="210074"/>
                  <a:pt x="404147" y="204852"/>
                  <a:pt x="406036" y="198518"/>
                </a:cubicBezTo>
                <a:lnTo>
                  <a:pt x="429205" y="118844"/>
                </a:lnTo>
                <a:cubicBezTo>
                  <a:pt x="431427" y="111177"/>
                  <a:pt x="432539" y="105398"/>
                  <a:pt x="432539" y="101509"/>
                </a:cubicBezTo>
                <a:cubicBezTo>
                  <a:pt x="432539" y="99064"/>
                  <a:pt x="431483" y="96898"/>
                  <a:pt x="429372" y="95008"/>
                </a:cubicBezTo>
                <a:cubicBezTo>
                  <a:pt x="427260" y="93119"/>
                  <a:pt x="424371" y="92175"/>
                  <a:pt x="420704" y="92175"/>
                </a:cubicBezTo>
                <a:cubicBezTo>
                  <a:pt x="419037" y="92175"/>
                  <a:pt x="417037" y="92230"/>
                  <a:pt x="414704" y="92342"/>
                </a:cubicBezTo>
                <a:lnTo>
                  <a:pt x="416871" y="85674"/>
                </a:lnTo>
                <a:lnTo>
                  <a:pt x="473376" y="76340"/>
                </a:lnTo>
                <a:lnTo>
                  <a:pt x="483376" y="76340"/>
                </a:lnTo>
                <a:close/>
                <a:moveTo>
                  <a:pt x="537248" y="235688"/>
                </a:moveTo>
                <a:lnTo>
                  <a:pt x="531247" y="235688"/>
                </a:lnTo>
                <a:cubicBezTo>
                  <a:pt x="531581" y="226576"/>
                  <a:pt x="531747" y="219686"/>
                  <a:pt x="531747" y="215019"/>
                </a:cubicBezTo>
                <a:cubicBezTo>
                  <a:pt x="531747" y="202351"/>
                  <a:pt x="530775" y="184044"/>
                  <a:pt x="528830" y="160098"/>
                </a:cubicBezTo>
                <a:cubicBezTo>
                  <a:pt x="526886" y="136151"/>
                  <a:pt x="524691" y="120177"/>
                  <a:pt x="522246" y="112177"/>
                </a:cubicBezTo>
                <a:cubicBezTo>
                  <a:pt x="520357" y="106287"/>
                  <a:pt x="517857" y="102009"/>
                  <a:pt x="514746" y="99342"/>
                </a:cubicBezTo>
                <a:cubicBezTo>
                  <a:pt x="512634" y="97564"/>
                  <a:pt x="509912" y="96675"/>
                  <a:pt x="506578" y="96675"/>
                </a:cubicBezTo>
                <a:cubicBezTo>
                  <a:pt x="504689" y="96675"/>
                  <a:pt x="502411" y="96898"/>
                  <a:pt x="499744" y="97342"/>
                </a:cubicBezTo>
                <a:lnTo>
                  <a:pt x="499744" y="91341"/>
                </a:lnTo>
                <a:lnTo>
                  <a:pt x="555249" y="76340"/>
                </a:lnTo>
                <a:cubicBezTo>
                  <a:pt x="566361" y="106707"/>
                  <a:pt x="571751" y="145584"/>
                  <a:pt x="571418" y="192970"/>
                </a:cubicBezTo>
                <a:cubicBezTo>
                  <a:pt x="587752" y="177424"/>
                  <a:pt x="599003" y="164820"/>
                  <a:pt x="605171" y="155160"/>
                </a:cubicBezTo>
                <a:cubicBezTo>
                  <a:pt x="611338" y="145499"/>
                  <a:pt x="614421" y="137448"/>
                  <a:pt x="614421" y="131006"/>
                </a:cubicBezTo>
                <a:cubicBezTo>
                  <a:pt x="614421" y="125898"/>
                  <a:pt x="612504" y="120705"/>
                  <a:pt x="608671" y="115427"/>
                </a:cubicBezTo>
                <a:cubicBezTo>
                  <a:pt x="604837" y="110149"/>
                  <a:pt x="602448" y="106393"/>
                  <a:pt x="601504" y="104160"/>
                </a:cubicBezTo>
                <a:cubicBezTo>
                  <a:pt x="600559" y="101924"/>
                  <a:pt x="600087" y="99465"/>
                  <a:pt x="600087" y="96785"/>
                </a:cubicBezTo>
                <a:cubicBezTo>
                  <a:pt x="600087" y="90975"/>
                  <a:pt x="601976" y="86115"/>
                  <a:pt x="605754" y="82205"/>
                </a:cubicBezTo>
                <a:cubicBezTo>
                  <a:pt x="609532" y="78295"/>
                  <a:pt x="614310" y="76340"/>
                  <a:pt x="620089" y="76340"/>
                </a:cubicBezTo>
                <a:cubicBezTo>
                  <a:pt x="626200" y="76340"/>
                  <a:pt x="630923" y="78288"/>
                  <a:pt x="634256" y="82184"/>
                </a:cubicBezTo>
                <a:cubicBezTo>
                  <a:pt x="638924" y="87636"/>
                  <a:pt x="641257" y="94088"/>
                  <a:pt x="641257" y="101540"/>
                </a:cubicBezTo>
                <a:cubicBezTo>
                  <a:pt x="641257" y="109218"/>
                  <a:pt x="639896" y="116757"/>
                  <a:pt x="637173" y="124157"/>
                </a:cubicBezTo>
                <a:cubicBezTo>
                  <a:pt x="634451" y="131557"/>
                  <a:pt x="629784" y="140292"/>
                  <a:pt x="623172" y="150362"/>
                </a:cubicBezTo>
                <a:cubicBezTo>
                  <a:pt x="616560" y="160433"/>
                  <a:pt x="609199" y="169585"/>
                  <a:pt x="601087" y="177818"/>
                </a:cubicBezTo>
                <a:cubicBezTo>
                  <a:pt x="586197" y="192951"/>
                  <a:pt x="564917" y="212241"/>
                  <a:pt x="537248" y="235688"/>
                </a:cubicBezTo>
                <a:close/>
                <a:moveTo>
                  <a:pt x="697195" y="168348"/>
                </a:moveTo>
                <a:cubicBezTo>
                  <a:pt x="696195" y="175571"/>
                  <a:pt x="695695" y="181516"/>
                  <a:pt x="695695" y="186183"/>
                </a:cubicBezTo>
                <a:cubicBezTo>
                  <a:pt x="695695" y="194517"/>
                  <a:pt x="698112" y="201185"/>
                  <a:pt x="702946" y="206185"/>
                </a:cubicBezTo>
                <a:cubicBezTo>
                  <a:pt x="707780" y="211185"/>
                  <a:pt x="714253" y="213686"/>
                  <a:pt x="722364" y="213686"/>
                </a:cubicBezTo>
                <a:cubicBezTo>
                  <a:pt x="730143" y="213686"/>
                  <a:pt x="737949" y="212031"/>
                  <a:pt x="745783" y="208722"/>
                </a:cubicBezTo>
                <a:cubicBezTo>
                  <a:pt x="753617" y="205412"/>
                  <a:pt x="762701" y="199622"/>
                  <a:pt x="773036" y="191350"/>
                </a:cubicBezTo>
                <a:lnTo>
                  <a:pt x="778036" y="195564"/>
                </a:lnTo>
                <a:cubicBezTo>
                  <a:pt x="765257" y="210031"/>
                  <a:pt x="752812" y="220336"/>
                  <a:pt x="740699" y="226479"/>
                </a:cubicBezTo>
                <a:cubicBezTo>
                  <a:pt x="728587" y="232618"/>
                  <a:pt x="715197" y="235688"/>
                  <a:pt x="700529" y="235688"/>
                </a:cubicBezTo>
                <a:cubicBezTo>
                  <a:pt x="681972" y="235688"/>
                  <a:pt x="669137" y="231239"/>
                  <a:pt x="662026" y="222343"/>
                </a:cubicBezTo>
                <a:cubicBezTo>
                  <a:pt x="654914" y="213443"/>
                  <a:pt x="651358" y="203152"/>
                  <a:pt x="651358" y="191470"/>
                </a:cubicBezTo>
                <a:cubicBezTo>
                  <a:pt x="651358" y="173229"/>
                  <a:pt x="656664" y="154988"/>
                  <a:pt x="667276" y="136747"/>
                </a:cubicBezTo>
                <a:cubicBezTo>
                  <a:pt x="677888" y="118502"/>
                  <a:pt x="692334" y="103874"/>
                  <a:pt x="710613" y="92862"/>
                </a:cubicBezTo>
                <a:cubicBezTo>
                  <a:pt x="728893" y="81848"/>
                  <a:pt x="747255" y="76340"/>
                  <a:pt x="765702" y="76340"/>
                </a:cubicBezTo>
                <a:cubicBezTo>
                  <a:pt x="775036" y="76340"/>
                  <a:pt x="782092" y="78563"/>
                  <a:pt x="786870" y="83007"/>
                </a:cubicBezTo>
                <a:cubicBezTo>
                  <a:pt x="791648" y="87452"/>
                  <a:pt x="794037" y="93064"/>
                  <a:pt x="794037" y="99842"/>
                </a:cubicBezTo>
                <a:cubicBezTo>
                  <a:pt x="794037" y="107954"/>
                  <a:pt x="791704" y="115844"/>
                  <a:pt x="787037" y="123511"/>
                </a:cubicBezTo>
                <a:cubicBezTo>
                  <a:pt x="780592" y="133956"/>
                  <a:pt x="772480" y="142374"/>
                  <a:pt x="762701" y="148763"/>
                </a:cubicBezTo>
                <a:cubicBezTo>
                  <a:pt x="752923" y="155153"/>
                  <a:pt x="741977" y="160014"/>
                  <a:pt x="729865" y="163348"/>
                </a:cubicBezTo>
                <a:cubicBezTo>
                  <a:pt x="721753" y="165570"/>
                  <a:pt x="710863" y="167237"/>
                  <a:pt x="697195" y="168348"/>
                </a:cubicBezTo>
                <a:moveTo>
                  <a:pt x="698696" y="159681"/>
                </a:moveTo>
                <a:cubicBezTo>
                  <a:pt x="708474" y="158243"/>
                  <a:pt x="716058" y="156281"/>
                  <a:pt x="721448" y="153795"/>
                </a:cubicBezTo>
                <a:cubicBezTo>
                  <a:pt x="726837" y="151305"/>
                  <a:pt x="732115" y="147322"/>
                  <a:pt x="737282" y="141846"/>
                </a:cubicBezTo>
                <a:cubicBezTo>
                  <a:pt x="742449" y="136370"/>
                  <a:pt x="746922" y="129456"/>
                  <a:pt x="750700" y="121105"/>
                </a:cubicBezTo>
                <a:cubicBezTo>
                  <a:pt x="754478" y="112753"/>
                  <a:pt x="756367" y="104928"/>
                  <a:pt x="756367" y="97628"/>
                </a:cubicBezTo>
                <a:cubicBezTo>
                  <a:pt x="756367" y="94531"/>
                  <a:pt x="755506" y="92098"/>
                  <a:pt x="753784" y="90331"/>
                </a:cubicBezTo>
                <a:cubicBezTo>
                  <a:pt x="752061" y="88560"/>
                  <a:pt x="749867" y="87674"/>
                  <a:pt x="747200" y="87674"/>
                </a:cubicBezTo>
                <a:cubicBezTo>
                  <a:pt x="741866" y="87674"/>
                  <a:pt x="735866" y="91380"/>
                  <a:pt x="729198" y="98790"/>
                </a:cubicBezTo>
                <a:cubicBezTo>
                  <a:pt x="716975" y="112284"/>
                  <a:pt x="706807" y="132581"/>
                  <a:pt x="698696" y="159681"/>
                </a:cubicBezTo>
                <a:close/>
                <a:moveTo>
                  <a:pt x="878311" y="76340"/>
                </a:moveTo>
                <a:lnTo>
                  <a:pt x="853142" y="170114"/>
                </a:lnTo>
                <a:cubicBezTo>
                  <a:pt x="873811" y="124395"/>
                  <a:pt x="889368" y="96252"/>
                  <a:pt x="899813" y="85685"/>
                </a:cubicBezTo>
                <a:cubicBezTo>
                  <a:pt x="905925" y="79455"/>
                  <a:pt x="912370" y="76340"/>
                  <a:pt x="919148" y="76340"/>
                </a:cubicBezTo>
                <a:cubicBezTo>
                  <a:pt x="923815" y="76340"/>
                  <a:pt x="927594" y="78035"/>
                  <a:pt x="930483" y="81424"/>
                </a:cubicBezTo>
                <a:cubicBezTo>
                  <a:pt x="933372" y="84813"/>
                  <a:pt x="934816" y="89619"/>
                  <a:pt x="934816" y="95842"/>
                </a:cubicBezTo>
                <a:cubicBezTo>
                  <a:pt x="934816" y="106621"/>
                  <a:pt x="932205" y="115677"/>
                  <a:pt x="926982" y="123011"/>
                </a:cubicBezTo>
                <a:cubicBezTo>
                  <a:pt x="923649" y="127678"/>
                  <a:pt x="919926" y="130012"/>
                  <a:pt x="915815" y="130012"/>
                </a:cubicBezTo>
                <a:cubicBezTo>
                  <a:pt x="911370" y="130012"/>
                  <a:pt x="908036" y="127980"/>
                  <a:pt x="905814" y="123917"/>
                </a:cubicBezTo>
                <a:cubicBezTo>
                  <a:pt x="903591" y="119851"/>
                  <a:pt x="902036" y="117462"/>
                  <a:pt x="901147" y="116750"/>
                </a:cubicBezTo>
                <a:cubicBezTo>
                  <a:pt x="900258" y="116035"/>
                  <a:pt x="899313" y="115677"/>
                  <a:pt x="898313" y="115677"/>
                </a:cubicBezTo>
                <a:cubicBezTo>
                  <a:pt x="897202" y="115677"/>
                  <a:pt x="896035" y="116010"/>
                  <a:pt x="894813" y="116677"/>
                </a:cubicBezTo>
                <a:cubicBezTo>
                  <a:pt x="892368" y="118011"/>
                  <a:pt x="889173" y="121261"/>
                  <a:pt x="885229" y="126428"/>
                </a:cubicBezTo>
                <a:cubicBezTo>
                  <a:pt x="881284" y="131592"/>
                  <a:pt x="876422" y="140230"/>
                  <a:pt x="870644" y="152342"/>
                </a:cubicBezTo>
                <a:cubicBezTo>
                  <a:pt x="864866" y="164450"/>
                  <a:pt x="860365" y="174700"/>
                  <a:pt x="857143" y="183089"/>
                </a:cubicBezTo>
                <a:cubicBezTo>
                  <a:pt x="853920" y="191475"/>
                  <a:pt x="849420" y="207453"/>
                  <a:pt x="843642" y="231021"/>
                </a:cubicBezTo>
                <a:lnTo>
                  <a:pt x="803305" y="231021"/>
                </a:lnTo>
                <a:lnTo>
                  <a:pt x="830807" y="120511"/>
                </a:lnTo>
                <a:cubicBezTo>
                  <a:pt x="832807" y="112288"/>
                  <a:pt x="833807" y="106843"/>
                  <a:pt x="833807" y="104176"/>
                </a:cubicBezTo>
                <a:cubicBezTo>
                  <a:pt x="833807" y="101176"/>
                  <a:pt x="833280" y="98842"/>
                  <a:pt x="832224" y="97175"/>
                </a:cubicBezTo>
                <a:cubicBezTo>
                  <a:pt x="831168" y="95509"/>
                  <a:pt x="829724" y="94286"/>
                  <a:pt x="827890" y="93508"/>
                </a:cubicBezTo>
                <a:cubicBezTo>
                  <a:pt x="826057" y="92730"/>
                  <a:pt x="822251" y="92342"/>
                  <a:pt x="816473" y="92342"/>
                </a:cubicBezTo>
                <a:lnTo>
                  <a:pt x="817973" y="87341"/>
                </a:lnTo>
                <a:lnTo>
                  <a:pt x="868311" y="76340"/>
                </a:lnTo>
                <a:lnTo>
                  <a:pt x="878311" y="7634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Driver">
            <a:extLst xmlns:a="http://schemas.openxmlformats.org/drawingml/2006/main">
              <a:ext uri="{FF2B5EF4-FFF2-40B4-BE49-F238E27FC236}">
                <a16:creationId xmlns:a16="http://schemas.microsoft.com/office/drawing/2014/main" id="{7703339B-FC33-4504-96FA-F518F2D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302" y="343534"/>
            <a:ext cx="934817" cy="235688"/>
          </a:xfrm>
          <a:custGeom xmlns:a="http://schemas.openxmlformats.org/drawingml/2006/main">
            <a:pathLst>
              <a:path w="934817" h="235688">
                <a:moveTo>
                  <a:pt x="0" y="231021"/>
                </a:moveTo>
                <a:lnTo>
                  <a:pt x="2000" y="225020"/>
                </a:lnTo>
                <a:cubicBezTo>
                  <a:pt x="12890" y="225020"/>
                  <a:pt x="21141" y="222758"/>
                  <a:pt x="26752" y="218233"/>
                </a:cubicBezTo>
                <a:cubicBezTo>
                  <a:pt x="32364" y="213708"/>
                  <a:pt x="37003" y="205247"/>
                  <a:pt x="40670" y="192851"/>
                </a:cubicBezTo>
                <a:lnTo>
                  <a:pt x="81674" y="50208"/>
                </a:lnTo>
                <a:cubicBezTo>
                  <a:pt x="84341" y="40863"/>
                  <a:pt x="85674" y="33189"/>
                  <a:pt x="85674" y="27185"/>
                </a:cubicBezTo>
                <a:cubicBezTo>
                  <a:pt x="85674" y="22066"/>
                  <a:pt x="84119" y="18285"/>
                  <a:pt x="81007" y="15840"/>
                </a:cubicBezTo>
                <a:cubicBezTo>
                  <a:pt x="77896" y="13392"/>
                  <a:pt x="69951" y="11779"/>
                  <a:pt x="57172" y="11001"/>
                </a:cubicBezTo>
                <a:lnTo>
                  <a:pt x="59172" y="5000"/>
                </a:lnTo>
                <a:lnTo>
                  <a:pt x="136512" y="5000"/>
                </a:lnTo>
                <a:cubicBezTo>
                  <a:pt x="177294" y="5000"/>
                  <a:pt x="206713" y="13251"/>
                  <a:pt x="224770" y="29753"/>
                </a:cubicBezTo>
                <a:cubicBezTo>
                  <a:pt x="242827" y="46254"/>
                  <a:pt x="251856" y="69395"/>
                  <a:pt x="251856" y="99176"/>
                </a:cubicBezTo>
                <a:cubicBezTo>
                  <a:pt x="251856" y="120177"/>
                  <a:pt x="247689" y="137790"/>
                  <a:pt x="239355" y="152014"/>
                </a:cubicBezTo>
                <a:cubicBezTo>
                  <a:pt x="223020" y="179794"/>
                  <a:pt x="203629" y="199907"/>
                  <a:pt x="181183" y="212352"/>
                </a:cubicBezTo>
                <a:cubicBezTo>
                  <a:pt x="158736" y="224798"/>
                  <a:pt x="129900" y="231021"/>
                  <a:pt x="94675" y="231021"/>
                </a:cubicBezTo>
                <a:lnTo>
                  <a:pt x="0" y="231021"/>
                </a:lnTo>
                <a:moveTo>
                  <a:pt x="141179" y="18335"/>
                </a:moveTo>
                <a:lnTo>
                  <a:pt x="91508" y="189684"/>
                </a:lnTo>
                <a:cubicBezTo>
                  <a:pt x="89175" y="197573"/>
                  <a:pt x="88008" y="203240"/>
                  <a:pt x="88008" y="206685"/>
                </a:cubicBezTo>
                <a:cubicBezTo>
                  <a:pt x="88008" y="209796"/>
                  <a:pt x="89286" y="212297"/>
                  <a:pt x="91842" y="214186"/>
                </a:cubicBezTo>
                <a:cubicBezTo>
                  <a:pt x="95175" y="216742"/>
                  <a:pt x="100120" y="218019"/>
                  <a:pt x="106676" y="218019"/>
                </a:cubicBezTo>
                <a:cubicBezTo>
                  <a:pt x="122344" y="218019"/>
                  <a:pt x="136345" y="213130"/>
                  <a:pt x="148680" y="203351"/>
                </a:cubicBezTo>
                <a:cubicBezTo>
                  <a:pt x="164459" y="190795"/>
                  <a:pt x="176488" y="173904"/>
                  <a:pt x="184766" y="152680"/>
                </a:cubicBezTo>
                <a:cubicBezTo>
                  <a:pt x="193045" y="131456"/>
                  <a:pt x="197184" y="110399"/>
                  <a:pt x="197184" y="89508"/>
                </a:cubicBezTo>
                <a:cubicBezTo>
                  <a:pt x="197184" y="74396"/>
                  <a:pt x="194795" y="61228"/>
                  <a:pt x="190017" y="50004"/>
                </a:cubicBezTo>
                <a:cubicBezTo>
                  <a:pt x="185239" y="38781"/>
                  <a:pt x="177849" y="30225"/>
                  <a:pt x="167848" y="24335"/>
                </a:cubicBezTo>
                <a:cubicBezTo>
                  <a:pt x="160848" y="20335"/>
                  <a:pt x="151958" y="18335"/>
                  <a:pt x="141179" y="18335"/>
                </a:cubicBezTo>
                <a:close/>
                <a:moveTo>
                  <a:pt x="340664" y="76340"/>
                </a:moveTo>
                <a:lnTo>
                  <a:pt x="315495" y="170114"/>
                </a:lnTo>
                <a:cubicBezTo>
                  <a:pt x="336164" y="124395"/>
                  <a:pt x="351721" y="96252"/>
                  <a:pt x="362166" y="85685"/>
                </a:cubicBezTo>
                <a:cubicBezTo>
                  <a:pt x="368278" y="79455"/>
                  <a:pt x="374723" y="76340"/>
                  <a:pt x="381501" y="76340"/>
                </a:cubicBezTo>
                <a:cubicBezTo>
                  <a:pt x="386168" y="76340"/>
                  <a:pt x="389946" y="78035"/>
                  <a:pt x="392836" y="81424"/>
                </a:cubicBezTo>
                <a:cubicBezTo>
                  <a:pt x="395725" y="84813"/>
                  <a:pt x="397169" y="89619"/>
                  <a:pt x="397169" y="95842"/>
                </a:cubicBezTo>
                <a:cubicBezTo>
                  <a:pt x="397169" y="106621"/>
                  <a:pt x="394558" y="115677"/>
                  <a:pt x="389335" y="123011"/>
                </a:cubicBezTo>
                <a:cubicBezTo>
                  <a:pt x="386002" y="127678"/>
                  <a:pt x="382279" y="130012"/>
                  <a:pt x="378168" y="130012"/>
                </a:cubicBezTo>
                <a:cubicBezTo>
                  <a:pt x="373723" y="130012"/>
                  <a:pt x="370389" y="127980"/>
                  <a:pt x="368167" y="123917"/>
                </a:cubicBezTo>
                <a:cubicBezTo>
                  <a:pt x="365944" y="119851"/>
                  <a:pt x="364389" y="117462"/>
                  <a:pt x="363500" y="116750"/>
                </a:cubicBezTo>
                <a:cubicBezTo>
                  <a:pt x="362611" y="116035"/>
                  <a:pt x="361666" y="115677"/>
                  <a:pt x="360666" y="115677"/>
                </a:cubicBezTo>
                <a:cubicBezTo>
                  <a:pt x="359555" y="115677"/>
                  <a:pt x="358388" y="116010"/>
                  <a:pt x="357166" y="116677"/>
                </a:cubicBezTo>
                <a:cubicBezTo>
                  <a:pt x="354721" y="118011"/>
                  <a:pt x="351526" y="121261"/>
                  <a:pt x="347581" y="126428"/>
                </a:cubicBezTo>
                <a:cubicBezTo>
                  <a:pt x="343637" y="131592"/>
                  <a:pt x="338775" y="140230"/>
                  <a:pt x="332997" y="152342"/>
                </a:cubicBezTo>
                <a:cubicBezTo>
                  <a:pt x="327219" y="164450"/>
                  <a:pt x="322718" y="174700"/>
                  <a:pt x="319496" y="183089"/>
                </a:cubicBezTo>
                <a:cubicBezTo>
                  <a:pt x="316273" y="191475"/>
                  <a:pt x="311773" y="207453"/>
                  <a:pt x="305994" y="231021"/>
                </a:cubicBezTo>
                <a:lnTo>
                  <a:pt x="265658" y="231021"/>
                </a:lnTo>
                <a:lnTo>
                  <a:pt x="293160" y="120511"/>
                </a:lnTo>
                <a:cubicBezTo>
                  <a:pt x="295160" y="112288"/>
                  <a:pt x="296160" y="106843"/>
                  <a:pt x="296160" y="104176"/>
                </a:cubicBezTo>
                <a:cubicBezTo>
                  <a:pt x="296160" y="101176"/>
                  <a:pt x="295632" y="98842"/>
                  <a:pt x="294577" y="97175"/>
                </a:cubicBezTo>
                <a:cubicBezTo>
                  <a:pt x="293521" y="95509"/>
                  <a:pt x="292077" y="94286"/>
                  <a:pt x="290243" y="93508"/>
                </a:cubicBezTo>
                <a:cubicBezTo>
                  <a:pt x="288410" y="92730"/>
                  <a:pt x="284604" y="92342"/>
                  <a:pt x="278825" y="92342"/>
                </a:cubicBezTo>
                <a:lnTo>
                  <a:pt x="280325" y="87341"/>
                </a:lnTo>
                <a:lnTo>
                  <a:pt x="330663" y="76340"/>
                </a:lnTo>
                <a:lnTo>
                  <a:pt x="340664" y="76340"/>
                </a:lnTo>
                <a:close/>
                <a:moveTo>
                  <a:pt x="473043" y="0"/>
                </a:moveTo>
                <a:cubicBezTo>
                  <a:pt x="479933" y="0"/>
                  <a:pt x="485739" y="2406"/>
                  <a:pt x="490461" y="7219"/>
                </a:cubicBezTo>
                <a:cubicBezTo>
                  <a:pt x="495184" y="12029"/>
                  <a:pt x="497545" y="17845"/>
                  <a:pt x="497545" y="24669"/>
                </a:cubicBezTo>
                <a:cubicBezTo>
                  <a:pt x="497545" y="31492"/>
                  <a:pt x="495156" y="37311"/>
                  <a:pt x="490378" y="42124"/>
                </a:cubicBezTo>
                <a:cubicBezTo>
                  <a:pt x="485600" y="46933"/>
                  <a:pt x="479821" y="49338"/>
                  <a:pt x="473043" y="49338"/>
                </a:cubicBezTo>
                <a:cubicBezTo>
                  <a:pt x="466376" y="49338"/>
                  <a:pt x="460653" y="46933"/>
                  <a:pt x="455875" y="42124"/>
                </a:cubicBezTo>
                <a:cubicBezTo>
                  <a:pt x="451097" y="37311"/>
                  <a:pt x="448708" y="31492"/>
                  <a:pt x="448708" y="24669"/>
                </a:cubicBezTo>
                <a:cubicBezTo>
                  <a:pt x="448708" y="17845"/>
                  <a:pt x="451069" y="12029"/>
                  <a:pt x="455792" y="7219"/>
                </a:cubicBezTo>
                <a:cubicBezTo>
                  <a:pt x="460514" y="2406"/>
                  <a:pt x="466265" y="0"/>
                  <a:pt x="473043" y="0"/>
                </a:cubicBezTo>
                <a:moveTo>
                  <a:pt x="483377" y="76340"/>
                </a:moveTo>
                <a:lnTo>
                  <a:pt x="449208" y="194043"/>
                </a:lnTo>
                <a:cubicBezTo>
                  <a:pt x="447319" y="200777"/>
                  <a:pt x="446374" y="205192"/>
                  <a:pt x="446374" y="207289"/>
                </a:cubicBezTo>
                <a:cubicBezTo>
                  <a:pt x="446374" y="208560"/>
                  <a:pt x="446874" y="209744"/>
                  <a:pt x="447874" y="210842"/>
                </a:cubicBezTo>
                <a:cubicBezTo>
                  <a:pt x="448874" y="211936"/>
                  <a:pt x="449930" y="212482"/>
                  <a:pt x="451041" y="212482"/>
                </a:cubicBezTo>
                <a:cubicBezTo>
                  <a:pt x="452930" y="212482"/>
                  <a:pt x="454819" y="211616"/>
                  <a:pt x="456708" y="209883"/>
                </a:cubicBezTo>
                <a:cubicBezTo>
                  <a:pt x="461709" y="205612"/>
                  <a:pt x="467709" y="197879"/>
                  <a:pt x="474710" y="186683"/>
                </a:cubicBezTo>
                <a:lnTo>
                  <a:pt x="480377" y="190147"/>
                </a:lnTo>
                <a:cubicBezTo>
                  <a:pt x="463598" y="220508"/>
                  <a:pt x="445763" y="235688"/>
                  <a:pt x="426872" y="235688"/>
                </a:cubicBezTo>
                <a:cubicBezTo>
                  <a:pt x="419649" y="235688"/>
                  <a:pt x="413899" y="233660"/>
                  <a:pt x="409621" y="229604"/>
                </a:cubicBezTo>
                <a:cubicBezTo>
                  <a:pt x="405343" y="225548"/>
                  <a:pt x="403204" y="220409"/>
                  <a:pt x="403204" y="214186"/>
                </a:cubicBezTo>
                <a:cubicBezTo>
                  <a:pt x="403204" y="210074"/>
                  <a:pt x="404148" y="204852"/>
                  <a:pt x="406037" y="198518"/>
                </a:cubicBezTo>
                <a:lnTo>
                  <a:pt x="429206" y="118844"/>
                </a:lnTo>
                <a:cubicBezTo>
                  <a:pt x="431428" y="111177"/>
                  <a:pt x="432539" y="105398"/>
                  <a:pt x="432539" y="101509"/>
                </a:cubicBezTo>
                <a:cubicBezTo>
                  <a:pt x="432539" y="99064"/>
                  <a:pt x="431484" y="96898"/>
                  <a:pt x="429373" y="95008"/>
                </a:cubicBezTo>
                <a:cubicBezTo>
                  <a:pt x="427261" y="93119"/>
                  <a:pt x="424372" y="92175"/>
                  <a:pt x="420705" y="92175"/>
                </a:cubicBezTo>
                <a:cubicBezTo>
                  <a:pt x="419038" y="92175"/>
                  <a:pt x="417038" y="92230"/>
                  <a:pt x="414705" y="92342"/>
                </a:cubicBezTo>
                <a:lnTo>
                  <a:pt x="416871" y="85674"/>
                </a:lnTo>
                <a:lnTo>
                  <a:pt x="473376" y="76340"/>
                </a:lnTo>
                <a:lnTo>
                  <a:pt x="483377" y="76340"/>
                </a:lnTo>
                <a:close/>
                <a:moveTo>
                  <a:pt x="537249" y="235688"/>
                </a:moveTo>
                <a:lnTo>
                  <a:pt x="531248" y="235688"/>
                </a:lnTo>
                <a:cubicBezTo>
                  <a:pt x="531581" y="226576"/>
                  <a:pt x="531748" y="219686"/>
                  <a:pt x="531748" y="215019"/>
                </a:cubicBezTo>
                <a:cubicBezTo>
                  <a:pt x="531748" y="202351"/>
                  <a:pt x="530776" y="184044"/>
                  <a:pt x="528831" y="160098"/>
                </a:cubicBezTo>
                <a:cubicBezTo>
                  <a:pt x="526887" y="136151"/>
                  <a:pt x="524692" y="120177"/>
                  <a:pt x="522247" y="112177"/>
                </a:cubicBezTo>
                <a:cubicBezTo>
                  <a:pt x="520358" y="106287"/>
                  <a:pt x="517858" y="102009"/>
                  <a:pt x="514747" y="99342"/>
                </a:cubicBezTo>
                <a:cubicBezTo>
                  <a:pt x="512635" y="97564"/>
                  <a:pt x="509913" y="96675"/>
                  <a:pt x="506579" y="96675"/>
                </a:cubicBezTo>
                <a:cubicBezTo>
                  <a:pt x="504690" y="96675"/>
                  <a:pt x="502412" y="96898"/>
                  <a:pt x="499745" y="97342"/>
                </a:cubicBezTo>
                <a:lnTo>
                  <a:pt x="499745" y="91341"/>
                </a:lnTo>
                <a:lnTo>
                  <a:pt x="555250" y="76340"/>
                </a:lnTo>
                <a:cubicBezTo>
                  <a:pt x="566362" y="106707"/>
                  <a:pt x="571752" y="145584"/>
                  <a:pt x="571418" y="192970"/>
                </a:cubicBezTo>
                <a:cubicBezTo>
                  <a:pt x="587753" y="177424"/>
                  <a:pt x="599004" y="164820"/>
                  <a:pt x="605171" y="155160"/>
                </a:cubicBezTo>
                <a:cubicBezTo>
                  <a:pt x="611339" y="145499"/>
                  <a:pt x="614422" y="137448"/>
                  <a:pt x="614422" y="131006"/>
                </a:cubicBezTo>
                <a:cubicBezTo>
                  <a:pt x="614422" y="125898"/>
                  <a:pt x="612505" y="120705"/>
                  <a:pt x="608672" y="115427"/>
                </a:cubicBezTo>
                <a:cubicBezTo>
                  <a:pt x="604838" y="110149"/>
                  <a:pt x="602449" y="106393"/>
                  <a:pt x="601504" y="104160"/>
                </a:cubicBezTo>
                <a:cubicBezTo>
                  <a:pt x="600560" y="101924"/>
                  <a:pt x="600088" y="99465"/>
                  <a:pt x="600088" y="96785"/>
                </a:cubicBezTo>
                <a:cubicBezTo>
                  <a:pt x="600088" y="90975"/>
                  <a:pt x="601977" y="86115"/>
                  <a:pt x="605755" y="82205"/>
                </a:cubicBezTo>
                <a:cubicBezTo>
                  <a:pt x="609533" y="78295"/>
                  <a:pt x="614311" y="76340"/>
                  <a:pt x="620089" y="76340"/>
                </a:cubicBezTo>
                <a:cubicBezTo>
                  <a:pt x="626201" y="76340"/>
                  <a:pt x="630924" y="78288"/>
                  <a:pt x="634257" y="82184"/>
                </a:cubicBezTo>
                <a:cubicBezTo>
                  <a:pt x="638924" y="87636"/>
                  <a:pt x="641258" y="94088"/>
                  <a:pt x="641258" y="101540"/>
                </a:cubicBezTo>
                <a:cubicBezTo>
                  <a:pt x="641258" y="109218"/>
                  <a:pt x="639897" y="116757"/>
                  <a:pt x="637174" y="124157"/>
                </a:cubicBezTo>
                <a:cubicBezTo>
                  <a:pt x="634452" y="131557"/>
                  <a:pt x="629785" y="140292"/>
                  <a:pt x="623173" y="150362"/>
                </a:cubicBezTo>
                <a:cubicBezTo>
                  <a:pt x="616561" y="160433"/>
                  <a:pt x="609200" y="169585"/>
                  <a:pt x="601088" y="177818"/>
                </a:cubicBezTo>
                <a:cubicBezTo>
                  <a:pt x="586197" y="192951"/>
                  <a:pt x="564918" y="212241"/>
                  <a:pt x="537249" y="235688"/>
                </a:cubicBezTo>
                <a:close/>
                <a:moveTo>
                  <a:pt x="697196" y="168348"/>
                </a:moveTo>
                <a:cubicBezTo>
                  <a:pt x="696196" y="175571"/>
                  <a:pt x="695696" y="181516"/>
                  <a:pt x="695696" y="186183"/>
                </a:cubicBezTo>
                <a:cubicBezTo>
                  <a:pt x="695696" y="194517"/>
                  <a:pt x="698113" y="201185"/>
                  <a:pt x="702947" y="206185"/>
                </a:cubicBezTo>
                <a:cubicBezTo>
                  <a:pt x="707780" y="211185"/>
                  <a:pt x="714253" y="213686"/>
                  <a:pt x="722365" y="213686"/>
                </a:cubicBezTo>
                <a:cubicBezTo>
                  <a:pt x="730143" y="213686"/>
                  <a:pt x="737950" y="212031"/>
                  <a:pt x="745784" y="208722"/>
                </a:cubicBezTo>
                <a:cubicBezTo>
                  <a:pt x="753618" y="205412"/>
                  <a:pt x="762702" y="199622"/>
                  <a:pt x="773036" y="191350"/>
                </a:cubicBezTo>
                <a:lnTo>
                  <a:pt x="778037" y="195564"/>
                </a:lnTo>
                <a:cubicBezTo>
                  <a:pt x="765258" y="210031"/>
                  <a:pt x="752812" y="220336"/>
                  <a:pt x="740700" y="226479"/>
                </a:cubicBezTo>
                <a:cubicBezTo>
                  <a:pt x="728588" y="232618"/>
                  <a:pt x="715198" y="235688"/>
                  <a:pt x="700530" y="235688"/>
                </a:cubicBezTo>
                <a:cubicBezTo>
                  <a:pt x="681972" y="235688"/>
                  <a:pt x="669138" y="231239"/>
                  <a:pt x="662026" y="222343"/>
                </a:cubicBezTo>
                <a:cubicBezTo>
                  <a:pt x="654914" y="213443"/>
                  <a:pt x="651359" y="203152"/>
                  <a:pt x="651359" y="191470"/>
                </a:cubicBezTo>
                <a:cubicBezTo>
                  <a:pt x="651359" y="173229"/>
                  <a:pt x="656665" y="154988"/>
                  <a:pt x="667277" y="136747"/>
                </a:cubicBezTo>
                <a:cubicBezTo>
                  <a:pt x="677889" y="118502"/>
                  <a:pt x="692334" y="103874"/>
                  <a:pt x="710614" y="92862"/>
                </a:cubicBezTo>
                <a:cubicBezTo>
                  <a:pt x="728893" y="81848"/>
                  <a:pt x="747256" y="76340"/>
                  <a:pt x="765702" y="76340"/>
                </a:cubicBezTo>
                <a:cubicBezTo>
                  <a:pt x="775036" y="76340"/>
                  <a:pt x="782092" y="78563"/>
                  <a:pt x="786871" y="83007"/>
                </a:cubicBezTo>
                <a:cubicBezTo>
                  <a:pt x="791649" y="87452"/>
                  <a:pt x="794038" y="93064"/>
                  <a:pt x="794038" y="99842"/>
                </a:cubicBezTo>
                <a:cubicBezTo>
                  <a:pt x="794038" y="107954"/>
                  <a:pt x="791704" y="115844"/>
                  <a:pt x="787037" y="123511"/>
                </a:cubicBezTo>
                <a:cubicBezTo>
                  <a:pt x="780592" y="133956"/>
                  <a:pt x="772481" y="142374"/>
                  <a:pt x="762702" y="148763"/>
                </a:cubicBezTo>
                <a:cubicBezTo>
                  <a:pt x="752923" y="155153"/>
                  <a:pt x="741978" y="160014"/>
                  <a:pt x="729866" y="163348"/>
                </a:cubicBezTo>
                <a:cubicBezTo>
                  <a:pt x="721754" y="165570"/>
                  <a:pt x="710864" y="167237"/>
                  <a:pt x="697196" y="168348"/>
                </a:cubicBezTo>
                <a:moveTo>
                  <a:pt x="698696" y="159681"/>
                </a:moveTo>
                <a:cubicBezTo>
                  <a:pt x="708475" y="158243"/>
                  <a:pt x="716059" y="156281"/>
                  <a:pt x="721448" y="153795"/>
                </a:cubicBezTo>
                <a:cubicBezTo>
                  <a:pt x="726838" y="151305"/>
                  <a:pt x="732116" y="147322"/>
                  <a:pt x="737283" y="141846"/>
                </a:cubicBezTo>
                <a:cubicBezTo>
                  <a:pt x="742450" y="136370"/>
                  <a:pt x="746923" y="129456"/>
                  <a:pt x="750701" y="121105"/>
                </a:cubicBezTo>
                <a:cubicBezTo>
                  <a:pt x="754479" y="112753"/>
                  <a:pt x="756368" y="104928"/>
                  <a:pt x="756368" y="97628"/>
                </a:cubicBezTo>
                <a:cubicBezTo>
                  <a:pt x="756368" y="94531"/>
                  <a:pt x="755507" y="92098"/>
                  <a:pt x="753784" y="90331"/>
                </a:cubicBezTo>
                <a:cubicBezTo>
                  <a:pt x="752062" y="88560"/>
                  <a:pt x="749867" y="87674"/>
                  <a:pt x="747200" y="87674"/>
                </a:cubicBezTo>
                <a:cubicBezTo>
                  <a:pt x="741867" y="87674"/>
                  <a:pt x="735866" y="91380"/>
                  <a:pt x="729199" y="98790"/>
                </a:cubicBezTo>
                <a:cubicBezTo>
                  <a:pt x="716976" y="112284"/>
                  <a:pt x="706808" y="132581"/>
                  <a:pt x="698696" y="159681"/>
                </a:cubicBezTo>
                <a:close/>
                <a:moveTo>
                  <a:pt x="878312" y="76340"/>
                </a:moveTo>
                <a:lnTo>
                  <a:pt x="853143" y="170114"/>
                </a:lnTo>
                <a:cubicBezTo>
                  <a:pt x="873812" y="124395"/>
                  <a:pt x="889369" y="96252"/>
                  <a:pt x="899814" y="85685"/>
                </a:cubicBezTo>
                <a:cubicBezTo>
                  <a:pt x="905926" y="79455"/>
                  <a:pt x="912371" y="76340"/>
                  <a:pt x="919149" y="76340"/>
                </a:cubicBezTo>
                <a:cubicBezTo>
                  <a:pt x="923816" y="76340"/>
                  <a:pt x="927594" y="78035"/>
                  <a:pt x="930484" y="81424"/>
                </a:cubicBezTo>
                <a:cubicBezTo>
                  <a:pt x="933373" y="84813"/>
                  <a:pt x="934817" y="89619"/>
                  <a:pt x="934817" y="95842"/>
                </a:cubicBezTo>
                <a:cubicBezTo>
                  <a:pt x="934817" y="106621"/>
                  <a:pt x="932206" y="115677"/>
                  <a:pt x="926983" y="123011"/>
                </a:cubicBezTo>
                <a:cubicBezTo>
                  <a:pt x="923650" y="127678"/>
                  <a:pt x="919927" y="130012"/>
                  <a:pt x="915816" y="130012"/>
                </a:cubicBezTo>
                <a:cubicBezTo>
                  <a:pt x="911371" y="130012"/>
                  <a:pt x="908037" y="127980"/>
                  <a:pt x="905815" y="123917"/>
                </a:cubicBezTo>
                <a:cubicBezTo>
                  <a:pt x="903592" y="119851"/>
                  <a:pt x="902037" y="117462"/>
                  <a:pt x="901148" y="116750"/>
                </a:cubicBezTo>
                <a:cubicBezTo>
                  <a:pt x="900259" y="116035"/>
                  <a:pt x="899314" y="115677"/>
                  <a:pt x="898314" y="115677"/>
                </a:cubicBezTo>
                <a:cubicBezTo>
                  <a:pt x="897203" y="115677"/>
                  <a:pt x="896036" y="116010"/>
                  <a:pt x="894814" y="116677"/>
                </a:cubicBezTo>
                <a:cubicBezTo>
                  <a:pt x="892369" y="118011"/>
                  <a:pt x="889174" y="121261"/>
                  <a:pt x="885230" y="126428"/>
                </a:cubicBezTo>
                <a:cubicBezTo>
                  <a:pt x="881285" y="131592"/>
                  <a:pt x="876423" y="140230"/>
                  <a:pt x="870645" y="152342"/>
                </a:cubicBezTo>
                <a:cubicBezTo>
                  <a:pt x="864867" y="164450"/>
                  <a:pt x="860366" y="174700"/>
                  <a:pt x="857144" y="183089"/>
                </a:cubicBezTo>
                <a:cubicBezTo>
                  <a:pt x="853921" y="191475"/>
                  <a:pt x="849421" y="207453"/>
                  <a:pt x="843642" y="231021"/>
                </a:cubicBezTo>
                <a:lnTo>
                  <a:pt x="803306" y="231021"/>
                </a:lnTo>
                <a:lnTo>
                  <a:pt x="830808" y="120511"/>
                </a:lnTo>
                <a:cubicBezTo>
                  <a:pt x="832808" y="112288"/>
                  <a:pt x="833808" y="106843"/>
                  <a:pt x="833808" y="104176"/>
                </a:cubicBezTo>
                <a:cubicBezTo>
                  <a:pt x="833808" y="101176"/>
                  <a:pt x="833280" y="98842"/>
                  <a:pt x="832225" y="97175"/>
                </a:cubicBezTo>
                <a:cubicBezTo>
                  <a:pt x="831169" y="95509"/>
                  <a:pt x="829725" y="94286"/>
                  <a:pt x="827891" y="93508"/>
                </a:cubicBezTo>
                <a:cubicBezTo>
                  <a:pt x="826058" y="92730"/>
                  <a:pt x="822252" y="92342"/>
                  <a:pt x="816473" y="92342"/>
                </a:cubicBezTo>
                <a:lnTo>
                  <a:pt x="817974" y="87341"/>
                </a:lnTo>
                <a:lnTo>
                  <a:pt x="868311" y="76340"/>
                </a:lnTo>
                <a:lnTo>
                  <a:pt x="878312" y="76340"/>
                </a:lnTo>
                <a:close/>
              </a:path>
            </a:pathLst>
          </a:custGeom>
          <a:solidFill xmlns:a="http://schemas.openxmlformats.org/drawingml/2006/main">
            <a:srgbClr val="6D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N">
            <a:extLst xmlns:a="http://schemas.openxmlformats.org/drawingml/2006/main">
              <a:ext uri="{FF2B5EF4-FFF2-40B4-BE49-F238E27FC236}">
                <a16:creationId xmlns:a16="http://schemas.microsoft.com/office/drawing/2014/main" id="{BF41DB3A-6925-4CEF-AC8E-11373F7D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59" y="1789431"/>
            <a:ext cx="287859" cy="228687"/>
          </a:xfrm>
          <a:custGeom xmlns:a="http://schemas.openxmlformats.org/drawingml/2006/main">
            <a:pathLst>
              <a:path w="287859" h="228687">
                <a:moveTo>
                  <a:pt x="132678" y="0"/>
                </a:moveTo>
                <a:lnTo>
                  <a:pt x="203351" y="150685"/>
                </a:lnTo>
                <a:lnTo>
                  <a:pt x="235188" y="41342"/>
                </a:lnTo>
                <a:cubicBezTo>
                  <a:pt x="236854" y="35314"/>
                  <a:pt x="237688" y="29954"/>
                  <a:pt x="237688" y="25263"/>
                </a:cubicBezTo>
                <a:cubicBezTo>
                  <a:pt x="237688" y="19679"/>
                  <a:pt x="235938" y="15213"/>
                  <a:pt x="232437" y="11866"/>
                </a:cubicBezTo>
                <a:cubicBezTo>
                  <a:pt x="228937" y="8515"/>
                  <a:pt x="222909" y="6560"/>
                  <a:pt x="214352" y="6001"/>
                </a:cubicBezTo>
                <a:lnTo>
                  <a:pt x="216186" y="0"/>
                </a:lnTo>
                <a:lnTo>
                  <a:pt x="287859" y="0"/>
                </a:lnTo>
                <a:lnTo>
                  <a:pt x="286192" y="6001"/>
                </a:lnTo>
                <a:cubicBezTo>
                  <a:pt x="277080" y="6556"/>
                  <a:pt x="269552" y="9115"/>
                  <a:pt x="263607" y="13678"/>
                </a:cubicBezTo>
                <a:cubicBezTo>
                  <a:pt x="257662" y="18241"/>
                  <a:pt x="252634" y="27423"/>
                  <a:pt x="248522" y="41222"/>
                </a:cubicBezTo>
                <a:lnTo>
                  <a:pt x="193351" y="228687"/>
                </a:lnTo>
                <a:lnTo>
                  <a:pt x="187017" y="228687"/>
                </a:lnTo>
                <a:lnTo>
                  <a:pt x="96342" y="35837"/>
                </a:lnTo>
                <a:lnTo>
                  <a:pt x="52505" y="186017"/>
                </a:lnTo>
                <a:cubicBezTo>
                  <a:pt x="51060" y="191264"/>
                  <a:pt x="50338" y="195953"/>
                  <a:pt x="50338" y="200086"/>
                </a:cubicBezTo>
                <a:cubicBezTo>
                  <a:pt x="50338" y="206117"/>
                  <a:pt x="52310" y="210948"/>
                  <a:pt x="56255" y="214576"/>
                </a:cubicBezTo>
                <a:cubicBezTo>
                  <a:pt x="60200" y="218205"/>
                  <a:pt x="66506" y="220020"/>
                  <a:pt x="75173" y="220020"/>
                </a:cubicBezTo>
                <a:lnTo>
                  <a:pt x="73673" y="226020"/>
                </a:lnTo>
                <a:lnTo>
                  <a:pt x="0" y="226020"/>
                </a:lnTo>
                <a:lnTo>
                  <a:pt x="1500" y="220020"/>
                </a:lnTo>
                <a:cubicBezTo>
                  <a:pt x="7834" y="220020"/>
                  <a:pt x="12334" y="219464"/>
                  <a:pt x="15001" y="218353"/>
                </a:cubicBezTo>
                <a:cubicBezTo>
                  <a:pt x="19668" y="216571"/>
                  <a:pt x="24224" y="213151"/>
                  <a:pt x="28669" y="208091"/>
                </a:cubicBezTo>
                <a:cubicBezTo>
                  <a:pt x="33114" y="203032"/>
                  <a:pt x="36725" y="195721"/>
                  <a:pt x="39504" y="186157"/>
                </a:cubicBezTo>
                <a:lnTo>
                  <a:pt x="87341" y="21835"/>
                </a:lnTo>
                <a:cubicBezTo>
                  <a:pt x="81452" y="15210"/>
                  <a:pt x="76507" y="10942"/>
                  <a:pt x="72506" y="9032"/>
                </a:cubicBezTo>
                <a:cubicBezTo>
                  <a:pt x="68506" y="7122"/>
                  <a:pt x="62506" y="6112"/>
                  <a:pt x="54505" y="6001"/>
                </a:cubicBezTo>
                <a:lnTo>
                  <a:pt x="56338" y="0"/>
                </a:lnTo>
                <a:lnTo>
                  <a:pt x="132678" y="0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avi">
            <a:extLst xmlns:a="http://schemas.openxmlformats.org/drawingml/2006/main">
              <a:ext uri="{FF2B5EF4-FFF2-40B4-BE49-F238E27FC236}">
                <a16:creationId xmlns:a16="http://schemas.microsoft.com/office/drawing/2014/main" id="{20C98828-03C9-45A6-88E5-3961152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016" y="1784430"/>
            <a:ext cx="418804" cy="235688"/>
          </a:xfrm>
          <a:custGeom xmlns:a="http://schemas.openxmlformats.org/drawingml/2006/main">
            <a:pathLst>
              <a:path w="418804" h="235688">
                <a:moveTo>
                  <a:pt x="156847" y="78674"/>
                </a:moveTo>
                <a:lnTo>
                  <a:pt x="124511" y="189757"/>
                </a:lnTo>
                <a:lnTo>
                  <a:pt x="121177" y="203284"/>
                </a:lnTo>
                <a:cubicBezTo>
                  <a:pt x="120844" y="204958"/>
                  <a:pt x="120677" y="206183"/>
                  <a:pt x="120677" y="206961"/>
                </a:cubicBezTo>
                <a:cubicBezTo>
                  <a:pt x="120677" y="208288"/>
                  <a:pt x="121150" y="209449"/>
                  <a:pt x="122094" y="210446"/>
                </a:cubicBezTo>
                <a:cubicBezTo>
                  <a:pt x="123039" y="211442"/>
                  <a:pt x="124011" y="211941"/>
                  <a:pt x="125011" y="211941"/>
                </a:cubicBezTo>
                <a:cubicBezTo>
                  <a:pt x="127345" y="211941"/>
                  <a:pt x="130567" y="210170"/>
                  <a:pt x="134679" y="206628"/>
                </a:cubicBezTo>
                <a:cubicBezTo>
                  <a:pt x="136345" y="205187"/>
                  <a:pt x="140346" y="200094"/>
                  <a:pt x="146680" y="191350"/>
                </a:cubicBezTo>
                <a:lnTo>
                  <a:pt x="152514" y="194340"/>
                </a:lnTo>
                <a:cubicBezTo>
                  <a:pt x="144624" y="208730"/>
                  <a:pt x="136207" y="219219"/>
                  <a:pt x="127261" y="225807"/>
                </a:cubicBezTo>
                <a:cubicBezTo>
                  <a:pt x="118316" y="232394"/>
                  <a:pt x="108676" y="235688"/>
                  <a:pt x="98342" y="235688"/>
                </a:cubicBezTo>
                <a:cubicBezTo>
                  <a:pt x="92008" y="235688"/>
                  <a:pt x="87174" y="234049"/>
                  <a:pt x="83841" y="230771"/>
                </a:cubicBezTo>
                <a:cubicBezTo>
                  <a:pt x="80507" y="227493"/>
                  <a:pt x="78840" y="223353"/>
                  <a:pt x="78840" y="218353"/>
                </a:cubicBezTo>
                <a:cubicBezTo>
                  <a:pt x="78840" y="214019"/>
                  <a:pt x="80618" y="205963"/>
                  <a:pt x="84174" y="194184"/>
                </a:cubicBezTo>
                <a:lnTo>
                  <a:pt x="88175" y="180683"/>
                </a:lnTo>
                <a:cubicBezTo>
                  <a:pt x="75284" y="202796"/>
                  <a:pt x="62895" y="218464"/>
                  <a:pt x="51005" y="227687"/>
                </a:cubicBezTo>
                <a:cubicBezTo>
                  <a:pt x="44115" y="233021"/>
                  <a:pt x="36781" y="235688"/>
                  <a:pt x="29003" y="235688"/>
                </a:cubicBezTo>
                <a:cubicBezTo>
                  <a:pt x="18779" y="235688"/>
                  <a:pt x="11390" y="231489"/>
                  <a:pt x="6834" y="223093"/>
                </a:cubicBezTo>
                <a:cubicBezTo>
                  <a:pt x="2278" y="214693"/>
                  <a:pt x="0" y="205209"/>
                  <a:pt x="0" y="194642"/>
                </a:cubicBezTo>
                <a:cubicBezTo>
                  <a:pt x="0" y="178957"/>
                  <a:pt x="4778" y="160964"/>
                  <a:pt x="14335" y="140664"/>
                </a:cubicBezTo>
                <a:cubicBezTo>
                  <a:pt x="23891" y="120363"/>
                  <a:pt x="36448" y="104039"/>
                  <a:pt x="52005" y="91690"/>
                </a:cubicBezTo>
                <a:cubicBezTo>
                  <a:pt x="64784" y="81457"/>
                  <a:pt x="76785" y="76340"/>
                  <a:pt x="88008" y="76340"/>
                </a:cubicBezTo>
                <a:cubicBezTo>
                  <a:pt x="94231" y="76340"/>
                  <a:pt x="99231" y="78148"/>
                  <a:pt x="103009" y="81762"/>
                </a:cubicBezTo>
                <a:cubicBezTo>
                  <a:pt x="106787" y="85377"/>
                  <a:pt x="109565" y="91968"/>
                  <a:pt x="111343" y="101535"/>
                </a:cubicBezTo>
                <a:lnTo>
                  <a:pt x="117344" y="81007"/>
                </a:lnTo>
                <a:lnTo>
                  <a:pt x="156847" y="78674"/>
                </a:lnTo>
                <a:moveTo>
                  <a:pt x="103509" y="110645"/>
                </a:moveTo>
                <a:cubicBezTo>
                  <a:pt x="103509" y="101655"/>
                  <a:pt x="102120" y="95163"/>
                  <a:pt x="99342" y="91170"/>
                </a:cubicBezTo>
                <a:cubicBezTo>
                  <a:pt x="97342" y="88395"/>
                  <a:pt x="94620" y="87008"/>
                  <a:pt x="91175" y="87008"/>
                </a:cubicBezTo>
                <a:cubicBezTo>
                  <a:pt x="87730" y="87008"/>
                  <a:pt x="84174" y="88673"/>
                  <a:pt x="80507" y="92003"/>
                </a:cubicBezTo>
                <a:cubicBezTo>
                  <a:pt x="73062" y="98882"/>
                  <a:pt x="65034" y="112836"/>
                  <a:pt x="56422" y="133866"/>
                </a:cubicBezTo>
                <a:cubicBezTo>
                  <a:pt x="47810" y="154892"/>
                  <a:pt x="43504" y="173062"/>
                  <a:pt x="43504" y="188376"/>
                </a:cubicBezTo>
                <a:cubicBezTo>
                  <a:pt x="43504" y="194255"/>
                  <a:pt x="44476" y="198499"/>
                  <a:pt x="46421" y="201106"/>
                </a:cubicBezTo>
                <a:cubicBezTo>
                  <a:pt x="48365" y="203714"/>
                  <a:pt x="50505" y="205018"/>
                  <a:pt x="52838" y="205018"/>
                </a:cubicBezTo>
                <a:cubicBezTo>
                  <a:pt x="57838" y="205018"/>
                  <a:pt x="62895" y="202133"/>
                  <a:pt x="68006" y="196361"/>
                </a:cubicBezTo>
                <a:cubicBezTo>
                  <a:pt x="75340" y="188152"/>
                  <a:pt x="81952" y="178111"/>
                  <a:pt x="87841" y="166239"/>
                </a:cubicBezTo>
                <a:cubicBezTo>
                  <a:pt x="98287" y="145376"/>
                  <a:pt x="103509" y="126845"/>
                  <a:pt x="103509" y="110645"/>
                </a:cubicBezTo>
                <a:close/>
                <a:moveTo>
                  <a:pt x="211019" y="235688"/>
                </a:moveTo>
                <a:lnTo>
                  <a:pt x="205018" y="235688"/>
                </a:lnTo>
                <a:cubicBezTo>
                  <a:pt x="205351" y="226576"/>
                  <a:pt x="205518" y="219686"/>
                  <a:pt x="205518" y="215019"/>
                </a:cubicBezTo>
                <a:cubicBezTo>
                  <a:pt x="205518" y="202351"/>
                  <a:pt x="204546" y="184044"/>
                  <a:pt x="202601" y="160098"/>
                </a:cubicBezTo>
                <a:cubicBezTo>
                  <a:pt x="200657" y="136151"/>
                  <a:pt x="198462" y="120177"/>
                  <a:pt x="196017" y="112177"/>
                </a:cubicBezTo>
                <a:cubicBezTo>
                  <a:pt x="194128" y="106287"/>
                  <a:pt x="191628" y="102009"/>
                  <a:pt x="188517" y="99342"/>
                </a:cubicBezTo>
                <a:cubicBezTo>
                  <a:pt x="186405" y="97564"/>
                  <a:pt x="183683" y="96675"/>
                  <a:pt x="180349" y="96675"/>
                </a:cubicBezTo>
                <a:cubicBezTo>
                  <a:pt x="178460" y="96675"/>
                  <a:pt x="176182" y="96898"/>
                  <a:pt x="173515" y="97342"/>
                </a:cubicBezTo>
                <a:lnTo>
                  <a:pt x="173515" y="91341"/>
                </a:lnTo>
                <a:lnTo>
                  <a:pt x="229020" y="76340"/>
                </a:lnTo>
                <a:cubicBezTo>
                  <a:pt x="240132" y="106707"/>
                  <a:pt x="245522" y="145584"/>
                  <a:pt x="245188" y="192970"/>
                </a:cubicBezTo>
                <a:cubicBezTo>
                  <a:pt x="261523" y="177424"/>
                  <a:pt x="272774" y="164820"/>
                  <a:pt x="278941" y="155160"/>
                </a:cubicBezTo>
                <a:cubicBezTo>
                  <a:pt x="285109" y="145499"/>
                  <a:pt x="288192" y="137448"/>
                  <a:pt x="288192" y="131006"/>
                </a:cubicBezTo>
                <a:cubicBezTo>
                  <a:pt x="288192" y="125898"/>
                  <a:pt x="286275" y="120705"/>
                  <a:pt x="282442" y="115427"/>
                </a:cubicBezTo>
                <a:cubicBezTo>
                  <a:pt x="278608" y="110149"/>
                  <a:pt x="276219" y="106393"/>
                  <a:pt x="275274" y="104160"/>
                </a:cubicBezTo>
                <a:cubicBezTo>
                  <a:pt x="274330" y="101924"/>
                  <a:pt x="273858" y="99465"/>
                  <a:pt x="273858" y="96785"/>
                </a:cubicBezTo>
                <a:cubicBezTo>
                  <a:pt x="273858" y="90975"/>
                  <a:pt x="275747" y="86115"/>
                  <a:pt x="279525" y="82205"/>
                </a:cubicBezTo>
                <a:cubicBezTo>
                  <a:pt x="283303" y="78295"/>
                  <a:pt x="288081" y="76340"/>
                  <a:pt x="293859" y="76340"/>
                </a:cubicBezTo>
                <a:cubicBezTo>
                  <a:pt x="299971" y="76340"/>
                  <a:pt x="304694" y="78288"/>
                  <a:pt x="308027" y="82184"/>
                </a:cubicBezTo>
                <a:cubicBezTo>
                  <a:pt x="312694" y="87636"/>
                  <a:pt x="315028" y="94088"/>
                  <a:pt x="315028" y="101540"/>
                </a:cubicBezTo>
                <a:cubicBezTo>
                  <a:pt x="315028" y="109218"/>
                  <a:pt x="313667" y="116757"/>
                  <a:pt x="310944" y="124157"/>
                </a:cubicBezTo>
                <a:cubicBezTo>
                  <a:pt x="308222" y="131557"/>
                  <a:pt x="303555" y="140292"/>
                  <a:pt x="296943" y="150362"/>
                </a:cubicBezTo>
                <a:cubicBezTo>
                  <a:pt x="290331" y="160433"/>
                  <a:pt x="282970" y="169585"/>
                  <a:pt x="274858" y="177818"/>
                </a:cubicBezTo>
                <a:cubicBezTo>
                  <a:pt x="259967" y="192951"/>
                  <a:pt x="238688" y="212241"/>
                  <a:pt x="211019" y="235688"/>
                </a:cubicBezTo>
                <a:close/>
                <a:moveTo>
                  <a:pt x="394302" y="0"/>
                </a:moveTo>
                <a:cubicBezTo>
                  <a:pt x="401191" y="0"/>
                  <a:pt x="406997" y="2406"/>
                  <a:pt x="411720" y="7219"/>
                </a:cubicBezTo>
                <a:cubicBezTo>
                  <a:pt x="416443" y="12029"/>
                  <a:pt x="418804" y="17845"/>
                  <a:pt x="418804" y="24669"/>
                </a:cubicBezTo>
                <a:cubicBezTo>
                  <a:pt x="418804" y="31492"/>
                  <a:pt x="416415" y="37311"/>
                  <a:pt x="411637" y="42124"/>
                </a:cubicBezTo>
                <a:cubicBezTo>
                  <a:pt x="406858" y="46933"/>
                  <a:pt x="401080" y="49338"/>
                  <a:pt x="394302" y="49338"/>
                </a:cubicBezTo>
                <a:cubicBezTo>
                  <a:pt x="387634" y="49338"/>
                  <a:pt x="381912" y="46933"/>
                  <a:pt x="377134" y="42124"/>
                </a:cubicBezTo>
                <a:cubicBezTo>
                  <a:pt x="372355" y="37311"/>
                  <a:pt x="369966" y="31492"/>
                  <a:pt x="369966" y="24669"/>
                </a:cubicBezTo>
                <a:cubicBezTo>
                  <a:pt x="369966" y="17845"/>
                  <a:pt x="372328" y="12029"/>
                  <a:pt x="377050" y="7219"/>
                </a:cubicBezTo>
                <a:cubicBezTo>
                  <a:pt x="381773" y="2406"/>
                  <a:pt x="387523" y="0"/>
                  <a:pt x="394302" y="0"/>
                </a:cubicBezTo>
                <a:moveTo>
                  <a:pt x="404636" y="76340"/>
                </a:moveTo>
                <a:lnTo>
                  <a:pt x="370466" y="194043"/>
                </a:lnTo>
                <a:cubicBezTo>
                  <a:pt x="368577" y="200777"/>
                  <a:pt x="367633" y="205192"/>
                  <a:pt x="367633" y="207289"/>
                </a:cubicBezTo>
                <a:cubicBezTo>
                  <a:pt x="367633" y="208560"/>
                  <a:pt x="368133" y="209744"/>
                  <a:pt x="369133" y="210842"/>
                </a:cubicBezTo>
                <a:cubicBezTo>
                  <a:pt x="370133" y="211936"/>
                  <a:pt x="371189" y="212482"/>
                  <a:pt x="372300" y="212482"/>
                </a:cubicBezTo>
                <a:cubicBezTo>
                  <a:pt x="374189" y="212482"/>
                  <a:pt x="376078" y="211616"/>
                  <a:pt x="377967" y="209883"/>
                </a:cubicBezTo>
                <a:cubicBezTo>
                  <a:pt x="382967" y="205612"/>
                  <a:pt x="388968" y="197879"/>
                  <a:pt x="395969" y="186683"/>
                </a:cubicBezTo>
                <a:lnTo>
                  <a:pt x="401636" y="190147"/>
                </a:lnTo>
                <a:cubicBezTo>
                  <a:pt x="384856" y="220508"/>
                  <a:pt x="367022" y="235688"/>
                  <a:pt x="348131" y="235688"/>
                </a:cubicBezTo>
                <a:cubicBezTo>
                  <a:pt x="340908" y="235688"/>
                  <a:pt x="335158" y="233660"/>
                  <a:pt x="330879" y="229604"/>
                </a:cubicBezTo>
                <a:cubicBezTo>
                  <a:pt x="326601" y="225548"/>
                  <a:pt x="324462" y="220409"/>
                  <a:pt x="324462" y="214186"/>
                </a:cubicBezTo>
                <a:cubicBezTo>
                  <a:pt x="324462" y="210074"/>
                  <a:pt x="325407" y="204852"/>
                  <a:pt x="327296" y="198518"/>
                </a:cubicBezTo>
                <a:lnTo>
                  <a:pt x="350464" y="118844"/>
                </a:lnTo>
                <a:cubicBezTo>
                  <a:pt x="352687" y="111177"/>
                  <a:pt x="353798" y="105398"/>
                  <a:pt x="353798" y="101509"/>
                </a:cubicBezTo>
                <a:cubicBezTo>
                  <a:pt x="353798" y="99064"/>
                  <a:pt x="352742" y="96898"/>
                  <a:pt x="350631" y="95008"/>
                </a:cubicBezTo>
                <a:cubicBezTo>
                  <a:pt x="348520" y="93119"/>
                  <a:pt x="345631" y="92175"/>
                  <a:pt x="341964" y="92175"/>
                </a:cubicBezTo>
                <a:cubicBezTo>
                  <a:pt x="340297" y="92175"/>
                  <a:pt x="338297" y="92230"/>
                  <a:pt x="335963" y="92342"/>
                </a:cubicBezTo>
                <a:lnTo>
                  <a:pt x="338130" y="85674"/>
                </a:lnTo>
                <a:lnTo>
                  <a:pt x="394635" y="76340"/>
                </a:lnTo>
                <a:lnTo>
                  <a:pt x="404636" y="76340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gator">
            <a:extLst xmlns:a="http://schemas.openxmlformats.org/drawingml/2006/main">
              <a:ext uri="{FF2B5EF4-FFF2-40B4-BE49-F238E27FC236}">
                <a16:creationId xmlns:a16="http://schemas.microsoft.com/office/drawing/2014/main" id="{E93063FC-9B0A-47B3-9388-38679C3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51" y="1820100"/>
            <a:ext cx="760934" cy="269024"/>
          </a:xfrm>
          <a:custGeom xmlns:a="http://schemas.openxmlformats.org/drawingml/2006/main">
            <a:pathLst>
              <a:path w="760934" h="269024">
                <a:moveTo>
                  <a:pt x="149680" y="50671"/>
                </a:moveTo>
                <a:lnTo>
                  <a:pt x="194017" y="50671"/>
                </a:lnTo>
                <a:lnTo>
                  <a:pt x="188684" y="69006"/>
                </a:lnTo>
                <a:lnTo>
                  <a:pt x="165681" y="69006"/>
                </a:lnTo>
                <a:cubicBezTo>
                  <a:pt x="169237" y="75635"/>
                  <a:pt x="171015" y="81927"/>
                  <a:pt x="171015" y="87883"/>
                </a:cubicBezTo>
                <a:cubicBezTo>
                  <a:pt x="171015" y="98106"/>
                  <a:pt x="168265" y="107544"/>
                  <a:pt x="162765" y="116198"/>
                </a:cubicBezTo>
                <a:cubicBezTo>
                  <a:pt x="157264" y="124848"/>
                  <a:pt x="149152" y="131758"/>
                  <a:pt x="138429" y="136929"/>
                </a:cubicBezTo>
                <a:cubicBezTo>
                  <a:pt x="127706" y="142096"/>
                  <a:pt x="115788" y="144680"/>
                  <a:pt x="102676" y="144680"/>
                </a:cubicBezTo>
                <a:cubicBezTo>
                  <a:pt x="99231" y="144680"/>
                  <a:pt x="95425" y="144416"/>
                  <a:pt x="91258" y="143888"/>
                </a:cubicBezTo>
                <a:cubicBezTo>
                  <a:pt x="87091" y="143357"/>
                  <a:pt x="82563" y="142620"/>
                  <a:pt x="77674" y="141679"/>
                </a:cubicBezTo>
                <a:cubicBezTo>
                  <a:pt x="70340" y="145419"/>
                  <a:pt x="65728" y="148388"/>
                  <a:pt x="63839" y="150586"/>
                </a:cubicBezTo>
                <a:cubicBezTo>
                  <a:pt x="62506" y="152125"/>
                  <a:pt x="61839" y="153719"/>
                  <a:pt x="61839" y="155368"/>
                </a:cubicBezTo>
                <a:cubicBezTo>
                  <a:pt x="61839" y="157347"/>
                  <a:pt x="62672" y="159052"/>
                  <a:pt x="64339" y="160483"/>
                </a:cubicBezTo>
                <a:cubicBezTo>
                  <a:pt x="67228" y="163011"/>
                  <a:pt x="71506" y="164881"/>
                  <a:pt x="77174" y="166093"/>
                </a:cubicBezTo>
                <a:cubicBezTo>
                  <a:pt x="99842" y="170930"/>
                  <a:pt x="114788" y="174849"/>
                  <a:pt x="122011" y="177849"/>
                </a:cubicBezTo>
                <a:cubicBezTo>
                  <a:pt x="131901" y="181961"/>
                  <a:pt x="139374" y="187239"/>
                  <a:pt x="144430" y="193684"/>
                </a:cubicBezTo>
                <a:cubicBezTo>
                  <a:pt x="149486" y="200129"/>
                  <a:pt x="152014" y="207907"/>
                  <a:pt x="152014" y="217019"/>
                </a:cubicBezTo>
                <a:cubicBezTo>
                  <a:pt x="152014" y="230909"/>
                  <a:pt x="145624" y="243049"/>
                  <a:pt x="132845" y="253439"/>
                </a:cubicBezTo>
                <a:cubicBezTo>
                  <a:pt x="120066" y="263829"/>
                  <a:pt x="100287" y="269024"/>
                  <a:pt x="73507" y="269024"/>
                </a:cubicBezTo>
                <a:cubicBezTo>
                  <a:pt x="46504" y="269024"/>
                  <a:pt x="26613" y="264590"/>
                  <a:pt x="13835" y="255721"/>
                </a:cubicBezTo>
                <a:cubicBezTo>
                  <a:pt x="4612" y="249290"/>
                  <a:pt x="0" y="241640"/>
                  <a:pt x="0" y="232771"/>
                </a:cubicBezTo>
                <a:cubicBezTo>
                  <a:pt x="0" y="226010"/>
                  <a:pt x="3028" y="219747"/>
                  <a:pt x="9084" y="213983"/>
                </a:cubicBezTo>
                <a:cubicBezTo>
                  <a:pt x="15140" y="208218"/>
                  <a:pt x="28114" y="203119"/>
                  <a:pt x="48004" y="198684"/>
                </a:cubicBezTo>
                <a:cubicBezTo>
                  <a:pt x="41226" y="194906"/>
                  <a:pt x="36670" y="191462"/>
                  <a:pt x="34336" y="188350"/>
                </a:cubicBezTo>
                <a:cubicBezTo>
                  <a:pt x="31114" y="184128"/>
                  <a:pt x="29503" y="179738"/>
                  <a:pt x="29503" y="175182"/>
                </a:cubicBezTo>
                <a:cubicBezTo>
                  <a:pt x="29503" y="167737"/>
                  <a:pt x="32475" y="161181"/>
                  <a:pt x="38420" y="155514"/>
                </a:cubicBezTo>
                <a:cubicBezTo>
                  <a:pt x="44365" y="149847"/>
                  <a:pt x="54338" y="144235"/>
                  <a:pt x="68339" y="138679"/>
                </a:cubicBezTo>
                <a:cubicBezTo>
                  <a:pt x="57450" y="134331"/>
                  <a:pt x="49588" y="128728"/>
                  <a:pt x="44754" y="121870"/>
                </a:cubicBezTo>
                <a:cubicBezTo>
                  <a:pt x="39920" y="115012"/>
                  <a:pt x="37503" y="107011"/>
                  <a:pt x="37503" y="97868"/>
                </a:cubicBezTo>
                <a:cubicBezTo>
                  <a:pt x="37503" y="88169"/>
                  <a:pt x="40420" y="78945"/>
                  <a:pt x="46254" y="70194"/>
                </a:cubicBezTo>
                <a:cubicBezTo>
                  <a:pt x="52088" y="61440"/>
                  <a:pt x="60700" y="54331"/>
                  <a:pt x="72090" y="48869"/>
                </a:cubicBezTo>
                <a:cubicBezTo>
                  <a:pt x="83480" y="43403"/>
                  <a:pt x="96564" y="40670"/>
                  <a:pt x="111343" y="40670"/>
                </a:cubicBezTo>
                <a:cubicBezTo>
                  <a:pt x="120789" y="40670"/>
                  <a:pt x="129178" y="41709"/>
                  <a:pt x="136512" y="43785"/>
                </a:cubicBezTo>
                <a:cubicBezTo>
                  <a:pt x="140290" y="44879"/>
                  <a:pt x="144680" y="47174"/>
                  <a:pt x="149680" y="50671"/>
                </a:cubicBezTo>
                <a:moveTo>
                  <a:pt x="114844" y="49004"/>
                </a:moveTo>
                <a:cubicBezTo>
                  <a:pt x="109399" y="49004"/>
                  <a:pt x="104787" y="50782"/>
                  <a:pt x="101009" y="54338"/>
                </a:cubicBezTo>
                <a:cubicBezTo>
                  <a:pt x="95008" y="59783"/>
                  <a:pt x="89758" y="68895"/>
                  <a:pt x="85258" y="81674"/>
                </a:cubicBezTo>
                <a:cubicBezTo>
                  <a:pt x="80757" y="94453"/>
                  <a:pt x="78507" y="106565"/>
                  <a:pt x="78507" y="118011"/>
                </a:cubicBezTo>
                <a:cubicBezTo>
                  <a:pt x="78507" y="123455"/>
                  <a:pt x="80090" y="127761"/>
                  <a:pt x="83257" y="130928"/>
                </a:cubicBezTo>
                <a:cubicBezTo>
                  <a:pt x="86424" y="134095"/>
                  <a:pt x="90341" y="135679"/>
                  <a:pt x="95008" y="135679"/>
                </a:cubicBezTo>
                <a:cubicBezTo>
                  <a:pt x="99564" y="135679"/>
                  <a:pt x="103509" y="134123"/>
                  <a:pt x="106843" y="131012"/>
                </a:cubicBezTo>
                <a:cubicBezTo>
                  <a:pt x="113177" y="124900"/>
                  <a:pt x="118677" y="115149"/>
                  <a:pt x="123344" y="101759"/>
                </a:cubicBezTo>
                <a:cubicBezTo>
                  <a:pt x="128011" y="88369"/>
                  <a:pt x="130345" y="76229"/>
                  <a:pt x="130345" y="65339"/>
                </a:cubicBezTo>
                <a:cubicBezTo>
                  <a:pt x="130345" y="60450"/>
                  <a:pt x="128845" y="56505"/>
                  <a:pt x="125845" y="53505"/>
                </a:cubicBezTo>
                <a:cubicBezTo>
                  <a:pt x="122844" y="50504"/>
                  <a:pt x="119177" y="49004"/>
                  <a:pt x="114844" y="49004"/>
                </a:cubicBezTo>
                <a:moveTo>
                  <a:pt x="57338" y="202497"/>
                </a:moveTo>
                <a:cubicBezTo>
                  <a:pt x="46782" y="206588"/>
                  <a:pt x="39587" y="211008"/>
                  <a:pt x="35753" y="215759"/>
                </a:cubicBezTo>
                <a:cubicBezTo>
                  <a:pt x="31920" y="220509"/>
                  <a:pt x="30003" y="225649"/>
                  <a:pt x="30003" y="231177"/>
                </a:cubicBezTo>
                <a:cubicBezTo>
                  <a:pt x="30003" y="238358"/>
                  <a:pt x="33809" y="244850"/>
                  <a:pt x="41420" y="250653"/>
                </a:cubicBezTo>
                <a:cubicBezTo>
                  <a:pt x="49032" y="256455"/>
                  <a:pt x="61172" y="259356"/>
                  <a:pt x="77840" y="259356"/>
                </a:cubicBezTo>
                <a:cubicBezTo>
                  <a:pt x="91730" y="259356"/>
                  <a:pt x="101787" y="256837"/>
                  <a:pt x="108010" y="251798"/>
                </a:cubicBezTo>
                <a:cubicBezTo>
                  <a:pt x="114232" y="246763"/>
                  <a:pt x="117344" y="240869"/>
                  <a:pt x="117344" y="234115"/>
                </a:cubicBezTo>
                <a:cubicBezTo>
                  <a:pt x="117344" y="228135"/>
                  <a:pt x="114482" y="223263"/>
                  <a:pt x="108760" y="219499"/>
                </a:cubicBezTo>
                <a:cubicBezTo>
                  <a:pt x="103037" y="215735"/>
                  <a:pt x="92064" y="211823"/>
                  <a:pt x="75840" y="207763"/>
                </a:cubicBezTo>
                <a:cubicBezTo>
                  <a:pt x="68284" y="205787"/>
                  <a:pt x="62117" y="204032"/>
                  <a:pt x="57338" y="202497"/>
                </a:cubicBezTo>
                <a:close/>
                <a:moveTo>
                  <a:pt x="351864" y="43004"/>
                </a:moveTo>
                <a:lnTo>
                  <a:pt x="319528" y="154087"/>
                </a:lnTo>
                <a:lnTo>
                  <a:pt x="316195" y="167614"/>
                </a:lnTo>
                <a:cubicBezTo>
                  <a:pt x="315861" y="169288"/>
                  <a:pt x="315695" y="170513"/>
                  <a:pt x="315695" y="171291"/>
                </a:cubicBezTo>
                <a:cubicBezTo>
                  <a:pt x="315695" y="172618"/>
                  <a:pt x="316167" y="173779"/>
                  <a:pt x="317111" y="174776"/>
                </a:cubicBezTo>
                <a:cubicBezTo>
                  <a:pt x="318056" y="175773"/>
                  <a:pt x="319028" y="176271"/>
                  <a:pt x="320028" y="176271"/>
                </a:cubicBezTo>
                <a:cubicBezTo>
                  <a:pt x="322362" y="176271"/>
                  <a:pt x="325584" y="174500"/>
                  <a:pt x="329696" y="170958"/>
                </a:cubicBezTo>
                <a:cubicBezTo>
                  <a:pt x="331363" y="169517"/>
                  <a:pt x="335363" y="164424"/>
                  <a:pt x="341697" y="155681"/>
                </a:cubicBezTo>
                <a:lnTo>
                  <a:pt x="347531" y="158670"/>
                </a:lnTo>
                <a:cubicBezTo>
                  <a:pt x="339641" y="173061"/>
                  <a:pt x="331224" y="183549"/>
                  <a:pt x="322278" y="190137"/>
                </a:cubicBezTo>
                <a:cubicBezTo>
                  <a:pt x="313333" y="196724"/>
                  <a:pt x="303693" y="200018"/>
                  <a:pt x="293359" y="200018"/>
                </a:cubicBezTo>
                <a:cubicBezTo>
                  <a:pt x="287025" y="200018"/>
                  <a:pt x="282192" y="198379"/>
                  <a:pt x="278858" y="195101"/>
                </a:cubicBezTo>
                <a:cubicBezTo>
                  <a:pt x="275524" y="191823"/>
                  <a:pt x="273857" y="187683"/>
                  <a:pt x="273857" y="182683"/>
                </a:cubicBezTo>
                <a:cubicBezTo>
                  <a:pt x="273857" y="178349"/>
                  <a:pt x="275635" y="170293"/>
                  <a:pt x="279191" y="158514"/>
                </a:cubicBezTo>
                <a:lnTo>
                  <a:pt x="283192" y="145013"/>
                </a:lnTo>
                <a:cubicBezTo>
                  <a:pt x="270302" y="167126"/>
                  <a:pt x="257912" y="182794"/>
                  <a:pt x="246022" y="192017"/>
                </a:cubicBezTo>
                <a:cubicBezTo>
                  <a:pt x="239132" y="197351"/>
                  <a:pt x="231798" y="200018"/>
                  <a:pt x="224020" y="200018"/>
                </a:cubicBezTo>
                <a:cubicBezTo>
                  <a:pt x="213797" y="200018"/>
                  <a:pt x="206407" y="195820"/>
                  <a:pt x="201851" y="187423"/>
                </a:cubicBezTo>
                <a:cubicBezTo>
                  <a:pt x="197295" y="179023"/>
                  <a:pt x="195017" y="169539"/>
                  <a:pt x="195017" y="158973"/>
                </a:cubicBezTo>
                <a:cubicBezTo>
                  <a:pt x="195017" y="143287"/>
                  <a:pt x="199795" y="125294"/>
                  <a:pt x="209352" y="104994"/>
                </a:cubicBezTo>
                <a:cubicBezTo>
                  <a:pt x="218908" y="84693"/>
                  <a:pt x="231465" y="68369"/>
                  <a:pt x="247022" y="56021"/>
                </a:cubicBezTo>
                <a:cubicBezTo>
                  <a:pt x="259801" y="45787"/>
                  <a:pt x="271802" y="40670"/>
                  <a:pt x="283025" y="40670"/>
                </a:cubicBezTo>
                <a:cubicBezTo>
                  <a:pt x="289248" y="40670"/>
                  <a:pt x="294248" y="42478"/>
                  <a:pt x="298026" y="46093"/>
                </a:cubicBezTo>
                <a:cubicBezTo>
                  <a:pt x="301804" y="49708"/>
                  <a:pt x="304582" y="56298"/>
                  <a:pt x="306360" y="65865"/>
                </a:cubicBezTo>
                <a:lnTo>
                  <a:pt x="312361" y="45337"/>
                </a:lnTo>
                <a:lnTo>
                  <a:pt x="351864" y="43004"/>
                </a:lnTo>
                <a:moveTo>
                  <a:pt x="298526" y="74975"/>
                </a:moveTo>
                <a:cubicBezTo>
                  <a:pt x="298526" y="65985"/>
                  <a:pt x="297137" y="59493"/>
                  <a:pt x="294359" y="55500"/>
                </a:cubicBezTo>
                <a:cubicBezTo>
                  <a:pt x="292359" y="52725"/>
                  <a:pt x="289637" y="51338"/>
                  <a:pt x="286192" y="51338"/>
                </a:cubicBezTo>
                <a:cubicBezTo>
                  <a:pt x="282747" y="51338"/>
                  <a:pt x="279191" y="53003"/>
                  <a:pt x="275524" y="56333"/>
                </a:cubicBezTo>
                <a:cubicBezTo>
                  <a:pt x="268079" y="63212"/>
                  <a:pt x="260051" y="77167"/>
                  <a:pt x="251439" y="98196"/>
                </a:cubicBezTo>
                <a:cubicBezTo>
                  <a:pt x="242827" y="119222"/>
                  <a:pt x="238521" y="137392"/>
                  <a:pt x="238521" y="152706"/>
                </a:cubicBezTo>
                <a:cubicBezTo>
                  <a:pt x="238521" y="158585"/>
                  <a:pt x="239493" y="162829"/>
                  <a:pt x="241438" y="165437"/>
                </a:cubicBezTo>
                <a:cubicBezTo>
                  <a:pt x="243383" y="168044"/>
                  <a:pt x="245522" y="169348"/>
                  <a:pt x="247855" y="169348"/>
                </a:cubicBezTo>
                <a:cubicBezTo>
                  <a:pt x="252856" y="169348"/>
                  <a:pt x="257912" y="166463"/>
                  <a:pt x="263023" y="160691"/>
                </a:cubicBezTo>
                <a:cubicBezTo>
                  <a:pt x="270357" y="152482"/>
                  <a:pt x="276969" y="142442"/>
                  <a:pt x="282858" y="130569"/>
                </a:cubicBezTo>
                <a:cubicBezTo>
                  <a:pt x="293304" y="109706"/>
                  <a:pt x="298526" y="91175"/>
                  <a:pt x="298526" y="74975"/>
                </a:cubicBezTo>
                <a:close/>
                <a:moveTo>
                  <a:pt x="456874" y="0"/>
                </a:moveTo>
                <a:lnTo>
                  <a:pt x="443539" y="45337"/>
                </a:lnTo>
                <a:lnTo>
                  <a:pt x="465375" y="45337"/>
                </a:lnTo>
                <a:lnTo>
                  <a:pt x="459541" y="64672"/>
                </a:lnTo>
                <a:lnTo>
                  <a:pt x="438039" y="64672"/>
                </a:lnTo>
                <a:lnTo>
                  <a:pt x="410203" y="161327"/>
                </a:lnTo>
                <a:cubicBezTo>
                  <a:pt x="408425" y="167327"/>
                  <a:pt x="407536" y="171883"/>
                  <a:pt x="407536" y="174995"/>
                </a:cubicBezTo>
                <a:cubicBezTo>
                  <a:pt x="407536" y="176446"/>
                  <a:pt x="408036" y="177702"/>
                  <a:pt x="409036" y="178761"/>
                </a:cubicBezTo>
                <a:cubicBezTo>
                  <a:pt x="410036" y="179820"/>
                  <a:pt x="411148" y="180349"/>
                  <a:pt x="412370" y="180349"/>
                </a:cubicBezTo>
                <a:cubicBezTo>
                  <a:pt x="414259" y="180349"/>
                  <a:pt x="416204" y="179572"/>
                  <a:pt x="418204" y="178016"/>
                </a:cubicBezTo>
                <a:cubicBezTo>
                  <a:pt x="423315" y="174127"/>
                  <a:pt x="429260" y="167348"/>
                  <a:pt x="436039" y="157681"/>
                </a:cubicBezTo>
                <a:lnTo>
                  <a:pt x="441872" y="161348"/>
                </a:lnTo>
                <a:cubicBezTo>
                  <a:pt x="434205" y="174682"/>
                  <a:pt x="425760" y="184461"/>
                  <a:pt x="416537" y="190684"/>
                </a:cubicBezTo>
                <a:cubicBezTo>
                  <a:pt x="407314" y="196906"/>
                  <a:pt x="398257" y="200018"/>
                  <a:pt x="389368" y="200018"/>
                </a:cubicBezTo>
                <a:cubicBezTo>
                  <a:pt x="381812" y="200018"/>
                  <a:pt x="375950" y="198101"/>
                  <a:pt x="371783" y="194267"/>
                </a:cubicBezTo>
                <a:cubicBezTo>
                  <a:pt x="367616" y="190434"/>
                  <a:pt x="365532" y="185572"/>
                  <a:pt x="365532" y="179683"/>
                </a:cubicBezTo>
                <a:cubicBezTo>
                  <a:pt x="365532" y="173238"/>
                  <a:pt x="366977" y="164959"/>
                  <a:pt x="369866" y="154847"/>
                </a:cubicBezTo>
                <a:lnTo>
                  <a:pt x="396202" y="64672"/>
                </a:lnTo>
                <a:lnTo>
                  <a:pt x="373533" y="64672"/>
                </a:lnTo>
                <a:lnTo>
                  <a:pt x="376867" y="52307"/>
                </a:lnTo>
                <a:cubicBezTo>
                  <a:pt x="391090" y="47070"/>
                  <a:pt x="403091" y="40943"/>
                  <a:pt x="412870" y="33925"/>
                </a:cubicBezTo>
                <a:cubicBezTo>
                  <a:pt x="422649" y="26907"/>
                  <a:pt x="434427" y="15599"/>
                  <a:pt x="448206" y="0"/>
                </a:cubicBezTo>
                <a:lnTo>
                  <a:pt x="456874" y="0"/>
                </a:lnTo>
                <a:close/>
                <a:moveTo>
                  <a:pt x="565084" y="40670"/>
                </a:moveTo>
                <a:cubicBezTo>
                  <a:pt x="573862" y="40670"/>
                  <a:pt x="582113" y="42700"/>
                  <a:pt x="589836" y="46759"/>
                </a:cubicBezTo>
                <a:cubicBezTo>
                  <a:pt x="597559" y="50819"/>
                  <a:pt x="603393" y="56465"/>
                  <a:pt x="607337" y="63698"/>
                </a:cubicBezTo>
                <a:cubicBezTo>
                  <a:pt x="611282" y="70928"/>
                  <a:pt x="613255" y="78936"/>
                  <a:pt x="613255" y="87721"/>
                </a:cubicBezTo>
                <a:cubicBezTo>
                  <a:pt x="613255" y="105744"/>
                  <a:pt x="608226" y="123766"/>
                  <a:pt x="598170" y="141789"/>
                </a:cubicBezTo>
                <a:cubicBezTo>
                  <a:pt x="588113" y="159808"/>
                  <a:pt x="574862" y="174017"/>
                  <a:pt x="558416" y="184417"/>
                </a:cubicBezTo>
                <a:cubicBezTo>
                  <a:pt x="541970" y="194818"/>
                  <a:pt x="525413" y="200018"/>
                  <a:pt x="508745" y="200018"/>
                </a:cubicBezTo>
                <a:cubicBezTo>
                  <a:pt x="493633" y="200018"/>
                  <a:pt x="481937" y="195514"/>
                  <a:pt x="473659" y="186506"/>
                </a:cubicBezTo>
                <a:cubicBezTo>
                  <a:pt x="465380" y="177495"/>
                  <a:pt x="461241" y="166482"/>
                  <a:pt x="461241" y="153467"/>
                </a:cubicBezTo>
                <a:cubicBezTo>
                  <a:pt x="461241" y="138004"/>
                  <a:pt x="464325" y="123514"/>
                  <a:pt x="470492" y="109999"/>
                </a:cubicBezTo>
                <a:cubicBezTo>
                  <a:pt x="476659" y="96484"/>
                  <a:pt x="484493" y="84693"/>
                  <a:pt x="493994" y="74626"/>
                </a:cubicBezTo>
                <a:cubicBezTo>
                  <a:pt x="503495" y="64560"/>
                  <a:pt x="514412" y="56383"/>
                  <a:pt x="526747" y="50098"/>
                </a:cubicBezTo>
                <a:cubicBezTo>
                  <a:pt x="539081" y="43813"/>
                  <a:pt x="551860" y="40670"/>
                  <a:pt x="565084" y="40670"/>
                </a:cubicBezTo>
                <a:moveTo>
                  <a:pt x="558250" y="49671"/>
                </a:moveTo>
                <a:cubicBezTo>
                  <a:pt x="552360" y="49671"/>
                  <a:pt x="547471" y="51392"/>
                  <a:pt x="543582" y="54833"/>
                </a:cubicBezTo>
                <a:cubicBezTo>
                  <a:pt x="535803" y="61823"/>
                  <a:pt x="527025" y="78167"/>
                  <a:pt x="517246" y="103863"/>
                </a:cubicBezTo>
                <a:cubicBezTo>
                  <a:pt x="507467" y="129557"/>
                  <a:pt x="502578" y="152725"/>
                  <a:pt x="502578" y="173370"/>
                </a:cubicBezTo>
                <a:cubicBezTo>
                  <a:pt x="502578" y="178474"/>
                  <a:pt x="504134" y="182692"/>
                  <a:pt x="507245" y="186022"/>
                </a:cubicBezTo>
                <a:cubicBezTo>
                  <a:pt x="510356" y="189352"/>
                  <a:pt x="514023" y="191017"/>
                  <a:pt x="518246" y="191017"/>
                </a:cubicBezTo>
                <a:cubicBezTo>
                  <a:pt x="522580" y="191017"/>
                  <a:pt x="526413" y="189685"/>
                  <a:pt x="529747" y="187022"/>
                </a:cubicBezTo>
                <a:cubicBezTo>
                  <a:pt x="534636" y="183025"/>
                  <a:pt x="540637" y="174062"/>
                  <a:pt x="547749" y="160134"/>
                </a:cubicBezTo>
                <a:cubicBezTo>
                  <a:pt x="554860" y="146206"/>
                  <a:pt x="560694" y="130835"/>
                  <a:pt x="565250" y="114021"/>
                </a:cubicBezTo>
                <a:cubicBezTo>
                  <a:pt x="569806" y="97203"/>
                  <a:pt x="572084" y="81802"/>
                  <a:pt x="572084" y="67819"/>
                </a:cubicBezTo>
                <a:cubicBezTo>
                  <a:pt x="572084" y="62047"/>
                  <a:pt x="570695" y="57580"/>
                  <a:pt x="567917" y="54416"/>
                </a:cubicBezTo>
                <a:cubicBezTo>
                  <a:pt x="565139" y="51253"/>
                  <a:pt x="561917" y="49671"/>
                  <a:pt x="558250" y="49671"/>
                </a:cubicBezTo>
                <a:close/>
                <a:moveTo>
                  <a:pt x="704429" y="40670"/>
                </a:moveTo>
                <a:lnTo>
                  <a:pt x="679260" y="134444"/>
                </a:lnTo>
                <a:cubicBezTo>
                  <a:pt x="699929" y="88725"/>
                  <a:pt x="715486" y="60582"/>
                  <a:pt x="725931" y="50015"/>
                </a:cubicBezTo>
                <a:cubicBezTo>
                  <a:pt x="732043" y="43785"/>
                  <a:pt x="738488" y="40670"/>
                  <a:pt x="745266" y="40670"/>
                </a:cubicBezTo>
                <a:cubicBezTo>
                  <a:pt x="749933" y="40670"/>
                  <a:pt x="753711" y="42365"/>
                  <a:pt x="756600" y="45754"/>
                </a:cubicBezTo>
                <a:cubicBezTo>
                  <a:pt x="759490" y="49143"/>
                  <a:pt x="760934" y="53949"/>
                  <a:pt x="760934" y="60172"/>
                </a:cubicBezTo>
                <a:cubicBezTo>
                  <a:pt x="760934" y="70951"/>
                  <a:pt x="758323" y="80007"/>
                  <a:pt x="753100" y="87341"/>
                </a:cubicBezTo>
                <a:cubicBezTo>
                  <a:pt x="749766" y="92008"/>
                  <a:pt x="746044" y="94342"/>
                  <a:pt x="741932" y="94342"/>
                </a:cubicBezTo>
                <a:cubicBezTo>
                  <a:pt x="737488" y="94342"/>
                  <a:pt x="734154" y="92310"/>
                  <a:pt x="731932" y="88247"/>
                </a:cubicBezTo>
                <a:cubicBezTo>
                  <a:pt x="729709" y="84181"/>
                  <a:pt x="728153" y="81792"/>
                  <a:pt x="727264" y="81080"/>
                </a:cubicBezTo>
                <a:cubicBezTo>
                  <a:pt x="726375" y="80365"/>
                  <a:pt x="725431" y="80007"/>
                  <a:pt x="724431" y="80007"/>
                </a:cubicBezTo>
                <a:cubicBezTo>
                  <a:pt x="723320" y="80007"/>
                  <a:pt x="722153" y="80340"/>
                  <a:pt x="720931" y="81007"/>
                </a:cubicBezTo>
                <a:cubicBezTo>
                  <a:pt x="718486" y="82341"/>
                  <a:pt x="715291" y="85591"/>
                  <a:pt x="711346" y="90758"/>
                </a:cubicBezTo>
                <a:cubicBezTo>
                  <a:pt x="707402" y="95922"/>
                  <a:pt x="702540" y="104560"/>
                  <a:pt x="696762" y="116672"/>
                </a:cubicBezTo>
                <a:cubicBezTo>
                  <a:pt x="690983" y="128781"/>
                  <a:pt x="686483" y="139030"/>
                  <a:pt x="683261" y="147419"/>
                </a:cubicBezTo>
                <a:cubicBezTo>
                  <a:pt x="680038" y="155806"/>
                  <a:pt x="675538" y="171783"/>
                  <a:pt x="669759" y="195351"/>
                </a:cubicBezTo>
                <a:lnTo>
                  <a:pt x="629422" y="195351"/>
                </a:lnTo>
                <a:lnTo>
                  <a:pt x="656925" y="84841"/>
                </a:lnTo>
                <a:cubicBezTo>
                  <a:pt x="658925" y="76618"/>
                  <a:pt x="659925" y="71173"/>
                  <a:pt x="659925" y="68506"/>
                </a:cubicBezTo>
                <a:cubicBezTo>
                  <a:pt x="659925" y="65506"/>
                  <a:pt x="659397" y="63172"/>
                  <a:pt x="658342" y="61505"/>
                </a:cubicBezTo>
                <a:cubicBezTo>
                  <a:pt x="657286" y="59839"/>
                  <a:pt x="655841" y="58616"/>
                  <a:pt x="654008" y="57838"/>
                </a:cubicBezTo>
                <a:cubicBezTo>
                  <a:pt x="652174" y="57061"/>
                  <a:pt x="648369" y="56672"/>
                  <a:pt x="642590" y="56672"/>
                </a:cubicBezTo>
                <a:lnTo>
                  <a:pt x="644090" y="51671"/>
                </a:lnTo>
                <a:lnTo>
                  <a:pt x="694428" y="40670"/>
                </a:lnTo>
                <a:lnTo>
                  <a:pt x="704429" y="40670"/>
                </a:lnTo>
                <a:close/>
              </a:path>
            </a:pathLst>
          </a:custGeom>
          <a:solidFill xmlns:a="http://schemas.openxmlformats.org/drawingml/2006/main">
            <a:srgbClr val="CEC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N">
            <a:extLst xmlns:a="http://schemas.openxmlformats.org/drawingml/2006/main">
              <a:ext uri="{FF2B5EF4-FFF2-40B4-BE49-F238E27FC236}">
                <a16:creationId xmlns:a16="http://schemas.microsoft.com/office/drawing/2014/main" id="{D7528DBC-1973-48E4-A0A0-9BE58F2C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32" y="1757342"/>
            <a:ext cx="287859" cy="228687"/>
          </a:xfrm>
          <a:custGeom xmlns:a="http://schemas.openxmlformats.org/drawingml/2006/main">
            <a:pathLst>
              <a:path w="287859" h="228687">
                <a:moveTo>
                  <a:pt x="132678" y="0"/>
                </a:moveTo>
                <a:lnTo>
                  <a:pt x="203351" y="150685"/>
                </a:lnTo>
                <a:lnTo>
                  <a:pt x="235188" y="41342"/>
                </a:lnTo>
                <a:cubicBezTo>
                  <a:pt x="236854" y="35314"/>
                  <a:pt x="237688" y="29954"/>
                  <a:pt x="237688" y="25263"/>
                </a:cubicBezTo>
                <a:cubicBezTo>
                  <a:pt x="237688" y="19679"/>
                  <a:pt x="235938" y="15213"/>
                  <a:pt x="232437" y="11866"/>
                </a:cubicBezTo>
                <a:cubicBezTo>
                  <a:pt x="228937" y="8515"/>
                  <a:pt x="222909" y="6560"/>
                  <a:pt x="214352" y="6001"/>
                </a:cubicBezTo>
                <a:lnTo>
                  <a:pt x="216186" y="0"/>
                </a:lnTo>
                <a:lnTo>
                  <a:pt x="287859" y="0"/>
                </a:lnTo>
                <a:lnTo>
                  <a:pt x="286192" y="6001"/>
                </a:lnTo>
                <a:cubicBezTo>
                  <a:pt x="277080" y="6556"/>
                  <a:pt x="269552" y="9115"/>
                  <a:pt x="263607" y="13678"/>
                </a:cubicBezTo>
                <a:cubicBezTo>
                  <a:pt x="257662" y="18241"/>
                  <a:pt x="252634" y="27423"/>
                  <a:pt x="248522" y="41222"/>
                </a:cubicBezTo>
                <a:lnTo>
                  <a:pt x="193351" y="228687"/>
                </a:lnTo>
                <a:lnTo>
                  <a:pt x="187017" y="228687"/>
                </a:lnTo>
                <a:lnTo>
                  <a:pt x="96342" y="35837"/>
                </a:lnTo>
                <a:lnTo>
                  <a:pt x="52505" y="186017"/>
                </a:lnTo>
                <a:cubicBezTo>
                  <a:pt x="51060" y="191264"/>
                  <a:pt x="50338" y="195953"/>
                  <a:pt x="50338" y="200086"/>
                </a:cubicBezTo>
                <a:cubicBezTo>
                  <a:pt x="50338" y="206117"/>
                  <a:pt x="52310" y="210948"/>
                  <a:pt x="56255" y="214576"/>
                </a:cubicBezTo>
                <a:cubicBezTo>
                  <a:pt x="60200" y="218205"/>
                  <a:pt x="66506" y="220020"/>
                  <a:pt x="75173" y="220020"/>
                </a:cubicBezTo>
                <a:lnTo>
                  <a:pt x="73673" y="226020"/>
                </a:lnTo>
                <a:lnTo>
                  <a:pt x="0" y="226020"/>
                </a:lnTo>
                <a:lnTo>
                  <a:pt x="1500" y="220020"/>
                </a:lnTo>
                <a:cubicBezTo>
                  <a:pt x="7834" y="220020"/>
                  <a:pt x="12334" y="219464"/>
                  <a:pt x="15001" y="218353"/>
                </a:cubicBezTo>
                <a:cubicBezTo>
                  <a:pt x="19668" y="216571"/>
                  <a:pt x="24224" y="213151"/>
                  <a:pt x="28669" y="208091"/>
                </a:cubicBezTo>
                <a:cubicBezTo>
                  <a:pt x="33114" y="203032"/>
                  <a:pt x="36725" y="195721"/>
                  <a:pt x="39504" y="186157"/>
                </a:cubicBezTo>
                <a:lnTo>
                  <a:pt x="87341" y="21835"/>
                </a:lnTo>
                <a:cubicBezTo>
                  <a:pt x="81452" y="15210"/>
                  <a:pt x="76507" y="10942"/>
                  <a:pt x="72506" y="9032"/>
                </a:cubicBezTo>
                <a:cubicBezTo>
                  <a:pt x="68506" y="7122"/>
                  <a:pt x="62506" y="6112"/>
                  <a:pt x="54505" y="6001"/>
                </a:cubicBezTo>
                <a:lnTo>
                  <a:pt x="56338" y="0"/>
                </a:lnTo>
                <a:lnTo>
                  <a:pt x="132678" y="0"/>
                </a:lnTo>
                <a:close/>
              </a:path>
            </a:pathLst>
          </a:custGeom>
          <a:solidFill xmlns:a="http://schemas.openxmlformats.org/drawingml/2006/main">
            <a:srgbClr val="5345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avi">
            <a:extLst xmlns:a="http://schemas.openxmlformats.org/drawingml/2006/main">
              <a:ext uri="{FF2B5EF4-FFF2-40B4-BE49-F238E27FC236}">
                <a16:creationId xmlns:a16="http://schemas.microsoft.com/office/drawing/2014/main" id="{C0D7AB00-E140-4392-80F9-6686A47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389" y="1752342"/>
            <a:ext cx="418804" cy="235688"/>
          </a:xfrm>
          <a:custGeom xmlns:a="http://schemas.openxmlformats.org/drawingml/2006/main">
            <a:pathLst>
              <a:path w="418804" h="235688">
                <a:moveTo>
                  <a:pt x="156847" y="78674"/>
                </a:moveTo>
                <a:lnTo>
                  <a:pt x="124511" y="189757"/>
                </a:lnTo>
                <a:lnTo>
                  <a:pt x="121177" y="203284"/>
                </a:lnTo>
                <a:cubicBezTo>
                  <a:pt x="120844" y="204958"/>
                  <a:pt x="120677" y="206183"/>
                  <a:pt x="120677" y="206961"/>
                </a:cubicBezTo>
                <a:cubicBezTo>
                  <a:pt x="120677" y="208288"/>
                  <a:pt x="121150" y="209449"/>
                  <a:pt x="122094" y="210446"/>
                </a:cubicBezTo>
                <a:cubicBezTo>
                  <a:pt x="123039" y="211442"/>
                  <a:pt x="124011" y="211941"/>
                  <a:pt x="125011" y="211941"/>
                </a:cubicBezTo>
                <a:cubicBezTo>
                  <a:pt x="127345" y="211941"/>
                  <a:pt x="130567" y="210170"/>
                  <a:pt x="134679" y="206628"/>
                </a:cubicBezTo>
                <a:cubicBezTo>
                  <a:pt x="136345" y="205187"/>
                  <a:pt x="140346" y="200094"/>
                  <a:pt x="146680" y="191350"/>
                </a:cubicBezTo>
                <a:lnTo>
                  <a:pt x="152514" y="194340"/>
                </a:lnTo>
                <a:cubicBezTo>
                  <a:pt x="144624" y="208730"/>
                  <a:pt x="136207" y="219219"/>
                  <a:pt x="127261" y="225807"/>
                </a:cubicBezTo>
                <a:cubicBezTo>
                  <a:pt x="118316" y="232394"/>
                  <a:pt x="108676" y="235688"/>
                  <a:pt x="98342" y="235688"/>
                </a:cubicBezTo>
                <a:cubicBezTo>
                  <a:pt x="92008" y="235688"/>
                  <a:pt x="87174" y="234049"/>
                  <a:pt x="83841" y="230771"/>
                </a:cubicBezTo>
                <a:cubicBezTo>
                  <a:pt x="80507" y="227493"/>
                  <a:pt x="78840" y="223353"/>
                  <a:pt x="78840" y="218353"/>
                </a:cubicBezTo>
                <a:cubicBezTo>
                  <a:pt x="78840" y="214019"/>
                  <a:pt x="80618" y="205963"/>
                  <a:pt x="84174" y="194184"/>
                </a:cubicBezTo>
                <a:lnTo>
                  <a:pt x="88175" y="180683"/>
                </a:lnTo>
                <a:cubicBezTo>
                  <a:pt x="75284" y="202796"/>
                  <a:pt x="62895" y="218464"/>
                  <a:pt x="51005" y="227687"/>
                </a:cubicBezTo>
                <a:cubicBezTo>
                  <a:pt x="44115" y="233021"/>
                  <a:pt x="36781" y="235688"/>
                  <a:pt x="29003" y="235688"/>
                </a:cubicBezTo>
                <a:cubicBezTo>
                  <a:pt x="18779" y="235688"/>
                  <a:pt x="11390" y="231489"/>
                  <a:pt x="6834" y="223093"/>
                </a:cubicBezTo>
                <a:cubicBezTo>
                  <a:pt x="2278" y="214693"/>
                  <a:pt x="0" y="205209"/>
                  <a:pt x="0" y="194642"/>
                </a:cubicBezTo>
                <a:cubicBezTo>
                  <a:pt x="0" y="178957"/>
                  <a:pt x="4778" y="160964"/>
                  <a:pt x="14335" y="140664"/>
                </a:cubicBezTo>
                <a:cubicBezTo>
                  <a:pt x="23891" y="120363"/>
                  <a:pt x="36448" y="104039"/>
                  <a:pt x="52005" y="91690"/>
                </a:cubicBezTo>
                <a:cubicBezTo>
                  <a:pt x="64784" y="81457"/>
                  <a:pt x="76785" y="76340"/>
                  <a:pt x="88008" y="76340"/>
                </a:cubicBezTo>
                <a:cubicBezTo>
                  <a:pt x="94231" y="76340"/>
                  <a:pt x="99231" y="78148"/>
                  <a:pt x="103009" y="81762"/>
                </a:cubicBezTo>
                <a:cubicBezTo>
                  <a:pt x="106787" y="85377"/>
                  <a:pt x="109565" y="91968"/>
                  <a:pt x="111343" y="101535"/>
                </a:cubicBezTo>
                <a:lnTo>
                  <a:pt x="117344" y="81007"/>
                </a:lnTo>
                <a:lnTo>
                  <a:pt x="156847" y="78674"/>
                </a:lnTo>
                <a:moveTo>
                  <a:pt x="103509" y="110645"/>
                </a:moveTo>
                <a:cubicBezTo>
                  <a:pt x="103509" y="101655"/>
                  <a:pt x="102120" y="95163"/>
                  <a:pt x="99342" y="91170"/>
                </a:cubicBezTo>
                <a:cubicBezTo>
                  <a:pt x="97342" y="88395"/>
                  <a:pt x="94620" y="87008"/>
                  <a:pt x="91175" y="87008"/>
                </a:cubicBezTo>
                <a:cubicBezTo>
                  <a:pt x="87730" y="87008"/>
                  <a:pt x="84174" y="88673"/>
                  <a:pt x="80507" y="92003"/>
                </a:cubicBezTo>
                <a:cubicBezTo>
                  <a:pt x="73062" y="98882"/>
                  <a:pt x="65034" y="112836"/>
                  <a:pt x="56422" y="133866"/>
                </a:cubicBezTo>
                <a:cubicBezTo>
                  <a:pt x="47810" y="154892"/>
                  <a:pt x="43504" y="173062"/>
                  <a:pt x="43504" y="188376"/>
                </a:cubicBezTo>
                <a:cubicBezTo>
                  <a:pt x="43504" y="194255"/>
                  <a:pt x="44476" y="198499"/>
                  <a:pt x="46421" y="201106"/>
                </a:cubicBezTo>
                <a:cubicBezTo>
                  <a:pt x="48365" y="203714"/>
                  <a:pt x="50505" y="205018"/>
                  <a:pt x="52838" y="205018"/>
                </a:cubicBezTo>
                <a:cubicBezTo>
                  <a:pt x="57838" y="205018"/>
                  <a:pt x="62895" y="202133"/>
                  <a:pt x="68006" y="196361"/>
                </a:cubicBezTo>
                <a:cubicBezTo>
                  <a:pt x="75340" y="188152"/>
                  <a:pt x="81952" y="178111"/>
                  <a:pt x="87841" y="166239"/>
                </a:cubicBezTo>
                <a:cubicBezTo>
                  <a:pt x="98287" y="145376"/>
                  <a:pt x="103509" y="126845"/>
                  <a:pt x="103509" y="110645"/>
                </a:cubicBezTo>
                <a:close/>
                <a:moveTo>
                  <a:pt x="211019" y="235688"/>
                </a:moveTo>
                <a:lnTo>
                  <a:pt x="205018" y="235688"/>
                </a:lnTo>
                <a:cubicBezTo>
                  <a:pt x="205352" y="226576"/>
                  <a:pt x="205518" y="219686"/>
                  <a:pt x="205518" y="215019"/>
                </a:cubicBezTo>
                <a:cubicBezTo>
                  <a:pt x="205518" y="202351"/>
                  <a:pt x="204546" y="184044"/>
                  <a:pt x="202601" y="160098"/>
                </a:cubicBezTo>
                <a:cubicBezTo>
                  <a:pt x="200657" y="136151"/>
                  <a:pt x="198462" y="120177"/>
                  <a:pt x="196017" y="112177"/>
                </a:cubicBezTo>
                <a:cubicBezTo>
                  <a:pt x="194128" y="106287"/>
                  <a:pt x="191628" y="102009"/>
                  <a:pt x="188517" y="99342"/>
                </a:cubicBezTo>
                <a:cubicBezTo>
                  <a:pt x="186406" y="97564"/>
                  <a:pt x="183683" y="96675"/>
                  <a:pt x="180349" y="96675"/>
                </a:cubicBezTo>
                <a:cubicBezTo>
                  <a:pt x="178460" y="96675"/>
                  <a:pt x="176182" y="96898"/>
                  <a:pt x="173515" y="97342"/>
                </a:cubicBezTo>
                <a:lnTo>
                  <a:pt x="173515" y="91341"/>
                </a:lnTo>
                <a:lnTo>
                  <a:pt x="229020" y="76340"/>
                </a:lnTo>
                <a:cubicBezTo>
                  <a:pt x="240133" y="106707"/>
                  <a:pt x="245522" y="145584"/>
                  <a:pt x="245189" y="192970"/>
                </a:cubicBezTo>
                <a:cubicBezTo>
                  <a:pt x="261523" y="177424"/>
                  <a:pt x="272774" y="164820"/>
                  <a:pt x="278942" y="155160"/>
                </a:cubicBezTo>
                <a:cubicBezTo>
                  <a:pt x="285109" y="145499"/>
                  <a:pt x="288192" y="137448"/>
                  <a:pt x="288192" y="131006"/>
                </a:cubicBezTo>
                <a:cubicBezTo>
                  <a:pt x="288192" y="125898"/>
                  <a:pt x="286276" y="120705"/>
                  <a:pt x="282442" y="115427"/>
                </a:cubicBezTo>
                <a:cubicBezTo>
                  <a:pt x="278608" y="110149"/>
                  <a:pt x="276219" y="106393"/>
                  <a:pt x="275275" y="104160"/>
                </a:cubicBezTo>
                <a:cubicBezTo>
                  <a:pt x="274330" y="101924"/>
                  <a:pt x="273858" y="99465"/>
                  <a:pt x="273858" y="96785"/>
                </a:cubicBezTo>
                <a:cubicBezTo>
                  <a:pt x="273858" y="90975"/>
                  <a:pt x="275747" y="86115"/>
                  <a:pt x="279525" y="82205"/>
                </a:cubicBezTo>
                <a:cubicBezTo>
                  <a:pt x="283303" y="78295"/>
                  <a:pt x="288081" y="76340"/>
                  <a:pt x="293860" y="76340"/>
                </a:cubicBezTo>
                <a:cubicBezTo>
                  <a:pt x="299971" y="76340"/>
                  <a:pt x="304694" y="78288"/>
                  <a:pt x="308027" y="82184"/>
                </a:cubicBezTo>
                <a:cubicBezTo>
                  <a:pt x="312695" y="87636"/>
                  <a:pt x="315028" y="94088"/>
                  <a:pt x="315028" y="101540"/>
                </a:cubicBezTo>
                <a:cubicBezTo>
                  <a:pt x="315028" y="109218"/>
                  <a:pt x="313667" y="116757"/>
                  <a:pt x="310944" y="124157"/>
                </a:cubicBezTo>
                <a:cubicBezTo>
                  <a:pt x="308222" y="131557"/>
                  <a:pt x="303555" y="140292"/>
                  <a:pt x="296943" y="150362"/>
                </a:cubicBezTo>
                <a:cubicBezTo>
                  <a:pt x="290331" y="160433"/>
                  <a:pt x="282970" y="169585"/>
                  <a:pt x="274858" y="177818"/>
                </a:cubicBezTo>
                <a:cubicBezTo>
                  <a:pt x="259968" y="192951"/>
                  <a:pt x="238688" y="212241"/>
                  <a:pt x="211019" y="235688"/>
                </a:cubicBezTo>
                <a:close/>
                <a:moveTo>
                  <a:pt x="394302" y="0"/>
                </a:moveTo>
                <a:cubicBezTo>
                  <a:pt x="401191" y="0"/>
                  <a:pt x="406998" y="2406"/>
                  <a:pt x="411720" y="7219"/>
                </a:cubicBezTo>
                <a:cubicBezTo>
                  <a:pt x="416443" y="12029"/>
                  <a:pt x="418804" y="17845"/>
                  <a:pt x="418804" y="24669"/>
                </a:cubicBezTo>
                <a:cubicBezTo>
                  <a:pt x="418804" y="31492"/>
                  <a:pt x="416415" y="37311"/>
                  <a:pt x="411637" y="42124"/>
                </a:cubicBezTo>
                <a:cubicBezTo>
                  <a:pt x="406859" y="46933"/>
                  <a:pt x="401080" y="49338"/>
                  <a:pt x="394302" y="49338"/>
                </a:cubicBezTo>
                <a:cubicBezTo>
                  <a:pt x="387635" y="49338"/>
                  <a:pt x="381912" y="46933"/>
                  <a:pt x="377134" y="42124"/>
                </a:cubicBezTo>
                <a:cubicBezTo>
                  <a:pt x="372356" y="37311"/>
                  <a:pt x="369966" y="31492"/>
                  <a:pt x="369966" y="24669"/>
                </a:cubicBezTo>
                <a:cubicBezTo>
                  <a:pt x="369966" y="17845"/>
                  <a:pt x="372328" y="12029"/>
                  <a:pt x="377050" y="7219"/>
                </a:cubicBezTo>
                <a:cubicBezTo>
                  <a:pt x="381773" y="2406"/>
                  <a:pt x="387524" y="0"/>
                  <a:pt x="394302" y="0"/>
                </a:cubicBezTo>
                <a:moveTo>
                  <a:pt x="404636" y="76340"/>
                </a:moveTo>
                <a:lnTo>
                  <a:pt x="370466" y="194043"/>
                </a:lnTo>
                <a:cubicBezTo>
                  <a:pt x="368577" y="200777"/>
                  <a:pt x="367633" y="205192"/>
                  <a:pt x="367633" y="207289"/>
                </a:cubicBezTo>
                <a:cubicBezTo>
                  <a:pt x="367633" y="208560"/>
                  <a:pt x="368133" y="209744"/>
                  <a:pt x="369133" y="210842"/>
                </a:cubicBezTo>
                <a:cubicBezTo>
                  <a:pt x="370133" y="211936"/>
                  <a:pt x="371189" y="212482"/>
                  <a:pt x="372300" y="212482"/>
                </a:cubicBezTo>
                <a:cubicBezTo>
                  <a:pt x="374189" y="212482"/>
                  <a:pt x="376078" y="211616"/>
                  <a:pt x="377967" y="209883"/>
                </a:cubicBezTo>
                <a:cubicBezTo>
                  <a:pt x="382968" y="205612"/>
                  <a:pt x="388968" y="197879"/>
                  <a:pt x="395969" y="186683"/>
                </a:cubicBezTo>
                <a:lnTo>
                  <a:pt x="401636" y="190147"/>
                </a:lnTo>
                <a:cubicBezTo>
                  <a:pt x="384857" y="220508"/>
                  <a:pt x="367022" y="235688"/>
                  <a:pt x="348131" y="235688"/>
                </a:cubicBezTo>
                <a:cubicBezTo>
                  <a:pt x="340908" y="235688"/>
                  <a:pt x="335158" y="233660"/>
                  <a:pt x="330880" y="229604"/>
                </a:cubicBezTo>
                <a:cubicBezTo>
                  <a:pt x="326601" y="225548"/>
                  <a:pt x="324462" y="220409"/>
                  <a:pt x="324462" y="214186"/>
                </a:cubicBezTo>
                <a:cubicBezTo>
                  <a:pt x="324462" y="210074"/>
                  <a:pt x="325407" y="204852"/>
                  <a:pt x="327296" y="198518"/>
                </a:cubicBezTo>
                <a:lnTo>
                  <a:pt x="350465" y="118844"/>
                </a:lnTo>
                <a:cubicBezTo>
                  <a:pt x="352687" y="111177"/>
                  <a:pt x="353798" y="105398"/>
                  <a:pt x="353798" y="101509"/>
                </a:cubicBezTo>
                <a:cubicBezTo>
                  <a:pt x="353798" y="99064"/>
                  <a:pt x="352743" y="96898"/>
                  <a:pt x="350631" y="95008"/>
                </a:cubicBezTo>
                <a:cubicBezTo>
                  <a:pt x="348520" y="93119"/>
                  <a:pt x="345631" y="92175"/>
                  <a:pt x="341964" y="92175"/>
                </a:cubicBezTo>
                <a:cubicBezTo>
                  <a:pt x="340297" y="92175"/>
                  <a:pt x="338297" y="92230"/>
                  <a:pt x="335963" y="92342"/>
                </a:cubicBezTo>
                <a:lnTo>
                  <a:pt x="338130" y="85674"/>
                </a:lnTo>
                <a:lnTo>
                  <a:pt x="394635" y="76340"/>
                </a:lnTo>
                <a:lnTo>
                  <a:pt x="404636" y="76340"/>
                </a:lnTo>
                <a:close/>
              </a:path>
            </a:pathLst>
          </a:custGeom>
          <a:solidFill xmlns:a="http://schemas.openxmlformats.org/drawingml/2006/main">
            <a:srgbClr val="5345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gator">
            <a:extLst xmlns:a="http://schemas.openxmlformats.org/drawingml/2006/main">
              <a:ext uri="{FF2B5EF4-FFF2-40B4-BE49-F238E27FC236}">
                <a16:creationId xmlns:a16="http://schemas.microsoft.com/office/drawing/2014/main" id="{AE686799-9894-4DD8-A547-94A3797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224" y="1788012"/>
            <a:ext cx="760934" cy="269024"/>
          </a:xfrm>
          <a:custGeom xmlns:a="http://schemas.openxmlformats.org/drawingml/2006/main">
            <a:pathLst>
              <a:path w="760934" h="269024">
                <a:moveTo>
                  <a:pt x="149680" y="50671"/>
                </a:moveTo>
                <a:lnTo>
                  <a:pt x="194017" y="50671"/>
                </a:lnTo>
                <a:lnTo>
                  <a:pt x="188684" y="69006"/>
                </a:lnTo>
                <a:lnTo>
                  <a:pt x="165681" y="69006"/>
                </a:lnTo>
                <a:cubicBezTo>
                  <a:pt x="169237" y="75635"/>
                  <a:pt x="171015" y="81927"/>
                  <a:pt x="171015" y="87883"/>
                </a:cubicBezTo>
                <a:cubicBezTo>
                  <a:pt x="171015" y="98106"/>
                  <a:pt x="168265" y="107544"/>
                  <a:pt x="162765" y="116198"/>
                </a:cubicBezTo>
                <a:cubicBezTo>
                  <a:pt x="157264" y="124848"/>
                  <a:pt x="149152" y="131758"/>
                  <a:pt x="138429" y="136929"/>
                </a:cubicBezTo>
                <a:cubicBezTo>
                  <a:pt x="127706" y="142096"/>
                  <a:pt x="115788" y="144680"/>
                  <a:pt x="102676" y="144680"/>
                </a:cubicBezTo>
                <a:cubicBezTo>
                  <a:pt x="99231" y="144680"/>
                  <a:pt x="95425" y="144416"/>
                  <a:pt x="91258" y="143888"/>
                </a:cubicBezTo>
                <a:cubicBezTo>
                  <a:pt x="87091" y="143357"/>
                  <a:pt x="82563" y="142620"/>
                  <a:pt x="77674" y="141679"/>
                </a:cubicBezTo>
                <a:cubicBezTo>
                  <a:pt x="70340" y="145419"/>
                  <a:pt x="65728" y="148388"/>
                  <a:pt x="63839" y="150586"/>
                </a:cubicBezTo>
                <a:cubicBezTo>
                  <a:pt x="62506" y="152125"/>
                  <a:pt x="61839" y="153719"/>
                  <a:pt x="61839" y="155368"/>
                </a:cubicBezTo>
                <a:cubicBezTo>
                  <a:pt x="61839" y="157347"/>
                  <a:pt x="62672" y="159052"/>
                  <a:pt x="64339" y="160483"/>
                </a:cubicBezTo>
                <a:cubicBezTo>
                  <a:pt x="67228" y="163011"/>
                  <a:pt x="71506" y="164881"/>
                  <a:pt x="77174" y="166093"/>
                </a:cubicBezTo>
                <a:cubicBezTo>
                  <a:pt x="99842" y="170930"/>
                  <a:pt x="114788" y="174849"/>
                  <a:pt x="122011" y="177849"/>
                </a:cubicBezTo>
                <a:cubicBezTo>
                  <a:pt x="131901" y="181961"/>
                  <a:pt x="139374" y="187239"/>
                  <a:pt x="144430" y="193684"/>
                </a:cubicBezTo>
                <a:cubicBezTo>
                  <a:pt x="149486" y="200129"/>
                  <a:pt x="152014" y="207907"/>
                  <a:pt x="152014" y="217019"/>
                </a:cubicBezTo>
                <a:cubicBezTo>
                  <a:pt x="152014" y="230909"/>
                  <a:pt x="145624" y="243049"/>
                  <a:pt x="132845" y="253439"/>
                </a:cubicBezTo>
                <a:cubicBezTo>
                  <a:pt x="120066" y="263829"/>
                  <a:pt x="100287" y="269024"/>
                  <a:pt x="73507" y="269024"/>
                </a:cubicBezTo>
                <a:cubicBezTo>
                  <a:pt x="46504" y="269024"/>
                  <a:pt x="26613" y="264590"/>
                  <a:pt x="13835" y="255721"/>
                </a:cubicBezTo>
                <a:cubicBezTo>
                  <a:pt x="4612" y="249290"/>
                  <a:pt x="0" y="241640"/>
                  <a:pt x="0" y="232771"/>
                </a:cubicBezTo>
                <a:cubicBezTo>
                  <a:pt x="0" y="226010"/>
                  <a:pt x="3028" y="219747"/>
                  <a:pt x="9084" y="213983"/>
                </a:cubicBezTo>
                <a:cubicBezTo>
                  <a:pt x="15140" y="208218"/>
                  <a:pt x="28114" y="203119"/>
                  <a:pt x="48004" y="198684"/>
                </a:cubicBezTo>
                <a:cubicBezTo>
                  <a:pt x="41226" y="194906"/>
                  <a:pt x="36670" y="191462"/>
                  <a:pt x="34336" y="188350"/>
                </a:cubicBezTo>
                <a:cubicBezTo>
                  <a:pt x="31114" y="184128"/>
                  <a:pt x="29503" y="179738"/>
                  <a:pt x="29503" y="175182"/>
                </a:cubicBezTo>
                <a:cubicBezTo>
                  <a:pt x="29503" y="167737"/>
                  <a:pt x="32475" y="161181"/>
                  <a:pt x="38420" y="155514"/>
                </a:cubicBezTo>
                <a:cubicBezTo>
                  <a:pt x="44365" y="149847"/>
                  <a:pt x="54338" y="144235"/>
                  <a:pt x="68339" y="138679"/>
                </a:cubicBezTo>
                <a:cubicBezTo>
                  <a:pt x="57450" y="134331"/>
                  <a:pt x="49588" y="128728"/>
                  <a:pt x="44754" y="121870"/>
                </a:cubicBezTo>
                <a:cubicBezTo>
                  <a:pt x="39920" y="115012"/>
                  <a:pt x="37503" y="107011"/>
                  <a:pt x="37503" y="97868"/>
                </a:cubicBezTo>
                <a:cubicBezTo>
                  <a:pt x="37503" y="88169"/>
                  <a:pt x="40420" y="78945"/>
                  <a:pt x="46254" y="70194"/>
                </a:cubicBezTo>
                <a:cubicBezTo>
                  <a:pt x="52088" y="61440"/>
                  <a:pt x="60700" y="54331"/>
                  <a:pt x="72090" y="48869"/>
                </a:cubicBezTo>
                <a:cubicBezTo>
                  <a:pt x="83480" y="43403"/>
                  <a:pt x="96564" y="40670"/>
                  <a:pt x="111343" y="40670"/>
                </a:cubicBezTo>
                <a:cubicBezTo>
                  <a:pt x="120789" y="40670"/>
                  <a:pt x="129178" y="41709"/>
                  <a:pt x="136512" y="43785"/>
                </a:cubicBezTo>
                <a:cubicBezTo>
                  <a:pt x="140290" y="44879"/>
                  <a:pt x="144680" y="47174"/>
                  <a:pt x="149680" y="50671"/>
                </a:cubicBezTo>
                <a:moveTo>
                  <a:pt x="114844" y="49004"/>
                </a:moveTo>
                <a:cubicBezTo>
                  <a:pt x="109399" y="49004"/>
                  <a:pt x="104787" y="50782"/>
                  <a:pt x="101009" y="54338"/>
                </a:cubicBezTo>
                <a:cubicBezTo>
                  <a:pt x="95008" y="59783"/>
                  <a:pt x="89758" y="68895"/>
                  <a:pt x="85258" y="81674"/>
                </a:cubicBezTo>
                <a:cubicBezTo>
                  <a:pt x="80757" y="94453"/>
                  <a:pt x="78507" y="106565"/>
                  <a:pt x="78507" y="118011"/>
                </a:cubicBezTo>
                <a:cubicBezTo>
                  <a:pt x="78507" y="123455"/>
                  <a:pt x="80090" y="127761"/>
                  <a:pt x="83257" y="130928"/>
                </a:cubicBezTo>
                <a:cubicBezTo>
                  <a:pt x="86424" y="134095"/>
                  <a:pt x="90341" y="135679"/>
                  <a:pt x="95008" y="135679"/>
                </a:cubicBezTo>
                <a:cubicBezTo>
                  <a:pt x="99564" y="135679"/>
                  <a:pt x="103509" y="134123"/>
                  <a:pt x="106843" y="131012"/>
                </a:cubicBezTo>
                <a:cubicBezTo>
                  <a:pt x="113177" y="124900"/>
                  <a:pt x="118677" y="115149"/>
                  <a:pt x="123344" y="101759"/>
                </a:cubicBezTo>
                <a:cubicBezTo>
                  <a:pt x="128011" y="88369"/>
                  <a:pt x="130345" y="76229"/>
                  <a:pt x="130345" y="65339"/>
                </a:cubicBezTo>
                <a:cubicBezTo>
                  <a:pt x="130345" y="60450"/>
                  <a:pt x="128845" y="56505"/>
                  <a:pt x="125845" y="53505"/>
                </a:cubicBezTo>
                <a:cubicBezTo>
                  <a:pt x="122844" y="50504"/>
                  <a:pt x="119177" y="49004"/>
                  <a:pt x="114844" y="49004"/>
                </a:cubicBezTo>
                <a:moveTo>
                  <a:pt x="57338" y="202497"/>
                </a:moveTo>
                <a:cubicBezTo>
                  <a:pt x="46782" y="206588"/>
                  <a:pt x="39587" y="211008"/>
                  <a:pt x="35753" y="215759"/>
                </a:cubicBezTo>
                <a:cubicBezTo>
                  <a:pt x="31920" y="220509"/>
                  <a:pt x="30003" y="225649"/>
                  <a:pt x="30003" y="231177"/>
                </a:cubicBezTo>
                <a:cubicBezTo>
                  <a:pt x="30003" y="238358"/>
                  <a:pt x="33809" y="244850"/>
                  <a:pt x="41420" y="250653"/>
                </a:cubicBezTo>
                <a:cubicBezTo>
                  <a:pt x="49032" y="256455"/>
                  <a:pt x="61172" y="259356"/>
                  <a:pt x="77840" y="259356"/>
                </a:cubicBezTo>
                <a:cubicBezTo>
                  <a:pt x="91730" y="259356"/>
                  <a:pt x="101787" y="256837"/>
                  <a:pt x="108010" y="251798"/>
                </a:cubicBezTo>
                <a:cubicBezTo>
                  <a:pt x="114232" y="246763"/>
                  <a:pt x="117344" y="240869"/>
                  <a:pt x="117344" y="234115"/>
                </a:cubicBezTo>
                <a:cubicBezTo>
                  <a:pt x="117344" y="228135"/>
                  <a:pt x="114482" y="223263"/>
                  <a:pt x="108760" y="219499"/>
                </a:cubicBezTo>
                <a:cubicBezTo>
                  <a:pt x="103037" y="215735"/>
                  <a:pt x="92064" y="211823"/>
                  <a:pt x="75840" y="207763"/>
                </a:cubicBezTo>
                <a:cubicBezTo>
                  <a:pt x="68284" y="205787"/>
                  <a:pt x="62117" y="204032"/>
                  <a:pt x="57338" y="202497"/>
                </a:cubicBezTo>
                <a:close/>
                <a:moveTo>
                  <a:pt x="351865" y="43004"/>
                </a:moveTo>
                <a:lnTo>
                  <a:pt x="319529" y="154087"/>
                </a:lnTo>
                <a:lnTo>
                  <a:pt x="316195" y="167614"/>
                </a:lnTo>
                <a:cubicBezTo>
                  <a:pt x="315862" y="169288"/>
                  <a:pt x="315695" y="170513"/>
                  <a:pt x="315695" y="171291"/>
                </a:cubicBezTo>
                <a:cubicBezTo>
                  <a:pt x="315695" y="172618"/>
                  <a:pt x="316167" y="173779"/>
                  <a:pt x="317112" y="174776"/>
                </a:cubicBezTo>
                <a:cubicBezTo>
                  <a:pt x="318056" y="175773"/>
                  <a:pt x="319029" y="176271"/>
                  <a:pt x="320029" y="176271"/>
                </a:cubicBezTo>
                <a:cubicBezTo>
                  <a:pt x="322362" y="176271"/>
                  <a:pt x="325585" y="174500"/>
                  <a:pt x="329696" y="170958"/>
                </a:cubicBezTo>
                <a:cubicBezTo>
                  <a:pt x="331363" y="169517"/>
                  <a:pt x="335364" y="164424"/>
                  <a:pt x="341697" y="155681"/>
                </a:cubicBezTo>
                <a:lnTo>
                  <a:pt x="347531" y="158670"/>
                </a:lnTo>
                <a:cubicBezTo>
                  <a:pt x="339642" y="173061"/>
                  <a:pt x="331224" y="183549"/>
                  <a:pt x="322279" y="190137"/>
                </a:cubicBezTo>
                <a:cubicBezTo>
                  <a:pt x="313334" y="196724"/>
                  <a:pt x="303694" y="200018"/>
                  <a:pt x="293360" y="200018"/>
                </a:cubicBezTo>
                <a:cubicBezTo>
                  <a:pt x="287026" y="200018"/>
                  <a:pt x="282192" y="198379"/>
                  <a:pt x="278858" y="195101"/>
                </a:cubicBezTo>
                <a:cubicBezTo>
                  <a:pt x="275525" y="191823"/>
                  <a:pt x="273858" y="187683"/>
                  <a:pt x="273858" y="182683"/>
                </a:cubicBezTo>
                <a:cubicBezTo>
                  <a:pt x="273858" y="178349"/>
                  <a:pt x="275636" y="170293"/>
                  <a:pt x="279192" y="158514"/>
                </a:cubicBezTo>
                <a:lnTo>
                  <a:pt x="283192" y="145013"/>
                </a:lnTo>
                <a:cubicBezTo>
                  <a:pt x="270302" y="167126"/>
                  <a:pt x="257912" y="182794"/>
                  <a:pt x="246022" y="192017"/>
                </a:cubicBezTo>
                <a:cubicBezTo>
                  <a:pt x="239133" y="197351"/>
                  <a:pt x="231799" y="200018"/>
                  <a:pt x="224020" y="200018"/>
                </a:cubicBezTo>
                <a:cubicBezTo>
                  <a:pt x="213797" y="200018"/>
                  <a:pt x="206408" y="195820"/>
                  <a:pt x="201852" y="187423"/>
                </a:cubicBezTo>
                <a:cubicBezTo>
                  <a:pt x="197296" y="179023"/>
                  <a:pt x="195018" y="169539"/>
                  <a:pt x="195018" y="158973"/>
                </a:cubicBezTo>
                <a:cubicBezTo>
                  <a:pt x="195018" y="143287"/>
                  <a:pt x="199796" y="125294"/>
                  <a:pt x="209352" y="104994"/>
                </a:cubicBezTo>
                <a:cubicBezTo>
                  <a:pt x="218909" y="84693"/>
                  <a:pt x="231465" y="68369"/>
                  <a:pt x="247022" y="56021"/>
                </a:cubicBezTo>
                <a:cubicBezTo>
                  <a:pt x="259801" y="45787"/>
                  <a:pt x="271802" y="40670"/>
                  <a:pt x="283026" y="40670"/>
                </a:cubicBezTo>
                <a:cubicBezTo>
                  <a:pt x="289248" y="40670"/>
                  <a:pt x="294249" y="42478"/>
                  <a:pt x="298027" y="46093"/>
                </a:cubicBezTo>
                <a:cubicBezTo>
                  <a:pt x="301805" y="49708"/>
                  <a:pt x="304583" y="56298"/>
                  <a:pt x="306361" y="65865"/>
                </a:cubicBezTo>
                <a:lnTo>
                  <a:pt x="312361" y="45337"/>
                </a:lnTo>
                <a:lnTo>
                  <a:pt x="351865" y="43004"/>
                </a:lnTo>
                <a:moveTo>
                  <a:pt x="298527" y="74975"/>
                </a:moveTo>
                <a:cubicBezTo>
                  <a:pt x="298527" y="65985"/>
                  <a:pt x="297138" y="59493"/>
                  <a:pt x="294360" y="55500"/>
                </a:cubicBezTo>
                <a:cubicBezTo>
                  <a:pt x="292360" y="52725"/>
                  <a:pt x="289637" y="51338"/>
                  <a:pt x="286192" y="51338"/>
                </a:cubicBezTo>
                <a:cubicBezTo>
                  <a:pt x="282748" y="51338"/>
                  <a:pt x="279192" y="53003"/>
                  <a:pt x="275525" y="56333"/>
                </a:cubicBezTo>
                <a:cubicBezTo>
                  <a:pt x="268080" y="63212"/>
                  <a:pt x="260051" y="77167"/>
                  <a:pt x="251439" y="98196"/>
                </a:cubicBezTo>
                <a:cubicBezTo>
                  <a:pt x="242827" y="119222"/>
                  <a:pt x="238522" y="137392"/>
                  <a:pt x="238522" y="152706"/>
                </a:cubicBezTo>
                <a:cubicBezTo>
                  <a:pt x="238522" y="158585"/>
                  <a:pt x="239494" y="162829"/>
                  <a:pt x="241438" y="165437"/>
                </a:cubicBezTo>
                <a:cubicBezTo>
                  <a:pt x="243383" y="168044"/>
                  <a:pt x="245522" y="169348"/>
                  <a:pt x="247856" y="169348"/>
                </a:cubicBezTo>
                <a:cubicBezTo>
                  <a:pt x="252856" y="169348"/>
                  <a:pt x="257912" y="166463"/>
                  <a:pt x="263024" y="160691"/>
                </a:cubicBezTo>
                <a:cubicBezTo>
                  <a:pt x="270358" y="152482"/>
                  <a:pt x="276969" y="142442"/>
                  <a:pt x="282859" y="130569"/>
                </a:cubicBezTo>
                <a:cubicBezTo>
                  <a:pt x="293304" y="109706"/>
                  <a:pt x="298527" y="91175"/>
                  <a:pt x="298527" y="74975"/>
                </a:cubicBezTo>
                <a:close/>
                <a:moveTo>
                  <a:pt x="456874" y="0"/>
                </a:moveTo>
                <a:lnTo>
                  <a:pt x="443540" y="45337"/>
                </a:lnTo>
                <a:lnTo>
                  <a:pt x="465375" y="45337"/>
                </a:lnTo>
                <a:lnTo>
                  <a:pt x="459541" y="64672"/>
                </a:lnTo>
                <a:lnTo>
                  <a:pt x="438039" y="64672"/>
                </a:lnTo>
                <a:lnTo>
                  <a:pt x="410203" y="161327"/>
                </a:lnTo>
                <a:cubicBezTo>
                  <a:pt x="408425" y="167327"/>
                  <a:pt x="407536" y="171883"/>
                  <a:pt x="407536" y="174995"/>
                </a:cubicBezTo>
                <a:cubicBezTo>
                  <a:pt x="407536" y="176446"/>
                  <a:pt x="408036" y="177702"/>
                  <a:pt x="409037" y="178761"/>
                </a:cubicBezTo>
                <a:cubicBezTo>
                  <a:pt x="410037" y="179820"/>
                  <a:pt x="411148" y="180349"/>
                  <a:pt x="412370" y="180349"/>
                </a:cubicBezTo>
                <a:cubicBezTo>
                  <a:pt x="414259" y="180349"/>
                  <a:pt x="416204" y="179572"/>
                  <a:pt x="418204" y="178016"/>
                </a:cubicBezTo>
                <a:cubicBezTo>
                  <a:pt x="423316" y="174127"/>
                  <a:pt x="429261" y="167348"/>
                  <a:pt x="436039" y="157681"/>
                </a:cubicBezTo>
                <a:lnTo>
                  <a:pt x="441873" y="161348"/>
                </a:lnTo>
                <a:cubicBezTo>
                  <a:pt x="434205" y="174682"/>
                  <a:pt x="425760" y="184461"/>
                  <a:pt x="416537" y="190684"/>
                </a:cubicBezTo>
                <a:cubicBezTo>
                  <a:pt x="407314" y="196906"/>
                  <a:pt x="398258" y="200018"/>
                  <a:pt x="389368" y="200018"/>
                </a:cubicBezTo>
                <a:cubicBezTo>
                  <a:pt x="381812" y="200018"/>
                  <a:pt x="375950" y="198101"/>
                  <a:pt x="371783" y="194267"/>
                </a:cubicBezTo>
                <a:cubicBezTo>
                  <a:pt x="367616" y="190434"/>
                  <a:pt x="365533" y="185572"/>
                  <a:pt x="365533" y="179683"/>
                </a:cubicBezTo>
                <a:cubicBezTo>
                  <a:pt x="365533" y="173238"/>
                  <a:pt x="366977" y="164959"/>
                  <a:pt x="369866" y="154847"/>
                </a:cubicBezTo>
                <a:lnTo>
                  <a:pt x="396202" y="64672"/>
                </a:lnTo>
                <a:lnTo>
                  <a:pt x="373533" y="64672"/>
                </a:lnTo>
                <a:lnTo>
                  <a:pt x="376867" y="52307"/>
                </a:lnTo>
                <a:cubicBezTo>
                  <a:pt x="391090" y="47070"/>
                  <a:pt x="403092" y="40943"/>
                  <a:pt x="412870" y="33925"/>
                </a:cubicBezTo>
                <a:cubicBezTo>
                  <a:pt x="422649" y="26907"/>
                  <a:pt x="434428" y="15599"/>
                  <a:pt x="448207" y="0"/>
                </a:cubicBezTo>
                <a:lnTo>
                  <a:pt x="456874" y="0"/>
                </a:lnTo>
                <a:close/>
                <a:moveTo>
                  <a:pt x="565084" y="40670"/>
                </a:moveTo>
                <a:cubicBezTo>
                  <a:pt x="573862" y="40670"/>
                  <a:pt x="582113" y="42700"/>
                  <a:pt x="589836" y="46759"/>
                </a:cubicBezTo>
                <a:cubicBezTo>
                  <a:pt x="597559" y="50819"/>
                  <a:pt x="603393" y="56465"/>
                  <a:pt x="607338" y="63698"/>
                </a:cubicBezTo>
                <a:cubicBezTo>
                  <a:pt x="611282" y="70928"/>
                  <a:pt x="613255" y="78936"/>
                  <a:pt x="613255" y="87721"/>
                </a:cubicBezTo>
                <a:cubicBezTo>
                  <a:pt x="613255" y="105744"/>
                  <a:pt x="608227" y="123766"/>
                  <a:pt x="598170" y="141789"/>
                </a:cubicBezTo>
                <a:cubicBezTo>
                  <a:pt x="588114" y="159808"/>
                  <a:pt x="574863" y="174017"/>
                  <a:pt x="558417" y="184417"/>
                </a:cubicBezTo>
                <a:cubicBezTo>
                  <a:pt x="541971" y="194818"/>
                  <a:pt x="525414" y="200018"/>
                  <a:pt x="508746" y="200018"/>
                </a:cubicBezTo>
                <a:cubicBezTo>
                  <a:pt x="493633" y="200018"/>
                  <a:pt x="481938" y="195514"/>
                  <a:pt x="473659" y="186506"/>
                </a:cubicBezTo>
                <a:cubicBezTo>
                  <a:pt x="465381" y="177495"/>
                  <a:pt x="461241" y="166482"/>
                  <a:pt x="461241" y="153467"/>
                </a:cubicBezTo>
                <a:cubicBezTo>
                  <a:pt x="461241" y="138004"/>
                  <a:pt x="464325" y="123514"/>
                  <a:pt x="470492" y="109999"/>
                </a:cubicBezTo>
                <a:cubicBezTo>
                  <a:pt x="476659" y="96484"/>
                  <a:pt x="484493" y="84693"/>
                  <a:pt x="493994" y="74626"/>
                </a:cubicBezTo>
                <a:cubicBezTo>
                  <a:pt x="503495" y="64560"/>
                  <a:pt x="514413" y="56383"/>
                  <a:pt x="526747" y="50098"/>
                </a:cubicBezTo>
                <a:cubicBezTo>
                  <a:pt x="539082" y="43813"/>
                  <a:pt x="551861" y="40670"/>
                  <a:pt x="565084" y="40670"/>
                </a:cubicBezTo>
                <a:moveTo>
                  <a:pt x="558250" y="49671"/>
                </a:moveTo>
                <a:cubicBezTo>
                  <a:pt x="552361" y="49671"/>
                  <a:pt x="547471" y="51392"/>
                  <a:pt x="543582" y="54833"/>
                </a:cubicBezTo>
                <a:cubicBezTo>
                  <a:pt x="535804" y="61823"/>
                  <a:pt x="527025" y="78167"/>
                  <a:pt x="517246" y="103863"/>
                </a:cubicBezTo>
                <a:cubicBezTo>
                  <a:pt x="507468" y="129557"/>
                  <a:pt x="502578" y="152725"/>
                  <a:pt x="502578" y="173370"/>
                </a:cubicBezTo>
                <a:cubicBezTo>
                  <a:pt x="502578" y="178474"/>
                  <a:pt x="504134" y="182692"/>
                  <a:pt x="507245" y="186022"/>
                </a:cubicBezTo>
                <a:cubicBezTo>
                  <a:pt x="510357" y="189352"/>
                  <a:pt x="514024" y="191017"/>
                  <a:pt x="518246" y="191017"/>
                </a:cubicBezTo>
                <a:cubicBezTo>
                  <a:pt x="522580" y="191017"/>
                  <a:pt x="526414" y="189685"/>
                  <a:pt x="529747" y="187022"/>
                </a:cubicBezTo>
                <a:cubicBezTo>
                  <a:pt x="534637" y="183025"/>
                  <a:pt x="540637" y="174062"/>
                  <a:pt x="547749" y="160134"/>
                </a:cubicBezTo>
                <a:cubicBezTo>
                  <a:pt x="554861" y="146206"/>
                  <a:pt x="560695" y="130835"/>
                  <a:pt x="565251" y="114021"/>
                </a:cubicBezTo>
                <a:cubicBezTo>
                  <a:pt x="569807" y="97203"/>
                  <a:pt x="572085" y="81802"/>
                  <a:pt x="572085" y="67819"/>
                </a:cubicBezTo>
                <a:cubicBezTo>
                  <a:pt x="572085" y="62047"/>
                  <a:pt x="570696" y="57580"/>
                  <a:pt x="567918" y="54416"/>
                </a:cubicBezTo>
                <a:cubicBezTo>
                  <a:pt x="565139" y="51253"/>
                  <a:pt x="561917" y="49671"/>
                  <a:pt x="558250" y="49671"/>
                </a:cubicBezTo>
                <a:close/>
                <a:moveTo>
                  <a:pt x="704429" y="40670"/>
                </a:moveTo>
                <a:lnTo>
                  <a:pt x="679260" y="134444"/>
                </a:lnTo>
                <a:cubicBezTo>
                  <a:pt x="699929" y="88725"/>
                  <a:pt x="715486" y="60582"/>
                  <a:pt x="725931" y="50015"/>
                </a:cubicBezTo>
                <a:cubicBezTo>
                  <a:pt x="732043" y="43785"/>
                  <a:pt x="738488" y="40670"/>
                  <a:pt x="745266" y="40670"/>
                </a:cubicBezTo>
                <a:cubicBezTo>
                  <a:pt x="749933" y="40670"/>
                  <a:pt x="753712" y="42365"/>
                  <a:pt x="756601" y="45754"/>
                </a:cubicBezTo>
                <a:cubicBezTo>
                  <a:pt x="759490" y="49143"/>
                  <a:pt x="760934" y="53949"/>
                  <a:pt x="760934" y="60172"/>
                </a:cubicBezTo>
                <a:cubicBezTo>
                  <a:pt x="760934" y="70951"/>
                  <a:pt x="758323" y="80007"/>
                  <a:pt x="753100" y="87341"/>
                </a:cubicBezTo>
                <a:cubicBezTo>
                  <a:pt x="749767" y="92008"/>
                  <a:pt x="746044" y="94342"/>
                  <a:pt x="741933" y="94342"/>
                </a:cubicBezTo>
                <a:cubicBezTo>
                  <a:pt x="737488" y="94342"/>
                  <a:pt x="734154" y="92310"/>
                  <a:pt x="731932" y="88247"/>
                </a:cubicBezTo>
                <a:cubicBezTo>
                  <a:pt x="729709" y="84181"/>
                  <a:pt x="728154" y="81792"/>
                  <a:pt x="727265" y="81080"/>
                </a:cubicBezTo>
                <a:cubicBezTo>
                  <a:pt x="726376" y="80365"/>
                  <a:pt x="725431" y="80007"/>
                  <a:pt x="724431" y="80007"/>
                </a:cubicBezTo>
                <a:cubicBezTo>
                  <a:pt x="723320" y="80007"/>
                  <a:pt x="722153" y="80340"/>
                  <a:pt x="720931" y="81007"/>
                </a:cubicBezTo>
                <a:cubicBezTo>
                  <a:pt x="718486" y="82341"/>
                  <a:pt x="715291" y="85591"/>
                  <a:pt x="711347" y="90758"/>
                </a:cubicBezTo>
                <a:cubicBezTo>
                  <a:pt x="707402" y="95922"/>
                  <a:pt x="702540" y="104560"/>
                  <a:pt x="696762" y="116672"/>
                </a:cubicBezTo>
                <a:cubicBezTo>
                  <a:pt x="690984" y="128781"/>
                  <a:pt x="686483" y="139030"/>
                  <a:pt x="683261" y="147419"/>
                </a:cubicBezTo>
                <a:cubicBezTo>
                  <a:pt x="680038" y="155806"/>
                  <a:pt x="675538" y="171783"/>
                  <a:pt x="669760" y="195351"/>
                </a:cubicBezTo>
                <a:lnTo>
                  <a:pt x="629423" y="195351"/>
                </a:lnTo>
                <a:lnTo>
                  <a:pt x="656925" y="84841"/>
                </a:lnTo>
                <a:cubicBezTo>
                  <a:pt x="658925" y="76618"/>
                  <a:pt x="659925" y="71173"/>
                  <a:pt x="659925" y="68506"/>
                </a:cubicBezTo>
                <a:cubicBezTo>
                  <a:pt x="659925" y="65506"/>
                  <a:pt x="659398" y="63172"/>
                  <a:pt x="658342" y="61505"/>
                </a:cubicBezTo>
                <a:cubicBezTo>
                  <a:pt x="657286" y="59839"/>
                  <a:pt x="655842" y="58616"/>
                  <a:pt x="654008" y="57838"/>
                </a:cubicBezTo>
                <a:cubicBezTo>
                  <a:pt x="652175" y="57061"/>
                  <a:pt x="648369" y="56672"/>
                  <a:pt x="642591" y="56672"/>
                </a:cubicBezTo>
                <a:lnTo>
                  <a:pt x="644091" y="51671"/>
                </a:lnTo>
                <a:lnTo>
                  <a:pt x="694429" y="40670"/>
                </a:lnTo>
                <a:lnTo>
                  <a:pt x="704429" y="40670"/>
                </a:lnTo>
                <a:close/>
              </a:path>
            </a:pathLst>
          </a:custGeom>
          <a:solidFill xmlns:a="http://schemas.openxmlformats.org/drawingml/2006/main">
            <a:srgbClr val="5345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800DD-067B-4C41-967D-3BE1BE0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154" y="1328236"/>
            <a:ext cx="401102" cy="401102"/>
          </a:xfrm>
          <a:custGeom xmlns:a="http://schemas.openxmlformats.org/drawingml/2006/main">
            <a:pathLst>
              <a:path w="401102" h="401102">
                <a:moveTo>
                  <a:pt x="0" y="200551"/>
                </a:moveTo>
                <a:lnTo>
                  <a:pt x="100276" y="200551"/>
                </a:lnTo>
                <a:lnTo>
                  <a:pt x="100276" y="0"/>
                </a:lnTo>
                <a:lnTo>
                  <a:pt x="300827" y="0"/>
                </a:lnTo>
                <a:lnTo>
                  <a:pt x="300827" y="200551"/>
                </a:lnTo>
                <a:lnTo>
                  <a:pt x="401102" y="200551"/>
                </a:lnTo>
                <a:lnTo>
                  <a:pt x="200551" y="401102"/>
                </a:lnTo>
                <a:lnTo>
                  <a:pt x="0" y="200551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8701-446A-4053-8FCB-96F18B2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453" y="688179"/>
            <a:ext cx="1083830" cy="409637"/>
          </a:xfrm>
          <a:custGeom xmlns:a="http://schemas.openxmlformats.org/drawingml/2006/main">
            <a:pathLst>
              <a:path w="1083830" h="409637">
                <a:moveTo>
                  <a:pt x="879012" y="409637"/>
                </a:moveTo>
                <a:lnTo>
                  <a:pt x="879012" y="307227"/>
                </a:lnTo>
                <a:lnTo>
                  <a:pt x="0" y="307227"/>
                </a:lnTo>
                <a:lnTo>
                  <a:pt x="0" y="102409"/>
                </a:lnTo>
                <a:lnTo>
                  <a:pt x="879012" y="102409"/>
                </a:lnTo>
                <a:lnTo>
                  <a:pt x="879012" y="0"/>
                </a:lnTo>
                <a:lnTo>
                  <a:pt x="1083830" y="204818"/>
                </a:lnTo>
                <a:lnTo>
                  <a:pt x="879012" y="409637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fc2d7b9244400"/>
          <a:stretch xmlns:a="http://schemas.openxmlformats.org/drawingml/2006/main"/>
        </p:blipFill>
        <p:spPr>
          <a:xfrm xmlns:a="http://schemas.openxmlformats.org/drawingml/2006/main">
            <a:off x="475892" y="4358799"/>
            <a:ext cx="3336831" cy="1107514"/>
          </a:xfrm>
          <a:prstGeom xmlns:a="http://schemas.openxmlformats.org/drawingml/2006/main" prst="rect">
            <a:avLst/>
          </a:prstGeom>
        </p:spPr>
      </p:pic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68DA9-5E97-47BC-A473-49683A4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63" y="4400515"/>
            <a:ext cx="3191752" cy="964353"/>
          </a:xfrm>
          <a:custGeom xmlns:a="http://schemas.openxmlformats.org/drawingml/2006/main">
            <a:pathLst>
              <a:path w="3191752" h="964353">
                <a:moveTo>
                  <a:pt x="0" y="160725"/>
                </a:moveTo>
                <a:cubicBezTo>
                  <a:pt x="0" y="71957"/>
                  <a:pt x="71957" y="0"/>
                  <a:pt x="160725" y="0"/>
                </a:cubicBezTo>
                <a:lnTo>
                  <a:pt x="3031026" y="0"/>
                </a:lnTo>
                <a:cubicBezTo>
                  <a:pt x="3119795" y="0"/>
                  <a:pt x="3191752" y="71957"/>
                  <a:pt x="3191752" y="160725"/>
                </a:cubicBezTo>
                <a:lnTo>
                  <a:pt x="3191752" y="803613"/>
                </a:lnTo>
                <a:cubicBezTo>
                  <a:pt x="3191752" y="892382"/>
                  <a:pt x="3119795" y="964353"/>
                  <a:pt x="3031026" y="964353"/>
                </a:cubicBezTo>
                <a:lnTo>
                  <a:pt x="160725" y="964353"/>
                </a:lnTo>
                <a:cubicBezTo>
                  <a:pt x="71957" y="964353"/>
                  <a:pt x="0" y="892382"/>
                  <a:pt x="0" y="803613"/>
                </a:cubicBezTo>
                <a:lnTo>
                  <a:pt x="0" y="160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A3061-1F11-4604-9F66-7F8B609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63" y="4400515"/>
            <a:ext cx="3191752" cy="964353"/>
          </a:xfrm>
          <a:custGeom xmlns:a="http://schemas.openxmlformats.org/drawingml/2006/main">
            <a:pathLst>
              <a:path w="3191752" h="964353" fill="none">
                <a:moveTo>
                  <a:pt x="0" y="160725"/>
                </a:moveTo>
                <a:cubicBezTo>
                  <a:pt x="0" y="71957"/>
                  <a:pt x="71957" y="0"/>
                  <a:pt x="160725" y="0"/>
                </a:cubicBezTo>
                <a:lnTo>
                  <a:pt x="3031026" y="0"/>
                </a:lnTo>
                <a:cubicBezTo>
                  <a:pt x="3119795" y="0"/>
                  <a:pt x="3191752" y="71957"/>
                  <a:pt x="3191752" y="160725"/>
                </a:cubicBezTo>
                <a:lnTo>
                  <a:pt x="3191752" y="803613"/>
                </a:lnTo>
                <a:cubicBezTo>
                  <a:pt x="3191752" y="892382"/>
                  <a:pt x="3119795" y="964353"/>
                  <a:pt x="3031026" y="964353"/>
                </a:cubicBezTo>
                <a:lnTo>
                  <a:pt x="160725" y="964353"/>
                </a:lnTo>
                <a:cubicBezTo>
                  <a:pt x="71957" y="964353"/>
                  <a:pt x="0" y="892382"/>
                  <a:pt x="0" y="803613"/>
                </a:cubicBezTo>
                <a:lnTo>
                  <a:pt x="0" y="160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A6A6A6"/>
            </a:solidFill>
            <a:custDash>
              <a:ds d="400000" sp="300000"/>
              <a:ds d="100000" sp="300000"/>
            </a:custDash>
            <a:miter/>
          </a:ln>
        </p:spPr>
      </p:sp>
      <p:pic>
        <p:nvPicPr>
          <p:cNvPr id="4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310e9bde04194"/>
          <a:stretch xmlns:a="http://schemas.openxmlformats.org/drawingml/2006/main"/>
        </p:blipFill>
        <p:spPr>
          <a:xfrm xmlns:a="http://schemas.openxmlformats.org/drawingml/2006/main">
            <a:off x="698490" y="4750409"/>
            <a:ext cx="561827" cy="512045"/>
          </a:xfrm>
          <a:prstGeom xmlns:a="http://schemas.openxmlformats.org/drawingml/2006/main" prst="rect">
            <a:avLst/>
          </a:prstGeom>
        </p:spPr>
      </p:pic>
      <p:pic>
        <p:nvPicPr>
          <p:cNvPr id="4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3e20a30974abe"/>
          <a:stretch xmlns:a="http://schemas.openxmlformats.org/drawingml/2006/main"/>
        </p:blipFill>
        <p:spPr>
          <a:xfrm xmlns:a="http://schemas.openxmlformats.org/drawingml/2006/main">
            <a:off x="1304411" y="4750409"/>
            <a:ext cx="561827" cy="512045"/>
          </a:xfrm>
          <a:prstGeom xmlns:a="http://schemas.openxmlformats.org/drawingml/2006/main" prst="rect">
            <a:avLst/>
          </a:prstGeom>
        </p:spPr>
      </p:pic>
      <p:pic>
        <p:nvPicPr>
          <p:cNvPr id="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579bb5b434815"/>
          <a:stretch xmlns:a="http://schemas.openxmlformats.org/drawingml/2006/main"/>
        </p:blipFill>
        <p:spPr>
          <a:xfrm xmlns:a="http://schemas.openxmlformats.org/drawingml/2006/main">
            <a:off x="1910331" y="4750409"/>
            <a:ext cx="561827" cy="512045"/>
          </a:xfrm>
          <a:prstGeom xmlns:a="http://schemas.openxmlformats.org/drawingml/2006/main" prst="rect">
            <a:avLst/>
          </a:prstGeom>
        </p:spPr>
      </p:pic>
      <p:pic>
        <p:nvPicPr>
          <p:cNvPr id="4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df1b2a54c48be"/>
          <a:stretch xmlns:a="http://schemas.openxmlformats.org/drawingml/2006/main"/>
        </p:blipFill>
        <p:spPr>
          <a:xfrm xmlns:a="http://schemas.openxmlformats.org/drawingml/2006/main">
            <a:off x="2960025" y="4750409"/>
            <a:ext cx="561827" cy="512045"/>
          </a:xfrm>
          <a:prstGeom xmlns:a="http://schemas.openxmlformats.org/drawingml/2006/main" prst="rect">
            <a:avLst/>
          </a:prstGeom>
        </p:spPr>
      </p:pic>
      <p:sp>
        <p:nvSpPr>
          <p:cNvPr id="216" name="Text ···">
            <a:extLst xmlns:a="http://schemas.openxmlformats.org/drawingml/2006/main">
              <a:ext uri="{FF2B5EF4-FFF2-40B4-BE49-F238E27FC236}">
                <a16:creationId xmlns:a16="http://schemas.microsoft.com/office/drawing/2014/main" id="{A7A95E0F-C910-4D2C-9AA3-BF6C645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12" y="4960172"/>
            <a:ext cx="183163" cy="29703"/>
          </a:xfrm>
          <a:custGeom xmlns:a="http://schemas.openxmlformats.org/drawingml/2006/main">
            <a:pathLst>
              <a:path w="183163" h="29703">
                <a:moveTo>
                  <a:pt x="14851" y="0"/>
                </a:moveTo>
                <a:cubicBezTo>
                  <a:pt x="18977" y="0"/>
                  <a:pt x="22483" y="1450"/>
                  <a:pt x="25371" y="4349"/>
                </a:cubicBezTo>
                <a:cubicBezTo>
                  <a:pt x="28259" y="7246"/>
                  <a:pt x="29703" y="10728"/>
                  <a:pt x="29703" y="14795"/>
                </a:cubicBezTo>
                <a:cubicBezTo>
                  <a:pt x="29703" y="18937"/>
                  <a:pt x="28240" y="22457"/>
                  <a:pt x="25315" y="25357"/>
                </a:cubicBezTo>
                <a:cubicBezTo>
                  <a:pt x="22389" y="28254"/>
                  <a:pt x="18902" y="29703"/>
                  <a:pt x="14851" y="29703"/>
                </a:cubicBezTo>
                <a:cubicBezTo>
                  <a:pt x="10726" y="29703"/>
                  <a:pt x="7219" y="28254"/>
                  <a:pt x="4332" y="25357"/>
                </a:cubicBezTo>
                <a:cubicBezTo>
                  <a:pt x="1444" y="22457"/>
                  <a:pt x="0" y="18937"/>
                  <a:pt x="0" y="14795"/>
                </a:cubicBezTo>
                <a:cubicBezTo>
                  <a:pt x="0" y="10728"/>
                  <a:pt x="1444" y="7246"/>
                  <a:pt x="4332" y="4349"/>
                </a:cubicBezTo>
                <a:cubicBezTo>
                  <a:pt x="7219" y="1450"/>
                  <a:pt x="10726" y="0"/>
                  <a:pt x="14851" y="0"/>
                </a:cubicBezTo>
                <a:close/>
                <a:moveTo>
                  <a:pt x="91581" y="0"/>
                </a:moveTo>
                <a:cubicBezTo>
                  <a:pt x="95707" y="0"/>
                  <a:pt x="99213" y="1450"/>
                  <a:pt x="102101" y="4349"/>
                </a:cubicBezTo>
                <a:cubicBezTo>
                  <a:pt x="104989" y="7246"/>
                  <a:pt x="106433" y="10728"/>
                  <a:pt x="106433" y="14795"/>
                </a:cubicBezTo>
                <a:cubicBezTo>
                  <a:pt x="106433" y="18937"/>
                  <a:pt x="104970" y="22457"/>
                  <a:pt x="102045" y="25357"/>
                </a:cubicBezTo>
                <a:cubicBezTo>
                  <a:pt x="99119" y="28254"/>
                  <a:pt x="95632" y="29703"/>
                  <a:pt x="91581" y="29703"/>
                </a:cubicBezTo>
                <a:cubicBezTo>
                  <a:pt x="87456" y="29703"/>
                  <a:pt x="83949" y="28254"/>
                  <a:pt x="81062" y="25357"/>
                </a:cubicBezTo>
                <a:cubicBezTo>
                  <a:pt x="78174" y="22457"/>
                  <a:pt x="76730" y="18937"/>
                  <a:pt x="76730" y="14795"/>
                </a:cubicBezTo>
                <a:cubicBezTo>
                  <a:pt x="76730" y="10728"/>
                  <a:pt x="78174" y="7246"/>
                  <a:pt x="81062" y="4349"/>
                </a:cubicBezTo>
                <a:cubicBezTo>
                  <a:pt x="83949" y="1450"/>
                  <a:pt x="87456" y="0"/>
                  <a:pt x="91581" y="0"/>
                </a:cubicBezTo>
                <a:close/>
                <a:moveTo>
                  <a:pt x="168311" y="0"/>
                </a:moveTo>
                <a:cubicBezTo>
                  <a:pt x="172437" y="0"/>
                  <a:pt x="175943" y="1450"/>
                  <a:pt x="178831" y="4349"/>
                </a:cubicBezTo>
                <a:cubicBezTo>
                  <a:pt x="181719" y="7246"/>
                  <a:pt x="183163" y="10728"/>
                  <a:pt x="183163" y="14795"/>
                </a:cubicBezTo>
                <a:cubicBezTo>
                  <a:pt x="183163" y="18937"/>
                  <a:pt x="181700" y="22457"/>
                  <a:pt x="178775" y="25357"/>
                </a:cubicBezTo>
                <a:cubicBezTo>
                  <a:pt x="175850" y="28254"/>
                  <a:pt x="172362" y="29703"/>
                  <a:pt x="168311" y="29703"/>
                </a:cubicBezTo>
                <a:cubicBezTo>
                  <a:pt x="164186" y="29703"/>
                  <a:pt x="160679" y="28254"/>
                  <a:pt x="157792" y="25357"/>
                </a:cubicBezTo>
                <a:cubicBezTo>
                  <a:pt x="154904" y="22457"/>
                  <a:pt x="153460" y="18937"/>
                  <a:pt x="153460" y="14795"/>
                </a:cubicBezTo>
                <a:cubicBezTo>
                  <a:pt x="153460" y="10728"/>
                  <a:pt x="154904" y="7246"/>
                  <a:pt x="157792" y="4349"/>
                </a:cubicBezTo>
                <a:cubicBezTo>
                  <a:pt x="160679" y="1450"/>
                  <a:pt x="164186" y="0"/>
                  <a:pt x="16831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Diverseplans">
            <a:extLst xmlns:a="http://schemas.openxmlformats.org/drawingml/2006/main">
              <a:ext uri="{FF2B5EF4-FFF2-40B4-BE49-F238E27FC236}">
                <a16:creationId xmlns:a16="http://schemas.microsoft.com/office/drawing/2014/main" id="{91331F4D-D97E-4D58-B8B9-8BFA9FDD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02" y="4523471"/>
            <a:ext cx="1155712" cy="193767"/>
          </a:xfrm>
          <a:custGeom xmlns:a="http://schemas.openxmlformats.org/drawingml/2006/main">
            <a:pathLst>
              <a:path w="1155712" h="193767">
                <a:moveTo>
                  <a:pt x="0" y="148138"/>
                </a:moveTo>
                <a:lnTo>
                  <a:pt x="0" y="144284"/>
                </a:lnTo>
                <a:lnTo>
                  <a:pt x="5313" y="144284"/>
                </a:lnTo>
                <a:cubicBezTo>
                  <a:pt x="11286" y="144284"/>
                  <a:pt x="15522" y="142374"/>
                  <a:pt x="18022" y="138554"/>
                </a:cubicBezTo>
                <a:cubicBezTo>
                  <a:pt x="19550" y="136262"/>
                  <a:pt x="20314" y="131123"/>
                  <a:pt x="20314" y="123136"/>
                </a:cubicBezTo>
                <a:lnTo>
                  <a:pt x="20314" y="31878"/>
                </a:lnTo>
                <a:cubicBezTo>
                  <a:pt x="20314" y="23058"/>
                  <a:pt x="19342" y="17536"/>
                  <a:pt x="17397" y="15314"/>
                </a:cubicBezTo>
                <a:cubicBezTo>
                  <a:pt x="14689" y="12258"/>
                  <a:pt x="10661" y="10730"/>
                  <a:pt x="5313" y="10730"/>
                </a:cubicBezTo>
                <a:lnTo>
                  <a:pt x="0" y="10730"/>
                </a:lnTo>
                <a:lnTo>
                  <a:pt x="0" y="6876"/>
                </a:lnTo>
                <a:lnTo>
                  <a:pt x="57505" y="6876"/>
                </a:lnTo>
                <a:cubicBezTo>
                  <a:pt x="78618" y="6876"/>
                  <a:pt x="94679" y="9272"/>
                  <a:pt x="105687" y="14064"/>
                </a:cubicBezTo>
                <a:cubicBezTo>
                  <a:pt x="116694" y="18856"/>
                  <a:pt x="125549" y="26843"/>
                  <a:pt x="132251" y="38024"/>
                </a:cubicBezTo>
                <a:cubicBezTo>
                  <a:pt x="138953" y="49206"/>
                  <a:pt x="142304" y="62124"/>
                  <a:pt x="142304" y="76778"/>
                </a:cubicBezTo>
                <a:cubicBezTo>
                  <a:pt x="142304" y="96432"/>
                  <a:pt x="136332" y="112857"/>
                  <a:pt x="124386" y="126053"/>
                </a:cubicBezTo>
                <a:cubicBezTo>
                  <a:pt x="110982" y="140776"/>
                  <a:pt x="90564" y="148138"/>
                  <a:pt x="63131" y="148138"/>
                </a:cubicBezTo>
                <a:lnTo>
                  <a:pt x="0" y="148138"/>
                </a:lnTo>
                <a:moveTo>
                  <a:pt x="40316" y="138033"/>
                </a:moveTo>
                <a:cubicBezTo>
                  <a:pt x="49136" y="139908"/>
                  <a:pt x="56533" y="140846"/>
                  <a:pt x="62506" y="140846"/>
                </a:cubicBezTo>
                <a:cubicBezTo>
                  <a:pt x="78618" y="140846"/>
                  <a:pt x="91987" y="135186"/>
                  <a:pt x="102613" y="123865"/>
                </a:cubicBezTo>
                <a:cubicBezTo>
                  <a:pt x="113239" y="112545"/>
                  <a:pt x="118552" y="97196"/>
                  <a:pt x="118552" y="77819"/>
                </a:cubicBezTo>
                <a:cubicBezTo>
                  <a:pt x="118552" y="58304"/>
                  <a:pt x="113239" y="42921"/>
                  <a:pt x="102613" y="31669"/>
                </a:cubicBezTo>
                <a:cubicBezTo>
                  <a:pt x="91987" y="20418"/>
                  <a:pt x="78340" y="14793"/>
                  <a:pt x="61672" y="14793"/>
                </a:cubicBezTo>
                <a:cubicBezTo>
                  <a:pt x="55422" y="14793"/>
                  <a:pt x="48303" y="15800"/>
                  <a:pt x="40316" y="17814"/>
                </a:cubicBezTo>
                <a:lnTo>
                  <a:pt x="40316" y="138033"/>
                </a:lnTo>
                <a:close/>
                <a:moveTo>
                  <a:pt x="180908" y="0"/>
                </a:moveTo>
                <a:cubicBezTo>
                  <a:pt x="183825" y="0"/>
                  <a:pt x="186307" y="1030"/>
                  <a:pt x="188356" y="3089"/>
                </a:cubicBezTo>
                <a:cubicBezTo>
                  <a:pt x="190405" y="5147"/>
                  <a:pt x="191429" y="7642"/>
                  <a:pt x="191429" y="10574"/>
                </a:cubicBezTo>
                <a:cubicBezTo>
                  <a:pt x="191429" y="13506"/>
                  <a:pt x="190405" y="16019"/>
                  <a:pt x="188356" y="18114"/>
                </a:cubicBezTo>
                <a:cubicBezTo>
                  <a:pt x="186307" y="20206"/>
                  <a:pt x="183825" y="21252"/>
                  <a:pt x="180908" y="21252"/>
                </a:cubicBezTo>
                <a:cubicBezTo>
                  <a:pt x="177991" y="21252"/>
                  <a:pt x="175490" y="20206"/>
                  <a:pt x="173407" y="18114"/>
                </a:cubicBezTo>
                <a:cubicBezTo>
                  <a:pt x="171323" y="16019"/>
                  <a:pt x="170282" y="13506"/>
                  <a:pt x="170282" y="10574"/>
                </a:cubicBezTo>
                <a:cubicBezTo>
                  <a:pt x="170282" y="7642"/>
                  <a:pt x="171306" y="5147"/>
                  <a:pt x="173355" y="3089"/>
                </a:cubicBezTo>
                <a:cubicBezTo>
                  <a:pt x="175404" y="1030"/>
                  <a:pt x="177921" y="0"/>
                  <a:pt x="180908" y="0"/>
                </a:cubicBezTo>
                <a:moveTo>
                  <a:pt x="189554" y="50004"/>
                </a:moveTo>
                <a:lnTo>
                  <a:pt x="189554" y="126509"/>
                </a:lnTo>
                <a:cubicBezTo>
                  <a:pt x="189554" y="132468"/>
                  <a:pt x="189988" y="136436"/>
                  <a:pt x="190856" y="138411"/>
                </a:cubicBezTo>
                <a:cubicBezTo>
                  <a:pt x="191725" y="140386"/>
                  <a:pt x="193009" y="141858"/>
                  <a:pt x="194711" y="142829"/>
                </a:cubicBezTo>
                <a:cubicBezTo>
                  <a:pt x="196412" y="143799"/>
                  <a:pt x="199520" y="144284"/>
                  <a:pt x="204035" y="144284"/>
                </a:cubicBezTo>
                <a:lnTo>
                  <a:pt x="204035" y="148138"/>
                </a:lnTo>
                <a:lnTo>
                  <a:pt x="157676" y="148138"/>
                </a:lnTo>
                <a:lnTo>
                  <a:pt x="157676" y="144284"/>
                </a:lnTo>
                <a:cubicBezTo>
                  <a:pt x="162330" y="144284"/>
                  <a:pt x="165455" y="143833"/>
                  <a:pt x="167052" y="142933"/>
                </a:cubicBezTo>
                <a:cubicBezTo>
                  <a:pt x="168650" y="142032"/>
                  <a:pt x="169917" y="140542"/>
                  <a:pt x="170855" y="138463"/>
                </a:cubicBezTo>
                <a:cubicBezTo>
                  <a:pt x="171792" y="136384"/>
                  <a:pt x="172261" y="132399"/>
                  <a:pt x="172261" y="126509"/>
                </a:cubicBezTo>
                <a:lnTo>
                  <a:pt x="172261" y="89816"/>
                </a:lnTo>
                <a:cubicBezTo>
                  <a:pt x="172261" y="79490"/>
                  <a:pt x="171948" y="72803"/>
                  <a:pt x="171323" y="69756"/>
                </a:cubicBezTo>
                <a:cubicBezTo>
                  <a:pt x="170837" y="67537"/>
                  <a:pt x="170073" y="65995"/>
                  <a:pt x="169032" y="65130"/>
                </a:cubicBezTo>
                <a:cubicBezTo>
                  <a:pt x="167990" y="64264"/>
                  <a:pt x="166566" y="63831"/>
                  <a:pt x="164760" y="63831"/>
                </a:cubicBezTo>
                <a:cubicBezTo>
                  <a:pt x="162816" y="63831"/>
                  <a:pt x="160454" y="64350"/>
                  <a:pt x="157676" y="65390"/>
                </a:cubicBezTo>
                <a:lnTo>
                  <a:pt x="156218" y="61646"/>
                </a:lnTo>
                <a:lnTo>
                  <a:pt x="184970" y="50004"/>
                </a:lnTo>
                <a:lnTo>
                  <a:pt x="189554" y="50004"/>
                </a:lnTo>
                <a:close/>
                <a:moveTo>
                  <a:pt x="202943" y="52713"/>
                </a:moveTo>
                <a:lnTo>
                  <a:pt x="247843" y="52713"/>
                </a:lnTo>
                <a:lnTo>
                  <a:pt x="247843" y="56568"/>
                </a:lnTo>
                <a:lnTo>
                  <a:pt x="244926" y="56568"/>
                </a:lnTo>
                <a:cubicBezTo>
                  <a:pt x="242217" y="56568"/>
                  <a:pt x="240151" y="57227"/>
                  <a:pt x="238727" y="58547"/>
                </a:cubicBezTo>
                <a:cubicBezTo>
                  <a:pt x="237304" y="59866"/>
                  <a:pt x="236592" y="61637"/>
                  <a:pt x="236592" y="63860"/>
                </a:cubicBezTo>
                <a:cubicBezTo>
                  <a:pt x="236592" y="66291"/>
                  <a:pt x="237321" y="69173"/>
                  <a:pt x="238780" y="72506"/>
                </a:cubicBezTo>
                <a:lnTo>
                  <a:pt x="260969" y="125220"/>
                </a:lnTo>
                <a:lnTo>
                  <a:pt x="283263" y="70527"/>
                </a:lnTo>
                <a:cubicBezTo>
                  <a:pt x="284860" y="66638"/>
                  <a:pt x="285659" y="63686"/>
                  <a:pt x="285659" y="61672"/>
                </a:cubicBezTo>
                <a:cubicBezTo>
                  <a:pt x="285659" y="60700"/>
                  <a:pt x="285381" y="59901"/>
                  <a:pt x="284825" y="59276"/>
                </a:cubicBezTo>
                <a:cubicBezTo>
                  <a:pt x="284061" y="58234"/>
                  <a:pt x="283089" y="57523"/>
                  <a:pt x="281908" y="57141"/>
                </a:cubicBezTo>
                <a:cubicBezTo>
                  <a:pt x="280728" y="56759"/>
                  <a:pt x="278332" y="56568"/>
                  <a:pt x="274720" y="56568"/>
                </a:cubicBezTo>
                <a:lnTo>
                  <a:pt x="274720" y="52713"/>
                </a:lnTo>
                <a:lnTo>
                  <a:pt x="305869" y="52713"/>
                </a:lnTo>
                <a:lnTo>
                  <a:pt x="305869" y="56568"/>
                </a:lnTo>
                <a:cubicBezTo>
                  <a:pt x="302257" y="56845"/>
                  <a:pt x="299757" y="57575"/>
                  <a:pt x="298368" y="58755"/>
                </a:cubicBezTo>
                <a:cubicBezTo>
                  <a:pt x="295937" y="60839"/>
                  <a:pt x="293750" y="64311"/>
                  <a:pt x="291805" y="69173"/>
                </a:cubicBezTo>
                <a:lnTo>
                  <a:pt x="257948" y="151055"/>
                </a:lnTo>
                <a:lnTo>
                  <a:pt x="253677" y="151055"/>
                </a:lnTo>
                <a:lnTo>
                  <a:pt x="219611" y="70527"/>
                </a:lnTo>
                <a:cubicBezTo>
                  <a:pt x="218083" y="66777"/>
                  <a:pt x="216625" y="64086"/>
                  <a:pt x="215236" y="62453"/>
                </a:cubicBezTo>
                <a:cubicBezTo>
                  <a:pt x="213847" y="60821"/>
                  <a:pt x="212076" y="59450"/>
                  <a:pt x="209923" y="58339"/>
                </a:cubicBezTo>
                <a:cubicBezTo>
                  <a:pt x="208742" y="57713"/>
                  <a:pt x="206416" y="57123"/>
                  <a:pt x="202943" y="56568"/>
                </a:cubicBezTo>
                <a:lnTo>
                  <a:pt x="202943" y="52713"/>
                </a:lnTo>
                <a:close/>
                <a:moveTo>
                  <a:pt x="326292" y="88758"/>
                </a:moveTo>
                <a:cubicBezTo>
                  <a:pt x="326223" y="102893"/>
                  <a:pt x="329660" y="113980"/>
                  <a:pt x="336605" y="122019"/>
                </a:cubicBezTo>
                <a:cubicBezTo>
                  <a:pt x="343551" y="130056"/>
                  <a:pt x="351711" y="134074"/>
                  <a:pt x="361087" y="134074"/>
                </a:cubicBezTo>
                <a:cubicBezTo>
                  <a:pt x="367337" y="134074"/>
                  <a:pt x="372772" y="132356"/>
                  <a:pt x="377390" y="128918"/>
                </a:cubicBezTo>
                <a:cubicBezTo>
                  <a:pt x="382009" y="125480"/>
                  <a:pt x="385881" y="119594"/>
                  <a:pt x="389006" y="111260"/>
                </a:cubicBezTo>
                <a:lnTo>
                  <a:pt x="392235" y="113343"/>
                </a:lnTo>
                <a:cubicBezTo>
                  <a:pt x="390777" y="122858"/>
                  <a:pt x="386540" y="131522"/>
                  <a:pt x="379526" y="139335"/>
                </a:cubicBezTo>
                <a:cubicBezTo>
                  <a:pt x="372511" y="147149"/>
                  <a:pt x="363726" y="151055"/>
                  <a:pt x="353169" y="151055"/>
                </a:cubicBezTo>
                <a:cubicBezTo>
                  <a:pt x="341710" y="151055"/>
                  <a:pt x="331900" y="146603"/>
                  <a:pt x="323740" y="137698"/>
                </a:cubicBezTo>
                <a:cubicBezTo>
                  <a:pt x="315579" y="128791"/>
                  <a:pt x="311499" y="116817"/>
                  <a:pt x="311499" y="101777"/>
                </a:cubicBezTo>
                <a:cubicBezTo>
                  <a:pt x="311499" y="85490"/>
                  <a:pt x="315683" y="72791"/>
                  <a:pt x="324052" y="63678"/>
                </a:cubicBezTo>
                <a:cubicBezTo>
                  <a:pt x="332421" y="54562"/>
                  <a:pt x="342925" y="50004"/>
                  <a:pt x="355565" y="50004"/>
                </a:cubicBezTo>
                <a:cubicBezTo>
                  <a:pt x="366261" y="50004"/>
                  <a:pt x="375046" y="53520"/>
                  <a:pt x="381922" y="60552"/>
                </a:cubicBezTo>
                <a:cubicBezTo>
                  <a:pt x="388798" y="67582"/>
                  <a:pt x="392235" y="76984"/>
                  <a:pt x="392235" y="88758"/>
                </a:cubicBezTo>
                <a:lnTo>
                  <a:pt x="326292" y="88758"/>
                </a:lnTo>
                <a:moveTo>
                  <a:pt x="326292" y="82716"/>
                </a:moveTo>
                <a:lnTo>
                  <a:pt x="370463" y="82716"/>
                </a:lnTo>
                <a:cubicBezTo>
                  <a:pt x="370115" y="76604"/>
                  <a:pt x="369386" y="72298"/>
                  <a:pt x="368275" y="69798"/>
                </a:cubicBezTo>
                <a:cubicBezTo>
                  <a:pt x="366539" y="65909"/>
                  <a:pt x="363952" y="62853"/>
                  <a:pt x="360514" y="60630"/>
                </a:cubicBezTo>
                <a:cubicBezTo>
                  <a:pt x="357076" y="58408"/>
                  <a:pt x="353482" y="57297"/>
                  <a:pt x="349732" y="57297"/>
                </a:cubicBezTo>
                <a:cubicBezTo>
                  <a:pt x="343967" y="57297"/>
                  <a:pt x="338811" y="59537"/>
                  <a:pt x="334261" y="64016"/>
                </a:cubicBezTo>
                <a:cubicBezTo>
                  <a:pt x="329712" y="68496"/>
                  <a:pt x="327056" y="74729"/>
                  <a:pt x="326292" y="82716"/>
                </a:cubicBezTo>
                <a:close/>
                <a:moveTo>
                  <a:pt x="432043" y="50004"/>
                </a:moveTo>
                <a:lnTo>
                  <a:pt x="432043" y="71465"/>
                </a:lnTo>
                <a:cubicBezTo>
                  <a:pt x="440030" y="57158"/>
                  <a:pt x="448225" y="50004"/>
                  <a:pt x="456628" y="50004"/>
                </a:cubicBezTo>
                <a:cubicBezTo>
                  <a:pt x="460448" y="50004"/>
                  <a:pt x="463608" y="51168"/>
                  <a:pt x="466108" y="53494"/>
                </a:cubicBezTo>
                <a:cubicBezTo>
                  <a:pt x="468608" y="55821"/>
                  <a:pt x="469859" y="58512"/>
                  <a:pt x="469859" y="61568"/>
                </a:cubicBezTo>
                <a:cubicBezTo>
                  <a:pt x="469859" y="64277"/>
                  <a:pt x="468956" y="66568"/>
                  <a:pt x="467150" y="68444"/>
                </a:cubicBezTo>
                <a:cubicBezTo>
                  <a:pt x="465344" y="70319"/>
                  <a:pt x="463191" y="71256"/>
                  <a:pt x="460691" y="71256"/>
                </a:cubicBezTo>
                <a:cubicBezTo>
                  <a:pt x="458260" y="71256"/>
                  <a:pt x="455534" y="70058"/>
                  <a:pt x="452513" y="67662"/>
                </a:cubicBezTo>
                <a:cubicBezTo>
                  <a:pt x="449492" y="65266"/>
                  <a:pt x="447252" y="64068"/>
                  <a:pt x="445794" y="64068"/>
                </a:cubicBezTo>
                <a:cubicBezTo>
                  <a:pt x="444544" y="64068"/>
                  <a:pt x="443190" y="64761"/>
                  <a:pt x="441731" y="66145"/>
                </a:cubicBezTo>
                <a:cubicBezTo>
                  <a:pt x="438606" y="68986"/>
                  <a:pt x="435376" y="73662"/>
                  <a:pt x="432043" y="80173"/>
                </a:cubicBezTo>
                <a:lnTo>
                  <a:pt x="432043" y="125789"/>
                </a:lnTo>
                <a:cubicBezTo>
                  <a:pt x="432043" y="131052"/>
                  <a:pt x="432702" y="135035"/>
                  <a:pt x="434022" y="137737"/>
                </a:cubicBezTo>
                <a:cubicBezTo>
                  <a:pt x="434925" y="139608"/>
                  <a:pt x="436522" y="141167"/>
                  <a:pt x="438814" y="142415"/>
                </a:cubicBezTo>
                <a:cubicBezTo>
                  <a:pt x="441106" y="143661"/>
                  <a:pt x="444405" y="144284"/>
                  <a:pt x="448711" y="144284"/>
                </a:cubicBezTo>
                <a:lnTo>
                  <a:pt x="448711" y="148138"/>
                </a:lnTo>
                <a:lnTo>
                  <a:pt x="399852" y="148138"/>
                </a:lnTo>
                <a:lnTo>
                  <a:pt x="399852" y="144284"/>
                </a:lnTo>
                <a:cubicBezTo>
                  <a:pt x="404714" y="144284"/>
                  <a:pt x="408325" y="143522"/>
                  <a:pt x="410687" y="141998"/>
                </a:cubicBezTo>
                <a:cubicBezTo>
                  <a:pt x="412423" y="140889"/>
                  <a:pt x="413638" y="139122"/>
                  <a:pt x="414333" y="136695"/>
                </a:cubicBezTo>
                <a:cubicBezTo>
                  <a:pt x="414680" y="135517"/>
                  <a:pt x="414854" y="132156"/>
                  <a:pt x="414854" y="126613"/>
                </a:cubicBezTo>
                <a:lnTo>
                  <a:pt x="414854" y="89712"/>
                </a:lnTo>
                <a:cubicBezTo>
                  <a:pt x="414854" y="78624"/>
                  <a:pt x="414628" y="72024"/>
                  <a:pt x="414177" y="69912"/>
                </a:cubicBezTo>
                <a:cubicBezTo>
                  <a:pt x="413725" y="67798"/>
                  <a:pt x="412892" y="66256"/>
                  <a:pt x="411676" y="65286"/>
                </a:cubicBezTo>
                <a:cubicBezTo>
                  <a:pt x="410461" y="64316"/>
                  <a:pt x="408950" y="63831"/>
                  <a:pt x="407145" y="63831"/>
                </a:cubicBezTo>
                <a:cubicBezTo>
                  <a:pt x="404992" y="63831"/>
                  <a:pt x="402561" y="64350"/>
                  <a:pt x="399852" y="65390"/>
                </a:cubicBezTo>
                <a:lnTo>
                  <a:pt x="398811" y="61646"/>
                </a:lnTo>
                <a:lnTo>
                  <a:pt x="427667" y="50004"/>
                </a:lnTo>
                <a:lnTo>
                  <a:pt x="432043" y="50004"/>
                </a:lnTo>
                <a:close/>
                <a:moveTo>
                  <a:pt x="534069" y="50004"/>
                </a:moveTo>
                <a:lnTo>
                  <a:pt x="534069" y="82299"/>
                </a:lnTo>
                <a:lnTo>
                  <a:pt x="530631" y="82299"/>
                </a:lnTo>
                <a:cubicBezTo>
                  <a:pt x="527992" y="72170"/>
                  <a:pt x="524606" y="65280"/>
                  <a:pt x="520474" y="61630"/>
                </a:cubicBezTo>
                <a:cubicBezTo>
                  <a:pt x="516341" y="57977"/>
                  <a:pt x="511080" y="56151"/>
                  <a:pt x="504691" y="56151"/>
                </a:cubicBezTo>
                <a:cubicBezTo>
                  <a:pt x="499829" y="56151"/>
                  <a:pt x="495905" y="57435"/>
                  <a:pt x="492919" y="60002"/>
                </a:cubicBezTo>
                <a:cubicBezTo>
                  <a:pt x="489933" y="62567"/>
                  <a:pt x="488439" y="65412"/>
                  <a:pt x="488439" y="68535"/>
                </a:cubicBezTo>
                <a:cubicBezTo>
                  <a:pt x="488439" y="72420"/>
                  <a:pt x="489551" y="75749"/>
                  <a:pt x="491773" y="78523"/>
                </a:cubicBezTo>
                <a:cubicBezTo>
                  <a:pt x="493926" y="81368"/>
                  <a:pt x="498301" y="84386"/>
                  <a:pt x="504899" y="87576"/>
                </a:cubicBezTo>
                <a:lnTo>
                  <a:pt x="520109" y="94966"/>
                </a:lnTo>
                <a:cubicBezTo>
                  <a:pt x="534207" y="101833"/>
                  <a:pt x="541257" y="110887"/>
                  <a:pt x="541257" y="122127"/>
                </a:cubicBezTo>
                <a:cubicBezTo>
                  <a:pt x="541257" y="130797"/>
                  <a:pt x="537975" y="137787"/>
                  <a:pt x="531412" y="143095"/>
                </a:cubicBezTo>
                <a:cubicBezTo>
                  <a:pt x="524849" y="148402"/>
                  <a:pt x="517505" y="151055"/>
                  <a:pt x="509379" y="151055"/>
                </a:cubicBezTo>
                <a:cubicBezTo>
                  <a:pt x="503545" y="151055"/>
                  <a:pt x="496878" y="150013"/>
                  <a:pt x="489377" y="147930"/>
                </a:cubicBezTo>
                <a:cubicBezTo>
                  <a:pt x="487085" y="147235"/>
                  <a:pt x="485210" y="146888"/>
                  <a:pt x="483752" y="146888"/>
                </a:cubicBezTo>
                <a:cubicBezTo>
                  <a:pt x="482154" y="146888"/>
                  <a:pt x="480904" y="147791"/>
                  <a:pt x="480001" y="149597"/>
                </a:cubicBezTo>
                <a:lnTo>
                  <a:pt x="476563" y="149597"/>
                </a:lnTo>
                <a:lnTo>
                  <a:pt x="476563" y="115427"/>
                </a:lnTo>
                <a:lnTo>
                  <a:pt x="480001" y="115427"/>
                </a:lnTo>
                <a:cubicBezTo>
                  <a:pt x="481946" y="125185"/>
                  <a:pt x="485661" y="132538"/>
                  <a:pt x="491148" y="137486"/>
                </a:cubicBezTo>
                <a:cubicBezTo>
                  <a:pt x="496635" y="142435"/>
                  <a:pt x="502781" y="144909"/>
                  <a:pt x="509587" y="144909"/>
                </a:cubicBezTo>
                <a:cubicBezTo>
                  <a:pt x="514379" y="144909"/>
                  <a:pt x="518286" y="143505"/>
                  <a:pt x="521307" y="140696"/>
                </a:cubicBezTo>
                <a:cubicBezTo>
                  <a:pt x="524328" y="137886"/>
                  <a:pt x="525839" y="134503"/>
                  <a:pt x="525839" y="130549"/>
                </a:cubicBezTo>
                <a:cubicBezTo>
                  <a:pt x="525839" y="125761"/>
                  <a:pt x="524154" y="121737"/>
                  <a:pt x="520786" y="118477"/>
                </a:cubicBezTo>
                <a:cubicBezTo>
                  <a:pt x="517418" y="115218"/>
                  <a:pt x="510698" y="111091"/>
                  <a:pt x="500628" y="106097"/>
                </a:cubicBezTo>
                <a:cubicBezTo>
                  <a:pt x="490558" y="101101"/>
                  <a:pt x="483960" y="96591"/>
                  <a:pt x="480835" y="92567"/>
                </a:cubicBezTo>
                <a:cubicBezTo>
                  <a:pt x="477709" y="88613"/>
                  <a:pt x="476147" y="83617"/>
                  <a:pt x="476147" y="77582"/>
                </a:cubicBezTo>
                <a:cubicBezTo>
                  <a:pt x="476147" y="69743"/>
                  <a:pt x="478838" y="63187"/>
                  <a:pt x="484220" y="57915"/>
                </a:cubicBezTo>
                <a:cubicBezTo>
                  <a:pt x="489603" y="52641"/>
                  <a:pt x="496565" y="50004"/>
                  <a:pt x="505108" y="50004"/>
                </a:cubicBezTo>
                <a:cubicBezTo>
                  <a:pt x="508858" y="50004"/>
                  <a:pt x="513407" y="50803"/>
                  <a:pt x="518755" y="52401"/>
                </a:cubicBezTo>
                <a:cubicBezTo>
                  <a:pt x="522297" y="53442"/>
                  <a:pt x="524658" y="53963"/>
                  <a:pt x="525839" y="53963"/>
                </a:cubicBezTo>
                <a:cubicBezTo>
                  <a:pt x="526950" y="53963"/>
                  <a:pt x="527818" y="53720"/>
                  <a:pt x="528443" y="53234"/>
                </a:cubicBezTo>
                <a:cubicBezTo>
                  <a:pt x="529068" y="52748"/>
                  <a:pt x="529797" y="51671"/>
                  <a:pt x="530631" y="50004"/>
                </a:cubicBezTo>
                <a:lnTo>
                  <a:pt x="534069" y="50004"/>
                </a:lnTo>
                <a:close/>
                <a:moveTo>
                  <a:pt x="573780" y="88758"/>
                </a:moveTo>
                <a:cubicBezTo>
                  <a:pt x="573711" y="102893"/>
                  <a:pt x="577149" y="113980"/>
                  <a:pt x="584094" y="122019"/>
                </a:cubicBezTo>
                <a:cubicBezTo>
                  <a:pt x="591039" y="130056"/>
                  <a:pt x="599199" y="134074"/>
                  <a:pt x="608575" y="134074"/>
                </a:cubicBezTo>
                <a:cubicBezTo>
                  <a:pt x="614826" y="134074"/>
                  <a:pt x="620260" y="132356"/>
                  <a:pt x="624879" y="128918"/>
                </a:cubicBezTo>
                <a:cubicBezTo>
                  <a:pt x="629497" y="125480"/>
                  <a:pt x="633369" y="119594"/>
                  <a:pt x="636494" y="111260"/>
                </a:cubicBezTo>
                <a:lnTo>
                  <a:pt x="639724" y="113343"/>
                </a:lnTo>
                <a:cubicBezTo>
                  <a:pt x="638265" y="122858"/>
                  <a:pt x="634029" y="131522"/>
                  <a:pt x="627014" y="139335"/>
                </a:cubicBezTo>
                <a:cubicBezTo>
                  <a:pt x="620000" y="147149"/>
                  <a:pt x="611214" y="151055"/>
                  <a:pt x="600658" y="151055"/>
                </a:cubicBezTo>
                <a:cubicBezTo>
                  <a:pt x="589198" y="151055"/>
                  <a:pt x="579389" y="146603"/>
                  <a:pt x="571228" y="137698"/>
                </a:cubicBezTo>
                <a:cubicBezTo>
                  <a:pt x="563068" y="128791"/>
                  <a:pt x="558987" y="116817"/>
                  <a:pt x="558987" y="101777"/>
                </a:cubicBezTo>
                <a:cubicBezTo>
                  <a:pt x="558987" y="85490"/>
                  <a:pt x="563172" y="72791"/>
                  <a:pt x="571541" y="63678"/>
                </a:cubicBezTo>
                <a:cubicBezTo>
                  <a:pt x="579909" y="54562"/>
                  <a:pt x="590414" y="50004"/>
                  <a:pt x="603054" y="50004"/>
                </a:cubicBezTo>
                <a:cubicBezTo>
                  <a:pt x="613749" y="50004"/>
                  <a:pt x="622535" y="53520"/>
                  <a:pt x="629410" y="60552"/>
                </a:cubicBezTo>
                <a:cubicBezTo>
                  <a:pt x="636286" y="67582"/>
                  <a:pt x="639724" y="76984"/>
                  <a:pt x="639724" y="88758"/>
                </a:cubicBezTo>
                <a:lnTo>
                  <a:pt x="573780" y="88758"/>
                </a:lnTo>
                <a:moveTo>
                  <a:pt x="573780" y="82716"/>
                </a:moveTo>
                <a:lnTo>
                  <a:pt x="617951" y="82716"/>
                </a:lnTo>
                <a:cubicBezTo>
                  <a:pt x="617604" y="76604"/>
                  <a:pt x="616875" y="72298"/>
                  <a:pt x="615763" y="69798"/>
                </a:cubicBezTo>
                <a:cubicBezTo>
                  <a:pt x="614027" y="65909"/>
                  <a:pt x="611440" y="62853"/>
                  <a:pt x="608002" y="60630"/>
                </a:cubicBezTo>
                <a:cubicBezTo>
                  <a:pt x="604564" y="58408"/>
                  <a:pt x="600970" y="57297"/>
                  <a:pt x="597220" y="57297"/>
                </a:cubicBezTo>
                <a:cubicBezTo>
                  <a:pt x="591456" y="57297"/>
                  <a:pt x="586299" y="59537"/>
                  <a:pt x="581750" y="64016"/>
                </a:cubicBezTo>
                <a:cubicBezTo>
                  <a:pt x="577201" y="68496"/>
                  <a:pt x="574544" y="74729"/>
                  <a:pt x="573780" y="82716"/>
                </a:cubicBezTo>
                <a:close/>
                <a:moveTo>
                  <a:pt x="713010" y="62099"/>
                </a:moveTo>
                <a:lnTo>
                  <a:pt x="742387" y="50213"/>
                </a:lnTo>
                <a:lnTo>
                  <a:pt x="746346" y="50213"/>
                </a:lnTo>
                <a:lnTo>
                  <a:pt x="746346" y="72506"/>
                </a:lnTo>
                <a:cubicBezTo>
                  <a:pt x="751277" y="64103"/>
                  <a:pt x="756225" y="58252"/>
                  <a:pt x="761191" y="54953"/>
                </a:cubicBezTo>
                <a:cubicBezTo>
                  <a:pt x="766157" y="51654"/>
                  <a:pt x="771383" y="50004"/>
                  <a:pt x="776870" y="50004"/>
                </a:cubicBezTo>
                <a:cubicBezTo>
                  <a:pt x="786454" y="50004"/>
                  <a:pt x="794441" y="53750"/>
                  <a:pt x="800830" y="61242"/>
                </a:cubicBezTo>
                <a:cubicBezTo>
                  <a:pt x="808678" y="70401"/>
                  <a:pt x="812602" y="82335"/>
                  <a:pt x="812602" y="97043"/>
                </a:cubicBezTo>
                <a:cubicBezTo>
                  <a:pt x="812602" y="113486"/>
                  <a:pt x="807879" y="127084"/>
                  <a:pt x="798434" y="137838"/>
                </a:cubicBezTo>
                <a:cubicBezTo>
                  <a:pt x="790655" y="146649"/>
                  <a:pt x="780863" y="151055"/>
                  <a:pt x="769056" y="151055"/>
                </a:cubicBezTo>
                <a:cubicBezTo>
                  <a:pt x="763917" y="151055"/>
                  <a:pt x="759472" y="150326"/>
                  <a:pt x="755722" y="148867"/>
                </a:cubicBezTo>
                <a:cubicBezTo>
                  <a:pt x="752944" y="147826"/>
                  <a:pt x="749819" y="145742"/>
                  <a:pt x="746346" y="142617"/>
                </a:cubicBezTo>
                <a:lnTo>
                  <a:pt x="746346" y="171682"/>
                </a:lnTo>
                <a:cubicBezTo>
                  <a:pt x="746346" y="178210"/>
                  <a:pt x="746745" y="182360"/>
                  <a:pt x="747544" y="184131"/>
                </a:cubicBezTo>
                <a:cubicBezTo>
                  <a:pt x="748343" y="185902"/>
                  <a:pt x="749732" y="187308"/>
                  <a:pt x="751711" y="188350"/>
                </a:cubicBezTo>
                <a:cubicBezTo>
                  <a:pt x="753690" y="189392"/>
                  <a:pt x="757284" y="189913"/>
                  <a:pt x="762493" y="189913"/>
                </a:cubicBezTo>
                <a:lnTo>
                  <a:pt x="762493" y="193767"/>
                </a:lnTo>
                <a:lnTo>
                  <a:pt x="712489" y="193767"/>
                </a:lnTo>
                <a:lnTo>
                  <a:pt x="712489" y="189913"/>
                </a:lnTo>
                <a:lnTo>
                  <a:pt x="715093" y="189913"/>
                </a:lnTo>
                <a:cubicBezTo>
                  <a:pt x="718913" y="189982"/>
                  <a:pt x="722177" y="189252"/>
                  <a:pt x="724886" y="187722"/>
                </a:cubicBezTo>
                <a:cubicBezTo>
                  <a:pt x="726205" y="186958"/>
                  <a:pt x="727230" y="185724"/>
                  <a:pt x="727959" y="184020"/>
                </a:cubicBezTo>
                <a:cubicBezTo>
                  <a:pt x="728688" y="182319"/>
                  <a:pt x="729053" y="177993"/>
                  <a:pt x="729053" y="171044"/>
                </a:cubicBezTo>
                <a:lnTo>
                  <a:pt x="729053" y="80759"/>
                </a:lnTo>
                <a:cubicBezTo>
                  <a:pt x="729053" y="74574"/>
                  <a:pt x="728775" y="70648"/>
                  <a:pt x="728219" y="68981"/>
                </a:cubicBezTo>
                <a:cubicBezTo>
                  <a:pt x="727664" y="67312"/>
                  <a:pt x="726778" y="66061"/>
                  <a:pt x="725563" y="65227"/>
                </a:cubicBezTo>
                <a:cubicBezTo>
                  <a:pt x="724347" y="64392"/>
                  <a:pt x="722698" y="63974"/>
                  <a:pt x="720615" y="63974"/>
                </a:cubicBezTo>
                <a:cubicBezTo>
                  <a:pt x="718948" y="63974"/>
                  <a:pt x="716829" y="64460"/>
                  <a:pt x="714260" y="65432"/>
                </a:cubicBezTo>
                <a:lnTo>
                  <a:pt x="713010" y="62099"/>
                </a:lnTo>
                <a:moveTo>
                  <a:pt x="746346" y="78842"/>
                </a:moveTo>
                <a:lnTo>
                  <a:pt x="746346" y="114424"/>
                </a:lnTo>
                <a:cubicBezTo>
                  <a:pt x="746346" y="122125"/>
                  <a:pt x="746658" y="127188"/>
                  <a:pt x="747284" y="129614"/>
                </a:cubicBezTo>
                <a:cubicBezTo>
                  <a:pt x="748256" y="133638"/>
                  <a:pt x="750635" y="137176"/>
                  <a:pt x="754420" y="140227"/>
                </a:cubicBezTo>
                <a:cubicBezTo>
                  <a:pt x="758205" y="143279"/>
                  <a:pt x="762979" y="144805"/>
                  <a:pt x="768744" y="144805"/>
                </a:cubicBezTo>
                <a:cubicBezTo>
                  <a:pt x="775689" y="144805"/>
                  <a:pt x="781314" y="142099"/>
                  <a:pt x="785620" y="136689"/>
                </a:cubicBezTo>
                <a:cubicBezTo>
                  <a:pt x="791246" y="129616"/>
                  <a:pt x="794059" y="119662"/>
                  <a:pt x="794059" y="106829"/>
                </a:cubicBezTo>
                <a:cubicBezTo>
                  <a:pt x="794059" y="92264"/>
                  <a:pt x="790864" y="81063"/>
                  <a:pt x="784474" y="73226"/>
                </a:cubicBezTo>
                <a:cubicBezTo>
                  <a:pt x="780030" y="67815"/>
                  <a:pt x="774751" y="65110"/>
                  <a:pt x="768640" y="65110"/>
                </a:cubicBezTo>
                <a:cubicBezTo>
                  <a:pt x="765306" y="65110"/>
                  <a:pt x="762007" y="65942"/>
                  <a:pt x="758743" y="67607"/>
                </a:cubicBezTo>
                <a:cubicBezTo>
                  <a:pt x="756243" y="68855"/>
                  <a:pt x="752110" y="72600"/>
                  <a:pt x="746346" y="78842"/>
                </a:cubicBezTo>
                <a:close/>
                <a:moveTo>
                  <a:pt x="863644" y="0"/>
                </a:moveTo>
                <a:lnTo>
                  <a:pt x="863644" y="126483"/>
                </a:lnTo>
                <a:cubicBezTo>
                  <a:pt x="863644" y="132451"/>
                  <a:pt x="864078" y="136408"/>
                  <a:pt x="864946" y="138352"/>
                </a:cubicBezTo>
                <a:cubicBezTo>
                  <a:pt x="865814" y="140295"/>
                  <a:pt x="867151" y="141769"/>
                  <a:pt x="868957" y="142776"/>
                </a:cubicBezTo>
                <a:cubicBezTo>
                  <a:pt x="870762" y="143781"/>
                  <a:pt x="874131" y="144284"/>
                  <a:pt x="879062" y="144284"/>
                </a:cubicBezTo>
                <a:lnTo>
                  <a:pt x="879062" y="148138"/>
                </a:lnTo>
                <a:lnTo>
                  <a:pt x="832287" y="148138"/>
                </a:lnTo>
                <a:lnTo>
                  <a:pt x="832287" y="144284"/>
                </a:lnTo>
                <a:cubicBezTo>
                  <a:pt x="836662" y="144284"/>
                  <a:pt x="839649" y="143833"/>
                  <a:pt x="841246" y="142933"/>
                </a:cubicBezTo>
                <a:cubicBezTo>
                  <a:pt x="842843" y="142030"/>
                  <a:pt x="844093" y="140538"/>
                  <a:pt x="844996" y="138456"/>
                </a:cubicBezTo>
                <a:cubicBezTo>
                  <a:pt x="845899" y="136373"/>
                  <a:pt x="846350" y="132382"/>
                  <a:pt x="846350" y="126483"/>
                </a:cubicBezTo>
                <a:lnTo>
                  <a:pt x="846350" y="39870"/>
                </a:lnTo>
                <a:cubicBezTo>
                  <a:pt x="846350" y="29114"/>
                  <a:pt x="846107" y="22504"/>
                  <a:pt x="845621" y="20041"/>
                </a:cubicBezTo>
                <a:cubicBezTo>
                  <a:pt x="845135" y="17575"/>
                  <a:pt x="844354" y="15892"/>
                  <a:pt x="843277" y="14992"/>
                </a:cubicBezTo>
                <a:cubicBezTo>
                  <a:pt x="842201" y="14089"/>
                  <a:pt x="840829" y="13637"/>
                  <a:pt x="839162" y="13637"/>
                </a:cubicBezTo>
                <a:cubicBezTo>
                  <a:pt x="837357" y="13637"/>
                  <a:pt x="835065" y="14193"/>
                  <a:pt x="832287" y="15304"/>
                </a:cubicBezTo>
                <a:lnTo>
                  <a:pt x="830516" y="11658"/>
                </a:lnTo>
                <a:lnTo>
                  <a:pt x="858956" y="0"/>
                </a:lnTo>
                <a:lnTo>
                  <a:pt x="863644" y="0"/>
                </a:lnTo>
                <a:close/>
                <a:moveTo>
                  <a:pt x="936101" y="134387"/>
                </a:moveTo>
                <a:cubicBezTo>
                  <a:pt x="926308" y="141957"/>
                  <a:pt x="920162" y="146333"/>
                  <a:pt x="917661" y="147513"/>
                </a:cubicBezTo>
                <a:cubicBezTo>
                  <a:pt x="913911" y="149319"/>
                  <a:pt x="909918" y="150222"/>
                  <a:pt x="905681" y="150222"/>
                </a:cubicBezTo>
                <a:cubicBezTo>
                  <a:pt x="899083" y="150222"/>
                  <a:pt x="893649" y="147965"/>
                  <a:pt x="889378" y="143450"/>
                </a:cubicBezTo>
                <a:cubicBezTo>
                  <a:pt x="885106" y="138936"/>
                  <a:pt x="882971" y="132998"/>
                  <a:pt x="882971" y="125636"/>
                </a:cubicBezTo>
                <a:cubicBezTo>
                  <a:pt x="882971" y="120983"/>
                  <a:pt x="884013" y="116955"/>
                  <a:pt x="886096" y="113552"/>
                </a:cubicBezTo>
                <a:cubicBezTo>
                  <a:pt x="888944" y="108829"/>
                  <a:pt x="893892" y="104384"/>
                  <a:pt x="900941" y="100217"/>
                </a:cubicBezTo>
                <a:cubicBezTo>
                  <a:pt x="907990" y="96050"/>
                  <a:pt x="919710" y="90980"/>
                  <a:pt x="936101" y="85008"/>
                </a:cubicBezTo>
                <a:lnTo>
                  <a:pt x="936101" y="81257"/>
                </a:lnTo>
                <a:cubicBezTo>
                  <a:pt x="936101" y="71743"/>
                  <a:pt x="934590" y="65214"/>
                  <a:pt x="931569" y="61672"/>
                </a:cubicBezTo>
                <a:cubicBezTo>
                  <a:pt x="928548" y="58130"/>
                  <a:pt x="924155" y="56359"/>
                  <a:pt x="918391" y="56359"/>
                </a:cubicBezTo>
                <a:cubicBezTo>
                  <a:pt x="914015" y="56359"/>
                  <a:pt x="910543" y="57536"/>
                  <a:pt x="907973" y="59888"/>
                </a:cubicBezTo>
                <a:cubicBezTo>
                  <a:pt x="905334" y="62241"/>
                  <a:pt x="904014" y="64940"/>
                  <a:pt x="904014" y="67985"/>
                </a:cubicBezTo>
                <a:lnTo>
                  <a:pt x="904223" y="74004"/>
                </a:lnTo>
                <a:cubicBezTo>
                  <a:pt x="904223" y="77186"/>
                  <a:pt x="903407" y="79641"/>
                  <a:pt x="901775" y="81371"/>
                </a:cubicBezTo>
                <a:cubicBezTo>
                  <a:pt x="900142" y="83101"/>
                  <a:pt x="898007" y="83966"/>
                  <a:pt x="895368" y="83966"/>
                </a:cubicBezTo>
                <a:cubicBezTo>
                  <a:pt x="892798" y="83966"/>
                  <a:pt x="890697" y="83066"/>
                  <a:pt x="889065" y="81267"/>
                </a:cubicBezTo>
                <a:cubicBezTo>
                  <a:pt x="887433" y="79466"/>
                  <a:pt x="886617" y="77007"/>
                  <a:pt x="886617" y="73890"/>
                </a:cubicBezTo>
                <a:cubicBezTo>
                  <a:pt x="886617" y="67937"/>
                  <a:pt x="889673" y="62468"/>
                  <a:pt x="895784" y="57482"/>
                </a:cubicBezTo>
                <a:cubicBezTo>
                  <a:pt x="901896" y="52497"/>
                  <a:pt x="910473" y="50004"/>
                  <a:pt x="921516" y="50004"/>
                </a:cubicBezTo>
                <a:cubicBezTo>
                  <a:pt x="929989" y="50004"/>
                  <a:pt x="936934" y="51426"/>
                  <a:pt x="942351" y="54269"/>
                </a:cubicBezTo>
                <a:cubicBezTo>
                  <a:pt x="946449" y="56420"/>
                  <a:pt x="949470" y="59785"/>
                  <a:pt x="951414" y="64364"/>
                </a:cubicBezTo>
                <a:cubicBezTo>
                  <a:pt x="952665" y="67347"/>
                  <a:pt x="953290" y="73451"/>
                  <a:pt x="953290" y="82677"/>
                </a:cubicBezTo>
                <a:lnTo>
                  <a:pt x="953290" y="115036"/>
                </a:lnTo>
                <a:cubicBezTo>
                  <a:pt x="953290" y="124123"/>
                  <a:pt x="953463" y="129690"/>
                  <a:pt x="953810" y="131737"/>
                </a:cubicBezTo>
                <a:cubicBezTo>
                  <a:pt x="954158" y="133784"/>
                  <a:pt x="954731" y="135154"/>
                  <a:pt x="955529" y="135849"/>
                </a:cubicBezTo>
                <a:cubicBezTo>
                  <a:pt x="956328" y="136541"/>
                  <a:pt x="957248" y="136887"/>
                  <a:pt x="958290" y="136887"/>
                </a:cubicBezTo>
                <a:cubicBezTo>
                  <a:pt x="959401" y="136887"/>
                  <a:pt x="960374" y="136644"/>
                  <a:pt x="961207" y="136158"/>
                </a:cubicBezTo>
                <a:cubicBezTo>
                  <a:pt x="962665" y="135255"/>
                  <a:pt x="965478" y="132720"/>
                  <a:pt x="969645" y="128553"/>
                </a:cubicBezTo>
                <a:lnTo>
                  <a:pt x="969645" y="134387"/>
                </a:lnTo>
                <a:cubicBezTo>
                  <a:pt x="961867" y="144805"/>
                  <a:pt x="954436" y="150013"/>
                  <a:pt x="947352" y="150013"/>
                </a:cubicBezTo>
                <a:cubicBezTo>
                  <a:pt x="943948" y="150013"/>
                  <a:pt x="941240" y="148833"/>
                  <a:pt x="939226" y="146471"/>
                </a:cubicBezTo>
                <a:cubicBezTo>
                  <a:pt x="937212" y="144110"/>
                  <a:pt x="936170" y="140082"/>
                  <a:pt x="936101" y="134387"/>
                </a:cubicBezTo>
                <a:moveTo>
                  <a:pt x="936101" y="127557"/>
                </a:moveTo>
                <a:lnTo>
                  <a:pt x="936101" y="91362"/>
                </a:lnTo>
                <a:cubicBezTo>
                  <a:pt x="925614" y="95510"/>
                  <a:pt x="918842" y="98448"/>
                  <a:pt x="915786" y="100178"/>
                </a:cubicBezTo>
                <a:cubicBezTo>
                  <a:pt x="910300" y="103221"/>
                  <a:pt x="906376" y="106402"/>
                  <a:pt x="904014" y="109720"/>
                </a:cubicBezTo>
                <a:cubicBezTo>
                  <a:pt x="901653" y="113039"/>
                  <a:pt x="900472" y="116668"/>
                  <a:pt x="900472" y="120610"/>
                </a:cubicBezTo>
                <a:cubicBezTo>
                  <a:pt x="900472" y="125588"/>
                  <a:pt x="901966" y="129720"/>
                  <a:pt x="904952" y="133003"/>
                </a:cubicBezTo>
                <a:cubicBezTo>
                  <a:pt x="907938" y="136287"/>
                  <a:pt x="911376" y="137929"/>
                  <a:pt x="915265" y="137929"/>
                </a:cubicBezTo>
                <a:cubicBezTo>
                  <a:pt x="920544" y="137929"/>
                  <a:pt x="927489" y="134472"/>
                  <a:pt x="936101" y="127557"/>
                </a:cubicBezTo>
                <a:close/>
                <a:moveTo>
                  <a:pt x="1003723" y="70215"/>
                </a:moveTo>
                <a:cubicBezTo>
                  <a:pt x="1014905" y="56741"/>
                  <a:pt x="1025565" y="50004"/>
                  <a:pt x="1035705" y="50004"/>
                </a:cubicBezTo>
                <a:cubicBezTo>
                  <a:pt x="1040914" y="50004"/>
                  <a:pt x="1045393" y="51304"/>
                  <a:pt x="1049144" y="53905"/>
                </a:cubicBezTo>
                <a:cubicBezTo>
                  <a:pt x="1052894" y="56502"/>
                  <a:pt x="1055881" y="60781"/>
                  <a:pt x="1058103" y="66741"/>
                </a:cubicBezTo>
                <a:cubicBezTo>
                  <a:pt x="1059631" y="70897"/>
                  <a:pt x="1060395" y="77273"/>
                  <a:pt x="1060395" y="85867"/>
                </a:cubicBezTo>
                <a:lnTo>
                  <a:pt x="1060395" y="126509"/>
                </a:lnTo>
                <a:cubicBezTo>
                  <a:pt x="1060395" y="132538"/>
                  <a:pt x="1060881" y="136627"/>
                  <a:pt x="1061853" y="138775"/>
                </a:cubicBezTo>
                <a:cubicBezTo>
                  <a:pt x="1062617" y="140507"/>
                  <a:pt x="1063850" y="141858"/>
                  <a:pt x="1065552" y="142829"/>
                </a:cubicBezTo>
                <a:cubicBezTo>
                  <a:pt x="1067253" y="143799"/>
                  <a:pt x="1070396" y="144284"/>
                  <a:pt x="1074979" y="144284"/>
                </a:cubicBezTo>
                <a:lnTo>
                  <a:pt x="1074979" y="148138"/>
                </a:lnTo>
                <a:lnTo>
                  <a:pt x="1027788" y="148138"/>
                </a:lnTo>
                <a:lnTo>
                  <a:pt x="1027788" y="144284"/>
                </a:lnTo>
                <a:lnTo>
                  <a:pt x="1029767" y="144284"/>
                </a:lnTo>
                <a:cubicBezTo>
                  <a:pt x="1034212" y="144284"/>
                  <a:pt x="1037320" y="143610"/>
                  <a:pt x="1039091" y="142262"/>
                </a:cubicBezTo>
                <a:cubicBezTo>
                  <a:pt x="1040862" y="140914"/>
                  <a:pt x="1042095" y="138928"/>
                  <a:pt x="1042789" y="136304"/>
                </a:cubicBezTo>
                <a:cubicBezTo>
                  <a:pt x="1043067" y="135267"/>
                  <a:pt x="1043206" y="132019"/>
                  <a:pt x="1043206" y="126561"/>
                </a:cubicBezTo>
                <a:lnTo>
                  <a:pt x="1043206" y="87693"/>
                </a:lnTo>
                <a:cubicBezTo>
                  <a:pt x="1043206" y="79058"/>
                  <a:pt x="1042077" y="72788"/>
                  <a:pt x="1039820" y="68883"/>
                </a:cubicBezTo>
                <a:cubicBezTo>
                  <a:pt x="1037563" y="64979"/>
                  <a:pt x="1033761" y="63026"/>
                  <a:pt x="1028413" y="63026"/>
                </a:cubicBezTo>
                <a:cubicBezTo>
                  <a:pt x="1020148" y="63026"/>
                  <a:pt x="1011918" y="67518"/>
                  <a:pt x="1003723" y="76501"/>
                </a:cubicBezTo>
                <a:lnTo>
                  <a:pt x="1003723" y="126561"/>
                </a:lnTo>
                <a:cubicBezTo>
                  <a:pt x="1003723" y="132987"/>
                  <a:pt x="1004105" y="136960"/>
                  <a:pt x="1004869" y="138479"/>
                </a:cubicBezTo>
                <a:cubicBezTo>
                  <a:pt x="1005841" y="140482"/>
                  <a:pt x="1007178" y="141951"/>
                  <a:pt x="1008880" y="142884"/>
                </a:cubicBezTo>
                <a:cubicBezTo>
                  <a:pt x="1010581" y="143817"/>
                  <a:pt x="1014037" y="144284"/>
                  <a:pt x="1019245" y="144284"/>
                </a:cubicBezTo>
                <a:lnTo>
                  <a:pt x="1019245" y="148138"/>
                </a:lnTo>
                <a:lnTo>
                  <a:pt x="972054" y="148138"/>
                </a:lnTo>
                <a:lnTo>
                  <a:pt x="972054" y="144284"/>
                </a:lnTo>
                <a:lnTo>
                  <a:pt x="974137" y="144284"/>
                </a:lnTo>
                <a:cubicBezTo>
                  <a:pt x="978999" y="144284"/>
                  <a:pt x="982280" y="143054"/>
                  <a:pt x="983982" y="140595"/>
                </a:cubicBezTo>
                <a:cubicBezTo>
                  <a:pt x="985683" y="138134"/>
                  <a:pt x="986534" y="133439"/>
                  <a:pt x="986534" y="126509"/>
                </a:cubicBezTo>
                <a:lnTo>
                  <a:pt x="986534" y="91167"/>
                </a:lnTo>
                <a:cubicBezTo>
                  <a:pt x="986534" y="79734"/>
                  <a:pt x="986274" y="72770"/>
                  <a:pt x="985753" y="70276"/>
                </a:cubicBezTo>
                <a:cubicBezTo>
                  <a:pt x="985232" y="67781"/>
                  <a:pt x="984433" y="66082"/>
                  <a:pt x="983357" y="65182"/>
                </a:cubicBezTo>
                <a:cubicBezTo>
                  <a:pt x="982280" y="64281"/>
                  <a:pt x="980839" y="63831"/>
                  <a:pt x="979033" y="63831"/>
                </a:cubicBezTo>
                <a:cubicBezTo>
                  <a:pt x="977089" y="63831"/>
                  <a:pt x="974762" y="64350"/>
                  <a:pt x="972054" y="65390"/>
                </a:cubicBezTo>
                <a:lnTo>
                  <a:pt x="970491" y="61646"/>
                </a:lnTo>
                <a:lnTo>
                  <a:pt x="999244" y="50004"/>
                </a:lnTo>
                <a:lnTo>
                  <a:pt x="1003723" y="50004"/>
                </a:lnTo>
                <a:lnTo>
                  <a:pt x="1003723" y="70215"/>
                </a:lnTo>
                <a:close/>
                <a:moveTo>
                  <a:pt x="1148524" y="50004"/>
                </a:moveTo>
                <a:lnTo>
                  <a:pt x="1148524" y="82299"/>
                </a:lnTo>
                <a:lnTo>
                  <a:pt x="1145086" y="82299"/>
                </a:lnTo>
                <a:cubicBezTo>
                  <a:pt x="1142447" y="72170"/>
                  <a:pt x="1139061" y="65280"/>
                  <a:pt x="1134929" y="61630"/>
                </a:cubicBezTo>
                <a:cubicBezTo>
                  <a:pt x="1130796" y="57977"/>
                  <a:pt x="1125535" y="56151"/>
                  <a:pt x="1119146" y="56151"/>
                </a:cubicBezTo>
                <a:cubicBezTo>
                  <a:pt x="1114284" y="56151"/>
                  <a:pt x="1110360" y="57435"/>
                  <a:pt x="1107374" y="60002"/>
                </a:cubicBezTo>
                <a:cubicBezTo>
                  <a:pt x="1104388" y="62567"/>
                  <a:pt x="1102894" y="65412"/>
                  <a:pt x="1102894" y="68535"/>
                </a:cubicBezTo>
                <a:cubicBezTo>
                  <a:pt x="1102894" y="72420"/>
                  <a:pt x="1104006" y="75749"/>
                  <a:pt x="1106228" y="78523"/>
                </a:cubicBezTo>
                <a:cubicBezTo>
                  <a:pt x="1108381" y="81368"/>
                  <a:pt x="1112756" y="84386"/>
                  <a:pt x="1119354" y="87576"/>
                </a:cubicBezTo>
                <a:lnTo>
                  <a:pt x="1134564" y="94966"/>
                </a:lnTo>
                <a:cubicBezTo>
                  <a:pt x="1148662" y="101833"/>
                  <a:pt x="1155712" y="110887"/>
                  <a:pt x="1155712" y="122127"/>
                </a:cubicBezTo>
                <a:cubicBezTo>
                  <a:pt x="1155712" y="130797"/>
                  <a:pt x="1152430" y="137787"/>
                  <a:pt x="1145867" y="143095"/>
                </a:cubicBezTo>
                <a:cubicBezTo>
                  <a:pt x="1139304" y="148402"/>
                  <a:pt x="1131960" y="151055"/>
                  <a:pt x="1123834" y="151055"/>
                </a:cubicBezTo>
                <a:cubicBezTo>
                  <a:pt x="1118000" y="151055"/>
                  <a:pt x="1111333" y="150013"/>
                  <a:pt x="1103832" y="147930"/>
                </a:cubicBezTo>
                <a:cubicBezTo>
                  <a:pt x="1101540" y="147235"/>
                  <a:pt x="1099665" y="146888"/>
                  <a:pt x="1098207" y="146888"/>
                </a:cubicBezTo>
                <a:cubicBezTo>
                  <a:pt x="1096609" y="146888"/>
                  <a:pt x="1095359" y="147791"/>
                  <a:pt x="1094456" y="149597"/>
                </a:cubicBezTo>
                <a:lnTo>
                  <a:pt x="1091018" y="149597"/>
                </a:lnTo>
                <a:lnTo>
                  <a:pt x="1091018" y="115427"/>
                </a:lnTo>
                <a:lnTo>
                  <a:pt x="1094456" y="115427"/>
                </a:lnTo>
                <a:cubicBezTo>
                  <a:pt x="1096401" y="125185"/>
                  <a:pt x="1100116" y="132538"/>
                  <a:pt x="1105603" y="137486"/>
                </a:cubicBezTo>
                <a:cubicBezTo>
                  <a:pt x="1111090" y="142435"/>
                  <a:pt x="1117236" y="144909"/>
                  <a:pt x="1124042" y="144909"/>
                </a:cubicBezTo>
                <a:cubicBezTo>
                  <a:pt x="1128834" y="144909"/>
                  <a:pt x="1132741" y="143505"/>
                  <a:pt x="1135762" y="140696"/>
                </a:cubicBezTo>
                <a:cubicBezTo>
                  <a:pt x="1138783" y="137886"/>
                  <a:pt x="1140294" y="134503"/>
                  <a:pt x="1140294" y="130549"/>
                </a:cubicBezTo>
                <a:cubicBezTo>
                  <a:pt x="1140294" y="125761"/>
                  <a:pt x="1138609" y="121737"/>
                  <a:pt x="1135241" y="118477"/>
                </a:cubicBezTo>
                <a:cubicBezTo>
                  <a:pt x="1131873" y="115218"/>
                  <a:pt x="1125153" y="111091"/>
                  <a:pt x="1115083" y="106097"/>
                </a:cubicBezTo>
                <a:cubicBezTo>
                  <a:pt x="1105013" y="101101"/>
                  <a:pt x="1098415" y="96591"/>
                  <a:pt x="1095290" y="92567"/>
                </a:cubicBezTo>
                <a:cubicBezTo>
                  <a:pt x="1092164" y="88613"/>
                  <a:pt x="1090602" y="83617"/>
                  <a:pt x="1090602" y="77582"/>
                </a:cubicBezTo>
                <a:cubicBezTo>
                  <a:pt x="1090602" y="69743"/>
                  <a:pt x="1093293" y="63187"/>
                  <a:pt x="1098675" y="57915"/>
                </a:cubicBezTo>
                <a:cubicBezTo>
                  <a:pt x="1104058" y="52641"/>
                  <a:pt x="1111020" y="50004"/>
                  <a:pt x="1119563" y="50004"/>
                </a:cubicBezTo>
                <a:cubicBezTo>
                  <a:pt x="1123313" y="50004"/>
                  <a:pt x="1127862" y="50803"/>
                  <a:pt x="1133210" y="52401"/>
                </a:cubicBezTo>
                <a:cubicBezTo>
                  <a:pt x="1136752" y="53442"/>
                  <a:pt x="1139113" y="53963"/>
                  <a:pt x="1140294" y="53963"/>
                </a:cubicBezTo>
                <a:cubicBezTo>
                  <a:pt x="1141405" y="53963"/>
                  <a:pt x="1142273" y="53720"/>
                  <a:pt x="1142898" y="53234"/>
                </a:cubicBezTo>
                <a:cubicBezTo>
                  <a:pt x="1143523" y="52748"/>
                  <a:pt x="1144252" y="51671"/>
                  <a:pt x="1145086" y="50004"/>
                </a:cubicBezTo>
                <a:lnTo>
                  <a:pt x="1148524" y="50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▸">
            <a:extLst xmlns:a="http://schemas.openxmlformats.org/drawingml/2006/main">
              <a:ext uri="{FF2B5EF4-FFF2-40B4-BE49-F238E27FC236}">
                <a16:creationId xmlns:a16="http://schemas.microsoft.com/office/drawing/2014/main" id="{4E444D55-0015-46AC-9B92-3ED4290D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45" y="1295761"/>
            <a:ext cx="75840" cy="80841"/>
          </a:xfrm>
          <a:custGeom xmlns:a="http://schemas.openxmlformats.org/drawingml/2006/main">
            <a:pathLst>
              <a:path w="75840" h="80841">
                <a:moveTo>
                  <a:pt x="75840" y="40004"/>
                </a:moveTo>
                <a:lnTo>
                  <a:pt x="0" y="80841"/>
                </a:lnTo>
                <a:lnTo>
                  <a:pt x="0" y="0"/>
                </a:lnTo>
                <a:lnTo>
                  <a:pt x="75840" y="4000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P">
            <a:extLst xmlns:a="http://schemas.openxmlformats.org/drawingml/2006/main">
              <a:ext uri="{FF2B5EF4-FFF2-40B4-BE49-F238E27FC236}">
                <a16:creationId xmlns:a16="http://schemas.microsoft.com/office/drawing/2014/main" id="{18068BAC-0E38-4286-8559-AE037E6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87" y="1271176"/>
            <a:ext cx="137616" cy="141263"/>
          </a:xfrm>
          <a:custGeom xmlns:a="http://schemas.openxmlformats.org/drawingml/2006/main">
            <a:pathLst>
              <a:path w="137616" h="141263">
                <a:moveTo>
                  <a:pt x="38441" y="0"/>
                </a:moveTo>
                <a:lnTo>
                  <a:pt x="94071" y="0"/>
                </a:lnTo>
                <a:cubicBezTo>
                  <a:pt x="108656" y="0"/>
                  <a:pt x="119559" y="3138"/>
                  <a:pt x="126782" y="9415"/>
                </a:cubicBezTo>
                <a:cubicBezTo>
                  <a:pt x="134005" y="15692"/>
                  <a:pt x="137616" y="23338"/>
                  <a:pt x="137616" y="32353"/>
                </a:cubicBezTo>
                <a:cubicBezTo>
                  <a:pt x="137616" y="39498"/>
                  <a:pt x="135325" y="46434"/>
                  <a:pt x="130741" y="53162"/>
                </a:cubicBezTo>
                <a:cubicBezTo>
                  <a:pt x="126157" y="59888"/>
                  <a:pt x="119351" y="65350"/>
                  <a:pt x="110322" y="69547"/>
                </a:cubicBezTo>
                <a:cubicBezTo>
                  <a:pt x="101294" y="73742"/>
                  <a:pt x="91536" y="75840"/>
                  <a:pt x="81049" y="75840"/>
                </a:cubicBezTo>
                <a:cubicBezTo>
                  <a:pt x="74521" y="75840"/>
                  <a:pt x="66221" y="74652"/>
                  <a:pt x="56151" y="72275"/>
                </a:cubicBezTo>
                <a:lnTo>
                  <a:pt x="44900" y="110947"/>
                </a:lnTo>
                <a:cubicBezTo>
                  <a:pt x="42261" y="120152"/>
                  <a:pt x="40941" y="126218"/>
                  <a:pt x="40941" y="129146"/>
                </a:cubicBezTo>
                <a:cubicBezTo>
                  <a:pt x="40941" y="131377"/>
                  <a:pt x="41879" y="133225"/>
                  <a:pt x="43754" y="134690"/>
                </a:cubicBezTo>
                <a:cubicBezTo>
                  <a:pt x="45629" y="136153"/>
                  <a:pt x="50109" y="137093"/>
                  <a:pt x="57193" y="137512"/>
                </a:cubicBezTo>
                <a:lnTo>
                  <a:pt x="56151" y="141263"/>
                </a:lnTo>
                <a:lnTo>
                  <a:pt x="0" y="141263"/>
                </a:lnTo>
                <a:lnTo>
                  <a:pt x="1146" y="137512"/>
                </a:lnTo>
                <a:cubicBezTo>
                  <a:pt x="8508" y="137512"/>
                  <a:pt x="13630" y="136239"/>
                  <a:pt x="16512" y="133694"/>
                </a:cubicBezTo>
                <a:cubicBezTo>
                  <a:pt x="19394" y="131148"/>
                  <a:pt x="22502" y="124121"/>
                  <a:pt x="25836" y="112614"/>
                </a:cubicBezTo>
                <a:lnTo>
                  <a:pt x="49171" y="32112"/>
                </a:lnTo>
                <a:cubicBezTo>
                  <a:pt x="51949" y="22450"/>
                  <a:pt x="53338" y="15986"/>
                  <a:pt x="53338" y="12719"/>
                </a:cubicBezTo>
                <a:cubicBezTo>
                  <a:pt x="53338" y="10286"/>
                  <a:pt x="52348" y="8270"/>
                  <a:pt x="50369" y="6671"/>
                </a:cubicBezTo>
                <a:cubicBezTo>
                  <a:pt x="48390" y="5071"/>
                  <a:pt x="44032" y="4098"/>
                  <a:pt x="37295" y="3750"/>
                </a:cubicBezTo>
                <a:lnTo>
                  <a:pt x="38441" y="0"/>
                </a:lnTo>
                <a:moveTo>
                  <a:pt x="57922" y="65784"/>
                </a:moveTo>
                <a:cubicBezTo>
                  <a:pt x="65770" y="67765"/>
                  <a:pt x="72090" y="68756"/>
                  <a:pt x="76882" y="68756"/>
                </a:cubicBezTo>
                <a:cubicBezTo>
                  <a:pt x="84452" y="68756"/>
                  <a:pt x="91345" y="67199"/>
                  <a:pt x="97561" y="64085"/>
                </a:cubicBezTo>
                <a:cubicBezTo>
                  <a:pt x="103777" y="60970"/>
                  <a:pt x="108638" y="56298"/>
                  <a:pt x="112145" y="50070"/>
                </a:cubicBezTo>
                <a:cubicBezTo>
                  <a:pt x="115653" y="43839"/>
                  <a:pt x="117406" y="37367"/>
                  <a:pt x="117406" y="30654"/>
                </a:cubicBezTo>
                <a:cubicBezTo>
                  <a:pt x="117406" y="23663"/>
                  <a:pt x="115253" y="18127"/>
                  <a:pt x="110947" y="14044"/>
                </a:cubicBezTo>
                <a:cubicBezTo>
                  <a:pt x="106641" y="9960"/>
                  <a:pt x="100113" y="7917"/>
                  <a:pt x="91362" y="7917"/>
                </a:cubicBezTo>
                <a:cubicBezTo>
                  <a:pt x="86640" y="7917"/>
                  <a:pt x="80910" y="8507"/>
                  <a:pt x="74173" y="9685"/>
                </a:cubicBezTo>
                <a:lnTo>
                  <a:pt x="57922" y="657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ass">
            <a:extLst xmlns:a="http://schemas.openxmlformats.org/drawingml/2006/main">
              <a:ext uri="{FF2B5EF4-FFF2-40B4-BE49-F238E27FC236}">
                <a16:creationId xmlns:a16="http://schemas.microsoft.com/office/drawing/2014/main" id="{53D03110-B5F0-47D1-91B4-A3D028D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869" y="1318055"/>
            <a:ext cx="268686" cy="96884"/>
          </a:xfrm>
          <a:custGeom xmlns:a="http://schemas.openxmlformats.org/drawingml/2006/main">
            <a:pathLst>
              <a:path w="268686" h="96884">
                <a:moveTo>
                  <a:pt x="95113" y="0"/>
                </a:moveTo>
                <a:lnTo>
                  <a:pt x="74798" y="70739"/>
                </a:lnTo>
                <a:lnTo>
                  <a:pt x="72506" y="80245"/>
                </a:lnTo>
                <a:cubicBezTo>
                  <a:pt x="72298" y="81137"/>
                  <a:pt x="72194" y="81891"/>
                  <a:pt x="72194" y="82507"/>
                </a:cubicBezTo>
                <a:cubicBezTo>
                  <a:pt x="72194" y="83619"/>
                  <a:pt x="72541" y="84591"/>
                  <a:pt x="73236" y="85424"/>
                </a:cubicBezTo>
                <a:cubicBezTo>
                  <a:pt x="73791" y="86049"/>
                  <a:pt x="74486" y="86362"/>
                  <a:pt x="75319" y="86362"/>
                </a:cubicBezTo>
                <a:cubicBezTo>
                  <a:pt x="76222" y="86362"/>
                  <a:pt x="77403" y="85806"/>
                  <a:pt x="78861" y="84695"/>
                </a:cubicBezTo>
                <a:cubicBezTo>
                  <a:pt x="81570" y="82681"/>
                  <a:pt x="85181" y="78514"/>
                  <a:pt x="89696" y="72194"/>
                </a:cubicBezTo>
                <a:lnTo>
                  <a:pt x="93237" y="74694"/>
                </a:lnTo>
                <a:cubicBezTo>
                  <a:pt x="88445" y="81917"/>
                  <a:pt x="83514" y="87421"/>
                  <a:pt x="78445" y="91206"/>
                </a:cubicBezTo>
                <a:cubicBezTo>
                  <a:pt x="73375" y="94991"/>
                  <a:pt x="68687" y="96884"/>
                  <a:pt x="64381" y="96884"/>
                </a:cubicBezTo>
                <a:cubicBezTo>
                  <a:pt x="61394" y="96884"/>
                  <a:pt x="59155" y="96137"/>
                  <a:pt x="57661" y="94644"/>
                </a:cubicBezTo>
                <a:cubicBezTo>
                  <a:pt x="56168" y="93151"/>
                  <a:pt x="55422" y="90980"/>
                  <a:pt x="55422" y="88133"/>
                </a:cubicBezTo>
                <a:cubicBezTo>
                  <a:pt x="55422" y="84730"/>
                  <a:pt x="56186" y="80250"/>
                  <a:pt x="57713" y="74694"/>
                </a:cubicBezTo>
                <a:lnTo>
                  <a:pt x="59901" y="66624"/>
                </a:lnTo>
                <a:cubicBezTo>
                  <a:pt x="50803" y="78602"/>
                  <a:pt x="42434" y="86973"/>
                  <a:pt x="34795" y="91737"/>
                </a:cubicBezTo>
                <a:cubicBezTo>
                  <a:pt x="29308" y="95168"/>
                  <a:pt x="23926" y="96884"/>
                  <a:pt x="18647" y="96884"/>
                </a:cubicBezTo>
                <a:cubicBezTo>
                  <a:pt x="13578" y="96884"/>
                  <a:pt x="9202" y="94781"/>
                  <a:pt x="5521" y="90574"/>
                </a:cubicBezTo>
                <a:cubicBezTo>
                  <a:pt x="1840" y="86368"/>
                  <a:pt x="0" y="80580"/>
                  <a:pt x="0" y="73210"/>
                </a:cubicBezTo>
                <a:cubicBezTo>
                  <a:pt x="0" y="62156"/>
                  <a:pt x="3316" y="50494"/>
                  <a:pt x="9949" y="38223"/>
                </a:cubicBezTo>
                <a:cubicBezTo>
                  <a:pt x="16581" y="25952"/>
                  <a:pt x="25002" y="16131"/>
                  <a:pt x="35211" y="8761"/>
                </a:cubicBezTo>
                <a:cubicBezTo>
                  <a:pt x="43198" y="2920"/>
                  <a:pt x="50734" y="0"/>
                  <a:pt x="57818" y="0"/>
                </a:cubicBezTo>
                <a:cubicBezTo>
                  <a:pt x="62054" y="0"/>
                  <a:pt x="65579" y="1121"/>
                  <a:pt x="68392" y="3363"/>
                </a:cubicBezTo>
                <a:cubicBezTo>
                  <a:pt x="71204" y="5605"/>
                  <a:pt x="73340" y="9317"/>
                  <a:pt x="74798" y="14500"/>
                </a:cubicBezTo>
                <a:lnTo>
                  <a:pt x="78549" y="2500"/>
                </a:lnTo>
                <a:lnTo>
                  <a:pt x="95113" y="0"/>
                </a:lnTo>
                <a:moveTo>
                  <a:pt x="58026" y="5209"/>
                </a:moveTo>
                <a:cubicBezTo>
                  <a:pt x="53581" y="5209"/>
                  <a:pt x="48859" y="7301"/>
                  <a:pt x="43858" y="11485"/>
                </a:cubicBezTo>
                <a:cubicBezTo>
                  <a:pt x="36774" y="17410"/>
                  <a:pt x="30471" y="26195"/>
                  <a:pt x="24950" y="37839"/>
                </a:cubicBezTo>
                <a:cubicBezTo>
                  <a:pt x="19429" y="49482"/>
                  <a:pt x="16668" y="60011"/>
                  <a:pt x="16668" y="69424"/>
                </a:cubicBezTo>
                <a:cubicBezTo>
                  <a:pt x="16668" y="74166"/>
                  <a:pt x="17849" y="77914"/>
                  <a:pt x="20210" y="80668"/>
                </a:cubicBezTo>
                <a:cubicBezTo>
                  <a:pt x="22571" y="83422"/>
                  <a:pt x="25280" y="84799"/>
                  <a:pt x="28336" y="84799"/>
                </a:cubicBezTo>
                <a:cubicBezTo>
                  <a:pt x="35906" y="84799"/>
                  <a:pt x="44136" y="79187"/>
                  <a:pt x="53026" y="67962"/>
                </a:cubicBezTo>
                <a:cubicBezTo>
                  <a:pt x="64902" y="53041"/>
                  <a:pt x="70840" y="37736"/>
                  <a:pt x="70840" y="22046"/>
                </a:cubicBezTo>
                <a:cubicBezTo>
                  <a:pt x="70840" y="16121"/>
                  <a:pt x="69694" y="11834"/>
                  <a:pt x="67402" y="9184"/>
                </a:cubicBezTo>
                <a:cubicBezTo>
                  <a:pt x="65110" y="6534"/>
                  <a:pt x="61985" y="5209"/>
                  <a:pt x="58026" y="5209"/>
                </a:cubicBezTo>
                <a:close/>
                <a:moveTo>
                  <a:pt x="183345" y="0"/>
                </a:moveTo>
                <a:lnTo>
                  <a:pt x="176991" y="32086"/>
                </a:lnTo>
                <a:lnTo>
                  <a:pt x="173136" y="32086"/>
                </a:lnTo>
                <a:cubicBezTo>
                  <a:pt x="172789" y="22706"/>
                  <a:pt x="170809" y="15881"/>
                  <a:pt x="167198" y="11612"/>
                </a:cubicBezTo>
                <a:cubicBezTo>
                  <a:pt x="163587" y="7343"/>
                  <a:pt x="159107" y="5209"/>
                  <a:pt x="153759" y="5209"/>
                </a:cubicBezTo>
                <a:cubicBezTo>
                  <a:pt x="149453" y="5209"/>
                  <a:pt x="146033" y="6393"/>
                  <a:pt x="143498" y="8761"/>
                </a:cubicBezTo>
                <a:cubicBezTo>
                  <a:pt x="140963" y="11126"/>
                  <a:pt x="139696" y="13979"/>
                  <a:pt x="139696" y="17319"/>
                </a:cubicBezTo>
                <a:cubicBezTo>
                  <a:pt x="139696" y="19618"/>
                  <a:pt x="140199" y="21811"/>
                  <a:pt x="141206" y="23899"/>
                </a:cubicBezTo>
                <a:cubicBezTo>
                  <a:pt x="142213" y="25986"/>
                  <a:pt x="144418" y="28910"/>
                  <a:pt x="147821" y="32669"/>
                </a:cubicBezTo>
                <a:cubicBezTo>
                  <a:pt x="156850" y="42555"/>
                  <a:pt x="162684" y="50003"/>
                  <a:pt x="165323" y="55015"/>
                </a:cubicBezTo>
                <a:cubicBezTo>
                  <a:pt x="167962" y="60026"/>
                  <a:pt x="169282" y="64759"/>
                  <a:pt x="169282" y="69215"/>
                </a:cubicBezTo>
                <a:cubicBezTo>
                  <a:pt x="169282" y="76453"/>
                  <a:pt x="166278" y="82874"/>
                  <a:pt x="160270" y="88478"/>
                </a:cubicBezTo>
                <a:cubicBezTo>
                  <a:pt x="154263" y="94082"/>
                  <a:pt x="146675" y="96884"/>
                  <a:pt x="137508" y="96884"/>
                </a:cubicBezTo>
                <a:cubicBezTo>
                  <a:pt x="132507" y="96884"/>
                  <a:pt x="126743" y="95703"/>
                  <a:pt x="120215" y="93342"/>
                </a:cubicBezTo>
                <a:cubicBezTo>
                  <a:pt x="117923" y="92508"/>
                  <a:pt x="116152" y="92092"/>
                  <a:pt x="114902" y="92092"/>
                </a:cubicBezTo>
                <a:cubicBezTo>
                  <a:pt x="111776" y="92092"/>
                  <a:pt x="109415" y="93689"/>
                  <a:pt x="107818" y="96884"/>
                </a:cubicBezTo>
                <a:lnTo>
                  <a:pt x="103963" y="96884"/>
                </a:lnTo>
                <a:lnTo>
                  <a:pt x="110318" y="62922"/>
                </a:lnTo>
                <a:lnTo>
                  <a:pt x="114172" y="62922"/>
                </a:lnTo>
                <a:cubicBezTo>
                  <a:pt x="114589" y="73555"/>
                  <a:pt x="116777" y="81075"/>
                  <a:pt x="120736" y="85483"/>
                </a:cubicBezTo>
                <a:cubicBezTo>
                  <a:pt x="124694" y="89889"/>
                  <a:pt x="130111" y="92092"/>
                  <a:pt x="136987" y="92092"/>
                </a:cubicBezTo>
                <a:cubicBezTo>
                  <a:pt x="142265" y="92092"/>
                  <a:pt x="146450" y="90615"/>
                  <a:pt x="149540" y="87661"/>
                </a:cubicBezTo>
                <a:cubicBezTo>
                  <a:pt x="152631" y="84705"/>
                  <a:pt x="154176" y="81072"/>
                  <a:pt x="154176" y="76761"/>
                </a:cubicBezTo>
                <a:cubicBezTo>
                  <a:pt x="154176" y="73979"/>
                  <a:pt x="153620" y="71406"/>
                  <a:pt x="152509" y="69043"/>
                </a:cubicBezTo>
                <a:cubicBezTo>
                  <a:pt x="150565" y="64871"/>
                  <a:pt x="146484" y="59100"/>
                  <a:pt x="140269" y="51730"/>
                </a:cubicBezTo>
                <a:cubicBezTo>
                  <a:pt x="134053" y="44359"/>
                  <a:pt x="130059" y="38832"/>
                  <a:pt x="128288" y="35146"/>
                </a:cubicBezTo>
                <a:cubicBezTo>
                  <a:pt x="126517" y="31461"/>
                  <a:pt x="125632" y="27776"/>
                  <a:pt x="125632" y="24091"/>
                </a:cubicBezTo>
                <a:cubicBezTo>
                  <a:pt x="125632" y="17347"/>
                  <a:pt x="128080" y="11647"/>
                  <a:pt x="132976" y="6990"/>
                </a:cubicBezTo>
                <a:cubicBezTo>
                  <a:pt x="137872" y="2330"/>
                  <a:pt x="144175" y="0"/>
                  <a:pt x="151884" y="0"/>
                </a:cubicBezTo>
                <a:cubicBezTo>
                  <a:pt x="154107" y="0"/>
                  <a:pt x="156121" y="177"/>
                  <a:pt x="157926" y="531"/>
                </a:cubicBezTo>
                <a:cubicBezTo>
                  <a:pt x="158899" y="743"/>
                  <a:pt x="161173" y="1542"/>
                  <a:pt x="164750" y="2927"/>
                </a:cubicBezTo>
                <a:cubicBezTo>
                  <a:pt x="168327" y="4309"/>
                  <a:pt x="170705" y="5000"/>
                  <a:pt x="171886" y="5000"/>
                </a:cubicBezTo>
                <a:cubicBezTo>
                  <a:pt x="174872" y="5000"/>
                  <a:pt x="177373" y="3334"/>
                  <a:pt x="179387" y="0"/>
                </a:cubicBezTo>
                <a:lnTo>
                  <a:pt x="183345" y="0"/>
                </a:lnTo>
                <a:close/>
                <a:moveTo>
                  <a:pt x="268686" y="0"/>
                </a:moveTo>
                <a:lnTo>
                  <a:pt x="262332" y="32086"/>
                </a:lnTo>
                <a:lnTo>
                  <a:pt x="258477" y="32086"/>
                </a:lnTo>
                <a:cubicBezTo>
                  <a:pt x="258130" y="22706"/>
                  <a:pt x="256150" y="15881"/>
                  <a:pt x="252539" y="11612"/>
                </a:cubicBezTo>
                <a:cubicBezTo>
                  <a:pt x="248928" y="7343"/>
                  <a:pt x="244448" y="5209"/>
                  <a:pt x="239100" y="5209"/>
                </a:cubicBezTo>
                <a:cubicBezTo>
                  <a:pt x="234794" y="5209"/>
                  <a:pt x="231374" y="6393"/>
                  <a:pt x="228839" y="8761"/>
                </a:cubicBezTo>
                <a:cubicBezTo>
                  <a:pt x="226304" y="11126"/>
                  <a:pt x="225037" y="13979"/>
                  <a:pt x="225037" y="17319"/>
                </a:cubicBezTo>
                <a:cubicBezTo>
                  <a:pt x="225037" y="19618"/>
                  <a:pt x="225540" y="21811"/>
                  <a:pt x="226547" y="23899"/>
                </a:cubicBezTo>
                <a:cubicBezTo>
                  <a:pt x="227554" y="25986"/>
                  <a:pt x="229759" y="28910"/>
                  <a:pt x="233162" y="32669"/>
                </a:cubicBezTo>
                <a:cubicBezTo>
                  <a:pt x="242191" y="42555"/>
                  <a:pt x="248025" y="50003"/>
                  <a:pt x="250664" y="55015"/>
                </a:cubicBezTo>
                <a:cubicBezTo>
                  <a:pt x="253303" y="60026"/>
                  <a:pt x="254623" y="64759"/>
                  <a:pt x="254623" y="69215"/>
                </a:cubicBezTo>
                <a:cubicBezTo>
                  <a:pt x="254623" y="76453"/>
                  <a:pt x="251619" y="82874"/>
                  <a:pt x="245611" y="88478"/>
                </a:cubicBezTo>
                <a:cubicBezTo>
                  <a:pt x="239604" y="94082"/>
                  <a:pt x="232016" y="96884"/>
                  <a:pt x="222849" y="96884"/>
                </a:cubicBezTo>
                <a:cubicBezTo>
                  <a:pt x="217848" y="96884"/>
                  <a:pt x="212084" y="95703"/>
                  <a:pt x="205556" y="93342"/>
                </a:cubicBezTo>
                <a:cubicBezTo>
                  <a:pt x="203264" y="92508"/>
                  <a:pt x="201493" y="92092"/>
                  <a:pt x="200243" y="92092"/>
                </a:cubicBezTo>
                <a:cubicBezTo>
                  <a:pt x="197117" y="92092"/>
                  <a:pt x="194756" y="93689"/>
                  <a:pt x="193159" y="96884"/>
                </a:cubicBezTo>
                <a:lnTo>
                  <a:pt x="189304" y="96884"/>
                </a:lnTo>
                <a:lnTo>
                  <a:pt x="195659" y="62922"/>
                </a:lnTo>
                <a:lnTo>
                  <a:pt x="199513" y="62922"/>
                </a:lnTo>
                <a:cubicBezTo>
                  <a:pt x="199930" y="73555"/>
                  <a:pt x="202118" y="81075"/>
                  <a:pt x="206077" y="85483"/>
                </a:cubicBezTo>
                <a:cubicBezTo>
                  <a:pt x="210035" y="89889"/>
                  <a:pt x="215452" y="92092"/>
                  <a:pt x="222328" y="92092"/>
                </a:cubicBezTo>
                <a:cubicBezTo>
                  <a:pt x="227606" y="92092"/>
                  <a:pt x="231791" y="90615"/>
                  <a:pt x="234881" y="87661"/>
                </a:cubicBezTo>
                <a:cubicBezTo>
                  <a:pt x="237972" y="84705"/>
                  <a:pt x="239517" y="81072"/>
                  <a:pt x="239517" y="76761"/>
                </a:cubicBezTo>
                <a:cubicBezTo>
                  <a:pt x="239517" y="73979"/>
                  <a:pt x="238961" y="71406"/>
                  <a:pt x="237850" y="69043"/>
                </a:cubicBezTo>
                <a:cubicBezTo>
                  <a:pt x="235906" y="64871"/>
                  <a:pt x="231825" y="59100"/>
                  <a:pt x="225609" y="51730"/>
                </a:cubicBezTo>
                <a:cubicBezTo>
                  <a:pt x="219394" y="44359"/>
                  <a:pt x="215400" y="38832"/>
                  <a:pt x="213629" y="35146"/>
                </a:cubicBezTo>
                <a:cubicBezTo>
                  <a:pt x="211858" y="31461"/>
                  <a:pt x="210973" y="27776"/>
                  <a:pt x="210973" y="24091"/>
                </a:cubicBezTo>
                <a:cubicBezTo>
                  <a:pt x="210973" y="17347"/>
                  <a:pt x="213421" y="11647"/>
                  <a:pt x="218317" y="6990"/>
                </a:cubicBezTo>
                <a:cubicBezTo>
                  <a:pt x="223213" y="2330"/>
                  <a:pt x="229516" y="0"/>
                  <a:pt x="237225" y="0"/>
                </a:cubicBezTo>
                <a:cubicBezTo>
                  <a:pt x="239448" y="0"/>
                  <a:pt x="241462" y="177"/>
                  <a:pt x="243267" y="531"/>
                </a:cubicBezTo>
                <a:cubicBezTo>
                  <a:pt x="244240" y="743"/>
                  <a:pt x="246514" y="1542"/>
                  <a:pt x="250091" y="2927"/>
                </a:cubicBezTo>
                <a:cubicBezTo>
                  <a:pt x="253668" y="4309"/>
                  <a:pt x="256046" y="5000"/>
                  <a:pt x="257227" y="5000"/>
                </a:cubicBezTo>
                <a:cubicBezTo>
                  <a:pt x="260213" y="5000"/>
                  <a:pt x="262714" y="3334"/>
                  <a:pt x="264728" y="0"/>
                </a:cubicBezTo>
                <a:lnTo>
                  <a:pt x="26868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D1F98-1C59-42B0-85E3-98F12B8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49" y="2668095"/>
            <a:ext cx="3490445" cy="1512796"/>
          </a:xfrm>
          <a:custGeom xmlns:a="http://schemas.openxmlformats.org/drawingml/2006/main">
            <a:pathLst>
              <a:path w="3490445" h="1512796">
                <a:moveTo>
                  <a:pt x="0" y="227576"/>
                </a:moveTo>
                <a:cubicBezTo>
                  <a:pt x="0" y="101883"/>
                  <a:pt x="101897" y="0"/>
                  <a:pt x="227576" y="0"/>
                </a:cubicBezTo>
                <a:lnTo>
                  <a:pt x="581741" y="0"/>
                </a:lnTo>
                <a:lnTo>
                  <a:pt x="1454352" y="0"/>
                </a:lnTo>
                <a:lnTo>
                  <a:pt x="3262869" y="0"/>
                </a:lnTo>
                <a:cubicBezTo>
                  <a:pt x="3388548" y="0"/>
                  <a:pt x="3490445" y="101883"/>
                  <a:pt x="3490445" y="227576"/>
                </a:cubicBezTo>
                <a:lnTo>
                  <a:pt x="3490445" y="796516"/>
                </a:lnTo>
                <a:lnTo>
                  <a:pt x="3490445" y="1137879"/>
                </a:lnTo>
                <a:lnTo>
                  <a:pt x="3490445" y="1137865"/>
                </a:lnTo>
                <a:cubicBezTo>
                  <a:pt x="3490445" y="1263558"/>
                  <a:pt x="3388548" y="1365455"/>
                  <a:pt x="3262869" y="1365455"/>
                </a:cubicBezTo>
                <a:lnTo>
                  <a:pt x="1454352" y="1365455"/>
                </a:lnTo>
                <a:lnTo>
                  <a:pt x="218402" y="1512796"/>
                </a:lnTo>
                <a:lnTo>
                  <a:pt x="581741" y="1365455"/>
                </a:lnTo>
                <a:lnTo>
                  <a:pt x="227576" y="1365455"/>
                </a:lnTo>
                <a:cubicBezTo>
                  <a:pt x="101897" y="1365455"/>
                  <a:pt x="0" y="1263558"/>
                  <a:pt x="0" y="1137865"/>
                </a:cubicBezTo>
                <a:lnTo>
                  <a:pt x="0" y="1137879"/>
                </a:lnTo>
                <a:lnTo>
                  <a:pt x="0" y="796516"/>
                </a:lnTo>
                <a:lnTo>
                  <a:pt x="0" y="227576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492D9-06E4-4976-AF44-8D8EAD0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324" y="2779032"/>
            <a:ext cx="2184728" cy="1152103"/>
          </a:xfrm>
          <a:custGeom xmlns:a="http://schemas.openxmlformats.org/drawingml/2006/main">
            <a:pathLst>
              <a:path w="2184728" h="1152103">
                <a:moveTo>
                  <a:pt x="0" y="576051"/>
                </a:moveTo>
                <a:lnTo>
                  <a:pt x="364121" y="0"/>
                </a:lnTo>
                <a:lnTo>
                  <a:pt x="1820607" y="0"/>
                </a:lnTo>
                <a:cubicBezTo>
                  <a:pt x="2021713" y="0"/>
                  <a:pt x="2184728" y="257900"/>
                  <a:pt x="2184728" y="576051"/>
                </a:cubicBezTo>
                <a:cubicBezTo>
                  <a:pt x="2184728" y="894202"/>
                  <a:pt x="2021713" y="1152103"/>
                  <a:pt x="1820607" y="1152103"/>
                </a:cubicBezTo>
                <a:lnTo>
                  <a:pt x="364121" y="1152103"/>
                </a:lnTo>
                <a:lnTo>
                  <a:pt x="0" y="5760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FD901-9C31-43D4-A59D-8623751E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324" y="2779032"/>
            <a:ext cx="2184728" cy="1152103"/>
          </a:xfrm>
          <a:custGeom xmlns:a="http://schemas.openxmlformats.org/drawingml/2006/main">
            <a:pathLst>
              <a:path w="2184728" h="1152103" fill="none">
                <a:moveTo>
                  <a:pt x="0" y="576051"/>
                </a:moveTo>
                <a:lnTo>
                  <a:pt x="364121" y="0"/>
                </a:lnTo>
                <a:lnTo>
                  <a:pt x="1820607" y="0"/>
                </a:lnTo>
                <a:cubicBezTo>
                  <a:pt x="2021713" y="0"/>
                  <a:pt x="2184728" y="257900"/>
                  <a:pt x="2184728" y="576051"/>
                </a:cubicBezTo>
                <a:cubicBezTo>
                  <a:pt x="2184728" y="894202"/>
                  <a:pt x="2021713" y="1152103"/>
                  <a:pt x="1820607" y="1152103"/>
                </a:cubicBezTo>
                <a:lnTo>
                  <a:pt x="364121" y="1152103"/>
                </a:lnTo>
                <a:lnTo>
                  <a:pt x="0" y="576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003" cap="flat">
            <a:solidFill>
              <a:srgbClr val="ACD78E"/>
            </a:solidFill>
            <a:custDash>
              <a:ds d="300000" sp="100000"/>
            </a:custDash>
            <a:miter/>
          </a:ln>
        </p:spPr>
      </p:sp>
      <p:pic>
        <p:nvPicPr>
          <p:cNvPr id="4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e4ed1da4e4d8d"/>
          <a:stretch xmlns:a="http://schemas.openxmlformats.org/drawingml/2006/main"/>
        </p:blipFill>
        <p:spPr>
          <a:xfrm xmlns:a="http://schemas.openxmlformats.org/drawingml/2006/main">
            <a:off x="467358" y="2882269"/>
            <a:ext cx="1083816" cy="1005382"/>
          </a:xfrm>
          <a:prstGeom xmlns:a="http://schemas.openxmlformats.org/drawingml/2006/main" prst="rect">
            <a:avLst/>
          </a:prstGeom>
        </p:spPr>
      </p:pic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DAF58-9C7F-47A9-92B2-B4A37735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28" y="2924112"/>
            <a:ext cx="938750" cy="861944"/>
          </a:xfrm>
          <a:custGeom xmlns:a="http://schemas.openxmlformats.org/drawingml/2006/main">
            <a:pathLst>
              <a:path w="938750" h="861944">
                <a:moveTo>
                  <a:pt x="0" y="0"/>
                </a:moveTo>
                <a:lnTo>
                  <a:pt x="938750" y="0"/>
                </a:lnTo>
                <a:lnTo>
                  <a:pt x="938750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BC1AC-4A37-4455-BABE-34D4E958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28" y="2924112"/>
            <a:ext cx="938750" cy="861944"/>
          </a:xfrm>
          <a:custGeom xmlns:a="http://schemas.openxmlformats.org/drawingml/2006/main">
            <a:pathLst>
              <a:path w="938750" h="861944" fill="none">
                <a:moveTo>
                  <a:pt x="0" y="0"/>
                </a:moveTo>
                <a:lnTo>
                  <a:pt x="938750" y="0"/>
                </a:lnTo>
                <a:lnTo>
                  <a:pt x="938750" y="861944"/>
                </a:lnTo>
                <a:lnTo>
                  <a:pt x="0" y="8619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3" cap="flat">
            <a:solidFill>
              <a:srgbClr val="0D0D0D"/>
            </a:solidFill>
            <a:miter/>
          </a:ln>
        </p:spPr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dc37d49734aa0"/>
          <a:stretch xmlns:a="http://schemas.openxmlformats.org/drawingml/2006/main"/>
        </p:blipFill>
        <p:spPr>
          <a:xfrm xmlns:a="http://schemas.openxmlformats.org/drawingml/2006/main">
            <a:off x="775271" y="3026521"/>
            <a:ext cx="408265" cy="401102"/>
          </a:xfrm>
          <a:prstGeom xmlns:a="http://schemas.openxmlformats.org/drawingml/2006/main" prst="rect">
            <a:avLst/>
          </a:prstGeom>
        </p:spPr>
      </p:pic>
      <p:sp>
        <p:nvSpPr>
          <p:cNvPr id="228" name="Text Ref">
            <a:extLst xmlns:a="http://schemas.openxmlformats.org/drawingml/2006/main">
              <a:ext uri="{FF2B5EF4-FFF2-40B4-BE49-F238E27FC236}">
                <a16:creationId xmlns:a16="http://schemas.microsoft.com/office/drawing/2014/main" id="{D0D299A7-CB33-425B-BBFD-57F183D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81" y="3533611"/>
            <a:ext cx="328025" cy="151055"/>
          </a:xfrm>
          <a:custGeom xmlns:a="http://schemas.openxmlformats.org/drawingml/2006/main">
            <a:pathLst>
              <a:path w="328025" h="151055">
                <a:moveTo>
                  <a:pt x="140533" y="148138"/>
                </a:moveTo>
                <a:lnTo>
                  <a:pt x="102822" y="148138"/>
                </a:lnTo>
                <a:lnTo>
                  <a:pt x="55005" y="81882"/>
                </a:lnTo>
                <a:cubicBezTo>
                  <a:pt x="51463" y="82021"/>
                  <a:pt x="48581" y="82091"/>
                  <a:pt x="46358" y="82091"/>
                </a:cubicBezTo>
                <a:cubicBezTo>
                  <a:pt x="45455" y="82091"/>
                  <a:pt x="44483" y="82073"/>
                  <a:pt x="43441" y="82039"/>
                </a:cubicBezTo>
                <a:cubicBezTo>
                  <a:pt x="42400" y="82004"/>
                  <a:pt x="41323" y="81952"/>
                  <a:pt x="40212" y="81882"/>
                </a:cubicBezTo>
                <a:lnTo>
                  <a:pt x="40212" y="123064"/>
                </a:lnTo>
                <a:cubicBezTo>
                  <a:pt x="40212" y="131984"/>
                  <a:pt x="41184" y="137524"/>
                  <a:pt x="43129" y="139684"/>
                </a:cubicBezTo>
                <a:cubicBezTo>
                  <a:pt x="45768" y="142750"/>
                  <a:pt x="49727" y="144284"/>
                  <a:pt x="55005" y="144284"/>
                </a:cubicBezTo>
                <a:lnTo>
                  <a:pt x="60526" y="144284"/>
                </a:lnTo>
                <a:lnTo>
                  <a:pt x="60526" y="148138"/>
                </a:lnTo>
                <a:lnTo>
                  <a:pt x="0" y="148138"/>
                </a:lnTo>
                <a:lnTo>
                  <a:pt x="0" y="144284"/>
                </a:lnTo>
                <a:lnTo>
                  <a:pt x="5313" y="144284"/>
                </a:lnTo>
                <a:cubicBezTo>
                  <a:pt x="11286" y="144284"/>
                  <a:pt x="15557" y="142339"/>
                  <a:pt x="18127" y="138450"/>
                </a:cubicBezTo>
                <a:cubicBezTo>
                  <a:pt x="19585" y="136297"/>
                  <a:pt x="20314" y="131192"/>
                  <a:pt x="20314" y="123136"/>
                </a:cubicBezTo>
                <a:lnTo>
                  <a:pt x="20314" y="31878"/>
                </a:lnTo>
                <a:cubicBezTo>
                  <a:pt x="20314" y="22988"/>
                  <a:pt x="19342" y="17467"/>
                  <a:pt x="17397" y="15314"/>
                </a:cubicBezTo>
                <a:cubicBezTo>
                  <a:pt x="14689" y="12258"/>
                  <a:pt x="10661" y="10730"/>
                  <a:pt x="5313" y="10730"/>
                </a:cubicBezTo>
                <a:lnTo>
                  <a:pt x="0" y="10730"/>
                </a:lnTo>
                <a:lnTo>
                  <a:pt x="0" y="6876"/>
                </a:lnTo>
                <a:lnTo>
                  <a:pt x="51463" y="6876"/>
                </a:lnTo>
                <a:cubicBezTo>
                  <a:pt x="66464" y="6876"/>
                  <a:pt x="77524" y="7966"/>
                  <a:pt x="84643" y="10147"/>
                </a:cubicBezTo>
                <a:cubicBezTo>
                  <a:pt x="91762" y="12329"/>
                  <a:pt x="97804" y="16346"/>
                  <a:pt x="102770" y="22199"/>
                </a:cubicBezTo>
                <a:cubicBezTo>
                  <a:pt x="107735" y="28050"/>
                  <a:pt x="110218" y="35027"/>
                  <a:pt x="110218" y="43129"/>
                </a:cubicBezTo>
                <a:cubicBezTo>
                  <a:pt x="110218" y="51784"/>
                  <a:pt x="107388" y="59298"/>
                  <a:pt x="101728" y="65670"/>
                </a:cubicBezTo>
                <a:cubicBezTo>
                  <a:pt x="96068" y="72040"/>
                  <a:pt x="87299" y="76541"/>
                  <a:pt x="75423" y="79174"/>
                </a:cubicBezTo>
                <a:lnTo>
                  <a:pt x="104593" y="119828"/>
                </a:lnTo>
                <a:cubicBezTo>
                  <a:pt x="111260" y="129165"/>
                  <a:pt x="116990" y="135367"/>
                  <a:pt x="121782" y="138434"/>
                </a:cubicBezTo>
                <a:cubicBezTo>
                  <a:pt x="126574" y="141498"/>
                  <a:pt x="132824" y="143448"/>
                  <a:pt x="140533" y="144284"/>
                </a:cubicBezTo>
                <a:lnTo>
                  <a:pt x="140533" y="148138"/>
                </a:lnTo>
                <a:moveTo>
                  <a:pt x="40212" y="75528"/>
                </a:moveTo>
                <a:cubicBezTo>
                  <a:pt x="41531" y="75528"/>
                  <a:pt x="42677" y="75545"/>
                  <a:pt x="43650" y="75580"/>
                </a:cubicBezTo>
                <a:cubicBezTo>
                  <a:pt x="44622" y="75614"/>
                  <a:pt x="45421" y="75632"/>
                  <a:pt x="46046" y="75632"/>
                </a:cubicBezTo>
                <a:cubicBezTo>
                  <a:pt x="59519" y="75632"/>
                  <a:pt x="69676" y="72715"/>
                  <a:pt x="76517" y="66881"/>
                </a:cubicBezTo>
                <a:cubicBezTo>
                  <a:pt x="83358" y="61047"/>
                  <a:pt x="86779" y="53616"/>
                  <a:pt x="86779" y="44587"/>
                </a:cubicBezTo>
                <a:cubicBezTo>
                  <a:pt x="86779" y="35767"/>
                  <a:pt x="84018" y="28596"/>
                  <a:pt x="78497" y="23075"/>
                </a:cubicBezTo>
                <a:cubicBezTo>
                  <a:pt x="72975" y="17554"/>
                  <a:pt x="65666" y="14793"/>
                  <a:pt x="56568" y="14793"/>
                </a:cubicBezTo>
                <a:cubicBezTo>
                  <a:pt x="52539" y="14793"/>
                  <a:pt x="47088" y="15453"/>
                  <a:pt x="40212" y="16772"/>
                </a:cubicBezTo>
                <a:lnTo>
                  <a:pt x="40212" y="75528"/>
                </a:lnTo>
                <a:close/>
                <a:moveTo>
                  <a:pt x="164144" y="88758"/>
                </a:moveTo>
                <a:cubicBezTo>
                  <a:pt x="164074" y="102893"/>
                  <a:pt x="167512" y="113980"/>
                  <a:pt x="174457" y="122019"/>
                </a:cubicBezTo>
                <a:cubicBezTo>
                  <a:pt x="181402" y="130056"/>
                  <a:pt x="189563" y="134074"/>
                  <a:pt x="198939" y="134074"/>
                </a:cubicBezTo>
                <a:cubicBezTo>
                  <a:pt x="205189" y="134074"/>
                  <a:pt x="210624" y="132356"/>
                  <a:pt x="215242" y="128918"/>
                </a:cubicBezTo>
                <a:cubicBezTo>
                  <a:pt x="219861" y="125480"/>
                  <a:pt x="223733" y="119594"/>
                  <a:pt x="226858" y="111260"/>
                </a:cubicBezTo>
                <a:lnTo>
                  <a:pt x="230087" y="113343"/>
                </a:lnTo>
                <a:cubicBezTo>
                  <a:pt x="228629" y="122858"/>
                  <a:pt x="224392" y="131522"/>
                  <a:pt x="217378" y="139335"/>
                </a:cubicBezTo>
                <a:cubicBezTo>
                  <a:pt x="210363" y="147149"/>
                  <a:pt x="201578" y="151055"/>
                  <a:pt x="191021" y="151055"/>
                </a:cubicBezTo>
                <a:cubicBezTo>
                  <a:pt x="179562" y="151055"/>
                  <a:pt x="169752" y="146603"/>
                  <a:pt x="161592" y="137698"/>
                </a:cubicBezTo>
                <a:cubicBezTo>
                  <a:pt x="153431" y="128791"/>
                  <a:pt x="149351" y="116817"/>
                  <a:pt x="149351" y="101777"/>
                </a:cubicBezTo>
                <a:cubicBezTo>
                  <a:pt x="149351" y="85490"/>
                  <a:pt x="153535" y="72791"/>
                  <a:pt x="161904" y="63678"/>
                </a:cubicBezTo>
                <a:cubicBezTo>
                  <a:pt x="170273" y="54562"/>
                  <a:pt x="180777" y="50004"/>
                  <a:pt x="193417" y="50004"/>
                </a:cubicBezTo>
                <a:cubicBezTo>
                  <a:pt x="204113" y="50004"/>
                  <a:pt x="212898" y="53520"/>
                  <a:pt x="219774" y="60552"/>
                </a:cubicBezTo>
                <a:cubicBezTo>
                  <a:pt x="226649" y="67582"/>
                  <a:pt x="230087" y="76984"/>
                  <a:pt x="230087" y="88758"/>
                </a:cubicBezTo>
                <a:lnTo>
                  <a:pt x="164144" y="88758"/>
                </a:lnTo>
                <a:moveTo>
                  <a:pt x="164144" y="82716"/>
                </a:moveTo>
                <a:lnTo>
                  <a:pt x="208314" y="82716"/>
                </a:lnTo>
                <a:cubicBezTo>
                  <a:pt x="207967" y="76604"/>
                  <a:pt x="207238" y="72298"/>
                  <a:pt x="206127" y="69798"/>
                </a:cubicBezTo>
                <a:cubicBezTo>
                  <a:pt x="204390" y="65909"/>
                  <a:pt x="201803" y="62853"/>
                  <a:pt x="198366" y="60630"/>
                </a:cubicBezTo>
                <a:cubicBezTo>
                  <a:pt x="194928" y="58408"/>
                  <a:pt x="191334" y="57297"/>
                  <a:pt x="187583" y="57297"/>
                </a:cubicBezTo>
                <a:cubicBezTo>
                  <a:pt x="181819" y="57297"/>
                  <a:pt x="176662" y="59537"/>
                  <a:pt x="172113" y="64016"/>
                </a:cubicBezTo>
                <a:cubicBezTo>
                  <a:pt x="167564" y="68496"/>
                  <a:pt x="164908" y="74729"/>
                  <a:pt x="164144" y="82716"/>
                </a:cubicBezTo>
                <a:close/>
                <a:moveTo>
                  <a:pt x="279271" y="60005"/>
                </a:moveTo>
                <a:lnTo>
                  <a:pt x="279271" y="122797"/>
                </a:lnTo>
                <a:cubicBezTo>
                  <a:pt x="279271" y="131698"/>
                  <a:pt x="280243" y="137330"/>
                  <a:pt x="282188" y="139693"/>
                </a:cubicBezTo>
                <a:cubicBezTo>
                  <a:pt x="284757" y="142754"/>
                  <a:pt x="288195" y="144284"/>
                  <a:pt x="292501" y="144284"/>
                </a:cubicBezTo>
                <a:lnTo>
                  <a:pt x="301148" y="144284"/>
                </a:lnTo>
                <a:lnTo>
                  <a:pt x="301148" y="148138"/>
                </a:lnTo>
                <a:lnTo>
                  <a:pt x="244163" y="148138"/>
                </a:lnTo>
                <a:lnTo>
                  <a:pt x="244163" y="144284"/>
                </a:lnTo>
                <a:lnTo>
                  <a:pt x="248435" y="144284"/>
                </a:lnTo>
                <a:cubicBezTo>
                  <a:pt x="251213" y="144284"/>
                  <a:pt x="253748" y="143588"/>
                  <a:pt x="256039" y="142197"/>
                </a:cubicBezTo>
                <a:cubicBezTo>
                  <a:pt x="258331" y="140806"/>
                  <a:pt x="259911" y="138928"/>
                  <a:pt x="260780" y="136565"/>
                </a:cubicBezTo>
                <a:cubicBezTo>
                  <a:pt x="261648" y="134201"/>
                  <a:pt x="262082" y="129612"/>
                  <a:pt x="262082" y="122797"/>
                </a:cubicBezTo>
                <a:lnTo>
                  <a:pt x="262082" y="60005"/>
                </a:lnTo>
                <a:lnTo>
                  <a:pt x="243538" y="60005"/>
                </a:lnTo>
                <a:lnTo>
                  <a:pt x="243538" y="52713"/>
                </a:lnTo>
                <a:lnTo>
                  <a:pt x="262082" y="52713"/>
                </a:lnTo>
                <a:lnTo>
                  <a:pt x="262082" y="46436"/>
                </a:lnTo>
                <a:cubicBezTo>
                  <a:pt x="262082" y="36885"/>
                  <a:pt x="263610" y="28797"/>
                  <a:pt x="266665" y="22173"/>
                </a:cubicBezTo>
                <a:cubicBezTo>
                  <a:pt x="269721" y="15549"/>
                  <a:pt x="274392" y="10198"/>
                  <a:pt x="280677" y="6120"/>
                </a:cubicBezTo>
                <a:cubicBezTo>
                  <a:pt x="286962" y="2040"/>
                  <a:pt x="294029" y="0"/>
                  <a:pt x="301877" y="0"/>
                </a:cubicBezTo>
                <a:cubicBezTo>
                  <a:pt x="309169" y="0"/>
                  <a:pt x="315871" y="2361"/>
                  <a:pt x="321983" y="7084"/>
                </a:cubicBezTo>
                <a:cubicBezTo>
                  <a:pt x="326011" y="10209"/>
                  <a:pt x="328025" y="13717"/>
                  <a:pt x="328025" y="17606"/>
                </a:cubicBezTo>
                <a:cubicBezTo>
                  <a:pt x="328025" y="19689"/>
                  <a:pt x="327122" y="21651"/>
                  <a:pt x="325317" y="23492"/>
                </a:cubicBezTo>
                <a:cubicBezTo>
                  <a:pt x="323511" y="25332"/>
                  <a:pt x="321566" y="26252"/>
                  <a:pt x="319483" y="26252"/>
                </a:cubicBezTo>
                <a:cubicBezTo>
                  <a:pt x="317885" y="26252"/>
                  <a:pt x="316201" y="25673"/>
                  <a:pt x="314430" y="24514"/>
                </a:cubicBezTo>
                <a:cubicBezTo>
                  <a:pt x="312659" y="23355"/>
                  <a:pt x="310489" y="20862"/>
                  <a:pt x="307919" y="17036"/>
                </a:cubicBezTo>
                <a:cubicBezTo>
                  <a:pt x="305349" y="13210"/>
                  <a:pt x="302988" y="10629"/>
                  <a:pt x="300835" y="9294"/>
                </a:cubicBezTo>
                <a:cubicBezTo>
                  <a:pt x="298682" y="7960"/>
                  <a:pt x="296286" y="7292"/>
                  <a:pt x="293647" y="7292"/>
                </a:cubicBezTo>
                <a:cubicBezTo>
                  <a:pt x="290452" y="7292"/>
                  <a:pt x="287744" y="8152"/>
                  <a:pt x="285521" y="9871"/>
                </a:cubicBezTo>
                <a:cubicBezTo>
                  <a:pt x="283299" y="11587"/>
                  <a:pt x="281702" y="14250"/>
                  <a:pt x="280729" y="17860"/>
                </a:cubicBezTo>
                <a:cubicBezTo>
                  <a:pt x="279757" y="21469"/>
                  <a:pt x="279271" y="30773"/>
                  <a:pt x="279271" y="45772"/>
                </a:cubicBezTo>
                <a:lnTo>
                  <a:pt x="279271" y="52713"/>
                </a:lnTo>
                <a:lnTo>
                  <a:pt x="303856" y="52713"/>
                </a:lnTo>
                <a:lnTo>
                  <a:pt x="303856" y="60005"/>
                </a:lnTo>
                <a:lnTo>
                  <a:pt x="279271" y="60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lection">
            <a:extLst xmlns:a="http://schemas.openxmlformats.org/drawingml/2006/main">
              <a:ext uri="{FF2B5EF4-FFF2-40B4-BE49-F238E27FC236}">
                <a16:creationId xmlns:a16="http://schemas.microsoft.com/office/drawing/2014/main" id="{29F1E8BC-210D-420F-92C5-55F92DB7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17" y="3533611"/>
            <a:ext cx="560225" cy="151055"/>
          </a:xfrm>
          <a:custGeom xmlns:a="http://schemas.openxmlformats.org/drawingml/2006/main">
            <a:pathLst>
              <a:path w="560225" h="151055">
                <a:moveTo>
                  <a:pt x="33128" y="0"/>
                </a:moveTo>
                <a:lnTo>
                  <a:pt x="33128" y="126483"/>
                </a:lnTo>
                <a:cubicBezTo>
                  <a:pt x="33128" y="132451"/>
                  <a:pt x="33562" y="136408"/>
                  <a:pt x="34430" y="138352"/>
                </a:cubicBezTo>
                <a:cubicBezTo>
                  <a:pt x="35298" y="140295"/>
                  <a:pt x="36635" y="141769"/>
                  <a:pt x="38441" y="142776"/>
                </a:cubicBezTo>
                <a:cubicBezTo>
                  <a:pt x="40247" y="143781"/>
                  <a:pt x="43615" y="144284"/>
                  <a:pt x="48546" y="144284"/>
                </a:cubicBezTo>
                <a:lnTo>
                  <a:pt x="48546" y="148138"/>
                </a:lnTo>
                <a:lnTo>
                  <a:pt x="1771" y="148138"/>
                </a:lnTo>
                <a:lnTo>
                  <a:pt x="1771" y="144284"/>
                </a:lnTo>
                <a:cubicBezTo>
                  <a:pt x="6146" y="144284"/>
                  <a:pt x="9133" y="143833"/>
                  <a:pt x="10730" y="142933"/>
                </a:cubicBezTo>
                <a:cubicBezTo>
                  <a:pt x="12327" y="142030"/>
                  <a:pt x="13578" y="140538"/>
                  <a:pt x="14480" y="138456"/>
                </a:cubicBezTo>
                <a:cubicBezTo>
                  <a:pt x="15383" y="136373"/>
                  <a:pt x="15835" y="132382"/>
                  <a:pt x="15835" y="126483"/>
                </a:cubicBezTo>
                <a:lnTo>
                  <a:pt x="15835" y="39870"/>
                </a:lnTo>
                <a:cubicBezTo>
                  <a:pt x="15835" y="29114"/>
                  <a:pt x="15592" y="22504"/>
                  <a:pt x="15106" y="20041"/>
                </a:cubicBezTo>
                <a:cubicBezTo>
                  <a:pt x="14619" y="17575"/>
                  <a:pt x="13838" y="15892"/>
                  <a:pt x="12762" y="14992"/>
                </a:cubicBezTo>
                <a:cubicBezTo>
                  <a:pt x="11685" y="14089"/>
                  <a:pt x="10313" y="13637"/>
                  <a:pt x="8647" y="13637"/>
                </a:cubicBezTo>
                <a:cubicBezTo>
                  <a:pt x="6841" y="13637"/>
                  <a:pt x="4549" y="14193"/>
                  <a:pt x="1771" y="15304"/>
                </a:cubicBezTo>
                <a:lnTo>
                  <a:pt x="0" y="11658"/>
                </a:lnTo>
                <a:lnTo>
                  <a:pt x="28440" y="0"/>
                </a:lnTo>
                <a:lnTo>
                  <a:pt x="33128" y="0"/>
                </a:lnTo>
                <a:close/>
                <a:moveTo>
                  <a:pt x="67560" y="88758"/>
                </a:moveTo>
                <a:cubicBezTo>
                  <a:pt x="67491" y="102893"/>
                  <a:pt x="70929" y="113980"/>
                  <a:pt x="77874" y="122019"/>
                </a:cubicBezTo>
                <a:cubicBezTo>
                  <a:pt x="84819" y="130056"/>
                  <a:pt x="92979" y="134074"/>
                  <a:pt x="102355" y="134074"/>
                </a:cubicBezTo>
                <a:cubicBezTo>
                  <a:pt x="108606" y="134074"/>
                  <a:pt x="114040" y="132356"/>
                  <a:pt x="118659" y="128918"/>
                </a:cubicBezTo>
                <a:cubicBezTo>
                  <a:pt x="123277" y="125480"/>
                  <a:pt x="127149" y="119594"/>
                  <a:pt x="130274" y="111260"/>
                </a:cubicBezTo>
                <a:lnTo>
                  <a:pt x="133504" y="113343"/>
                </a:lnTo>
                <a:cubicBezTo>
                  <a:pt x="132045" y="122858"/>
                  <a:pt x="127809" y="131522"/>
                  <a:pt x="120794" y="139335"/>
                </a:cubicBezTo>
                <a:cubicBezTo>
                  <a:pt x="113780" y="147149"/>
                  <a:pt x="104994" y="151055"/>
                  <a:pt x="94438" y="151055"/>
                </a:cubicBezTo>
                <a:cubicBezTo>
                  <a:pt x="82978" y="151055"/>
                  <a:pt x="73168" y="146603"/>
                  <a:pt x="65008" y="137698"/>
                </a:cubicBezTo>
                <a:cubicBezTo>
                  <a:pt x="56847" y="128791"/>
                  <a:pt x="52767" y="116817"/>
                  <a:pt x="52767" y="101777"/>
                </a:cubicBezTo>
                <a:cubicBezTo>
                  <a:pt x="52767" y="85490"/>
                  <a:pt x="56952" y="72791"/>
                  <a:pt x="65320" y="63678"/>
                </a:cubicBezTo>
                <a:cubicBezTo>
                  <a:pt x="73689" y="54562"/>
                  <a:pt x="84194" y="50004"/>
                  <a:pt x="96834" y="50004"/>
                </a:cubicBezTo>
                <a:cubicBezTo>
                  <a:pt x="107529" y="50004"/>
                  <a:pt x="116315" y="53520"/>
                  <a:pt x="123190" y="60552"/>
                </a:cubicBezTo>
                <a:cubicBezTo>
                  <a:pt x="130066" y="67582"/>
                  <a:pt x="133504" y="76984"/>
                  <a:pt x="133504" y="88758"/>
                </a:cubicBezTo>
                <a:lnTo>
                  <a:pt x="67560" y="88758"/>
                </a:lnTo>
                <a:moveTo>
                  <a:pt x="67560" y="82716"/>
                </a:moveTo>
                <a:lnTo>
                  <a:pt x="111731" y="82716"/>
                </a:lnTo>
                <a:cubicBezTo>
                  <a:pt x="111384" y="76604"/>
                  <a:pt x="110654" y="72298"/>
                  <a:pt x="109543" y="69798"/>
                </a:cubicBezTo>
                <a:cubicBezTo>
                  <a:pt x="107807" y="65909"/>
                  <a:pt x="105220" y="62853"/>
                  <a:pt x="101782" y="60630"/>
                </a:cubicBezTo>
                <a:cubicBezTo>
                  <a:pt x="98344" y="58408"/>
                  <a:pt x="94750" y="57297"/>
                  <a:pt x="91000" y="57297"/>
                </a:cubicBezTo>
                <a:cubicBezTo>
                  <a:pt x="85235" y="57297"/>
                  <a:pt x="80079" y="59537"/>
                  <a:pt x="75530" y="64016"/>
                </a:cubicBezTo>
                <a:cubicBezTo>
                  <a:pt x="70981" y="68496"/>
                  <a:pt x="68324" y="74729"/>
                  <a:pt x="67560" y="82716"/>
                </a:cubicBezTo>
                <a:close/>
                <a:moveTo>
                  <a:pt x="226441" y="111885"/>
                </a:moveTo>
                <a:cubicBezTo>
                  <a:pt x="223871" y="124456"/>
                  <a:pt x="218836" y="134127"/>
                  <a:pt x="211336" y="140898"/>
                </a:cubicBezTo>
                <a:cubicBezTo>
                  <a:pt x="203835" y="147669"/>
                  <a:pt x="195536" y="151055"/>
                  <a:pt x="186438" y="151055"/>
                </a:cubicBezTo>
                <a:cubicBezTo>
                  <a:pt x="175603" y="151055"/>
                  <a:pt x="166158" y="146512"/>
                  <a:pt x="158102" y="137424"/>
                </a:cubicBezTo>
                <a:cubicBezTo>
                  <a:pt x="150045" y="128335"/>
                  <a:pt x="146017" y="116054"/>
                  <a:pt x="146017" y="100582"/>
                </a:cubicBezTo>
                <a:cubicBezTo>
                  <a:pt x="146017" y="85596"/>
                  <a:pt x="150479" y="73420"/>
                  <a:pt x="159404" y="64055"/>
                </a:cubicBezTo>
                <a:cubicBezTo>
                  <a:pt x="168328" y="54688"/>
                  <a:pt x="179041" y="50004"/>
                  <a:pt x="191542" y="50004"/>
                </a:cubicBezTo>
                <a:cubicBezTo>
                  <a:pt x="200918" y="50004"/>
                  <a:pt x="208627" y="52480"/>
                  <a:pt x="214669" y="57430"/>
                </a:cubicBezTo>
                <a:cubicBezTo>
                  <a:pt x="220711" y="62379"/>
                  <a:pt x="223733" y="67518"/>
                  <a:pt x="223733" y="72848"/>
                </a:cubicBezTo>
                <a:cubicBezTo>
                  <a:pt x="223733" y="75479"/>
                  <a:pt x="222882" y="77608"/>
                  <a:pt x="221180" y="79236"/>
                </a:cubicBezTo>
                <a:cubicBezTo>
                  <a:pt x="219479" y="80861"/>
                  <a:pt x="217100" y="81674"/>
                  <a:pt x="214044" y="81674"/>
                </a:cubicBezTo>
                <a:cubicBezTo>
                  <a:pt x="209947" y="81674"/>
                  <a:pt x="206856" y="80354"/>
                  <a:pt x="204773" y="77715"/>
                </a:cubicBezTo>
                <a:cubicBezTo>
                  <a:pt x="203592" y="76257"/>
                  <a:pt x="202811" y="73479"/>
                  <a:pt x="202429" y="69381"/>
                </a:cubicBezTo>
                <a:cubicBezTo>
                  <a:pt x="202047" y="65284"/>
                  <a:pt x="200640" y="62158"/>
                  <a:pt x="198209" y="60005"/>
                </a:cubicBezTo>
                <a:cubicBezTo>
                  <a:pt x="195779" y="57922"/>
                  <a:pt x="192410" y="56880"/>
                  <a:pt x="188104" y="56880"/>
                </a:cubicBezTo>
                <a:cubicBezTo>
                  <a:pt x="181159" y="56880"/>
                  <a:pt x="175569" y="59450"/>
                  <a:pt x="171332" y="64589"/>
                </a:cubicBezTo>
                <a:cubicBezTo>
                  <a:pt x="165707" y="71395"/>
                  <a:pt x="162894" y="80389"/>
                  <a:pt x="162894" y="91571"/>
                </a:cubicBezTo>
                <a:cubicBezTo>
                  <a:pt x="162894" y="102961"/>
                  <a:pt x="165689" y="113014"/>
                  <a:pt x="171280" y="121730"/>
                </a:cubicBezTo>
                <a:cubicBezTo>
                  <a:pt x="176871" y="130446"/>
                  <a:pt x="184423" y="134804"/>
                  <a:pt x="193938" y="134804"/>
                </a:cubicBezTo>
                <a:cubicBezTo>
                  <a:pt x="200744" y="134804"/>
                  <a:pt x="206856" y="132477"/>
                  <a:pt x="212273" y="127824"/>
                </a:cubicBezTo>
                <a:cubicBezTo>
                  <a:pt x="216093" y="124629"/>
                  <a:pt x="219809" y="118830"/>
                  <a:pt x="223420" y="110427"/>
                </a:cubicBezTo>
                <a:lnTo>
                  <a:pt x="226441" y="111885"/>
                </a:lnTo>
                <a:close/>
                <a:moveTo>
                  <a:pt x="266978" y="21252"/>
                </a:moveTo>
                <a:lnTo>
                  <a:pt x="266978" y="52713"/>
                </a:lnTo>
                <a:lnTo>
                  <a:pt x="289272" y="52713"/>
                </a:lnTo>
                <a:lnTo>
                  <a:pt x="289272" y="60005"/>
                </a:lnTo>
                <a:lnTo>
                  <a:pt x="266978" y="60005"/>
                </a:lnTo>
                <a:lnTo>
                  <a:pt x="266978" y="121801"/>
                </a:lnTo>
                <a:cubicBezTo>
                  <a:pt x="266978" y="127976"/>
                  <a:pt x="267863" y="132139"/>
                  <a:pt x="269634" y="134289"/>
                </a:cubicBezTo>
                <a:cubicBezTo>
                  <a:pt x="271405" y="136438"/>
                  <a:pt x="273680" y="137512"/>
                  <a:pt x="276458" y="137512"/>
                </a:cubicBezTo>
                <a:cubicBezTo>
                  <a:pt x="278750" y="137512"/>
                  <a:pt x="280972" y="136800"/>
                  <a:pt x="283125" y="135377"/>
                </a:cubicBezTo>
                <a:cubicBezTo>
                  <a:pt x="285278" y="133953"/>
                  <a:pt x="286945" y="131852"/>
                  <a:pt x="288126" y="129074"/>
                </a:cubicBezTo>
                <a:lnTo>
                  <a:pt x="292189" y="129074"/>
                </a:lnTo>
                <a:cubicBezTo>
                  <a:pt x="289758" y="135900"/>
                  <a:pt x="286320" y="141062"/>
                  <a:pt x="281875" y="144560"/>
                </a:cubicBezTo>
                <a:cubicBezTo>
                  <a:pt x="277430" y="148057"/>
                  <a:pt x="272847" y="149805"/>
                  <a:pt x="268124" y="149805"/>
                </a:cubicBezTo>
                <a:cubicBezTo>
                  <a:pt x="264929" y="149805"/>
                  <a:pt x="261804" y="148918"/>
                  <a:pt x="258748" y="147145"/>
                </a:cubicBezTo>
                <a:cubicBezTo>
                  <a:pt x="255692" y="145372"/>
                  <a:pt x="253435" y="142835"/>
                  <a:pt x="251977" y="139534"/>
                </a:cubicBezTo>
                <a:cubicBezTo>
                  <a:pt x="250518" y="136231"/>
                  <a:pt x="249789" y="131137"/>
                  <a:pt x="249789" y="124253"/>
                </a:cubicBezTo>
                <a:lnTo>
                  <a:pt x="249789" y="60005"/>
                </a:lnTo>
                <a:lnTo>
                  <a:pt x="234683" y="60005"/>
                </a:lnTo>
                <a:lnTo>
                  <a:pt x="234683" y="56568"/>
                </a:lnTo>
                <a:cubicBezTo>
                  <a:pt x="238503" y="55035"/>
                  <a:pt x="242410" y="52441"/>
                  <a:pt x="246403" y="48784"/>
                </a:cubicBezTo>
                <a:cubicBezTo>
                  <a:pt x="250397" y="45127"/>
                  <a:pt x="253956" y="40790"/>
                  <a:pt x="257081" y="35775"/>
                </a:cubicBezTo>
                <a:cubicBezTo>
                  <a:pt x="258679" y="33129"/>
                  <a:pt x="260901" y="28288"/>
                  <a:pt x="263749" y="21252"/>
                </a:cubicBezTo>
                <a:lnTo>
                  <a:pt x="266978" y="21252"/>
                </a:lnTo>
                <a:close/>
                <a:moveTo>
                  <a:pt x="323279" y="0"/>
                </a:moveTo>
                <a:cubicBezTo>
                  <a:pt x="326196" y="0"/>
                  <a:pt x="328679" y="1030"/>
                  <a:pt x="330727" y="3089"/>
                </a:cubicBezTo>
                <a:cubicBezTo>
                  <a:pt x="332776" y="5147"/>
                  <a:pt x="333801" y="7642"/>
                  <a:pt x="333801" y="10574"/>
                </a:cubicBezTo>
                <a:cubicBezTo>
                  <a:pt x="333801" y="13506"/>
                  <a:pt x="332776" y="16019"/>
                  <a:pt x="330727" y="18114"/>
                </a:cubicBezTo>
                <a:cubicBezTo>
                  <a:pt x="328679" y="20206"/>
                  <a:pt x="326196" y="21252"/>
                  <a:pt x="323279" y="21252"/>
                </a:cubicBezTo>
                <a:cubicBezTo>
                  <a:pt x="320362" y="21252"/>
                  <a:pt x="317862" y="20206"/>
                  <a:pt x="315778" y="18114"/>
                </a:cubicBezTo>
                <a:cubicBezTo>
                  <a:pt x="313695" y="16019"/>
                  <a:pt x="312653" y="13506"/>
                  <a:pt x="312653" y="10574"/>
                </a:cubicBezTo>
                <a:cubicBezTo>
                  <a:pt x="312653" y="7642"/>
                  <a:pt x="313677" y="5147"/>
                  <a:pt x="315726" y="3089"/>
                </a:cubicBezTo>
                <a:cubicBezTo>
                  <a:pt x="317775" y="1030"/>
                  <a:pt x="320292" y="0"/>
                  <a:pt x="323279" y="0"/>
                </a:cubicBezTo>
                <a:moveTo>
                  <a:pt x="331925" y="50004"/>
                </a:moveTo>
                <a:lnTo>
                  <a:pt x="331925" y="126509"/>
                </a:lnTo>
                <a:cubicBezTo>
                  <a:pt x="331925" y="132468"/>
                  <a:pt x="332360" y="136436"/>
                  <a:pt x="333228" y="138411"/>
                </a:cubicBezTo>
                <a:cubicBezTo>
                  <a:pt x="334096" y="140386"/>
                  <a:pt x="335381" y="141858"/>
                  <a:pt x="337082" y="142829"/>
                </a:cubicBezTo>
                <a:cubicBezTo>
                  <a:pt x="338784" y="143799"/>
                  <a:pt x="341892" y="144284"/>
                  <a:pt x="346406" y="144284"/>
                </a:cubicBezTo>
                <a:lnTo>
                  <a:pt x="346406" y="148138"/>
                </a:lnTo>
                <a:lnTo>
                  <a:pt x="300048" y="148138"/>
                </a:lnTo>
                <a:lnTo>
                  <a:pt x="300048" y="144284"/>
                </a:lnTo>
                <a:cubicBezTo>
                  <a:pt x="304701" y="144284"/>
                  <a:pt x="307826" y="143833"/>
                  <a:pt x="309423" y="142933"/>
                </a:cubicBezTo>
                <a:cubicBezTo>
                  <a:pt x="311021" y="142032"/>
                  <a:pt x="312288" y="140542"/>
                  <a:pt x="313226" y="138463"/>
                </a:cubicBezTo>
                <a:cubicBezTo>
                  <a:pt x="314163" y="136384"/>
                  <a:pt x="314632" y="132399"/>
                  <a:pt x="314632" y="126509"/>
                </a:cubicBezTo>
                <a:lnTo>
                  <a:pt x="314632" y="89816"/>
                </a:lnTo>
                <a:cubicBezTo>
                  <a:pt x="314632" y="79490"/>
                  <a:pt x="314320" y="72803"/>
                  <a:pt x="313695" y="69756"/>
                </a:cubicBezTo>
                <a:cubicBezTo>
                  <a:pt x="313208" y="67537"/>
                  <a:pt x="312445" y="65995"/>
                  <a:pt x="311403" y="65130"/>
                </a:cubicBezTo>
                <a:cubicBezTo>
                  <a:pt x="310361" y="64264"/>
                  <a:pt x="308937" y="63831"/>
                  <a:pt x="307132" y="63831"/>
                </a:cubicBezTo>
                <a:cubicBezTo>
                  <a:pt x="305187" y="63831"/>
                  <a:pt x="302826" y="64350"/>
                  <a:pt x="300048" y="65390"/>
                </a:cubicBezTo>
                <a:lnTo>
                  <a:pt x="298589" y="61646"/>
                </a:lnTo>
                <a:lnTo>
                  <a:pt x="327342" y="50004"/>
                </a:lnTo>
                <a:lnTo>
                  <a:pt x="331925" y="50004"/>
                </a:lnTo>
                <a:close/>
                <a:moveTo>
                  <a:pt x="396881" y="50004"/>
                </a:moveTo>
                <a:cubicBezTo>
                  <a:pt x="411327" y="50004"/>
                  <a:pt x="422925" y="55486"/>
                  <a:pt x="431676" y="66448"/>
                </a:cubicBezTo>
                <a:cubicBezTo>
                  <a:pt x="439107" y="75813"/>
                  <a:pt x="442823" y="86567"/>
                  <a:pt x="442823" y="98710"/>
                </a:cubicBezTo>
                <a:cubicBezTo>
                  <a:pt x="442823" y="107244"/>
                  <a:pt x="440774" y="115882"/>
                  <a:pt x="436676" y="124624"/>
                </a:cubicBezTo>
                <a:cubicBezTo>
                  <a:pt x="432579" y="133364"/>
                  <a:pt x="426936" y="139954"/>
                  <a:pt x="419748" y="144394"/>
                </a:cubicBezTo>
                <a:cubicBezTo>
                  <a:pt x="412560" y="148835"/>
                  <a:pt x="404556" y="151055"/>
                  <a:pt x="395735" y="151055"/>
                </a:cubicBezTo>
                <a:cubicBezTo>
                  <a:pt x="381359" y="151055"/>
                  <a:pt x="369934" y="145331"/>
                  <a:pt x="361461" y="133882"/>
                </a:cubicBezTo>
                <a:cubicBezTo>
                  <a:pt x="354308" y="124240"/>
                  <a:pt x="350731" y="113417"/>
                  <a:pt x="350731" y="101415"/>
                </a:cubicBezTo>
                <a:cubicBezTo>
                  <a:pt x="350731" y="92673"/>
                  <a:pt x="352902" y="83983"/>
                  <a:pt x="357242" y="75345"/>
                </a:cubicBezTo>
                <a:cubicBezTo>
                  <a:pt x="361583" y="66707"/>
                  <a:pt x="367295" y="60324"/>
                  <a:pt x="374379" y="56196"/>
                </a:cubicBezTo>
                <a:cubicBezTo>
                  <a:pt x="381463" y="52068"/>
                  <a:pt x="388964" y="50004"/>
                  <a:pt x="396881" y="50004"/>
                </a:cubicBezTo>
                <a:moveTo>
                  <a:pt x="393652" y="56880"/>
                </a:moveTo>
                <a:cubicBezTo>
                  <a:pt x="389971" y="56880"/>
                  <a:pt x="386273" y="57973"/>
                  <a:pt x="382557" y="60158"/>
                </a:cubicBezTo>
                <a:cubicBezTo>
                  <a:pt x="378841" y="62344"/>
                  <a:pt x="375838" y="66177"/>
                  <a:pt x="373546" y="71657"/>
                </a:cubicBezTo>
                <a:cubicBezTo>
                  <a:pt x="371254" y="77137"/>
                  <a:pt x="370108" y="84177"/>
                  <a:pt x="370108" y="92778"/>
                </a:cubicBezTo>
                <a:cubicBezTo>
                  <a:pt x="370108" y="106651"/>
                  <a:pt x="372869" y="118617"/>
                  <a:pt x="378390" y="128677"/>
                </a:cubicBezTo>
                <a:cubicBezTo>
                  <a:pt x="383911" y="138734"/>
                  <a:pt x="391186" y="143763"/>
                  <a:pt x="400215" y="143763"/>
                </a:cubicBezTo>
                <a:cubicBezTo>
                  <a:pt x="406952" y="143763"/>
                  <a:pt x="412508" y="140988"/>
                  <a:pt x="416883" y="135439"/>
                </a:cubicBezTo>
                <a:cubicBezTo>
                  <a:pt x="421258" y="129889"/>
                  <a:pt x="423446" y="120351"/>
                  <a:pt x="423446" y="106826"/>
                </a:cubicBezTo>
                <a:cubicBezTo>
                  <a:pt x="423446" y="89900"/>
                  <a:pt x="419800" y="76580"/>
                  <a:pt x="412508" y="66868"/>
                </a:cubicBezTo>
                <a:cubicBezTo>
                  <a:pt x="407577" y="60209"/>
                  <a:pt x="401291" y="56880"/>
                  <a:pt x="393652" y="56880"/>
                </a:cubicBezTo>
                <a:close/>
                <a:moveTo>
                  <a:pt x="488969" y="70215"/>
                </a:moveTo>
                <a:cubicBezTo>
                  <a:pt x="500150" y="56741"/>
                  <a:pt x="510811" y="50004"/>
                  <a:pt x="520951" y="50004"/>
                </a:cubicBezTo>
                <a:cubicBezTo>
                  <a:pt x="526159" y="50004"/>
                  <a:pt x="530639" y="51304"/>
                  <a:pt x="534389" y="53905"/>
                </a:cubicBezTo>
                <a:cubicBezTo>
                  <a:pt x="538140" y="56502"/>
                  <a:pt x="541126" y="60781"/>
                  <a:pt x="543349" y="66741"/>
                </a:cubicBezTo>
                <a:cubicBezTo>
                  <a:pt x="544876" y="70897"/>
                  <a:pt x="545640" y="77273"/>
                  <a:pt x="545640" y="85867"/>
                </a:cubicBezTo>
                <a:lnTo>
                  <a:pt x="545640" y="126509"/>
                </a:lnTo>
                <a:cubicBezTo>
                  <a:pt x="545640" y="132538"/>
                  <a:pt x="546127" y="136627"/>
                  <a:pt x="547099" y="138775"/>
                </a:cubicBezTo>
                <a:cubicBezTo>
                  <a:pt x="547863" y="140507"/>
                  <a:pt x="549096" y="141858"/>
                  <a:pt x="550797" y="142829"/>
                </a:cubicBezTo>
                <a:cubicBezTo>
                  <a:pt x="552499" y="143799"/>
                  <a:pt x="555641" y="144284"/>
                  <a:pt x="560225" y="144284"/>
                </a:cubicBezTo>
                <a:lnTo>
                  <a:pt x="560225" y="148138"/>
                </a:lnTo>
                <a:lnTo>
                  <a:pt x="513033" y="148138"/>
                </a:lnTo>
                <a:lnTo>
                  <a:pt x="513033" y="144284"/>
                </a:lnTo>
                <a:lnTo>
                  <a:pt x="515013" y="144284"/>
                </a:lnTo>
                <a:cubicBezTo>
                  <a:pt x="519457" y="144284"/>
                  <a:pt x="522565" y="143610"/>
                  <a:pt x="524336" y="142262"/>
                </a:cubicBezTo>
                <a:cubicBezTo>
                  <a:pt x="526107" y="140914"/>
                  <a:pt x="527340" y="138928"/>
                  <a:pt x="528035" y="136304"/>
                </a:cubicBezTo>
                <a:cubicBezTo>
                  <a:pt x="528312" y="135267"/>
                  <a:pt x="528451" y="132019"/>
                  <a:pt x="528451" y="126561"/>
                </a:cubicBezTo>
                <a:lnTo>
                  <a:pt x="528451" y="87693"/>
                </a:lnTo>
                <a:cubicBezTo>
                  <a:pt x="528451" y="79058"/>
                  <a:pt x="527323" y="72788"/>
                  <a:pt x="525066" y="68883"/>
                </a:cubicBezTo>
                <a:cubicBezTo>
                  <a:pt x="522808" y="64979"/>
                  <a:pt x="519006" y="63026"/>
                  <a:pt x="513658" y="63026"/>
                </a:cubicBezTo>
                <a:cubicBezTo>
                  <a:pt x="505394" y="63026"/>
                  <a:pt x="497164" y="67518"/>
                  <a:pt x="488969" y="76501"/>
                </a:cubicBezTo>
                <a:lnTo>
                  <a:pt x="488969" y="126561"/>
                </a:lnTo>
                <a:cubicBezTo>
                  <a:pt x="488969" y="132987"/>
                  <a:pt x="489351" y="136960"/>
                  <a:pt x="490115" y="138479"/>
                </a:cubicBezTo>
                <a:cubicBezTo>
                  <a:pt x="491087" y="140482"/>
                  <a:pt x="492424" y="141951"/>
                  <a:pt x="494125" y="142884"/>
                </a:cubicBezTo>
                <a:cubicBezTo>
                  <a:pt x="495827" y="143817"/>
                  <a:pt x="499282" y="144284"/>
                  <a:pt x="504491" y="144284"/>
                </a:cubicBezTo>
                <a:lnTo>
                  <a:pt x="504491" y="148138"/>
                </a:lnTo>
                <a:lnTo>
                  <a:pt x="457299" y="148138"/>
                </a:lnTo>
                <a:lnTo>
                  <a:pt x="457299" y="144284"/>
                </a:lnTo>
                <a:lnTo>
                  <a:pt x="459383" y="144284"/>
                </a:lnTo>
                <a:cubicBezTo>
                  <a:pt x="464244" y="144284"/>
                  <a:pt x="467526" y="143054"/>
                  <a:pt x="469227" y="140595"/>
                </a:cubicBezTo>
                <a:cubicBezTo>
                  <a:pt x="470929" y="138134"/>
                  <a:pt x="471780" y="133439"/>
                  <a:pt x="471780" y="126509"/>
                </a:cubicBezTo>
                <a:lnTo>
                  <a:pt x="471780" y="91167"/>
                </a:lnTo>
                <a:cubicBezTo>
                  <a:pt x="471780" y="79734"/>
                  <a:pt x="471519" y="72770"/>
                  <a:pt x="470998" y="70276"/>
                </a:cubicBezTo>
                <a:cubicBezTo>
                  <a:pt x="470477" y="67781"/>
                  <a:pt x="469679" y="66082"/>
                  <a:pt x="468602" y="65182"/>
                </a:cubicBezTo>
                <a:cubicBezTo>
                  <a:pt x="467526" y="64281"/>
                  <a:pt x="466085" y="63831"/>
                  <a:pt x="464279" y="63831"/>
                </a:cubicBezTo>
                <a:cubicBezTo>
                  <a:pt x="462334" y="63831"/>
                  <a:pt x="460008" y="64350"/>
                  <a:pt x="457299" y="65390"/>
                </a:cubicBezTo>
                <a:lnTo>
                  <a:pt x="455737" y="61646"/>
                </a:lnTo>
                <a:lnTo>
                  <a:pt x="484489" y="50004"/>
                </a:lnTo>
                <a:lnTo>
                  <a:pt x="488969" y="50004"/>
                </a:lnTo>
                <a:lnTo>
                  <a:pt x="488969" y="70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▸">
            <a:extLst xmlns:a="http://schemas.openxmlformats.org/drawingml/2006/main">
              <a:ext uri="{FF2B5EF4-FFF2-40B4-BE49-F238E27FC236}">
                <a16:creationId xmlns:a16="http://schemas.microsoft.com/office/drawing/2014/main" id="{79EB2B66-EDA6-4571-9F81-58A9B3E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494" y="2880745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Details">
            <a:extLst xmlns:a="http://schemas.openxmlformats.org/drawingml/2006/main">
              <a:ext uri="{FF2B5EF4-FFF2-40B4-BE49-F238E27FC236}">
                <a16:creationId xmlns:a16="http://schemas.microsoft.com/office/drawing/2014/main" id="{E46D54E9-5C19-460C-888A-2D81AD2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500" y="2851800"/>
            <a:ext cx="527045" cy="138971"/>
          </a:xfrm>
          <a:custGeom xmlns:a="http://schemas.openxmlformats.org/drawingml/2006/main">
            <a:pathLst>
              <a:path w="527045" h="138971">
                <a:moveTo>
                  <a:pt x="0" y="136287"/>
                </a:moveTo>
                <a:lnTo>
                  <a:pt x="0" y="132741"/>
                </a:lnTo>
                <a:lnTo>
                  <a:pt x="4888" y="132741"/>
                </a:lnTo>
                <a:cubicBezTo>
                  <a:pt x="10383" y="132741"/>
                  <a:pt x="14280" y="130984"/>
                  <a:pt x="16581" y="127470"/>
                </a:cubicBezTo>
                <a:cubicBezTo>
                  <a:pt x="17986" y="125361"/>
                  <a:pt x="18689" y="120633"/>
                  <a:pt x="18689" y="113285"/>
                </a:cubicBezTo>
                <a:lnTo>
                  <a:pt x="18689" y="29328"/>
                </a:lnTo>
                <a:cubicBezTo>
                  <a:pt x="18689" y="21213"/>
                  <a:pt x="17795" y="16133"/>
                  <a:pt x="16006" y="14089"/>
                </a:cubicBezTo>
                <a:cubicBezTo>
                  <a:pt x="13514" y="11277"/>
                  <a:pt x="9808" y="9872"/>
                  <a:pt x="4888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52905" y="6326"/>
                </a:lnTo>
                <a:cubicBezTo>
                  <a:pt x="72329" y="6326"/>
                  <a:pt x="87104" y="8530"/>
                  <a:pt x="97232" y="12939"/>
                </a:cubicBezTo>
                <a:cubicBezTo>
                  <a:pt x="107359" y="17347"/>
                  <a:pt x="115505" y="24695"/>
                  <a:pt x="121671" y="34982"/>
                </a:cubicBezTo>
                <a:cubicBezTo>
                  <a:pt x="127837" y="45269"/>
                  <a:pt x="130920" y="57154"/>
                  <a:pt x="130920" y="70635"/>
                </a:cubicBezTo>
                <a:cubicBezTo>
                  <a:pt x="130920" y="88718"/>
                  <a:pt x="125425" y="103829"/>
                  <a:pt x="114435" y="115969"/>
                </a:cubicBezTo>
                <a:cubicBezTo>
                  <a:pt x="102104" y="129514"/>
                  <a:pt x="83319" y="136287"/>
                  <a:pt x="58080" y="136287"/>
                </a:cubicBezTo>
                <a:lnTo>
                  <a:pt x="0" y="136287"/>
                </a:lnTo>
                <a:moveTo>
                  <a:pt x="37091" y="126991"/>
                </a:moveTo>
                <a:cubicBezTo>
                  <a:pt x="45205" y="128716"/>
                  <a:pt x="52010" y="129578"/>
                  <a:pt x="57505" y="129578"/>
                </a:cubicBezTo>
                <a:cubicBezTo>
                  <a:pt x="72329" y="129578"/>
                  <a:pt x="84628" y="124371"/>
                  <a:pt x="94404" y="113956"/>
                </a:cubicBezTo>
                <a:cubicBezTo>
                  <a:pt x="104180" y="103541"/>
                  <a:pt x="109068" y="89420"/>
                  <a:pt x="109068" y="71594"/>
                </a:cubicBezTo>
                <a:cubicBezTo>
                  <a:pt x="109068" y="53640"/>
                  <a:pt x="104180" y="39487"/>
                  <a:pt x="94404" y="29136"/>
                </a:cubicBezTo>
                <a:cubicBezTo>
                  <a:pt x="84628" y="18785"/>
                  <a:pt x="72073" y="13610"/>
                  <a:pt x="56738" y="13610"/>
                </a:cubicBezTo>
                <a:cubicBezTo>
                  <a:pt x="50988" y="13610"/>
                  <a:pt x="44439" y="14536"/>
                  <a:pt x="37091" y="16389"/>
                </a:cubicBezTo>
                <a:lnTo>
                  <a:pt x="37091" y="126991"/>
                </a:lnTo>
                <a:close/>
                <a:moveTo>
                  <a:pt x="154094" y="81657"/>
                </a:moveTo>
                <a:cubicBezTo>
                  <a:pt x="154030" y="94662"/>
                  <a:pt x="157193" y="104862"/>
                  <a:pt x="163582" y="112258"/>
                </a:cubicBezTo>
                <a:cubicBezTo>
                  <a:pt x="169972" y="119652"/>
                  <a:pt x="177479" y="123349"/>
                  <a:pt x="186105" y="123349"/>
                </a:cubicBezTo>
                <a:cubicBezTo>
                  <a:pt x="191856" y="123349"/>
                  <a:pt x="196855" y="121767"/>
                  <a:pt x="201104" y="118604"/>
                </a:cubicBezTo>
                <a:cubicBezTo>
                  <a:pt x="205353" y="115442"/>
                  <a:pt x="208915" y="110026"/>
                  <a:pt x="211791" y="102359"/>
                </a:cubicBezTo>
                <a:lnTo>
                  <a:pt x="214762" y="104276"/>
                </a:lnTo>
                <a:cubicBezTo>
                  <a:pt x="213420" y="113030"/>
                  <a:pt x="209522" y="121000"/>
                  <a:pt x="203069" y="128189"/>
                </a:cubicBezTo>
                <a:cubicBezTo>
                  <a:pt x="196616" y="135377"/>
                  <a:pt x="188533" y="138971"/>
                  <a:pt x="178821" y="138971"/>
                </a:cubicBezTo>
                <a:cubicBezTo>
                  <a:pt x="168279" y="138971"/>
                  <a:pt x="159253" y="134875"/>
                  <a:pt x="151746" y="126682"/>
                </a:cubicBezTo>
                <a:cubicBezTo>
                  <a:pt x="144238" y="118488"/>
                  <a:pt x="140484" y="107472"/>
                  <a:pt x="140484" y="93635"/>
                </a:cubicBezTo>
                <a:cubicBezTo>
                  <a:pt x="140484" y="78651"/>
                  <a:pt x="144334" y="66968"/>
                  <a:pt x="152033" y="58583"/>
                </a:cubicBezTo>
                <a:cubicBezTo>
                  <a:pt x="159733" y="50197"/>
                  <a:pt x="169397" y="46004"/>
                  <a:pt x="181025" y="46004"/>
                </a:cubicBezTo>
                <a:cubicBezTo>
                  <a:pt x="190865" y="46004"/>
                  <a:pt x="198948" y="49239"/>
                  <a:pt x="205273" y="55708"/>
                </a:cubicBezTo>
                <a:cubicBezTo>
                  <a:pt x="211599" y="62175"/>
                  <a:pt x="214762" y="70825"/>
                  <a:pt x="214762" y="81657"/>
                </a:cubicBezTo>
                <a:lnTo>
                  <a:pt x="154094" y="81657"/>
                </a:lnTo>
                <a:moveTo>
                  <a:pt x="154094" y="76098"/>
                </a:moveTo>
                <a:lnTo>
                  <a:pt x="194731" y="76098"/>
                </a:lnTo>
                <a:cubicBezTo>
                  <a:pt x="194411" y="70476"/>
                  <a:pt x="193741" y="66514"/>
                  <a:pt x="192718" y="64214"/>
                </a:cubicBezTo>
                <a:cubicBezTo>
                  <a:pt x="191121" y="60636"/>
                  <a:pt x="188741" y="57825"/>
                  <a:pt x="185578" y="55780"/>
                </a:cubicBezTo>
                <a:cubicBezTo>
                  <a:pt x="182415" y="53735"/>
                  <a:pt x="179109" y="52713"/>
                  <a:pt x="175658" y="52713"/>
                </a:cubicBezTo>
                <a:cubicBezTo>
                  <a:pt x="170355" y="52713"/>
                  <a:pt x="165611" y="54774"/>
                  <a:pt x="161426" y="58895"/>
                </a:cubicBezTo>
                <a:cubicBezTo>
                  <a:pt x="157241" y="63016"/>
                  <a:pt x="154797" y="68751"/>
                  <a:pt x="154094" y="76098"/>
                </a:cubicBezTo>
                <a:close/>
                <a:moveTo>
                  <a:pt x="250153" y="19552"/>
                </a:moveTo>
                <a:lnTo>
                  <a:pt x="250153" y="48496"/>
                </a:lnTo>
                <a:lnTo>
                  <a:pt x="270663" y="48496"/>
                </a:lnTo>
                <a:lnTo>
                  <a:pt x="270663" y="55205"/>
                </a:lnTo>
                <a:lnTo>
                  <a:pt x="250153" y="55205"/>
                </a:lnTo>
                <a:lnTo>
                  <a:pt x="250153" y="112057"/>
                </a:lnTo>
                <a:cubicBezTo>
                  <a:pt x="250153" y="117738"/>
                  <a:pt x="250968" y="121567"/>
                  <a:pt x="252597" y="123546"/>
                </a:cubicBezTo>
                <a:cubicBezTo>
                  <a:pt x="254226" y="125523"/>
                  <a:pt x="256319" y="126511"/>
                  <a:pt x="258874" y="126511"/>
                </a:cubicBezTo>
                <a:cubicBezTo>
                  <a:pt x="260983" y="126511"/>
                  <a:pt x="263028" y="125856"/>
                  <a:pt x="265008" y="124547"/>
                </a:cubicBezTo>
                <a:cubicBezTo>
                  <a:pt x="266989" y="123237"/>
                  <a:pt x="268523" y="121304"/>
                  <a:pt x="269609" y="118748"/>
                </a:cubicBezTo>
                <a:lnTo>
                  <a:pt x="273347" y="118748"/>
                </a:lnTo>
                <a:cubicBezTo>
                  <a:pt x="271110" y="125028"/>
                  <a:pt x="267948" y="129777"/>
                  <a:pt x="263858" y="132996"/>
                </a:cubicBezTo>
                <a:cubicBezTo>
                  <a:pt x="259769" y="136212"/>
                  <a:pt x="255552" y="137821"/>
                  <a:pt x="251207" y="137821"/>
                </a:cubicBezTo>
                <a:cubicBezTo>
                  <a:pt x="248268" y="137821"/>
                  <a:pt x="245393" y="137005"/>
                  <a:pt x="242581" y="135374"/>
                </a:cubicBezTo>
                <a:cubicBezTo>
                  <a:pt x="239770" y="133742"/>
                  <a:pt x="237693" y="131408"/>
                  <a:pt x="236352" y="128371"/>
                </a:cubicBezTo>
                <a:cubicBezTo>
                  <a:pt x="235010" y="125332"/>
                  <a:pt x="234339" y="120646"/>
                  <a:pt x="234339" y="114312"/>
                </a:cubicBezTo>
                <a:lnTo>
                  <a:pt x="234339" y="55205"/>
                </a:lnTo>
                <a:lnTo>
                  <a:pt x="220442" y="55205"/>
                </a:lnTo>
                <a:lnTo>
                  <a:pt x="220442" y="52042"/>
                </a:lnTo>
                <a:cubicBezTo>
                  <a:pt x="223956" y="50632"/>
                  <a:pt x="227550" y="48245"/>
                  <a:pt x="231224" y="44881"/>
                </a:cubicBezTo>
                <a:cubicBezTo>
                  <a:pt x="234898" y="41517"/>
                  <a:pt x="238173" y="37527"/>
                  <a:pt x="241048" y="32913"/>
                </a:cubicBezTo>
                <a:cubicBezTo>
                  <a:pt x="242517" y="30479"/>
                  <a:pt x="244562" y="26025"/>
                  <a:pt x="247182" y="19552"/>
                </a:cubicBezTo>
                <a:lnTo>
                  <a:pt x="250153" y="19552"/>
                </a:lnTo>
                <a:close/>
                <a:moveTo>
                  <a:pt x="325631" y="123636"/>
                </a:moveTo>
                <a:cubicBezTo>
                  <a:pt x="316622" y="130601"/>
                  <a:pt x="310967" y="134626"/>
                  <a:pt x="308667" y="135712"/>
                </a:cubicBezTo>
                <a:cubicBezTo>
                  <a:pt x="305217" y="137373"/>
                  <a:pt x="301543" y="138204"/>
                  <a:pt x="297645" y="138204"/>
                </a:cubicBezTo>
                <a:cubicBezTo>
                  <a:pt x="291575" y="138204"/>
                  <a:pt x="286575" y="136127"/>
                  <a:pt x="282646" y="131974"/>
                </a:cubicBezTo>
                <a:cubicBezTo>
                  <a:pt x="278716" y="127821"/>
                  <a:pt x="276752" y="122358"/>
                  <a:pt x="276752" y="115585"/>
                </a:cubicBezTo>
                <a:cubicBezTo>
                  <a:pt x="276752" y="111304"/>
                  <a:pt x="277710" y="107598"/>
                  <a:pt x="279627" y="104468"/>
                </a:cubicBezTo>
                <a:cubicBezTo>
                  <a:pt x="282247" y="100123"/>
                  <a:pt x="286799" y="96034"/>
                  <a:pt x="293284" y="92200"/>
                </a:cubicBezTo>
                <a:cubicBezTo>
                  <a:pt x="299770" y="88366"/>
                  <a:pt x="310552" y="83702"/>
                  <a:pt x="325631" y="78207"/>
                </a:cubicBezTo>
                <a:lnTo>
                  <a:pt x="325631" y="74757"/>
                </a:lnTo>
                <a:cubicBezTo>
                  <a:pt x="325631" y="66003"/>
                  <a:pt x="324241" y="59997"/>
                  <a:pt x="321462" y="56738"/>
                </a:cubicBezTo>
                <a:cubicBezTo>
                  <a:pt x="318682" y="53480"/>
                  <a:pt x="314641" y="51850"/>
                  <a:pt x="309338" y="51850"/>
                </a:cubicBezTo>
                <a:cubicBezTo>
                  <a:pt x="305312" y="51850"/>
                  <a:pt x="302118" y="52933"/>
                  <a:pt x="299754" y="55097"/>
                </a:cubicBezTo>
                <a:cubicBezTo>
                  <a:pt x="297326" y="57262"/>
                  <a:pt x="296112" y="59744"/>
                  <a:pt x="296112" y="62546"/>
                </a:cubicBezTo>
                <a:lnTo>
                  <a:pt x="296303" y="68084"/>
                </a:lnTo>
                <a:cubicBezTo>
                  <a:pt x="296303" y="71011"/>
                  <a:pt x="295553" y="73270"/>
                  <a:pt x="294051" y="74862"/>
                </a:cubicBezTo>
                <a:cubicBezTo>
                  <a:pt x="292550" y="76453"/>
                  <a:pt x="290585" y="77249"/>
                  <a:pt x="288157" y="77249"/>
                </a:cubicBezTo>
                <a:cubicBezTo>
                  <a:pt x="285793" y="77249"/>
                  <a:pt x="283860" y="76421"/>
                  <a:pt x="282358" y="74766"/>
                </a:cubicBezTo>
                <a:cubicBezTo>
                  <a:pt x="280857" y="73108"/>
                  <a:pt x="280106" y="70846"/>
                  <a:pt x="280106" y="67979"/>
                </a:cubicBezTo>
                <a:cubicBezTo>
                  <a:pt x="280106" y="62502"/>
                  <a:pt x="282917" y="57470"/>
                  <a:pt x="288540" y="52884"/>
                </a:cubicBezTo>
                <a:cubicBezTo>
                  <a:pt x="294163" y="48297"/>
                  <a:pt x="302054" y="46004"/>
                  <a:pt x="312213" y="46004"/>
                </a:cubicBezTo>
                <a:cubicBezTo>
                  <a:pt x="320008" y="46004"/>
                  <a:pt x="326398" y="47312"/>
                  <a:pt x="331381" y="49928"/>
                </a:cubicBezTo>
                <a:cubicBezTo>
                  <a:pt x="335151" y="51906"/>
                  <a:pt x="337931" y="55002"/>
                  <a:pt x="339720" y="59215"/>
                </a:cubicBezTo>
                <a:cubicBezTo>
                  <a:pt x="340870" y="61959"/>
                  <a:pt x="341445" y="67575"/>
                  <a:pt x="341445" y="76063"/>
                </a:cubicBezTo>
                <a:lnTo>
                  <a:pt x="341445" y="105833"/>
                </a:lnTo>
                <a:cubicBezTo>
                  <a:pt x="341445" y="114194"/>
                  <a:pt x="341605" y="119315"/>
                  <a:pt x="341924" y="121198"/>
                </a:cubicBezTo>
                <a:cubicBezTo>
                  <a:pt x="342244" y="123081"/>
                  <a:pt x="342771" y="124342"/>
                  <a:pt x="343505" y="124981"/>
                </a:cubicBezTo>
                <a:cubicBezTo>
                  <a:pt x="344240" y="125618"/>
                  <a:pt x="345087" y="125936"/>
                  <a:pt x="346045" y="125936"/>
                </a:cubicBezTo>
                <a:cubicBezTo>
                  <a:pt x="347068" y="125936"/>
                  <a:pt x="347962" y="125713"/>
                  <a:pt x="348729" y="125265"/>
                </a:cubicBezTo>
                <a:cubicBezTo>
                  <a:pt x="350071" y="124435"/>
                  <a:pt x="352658" y="122103"/>
                  <a:pt x="356492" y="118269"/>
                </a:cubicBezTo>
                <a:lnTo>
                  <a:pt x="356492" y="123636"/>
                </a:lnTo>
                <a:cubicBezTo>
                  <a:pt x="349336" y="133220"/>
                  <a:pt x="342499" y="138012"/>
                  <a:pt x="335982" y="138012"/>
                </a:cubicBezTo>
                <a:cubicBezTo>
                  <a:pt x="332851" y="138012"/>
                  <a:pt x="330359" y="136926"/>
                  <a:pt x="328506" y="134754"/>
                </a:cubicBezTo>
                <a:cubicBezTo>
                  <a:pt x="326653" y="132581"/>
                  <a:pt x="325695" y="128875"/>
                  <a:pt x="325631" y="123636"/>
                </a:cubicBezTo>
                <a:moveTo>
                  <a:pt x="325631" y="117352"/>
                </a:moveTo>
                <a:lnTo>
                  <a:pt x="325631" y="84053"/>
                </a:lnTo>
                <a:cubicBezTo>
                  <a:pt x="315983" y="87869"/>
                  <a:pt x="309753" y="90573"/>
                  <a:pt x="306942" y="92164"/>
                </a:cubicBezTo>
                <a:cubicBezTo>
                  <a:pt x="301894" y="94963"/>
                  <a:pt x="298284" y="97890"/>
                  <a:pt x="296112" y="100942"/>
                </a:cubicBezTo>
                <a:cubicBezTo>
                  <a:pt x="293939" y="103995"/>
                  <a:pt x="292853" y="107335"/>
                  <a:pt x="292853" y="110961"/>
                </a:cubicBezTo>
                <a:cubicBezTo>
                  <a:pt x="292853" y="115541"/>
                  <a:pt x="294227" y="119342"/>
                  <a:pt x="296974" y="122363"/>
                </a:cubicBezTo>
                <a:cubicBezTo>
                  <a:pt x="299722" y="125384"/>
                  <a:pt x="302885" y="126895"/>
                  <a:pt x="306463" y="126895"/>
                </a:cubicBezTo>
                <a:cubicBezTo>
                  <a:pt x="311319" y="126895"/>
                  <a:pt x="317708" y="123714"/>
                  <a:pt x="325631" y="117352"/>
                </a:cubicBezTo>
                <a:close/>
                <a:moveTo>
                  <a:pt x="383565" y="0"/>
                </a:moveTo>
                <a:cubicBezTo>
                  <a:pt x="386248" y="0"/>
                  <a:pt x="388532" y="947"/>
                  <a:pt x="390417" y="2842"/>
                </a:cubicBezTo>
                <a:cubicBezTo>
                  <a:pt x="392302" y="4735"/>
                  <a:pt x="393245" y="7030"/>
                  <a:pt x="393245" y="9728"/>
                </a:cubicBezTo>
                <a:cubicBezTo>
                  <a:pt x="393245" y="12426"/>
                  <a:pt x="392302" y="14738"/>
                  <a:pt x="390417" y="16665"/>
                </a:cubicBezTo>
                <a:cubicBezTo>
                  <a:pt x="388532" y="18589"/>
                  <a:pt x="386248" y="19552"/>
                  <a:pt x="383565" y="19552"/>
                </a:cubicBezTo>
                <a:cubicBezTo>
                  <a:pt x="380881" y="19552"/>
                  <a:pt x="378581" y="18589"/>
                  <a:pt x="376664" y="16665"/>
                </a:cubicBezTo>
                <a:cubicBezTo>
                  <a:pt x="374747" y="14738"/>
                  <a:pt x="373789" y="12426"/>
                  <a:pt x="373789" y="9728"/>
                </a:cubicBezTo>
                <a:cubicBezTo>
                  <a:pt x="373789" y="7030"/>
                  <a:pt x="374731" y="4735"/>
                  <a:pt x="376616" y="2842"/>
                </a:cubicBezTo>
                <a:cubicBezTo>
                  <a:pt x="378501" y="947"/>
                  <a:pt x="380817" y="0"/>
                  <a:pt x="383565" y="0"/>
                </a:cubicBezTo>
                <a:moveTo>
                  <a:pt x="391519" y="46004"/>
                </a:moveTo>
                <a:lnTo>
                  <a:pt x="391519" y="116388"/>
                </a:lnTo>
                <a:cubicBezTo>
                  <a:pt x="391519" y="121871"/>
                  <a:pt x="391919" y="125521"/>
                  <a:pt x="392717" y="127338"/>
                </a:cubicBezTo>
                <a:cubicBezTo>
                  <a:pt x="393516" y="129155"/>
                  <a:pt x="394698" y="130510"/>
                  <a:pt x="396264" y="131402"/>
                </a:cubicBezTo>
                <a:cubicBezTo>
                  <a:pt x="397829" y="132295"/>
                  <a:pt x="400688" y="132741"/>
                  <a:pt x="404841" y="132741"/>
                </a:cubicBezTo>
                <a:lnTo>
                  <a:pt x="404841" y="136287"/>
                </a:lnTo>
                <a:lnTo>
                  <a:pt x="362192" y="136287"/>
                </a:lnTo>
                <a:lnTo>
                  <a:pt x="362192" y="132741"/>
                </a:lnTo>
                <a:cubicBezTo>
                  <a:pt x="366473" y="132741"/>
                  <a:pt x="369348" y="132327"/>
                  <a:pt x="370818" y="131498"/>
                </a:cubicBezTo>
                <a:cubicBezTo>
                  <a:pt x="372287" y="130669"/>
                  <a:pt x="373453" y="129299"/>
                  <a:pt x="374316" y="127386"/>
                </a:cubicBezTo>
                <a:cubicBezTo>
                  <a:pt x="375178" y="125473"/>
                  <a:pt x="375610" y="121807"/>
                  <a:pt x="375610" y="116388"/>
                </a:cubicBezTo>
                <a:lnTo>
                  <a:pt x="375610" y="82631"/>
                </a:lnTo>
                <a:cubicBezTo>
                  <a:pt x="375610" y="73130"/>
                  <a:pt x="375322" y="66979"/>
                  <a:pt x="374747" y="64175"/>
                </a:cubicBezTo>
                <a:cubicBezTo>
                  <a:pt x="374300" y="62134"/>
                  <a:pt x="373597" y="60716"/>
                  <a:pt x="372639" y="59919"/>
                </a:cubicBezTo>
                <a:cubicBezTo>
                  <a:pt x="371680" y="59122"/>
                  <a:pt x="370370" y="58724"/>
                  <a:pt x="368709" y="58724"/>
                </a:cubicBezTo>
                <a:cubicBezTo>
                  <a:pt x="366920" y="58724"/>
                  <a:pt x="364748" y="59202"/>
                  <a:pt x="362192" y="60159"/>
                </a:cubicBezTo>
                <a:lnTo>
                  <a:pt x="360850" y="56714"/>
                </a:lnTo>
                <a:lnTo>
                  <a:pt x="387302" y="46004"/>
                </a:lnTo>
                <a:lnTo>
                  <a:pt x="391519" y="46004"/>
                </a:lnTo>
                <a:close/>
                <a:moveTo>
                  <a:pt x="442654" y="0"/>
                </a:moveTo>
                <a:lnTo>
                  <a:pt x="442654" y="116364"/>
                </a:lnTo>
                <a:cubicBezTo>
                  <a:pt x="442654" y="121855"/>
                  <a:pt x="443053" y="125495"/>
                  <a:pt x="443852" y="127284"/>
                </a:cubicBezTo>
                <a:cubicBezTo>
                  <a:pt x="444650" y="129071"/>
                  <a:pt x="445880" y="130428"/>
                  <a:pt x="447542" y="131354"/>
                </a:cubicBezTo>
                <a:cubicBezTo>
                  <a:pt x="449203" y="132279"/>
                  <a:pt x="452302" y="132741"/>
                  <a:pt x="456838" y="132741"/>
                </a:cubicBezTo>
                <a:lnTo>
                  <a:pt x="456838" y="136287"/>
                </a:lnTo>
                <a:lnTo>
                  <a:pt x="413805" y="136287"/>
                </a:lnTo>
                <a:lnTo>
                  <a:pt x="413805" y="132741"/>
                </a:lnTo>
                <a:cubicBezTo>
                  <a:pt x="417831" y="132741"/>
                  <a:pt x="420578" y="132327"/>
                  <a:pt x="422048" y="131498"/>
                </a:cubicBezTo>
                <a:cubicBezTo>
                  <a:pt x="423517" y="130667"/>
                  <a:pt x="424667" y="129295"/>
                  <a:pt x="425498" y="127380"/>
                </a:cubicBezTo>
                <a:cubicBezTo>
                  <a:pt x="426329" y="125463"/>
                  <a:pt x="426744" y="121791"/>
                  <a:pt x="426744" y="116364"/>
                </a:cubicBezTo>
                <a:lnTo>
                  <a:pt x="426744" y="36680"/>
                </a:lnTo>
                <a:cubicBezTo>
                  <a:pt x="426744" y="26785"/>
                  <a:pt x="426520" y="20704"/>
                  <a:pt x="426073" y="18438"/>
                </a:cubicBezTo>
                <a:cubicBezTo>
                  <a:pt x="425626" y="16169"/>
                  <a:pt x="424907" y="14621"/>
                  <a:pt x="423917" y="13792"/>
                </a:cubicBezTo>
                <a:cubicBezTo>
                  <a:pt x="422926" y="12962"/>
                  <a:pt x="421664" y="12546"/>
                  <a:pt x="420131" y="12546"/>
                </a:cubicBezTo>
                <a:cubicBezTo>
                  <a:pt x="418470" y="12546"/>
                  <a:pt x="416361" y="13057"/>
                  <a:pt x="413805" y="14080"/>
                </a:cubicBezTo>
                <a:lnTo>
                  <a:pt x="412176" y="10725"/>
                </a:lnTo>
                <a:lnTo>
                  <a:pt x="438341" y="0"/>
                </a:lnTo>
                <a:lnTo>
                  <a:pt x="442654" y="0"/>
                </a:lnTo>
                <a:close/>
                <a:moveTo>
                  <a:pt x="520432" y="46004"/>
                </a:moveTo>
                <a:lnTo>
                  <a:pt x="520432" y="75715"/>
                </a:lnTo>
                <a:lnTo>
                  <a:pt x="517269" y="75715"/>
                </a:lnTo>
                <a:cubicBezTo>
                  <a:pt x="514841" y="66396"/>
                  <a:pt x="511727" y="60058"/>
                  <a:pt x="507925" y="56699"/>
                </a:cubicBezTo>
                <a:cubicBezTo>
                  <a:pt x="504123" y="53339"/>
                  <a:pt x="499283" y="51659"/>
                  <a:pt x="493405" y="51659"/>
                </a:cubicBezTo>
                <a:cubicBezTo>
                  <a:pt x="488932" y="51659"/>
                  <a:pt x="485322" y="52840"/>
                  <a:pt x="482575" y="55202"/>
                </a:cubicBezTo>
                <a:cubicBezTo>
                  <a:pt x="479827" y="57562"/>
                  <a:pt x="478454" y="60179"/>
                  <a:pt x="478454" y="63052"/>
                </a:cubicBezTo>
                <a:cubicBezTo>
                  <a:pt x="478454" y="66626"/>
                  <a:pt x="479476" y="69689"/>
                  <a:pt x="481520" y="72241"/>
                </a:cubicBezTo>
                <a:cubicBezTo>
                  <a:pt x="483501" y="74859"/>
                  <a:pt x="487527" y="77635"/>
                  <a:pt x="493597" y="80570"/>
                </a:cubicBezTo>
                <a:lnTo>
                  <a:pt x="507589" y="87369"/>
                </a:lnTo>
                <a:cubicBezTo>
                  <a:pt x="520560" y="93686"/>
                  <a:pt x="527045" y="102016"/>
                  <a:pt x="527045" y="112357"/>
                </a:cubicBezTo>
                <a:cubicBezTo>
                  <a:pt x="527045" y="120333"/>
                  <a:pt x="524026" y="126764"/>
                  <a:pt x="517988" y="131648"/>
                </a:cubicBezTo>
                <a:cubicBezTo>
                  <a:pt x="511950" y="136530"/>
                  <a:pt x="505193" y="138971"/>
                  <a:pt x="497718" y="138971"/>
                </a:cubicBezTo>
                <a:cubicBezTo>
                  <a:pt x="492351" y="138971"/>
                  <a:pt x="486217" y="138012"/>
                  <a:pt x="479316" y="136095"/>
                </a:cubicBezTo>
                <a:cubicBezTo>
                  <a:pt x="477208" y="135457"/>
                  <a:pt x="475482" y="135137"/>
                  <a:pt x="474141" y="135137"/>
                </a:cubicBezTo>
                <a:cubicBezTo>
                  <a:pt x="472671" y="135137"/>
                  <a:pt x="471521" y="135968"/>
                  <a:pt x="470690" y="137629"/>
                </a:cubicBezTo>
                <a:lnTo>
                  <a:pt x="467528" y="137629"/>
                </a:lnTo>
                <a:lnTo>
                  <a:pt x="467528" y="106193"/>
                </a:lnTo>
                <a:lnTo>
                  <a:pt x="470690" y="106193"/>
                </a:lnTo>
                <a:cubicBezTo>
                  <a:pt x="472479" y="115170"/>
                  <a:pt x="475898" y="121935"/>
                  <a:pt x="480945" y="126487"/>
                </a:cubicBezTo>
                <a:cubicBezTo>
                  <a:pt x="485993" y="131040"/>
                  <a:pt x="491648" y="133316"/>
                  <a:pt x="497909" y="133316"/>
                </a:cubicBezTo>
                <a:cubicBezTo>
                  <a:pt x="502318" y="133316"/>
                  <a:pt x="505912" y="132024"/>
                  <a:pt x="508692" y="129440"/>
                </a:cubicBezTo>
                <a:cubicBezTo>
                  <a:pt x="511471" y="126855"/>
                  <a:pt x="512861" y="123743"/>
                  <a:pt x="512861" y="120105"/>
                </a:cubicBezTo>
                <a:cubicBezTo>
                  <a:pt x="512861" y="115700"/>
                  <a:pt x="511311" y="111998"/>
                  <a:pt x="508212" y="108999"/>
                </a:cubicBezTo>
                <a:cubicBezTo>
                  <a:pt x="505114" y="106000"/>
                  <a:pt x="498932" y="102203"/>
                  <a:pt x="489667" y="97609"/>
                </a:cubicBezTo>
                <a:cubicBezTo>
                  <a:pt x="480402" y="93013"/>
                  <a:pt x="474332" y="88863"/>
                  <a:pt x="471457" y="85162"/>
                </a:cubicBezTo>
                <a:cubicBezTo>
                  <a:pt x="468582" y="81524"/>
                  <a:pt x="467144" y="76928"/>
                  <a:pt x="467144" y="71375"/>
                </a:cubicBezTo>
                <a:cubicBezTo>
                  <a:pt x="467144" y="64163"/>
                  <a:pt x="469620" y="58132"/>
                  <a:pt x="474572" y="53282"/>
                </a:cubicBezTo>
                <a:cubicBezTo>
                  <a:pt x="479524" y="48430"/>
                  <a:pt x="485929" y="46004"/>
                  <a:pt x="493788" y="46004"/>
                </a:cubicBezTo>
                <a:cubicBezTo>
                  <a:pt x="497239" y="46004"/>
                  <a:pt x="501424" y="46739"/>
                  <a:pt x="506343" y="48208"/>
                </a:cubicBezTo>
                <a:cubicBezTo>
                  <a:pt x="509602" y="49167"/>
                  <a:pt x="511775" y="49646"/>
                  <a:pt x="512861" y="49646"/>
                </a:cubicBezTo>
                <a:cubicBezTo>
                  <a:pt x="513883" y="49646"/>
                  <a:pt x="514682" y="49422"/>
                  <a:pt x="515257" y="48975"/>
                </a:cubicBezTo>
                <a:cubicBezTo>
                  <a:pt x="515832" y="48528"/>
                  <a:pt x="516503" y="47538"/>
                  <a:pt x="517269" y="46004"/>
                </a:cubicBezTo>
                <a:lnTo>
                  <a:pt x="520432" y="46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▸">
            <a:extLst xmlns:a="http://schemas.openxmlformats.org/drawingml/2006/main">
              <a:ext uri="{FF2B5EF4-FFF2-40B4-BE49-F238E27FC236}">
                <a16:creationId xmlns:a16="http://schemas.microsoft.com/office/drawing/2014/main" id="{74430FA0-834B-46FF-91CC-582CA40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494" y="3094106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Explanation">
            <a:extLst xmlns:a="http://schemas.openxmlformats.org/drawingml/2006/main">
              <a:ext uri="{FF2B5EF4-FFF2-40B4-BE49-F238E27FC236}">
                <a16:creationId xmlns:a16="http://schemas.microsoft.com/office/drawing/2014/main" id="{353F9FD5-671F-4502-A399-A74207EB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171" y="3065162"/>
            <a:ext cx="929660" cy="178266"/>
          </a:xfrm>
          <a:custGeom xmlns:a="http://schemas.openxmlformats.org/drawingml/2006/main">
            <a:pathLst>
              <a:path w="929660" h="178266">
                <a:moveTo>
                  <a:pt x="36995" y="13418"/>
                </a:moveTo>
                <a:lnTo>
                  <a:pt x="36995" y="64789"/>
                </a:lnTo>
                <a:lnTo>
                  <a:pt x="65556" y="64789"/>
                </a:lnTo>
                <a:cubicBezTo>
                  <a:pt x="72968" y="64789"/>
                  <a:pt x="77919" y="63665"/>
                  <a:pt x="80411" y="61417"/>
                </a:cubicBezTo>
                <a:cubicBezTo>
                  <a:pt x="83734" y="58464"/>
                  <a:pt x="85587" y="53262"/>
                  <a:pt x="85970" y="45812"/>
                </a:cubicBezTo>
                <a:lnTo>
                  <a:pt x="89516" y="45812"/>
                </a:lnTo>
                <a:lnTo>
                  <a:pt x="89516" y="91050"/>
                </a:lnTo>
                <a:lnTo>
                  <a:pt x="85970" y="91050"/>
                </a:lnTo>
                <a:cubicBezTo>
                  <a:pt x="85076" y="84786"/>
                  <a:pt x="84181" y="80769"/>
                  <a:pt x="83287" y="78998"/>
                </a:cubicBezTo>
                <a:cubicBezTo>
                  <a:pt x="82137" y="76783"/>
                  <a:pt x="80252" y="75044"/>
                  <a:pt x="77632" y="73780"/>
                </a:cubicBezTo>
                <a:cubicBezTo>
                  <a:pt x="75012" y="72514"/>
                  <a:pt x="70987" y="71881"/>
                  <a:pt x="65556" y="71881"/>
                </a:cubicBezTo>
                <a:lnTo>
                  <a:pt x="36995" y="71881"/>
                </a:lnTo>
                <a:lnTo>
                  <a:pt x="36995" y="114651"/>
                </a:lnTo>
                <a:cubicBezTo>
                  <a:pt x="36995" y="120391"/>
                  <a:pt x="37251" y="123884"/>
                  <a:pt x="37762" y="125128"/>
                </a:cubicBezTo>
                <a:cubicBezTo>
                  <a:pt x="38273" y="126372"/>
                  <a:pt x="39167" y="127361"/>
                  <a:pt x="40445" y="128096"/>
                </a:cubicBezTo>
                <a:cubicBezTo>
                  <a:pt x="41723" y="128828"/>
                  <a:pt x="44151" y="129195"/>
                  <a:pt x="47729" y="129195"/>
                </a:cubicBezTo>
                <a:lnTo>
                  <a:pt x="69773" y="129195"/>
                </a:lnTo>
                <a:cubicBezTo>
                  <a:pt x="77121" y="129195"/>
                  <a:pt x="82456" y="128684"/>
                  <a:pt x="85778" y="127661"/>
                </a:cubicBezTo>
                <a:cubicBezTo>
                  <a:pt x="89101" y="126639"/>
                  <a:pt x="92296" y="124626"/>
                  <a:pt x="95363" y="121623"/>
                </a:cubicBezTo>
                <a:cubicBezTo>
                  <a:pt x="99324" y="117662"/>
                  <a:pt x="103381" y="111688"/>
                  <a:pt x="107535" y="103701"/>
                </a:cubicBezTo>
                <a:lnTo>
                  <a:pt x="111368" y="103701"/>
                </a:lnTo>
                <a:lnTo>
                  <a:pt x="100155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600" y="132741"/>
                </a:lnTo>
                <a:cubicBezTo>
                  <a:pt x="7667" y="132741"/>
                  <a:pt x="10575" y="132006"/>
                  <a:pt x="13322" y="130537"/>
                </a:cubicBezTo>
                <a:cubicBezTo>
                  <a:pt x="15367" y="129514"/>
                  <a:pt x="16756" y="127981"/>
                  <a:pt x="17491" y="125936"/>
                </a:cubicBezTo>
                <a:cubicBezTo>
                  <a:pt x="18226" y="123892"/>
                  <a:pt x="18593" y="119707"/>
                  <a:pt x="18593" y="113381"/>
                </a:cubicBezTo>
                <a:lnTo>
                  <a:pt x="18593" y="28944"/>
                </a:lnTo>
                <a:cubicBezTo>
                  <a:pt x="18593" y="20702"/>
                  <a:pt x="17763" y="15622"/>
                  <a:pt x="16101" y="13705"/>
                </a:cubicBezTo>
                <a:cubicBezTo>
                  <a:pt x="13801" y="11150"/>
                  <a:pt x="9968" y="9872"/>
                  <a:pt x="4600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100155" y="6326"/>
                </a:lnTo>
                <a:lnTo>
                  <a:pt x="101592" y="34695"/>
                </a:lnTo>
                <a:lnTo>
                  <a:pt x="97855" y="34695"/>
                </a:lnTo>
                <a:cubicBezTo>
                  <a:pt x="96513" y="27888"/>
                  <a:pt x="95027" y="23213"/>
                  <a:pt x="93398" y="20669"/>
                </a:cubicBezTo>
                <a:cubicBezTo>
                  <a:pt x="91769" y="18125"/>
                  <a:pt x="89357" y="16185"/>
                  <a:pt x="86162" y="14850"/>
                </a:cubicBezTo>
                <a:cubicBezTo>
                  <a:pt x="83606" y="13895"/>
                  <a:pt x="79102" y="13418"/>
                  <a:pt x="72648" y="13418"/>
                </a:cubicBezTo>
                <a:lnTo>
                  <a:pt x="36995" y="13418"/>
                </a:lnTo>
                <a:close/>
                <a:moveTo>
                  <a:pt x="109502" y="48496"/>
                </a:moveTo>
                <a:lnTo>
                  <a:pt x="150810" y="48496"/>
                </a:lnTo>
                <a:lnTo>
                  <a:pt x="150810" y="52042"/>
                </a:lnTo>
                <a:cubicBezTo>
                  <a:pt x="148190" y="52042"/>
                  <a:pt x="146354" y="52489"/>
                  <a:pt x="145299" y="53384"/>
                </a:cubicBezTo>
                <a:cubicBezTo>
                  <a:pt x="144245" y="54278"/>
                  <a:pt x="143718" y="55461"/>
                  <a:pt x="143718" y="56930"/>
                </a:cubicBezTo>
                <a:cubicBezTo>
                  <a:pt x="143718" y="58464"/>
                  <a:pt x="144836" y="60828"/>
                  <a:pt x="147072" y="64022"/>
                </a:cubicBezTo>
                <a:cubicBezTo>
                  <a:pt x="147775" y="65045"/>
                  <a:pt x="148829" y="66642"/>
                  <a:pt x="150235" y="68814"/>
                </a:cubicBezTo>
                <a:lnTo>
                  <a:pt x="156465" y="78782"/>
                </a:lnTo>
                <a:lnTo>
                  <a:pt x="163653" y="68814"/>
                </a:lnTo>
                <a:cubicBezTo>
                  <a:pt x="168253" y="62489"/>
                  <a:pt x="170554" y="58496"/>
                  <a:pt x="170554" y="56834"/>
                </a:cubicBezTo>
                <a:cubicBezTo>
                  <a:pt x="170554" y="55492"/>
                  <a:pt x="170010" y="54358"/>
                  <a:pt x="168924" y="53432"/>
                </a:cubicBezTo>
                <a:cubicBezTo>
                  <a:pt x="167838" y="52505"/>
                  <a:pt x="166081" y="52042"/>
                  <a:pt x="163653" y="52042"/>
                </a:cubicBezTo>
                <a:lnTo>
                  <a:pt x="163653" y="48496"/>
                </a:lnTo>
                <a:lnTo>
                  <a:pt x="193364" y="48496"/>
                </a:lnTo>
                <a:lnTo>
                  <a:pt x="193364" y="52042"/>
                </a:lnTo>
                <a:cubicBezTo>
                  <a:pt x="190233" y="52234"/>
                  <a:pt x="187518" y="53096"/>
                  <a:pt x="185217" y="54630"/>
                </a:cubicBezTo>
                <a:cubicBezTo>
                  <a:pt x="182087" y="56802"/>
                  <a:pt x="177806" y="61530"/>
                  <a:pt x="172375" y="68814"/>
                </a:cubicBezTo>
                <a:lnTo>
                  <a:pt x="160394" y="84820"/>
                </a:lnTo>
                <a:lnTo>
                  <a:pt x="182246" y="116193"/>
                </a:lnTo>
                <a:cubicBezTo>
                  <a:pt x="187613" y="123909"/>
                  <a:pt x="191447" y="128548"/>
                  <a:pt x="193747" y="130111"/>
                </a:cubicBezTo>
                <a:cubicBezTo>
                  <a:pt x="196048" y="131673"/>
                  <a:pt x="199019" y="132549"/>
                  <a:pt x="202661" y="132741"/>
                </a:cubicBezTo>
                <a:lnTo>
                  <a:pt x="202661" y="136287"/>
                </a:lnTo>
                <a:lnTo>
                  <a:pt x="161257" y="136287"/>
                </a:lnTo>
                <a:lnTo>
                  <a:pt x="161257" y="132741"/>
                </a:lnTo>
                <a:cubicBezTo>
                  <a:pt x="164132" y="132741"/>
                  <a:pt x="166368" y="132104"/>
                  <a:pt x="167966" y="130830"/>
                </a:cubicBezTo>
                <a:cubicBezTo>
                  <a:pt x="169180" y="129938"/>
                  <a:pt x="169787" y="128759"/>
                  <a:pt x="169787" y="127293"/>
                </a:cubicBezTo>
                <a:cubicBezTo>
                  <a:pt x="169787" y="125827"/>
                  <a:pt x="167742" y="122132"/>
                  <a:pt x="163653" y="116205"/>
                </a:cubicBezTo>
                <a:lnTo>
                  <a:pt x="150810" y="97471"/>
                </a:lnTo>
                <a:lnTo>
                  <a:pt x="136721" y="116205"/>
                </a:lnTo>
                <a:cubicBezTo>
                  <a:pt x="132377" y="122004"/>
                  <a:pt x="130204" y="125445"/>
                  <a:pt x="130204" y="126529"/>
                </a:cubicBezTo>
                <a:cubicBezTo>
                  <a:pt x="130204" y="128059"/>
                  <a:pt x="130923" y="129444"/>
                  <a:pt x="132361" y="130686"/>
                </a:cubicBezTo>
                <a:cubicBezTo>
                  <a:pt x="133798" y="131928"/>
                  <a:pt x="135955" y="132613"/>
                  <a:pt x="138830" y="132741"/>
                </a:cubicBezTo>
                <a:lnTo>
                  <a:pt x="138830" y="136287"/>
                </a:lnTo>
                <a:lnTo>
                  <a:pt x="110173" y="136287"/>
                </a:lnTo>
                <a:lnTo>
                  <a:pt x="110173" y="132741"/>
                </a:lnTo>
                <a:cubicBezTo>
                  <a:pt x="112473" y="132422"/>
                  <a:pt x="114486" y="131625"/>
                  <a:pt x="116211" y="130351"/>
                </a:cubicBezTo>
                <a:cubicBezTo>
                  <a:pt x="118639" y="128502"/>
                  <a:pt x="122728" y="123785"/>
                  <a:pt x="128479" y="116199"/>
                </a:cubicBezTo>
                <a:lnTo>
                  <a:pt x="146881" y="91817"/>
                </a:lnTo>
                <a:lnTo>
                  <a:pt x="130204" y="67664"/>
                </a:lnTo>
                <a:cubicBezTo>
                  <a:pt x="125476" y="60764"/>
                  <a:pt x="121818" y="56435"/>
                  <a:pt x="119230" y="54678"/>
                </a:cubicBezTo>
                <a:cubicBezTo>
                  <a:pt x="116643" y="52921"/>
                  <a:pt x="113400" y="52042"/>
                  <a:pt x="109502" y="52042"/>
                </a:cubicBezTo>
                <a:lnTo>
                  <a:pt x="109502" y="48496"/>
                </a:lnTo>
                <a:close/>
                <a:moveTo>
                  <a:pt x="200605" y="57131"/>
                </a:moveTo>
                <a:lnTo>
                  <a:pt x="227633" y="46196"/>
                </a:lnTo>
                <a:lnTo>
                  <a:pt x="231275" y="46196"/>
                </a:lnTo>
                <a:lnTo>
                  <a:pt x="231275" y="66706"/>
                </a:lnTo>
                <a:cubicBezTo>
                  <a:pt x="235811" y="58975"/>
                  <a:pt x="240364" y="53592"/>
                  <a:pt x="244932" y="50557"/>
                </a:cubicBezTo>
                <a:cubicBezTo>
                  <a:pt x="249501" y="47522"/>
                  <a:pt x="254309" y="46004"/>
                  <a:pt x="259357" y="46004"/>
                </a:cubicBezTo>
                <a:cubicBezTo>
                  <a:pt x="268174" y="46004"/>
                  <a:pt x="275522" y="49450"/>
                  <a:pt x="281400" y="56343"/>
                </a:cubicBezTo>
                <a:cubicBezTo>
                  <a:pt x="288620" y="64769"/>
                  <a:pt x="292230" y="75748"/>
                  <a:pt x="292230" y="89280"/>
                </a:cubicBezTo>
                <a:cubicBezTo>
                  <a:pt x="292230" y="104407"/>
                  <a:pt x="287885" y="116917"/>
                  <a:pt x="279196" y="126811"/>
                </a:cubicBezTo>
                <a:cubicBezTo>
                  <a:pt x="272040" y="134917"/>
                  <a:pt x="263030" y="138971"/>
                  <a:pt x="252168" y="138971"/>
                </a:cubicBezTo>
                <a:cubicBezTo>
                  <a:pt x="247440" y="138971"/>
                  <a:pt x="243351" y="138300"/>
                  <a:pt x="239901" y="136958"/>
                </a:cubicBezTo>
                <a:cubicBezTo>
                  <a:pt x="237345" y="136000"/>
                  <a:pt x="234470" y="134083"/>
                  <a:pt x="231275" y="131208"/>
                </a:cubicBezTo>
                <a:lnTo>
                  <a:pt x="231275" y="157947"/>
                </a:lnTo>
                <a:cubicBezTo>
                  <a:pt x="231275" y="163954"/>
                  <a:pt x="231642" y="167771"/>
                  <a:pt x="232377" y="169401"/>
                </a:cubicBezTo>
                <a:cubicBezTo>
                  <a:pt x="233112" y="171030"/>
                  <a:pt x="234390" y="172324"/>
                  <a:pt x="236211" y="173282"/>
                </a:cubicBezTo>
                <a:cubicBezTo>
                  <a:pt x="238032" y="174241"/>
                  <a:pt x="241338" y="174720"/>
                  <a:pt x="246130" y="174720"/>
                </a:cubicBezTo>
                <a:lnTo>
                  <a:pt x="246130" y="178266"/>
                </a:lnTo>
                <a:lnTo>
                  <a:pt x="200126" y="178266"/>
                </a:lnTo>
                <a:lnTo>
                  <a:pt x="200126" y="174720"/>
                </a:lnTo>
                <a:lnTo>
                  <a:pt x="202522" y="174720"/>
                </a:lnTo>
                <a:cubicBezTo>
                  <a:pt x="206037" y="174784"/>
                  <a:pt x="209040" y="174112"/>
                  <a:pt x="211531" y="172704"/>
                </a:cubicBezTo>
                <a:cubicBezTo>
                  <a:pt x="212745" y="172001"/>
                  <a:pt x="213688" y="170866"/>
                  <a:pt x="214359" y="169299"/>
                </a:cubicBezTo>
                <a:cubicBezTo>
                  <a:pt x="215030" y="167733"/>
                  <a:pt x="215365" y="163754"/>
                  <a:pt x="215365" y="157360"/>
                </a:cubicBezTo>
                <a:lnTo>
                  <a:pt x="215365" y="74298"/>
                </a:lnTo>
                <a:cubicBezTo>
                  <a:pt x="215365" y="68608"/>
                  <a:pt x="215110" y="64996"/>
                  <a:pt x="214598" y="63462"/>
                </a:cubicBezTo>
                <a:cubicBezTo>
                  <a:pt x="214087" y="61927"/>
                  <a:pt x="213273" y="60776"/>
                  <a:pt x="212154" y="60009"/>
                </a:cubicBezTo>
                <a:cubicBezTo>
                  <a:pt x="211036" y="59240"/>
                  <a:pt x="209519" y="58856"/>
                  <a:pt x="207602" y="58856"/>
                </a:cubicBezTo>
                <a:cubicBezTo>
                  <a:pt x="206068" y="58856"/>
                  <a:pt x="204120" y="59303"/>
                  <a:pt x="201756" y="60198"/>
                </a:cubicBezTo>
                <a:lnTo>
                  <a:pt x="200605" y="57131"/>
                </a:lnTo>
                <a:moveTo>
                  <a:pt x="231275" y="72534"/>
                </a:moveTo>
                <a:lnTo>
                  <a:pt x="231275" y="105270"/>
                </a:lnTo>
                <a:cubicBezTo>
                  <a:pt x="231275" y="112355"/>
                  <a:pt x="231562" y="117013"/>
                  <a:pt x="232137" y="119245"/>
                </a:cubicBezTo>
                <a:cubicBezTo>
                  <a:pt x="233032" y="122947"/>
                  <a:pt x="235220" y="126202"/>
                  <a:pt x="238703" y="129009"/>
                </a:cubicBezTo>
                <a:cubicBezTo>
                  <a:pt x="242185" y="131817"/>
                  <a:pt x="246578" y="133220"/>
                  <a:pt x="251881" y="133220"/>
                </a:cubicBezTo>
                <a:cubicBezTo>
                  <a:pt x="258270" y="133220"/>
                  <a:pt x="263446" y="130731"/>
                  <a:pt x="267407" y="125754"/>
                </a:cubicBezTo>
                <a:cubicBezTo>
                  <a:pt x="272583" y="119246"/>
                  <a:pt x="275170" y="110089"/>
                  <a:pt x="275170" y="98283"/>
                </a:cubicBezTo>
                <a:cubicBezTo>
                  <a:pt x="275170" y="84883"/>
                  <a:pt x="272231" y="74578"/>
                  <a:pt x="266353" y="67368"/>
                </a:cubicBezTo>
                <a:cubicBezTo>
                  <a:pt x="262264" y="62390"/>
                  <a:pt x="257408" y="59901"/>
                  <a:pt x="251785" y="59901"/>
                </a:cubicBezTo>
                <a:cubicBezTo>
                  <a:pt x="248718" y="59901"/>
                  <a:pt x="245683" y="60667"/>
                  <a:pt x="242680" y="62198"/>
                </a:cubicBezTo>
                <a:cubicBezTo>
                  <a:pt x="240380" y="63347"/>
                  <a:pt x="236578" y="66792"/>
                  <a:pt x="231275" y="72534"/>
                </a:cubicBezTo>
                <a:close/>
                <a:moveTo>
                  <a:pt x="339523" y="0"/>
                </a:moveTo>
                <a:lnTo>
                  <a:pt x="339523" y="116364"/>
                </a:lnTo>
                <a:cubicBezTo>
                  <a:pt x="339523" y="121855"/>
                  <a:pt x="339922" y="125495"/>
                  <a:pt x="340721" y="127284"/>
                </a:cubicBezTo>
                <a:cubicBezTo>
                  <a:pt x="341519" y="129071"/>
                  <a:pt x="342749" y="130428"/>
                  <a:pt x="344411" y="131354"/>
                </a:cubicBezTo>
                <a:cubicBezTo>
                  <a:pt x="346072" y="132279"/>
                  <a:pt x="349171" y="132741"/>
                  <a:pt x="353707" y="132741"/>
                </a:cubicBezTo>
                <a:lnTo>
                  <a:pt x="353707" y="136287"/>
                </a:lnTo>
                <a:lnTo>
                  <a:pt x="310674" y="136287"/>
                </a:lnTo>
                <a:lnTo>
                  <a:pt x="310674" y="132741"/>
                </a:lnTo>
                <a:cubicBezTo>
                  <a:pt x="314700" y="132741"/>
                  <a:pt x="317447" y="132327"/>
                  <a:pt x="318917" y="131498"/>
                </a:cubicBezTo>
                <a:cubicBezTo>
                  <a:pt x="320386" y="130667"/>
                  <a:pt x="321536" y="129295"/>
                  <a:pt x="322367" y="127380"/>
                </a:cubicBezTo>
                <a:cubicBezTo>
                  <a:pt x="323198" y="125463"/>
                  <a:pt x="323613" y="121791"/>
                  <a:pt x="323613" y="116364"/>
                </a:cubicBezTo>
                <a:lnTo>
                  <a:pt x="323613" y="36680"/>
                </a:lnTo>
                <a:cubicBezTo>
                  <a:pt x="323613" y="26785"/>
                  <a:pt x="323389" y="20704"/>
                  <a:pt x="322942" y="18438"/>
                </a:cubicBezTo>
                <a:cubicBezTo>
                  <a:pt x="322495" y="16169"/>
                  <a:pt x="321776" y="14621"/>
                  <a:pt x="320786" y="13792"/>
                </a:cubicBezTo>
                <a:cubicBezTo>
                  <a:pt x="319795" y="12962"/>
                  <a:pt x="318533" y="12546"/>
                  <a:pt x="317000" y="12546"/>
                </a:cubicBezTo>
                <a:cubicBezTo>
                  <a:pt x="315338" y="12546"/>
                  <a:pt x="313230" y="13057"/>
                  <a:pt x="310674" y="14080"/>
                </a:cubicBezTo>
                <a:lnTo>
                  <a:pt x="309045" y="10725"/>
                </a:lnTo>
                <a:lnTo>
                  <a:pt x="335210" y="0"/>
                </a:lnTo>
                <a:lnTo>
                  <a:pt x="339523" y="0"/>
                </a:lnTo>
                <a:close/>
                <a:moveTo>
                  <a:pt x="410304" y="123636"/>
                </a:moveTo>
                <a:cubicBezTo>
                  <a:pt x="401295" y="130601"/>
                  <a:pt x="395641" y="134626"/>
                  <a:pt x="393340" y="135712"/>
                </a:cubicBezTo>
                <a:cubicBezTo>
                  <a:pt x="389890" y="137373"/>
                  <a:pt x="386216" y="138204"/>
                  <a:pt x="382319" y="138204"/>
                </a:cubicBezTo>
                <a:cubicBezTo>
                  <a:pt x="376249" y="138204"/>
                  <a:pt x="371249" y="136127"/>
                  <a:pt x="367319" y="131974"/>
                </a:cubicBezTo>
                <a:cubicBezTo>
                  <a:pt x="363390" y="127821"/>
                  <a:pt x="361425" y="122358"/>
                  <a:pt x="361425" y="115585"/>
                </a:cubicBezTo>
                <a:cubicBezTo>
                  <a:pt x="361425" y="111304"/>
                  <a:pt x="362384" y="107598"/>
                  <a:pt x="364300" y="104468"/>
                </a:cubicBezTo>
                <a:cubicBezTo>
                  <a:pt x="366920" y="100123"/>
                  <a:pt x="371473" y="96034"/>
                  <a:pt x="377958" y="92200"/>
                </a:cubicBezTo>
                <a:cubicBezTo>
                  <a:pt x="384443" y="88366"/>
                  <a:pt x="395225" y="83702"/>
                  <a:pt x="410304" y="78207"/>
                </a:cubicBezTo>
                <a:lnTo>
                  <a:pt x="410304" y="74757"/>
                </a:lnTo>
                <a:cubicBezTo>
                  <a:pt x="410304" y="66003"/>
                  <a:pt x="408915" y="59997"/>
                  <a:pt x="406135" y="56738"/>
                </a:cubicBezTo>
                <a:cubicBezTo>
                  <a:pt x="403356" y="53480"/>
                  <a:pt x="399315" y="51850"/>
                  <a:pt x="394011" y="51850"/>
                </a:cubicBezTo>
                <a:cubicBezTo>
                  <a:pt x="389986" y="51850"/>
                  <a:pt x="386791" y="52933"/>
                  <a:pt x="384427" y="55097"/>
                </a:cubicBezTo>
                <a:cubicBezTo>
                  <a:pt x="381999" y="57262"/>
                  <a:pt x="380785" y="59744"/>
                  <a:pt x="380785" y="62546"/>
                </a:cubicBezTo>
                <a:lnTo>
                  <a:pt x="380977" y="68084"/>
                </a:lnTo>
                <a:cubicBezTo>
                  <a:pt x="380977" y="71011"/>
                  <a:pt x="380226" y="73270"/>
                  <a:pt x="378725" y="74862"/>
                </a:cubicBezTo>
                <a:cubicBezTo>
                  <a:pt x="377223" y="76453"/>
                  <a:pt x="375258" y="77249"/>
                  <a:pt x="372830" y="77249"/>
                </a:cubicBezTo>
                <a:cubicBezTo>
                  <a:pt x="370466" y="77249"/>
                  <a:pt x="368533" y="76421"/>
                  <a:pt x="367032" y="74766"/>
                </a:cubicBezTo>
                <a:cubicBezTo>
                  <a:pt x="365530" y="73108"/>
                  <a:pt x="364780" y="70846"/>
                  <a:pt x="364780" y="67979"/>
                </a:cubicBezTo>
                <a:cubicBezTo>
                  <a:pt x="364780" y="62502"/>
                  <a:pt x="367591" y="57470"/>
                  <a:pt x="373214" y="52884"/>
                </a:cubicBezTo>
                <a:cubicBezTo>
                  <a:pt x="378836" y="48297"/>
                  <a:pt x="386727" y="46004"/>
                  <a:pt x="396887" y="46004"/>
                </a:cubicBezTo>
                <a:cubicBezTo>
                  <a:pt x="404682" y="46004"/>
                  <a:pt x="411071" y="47312"/>
                  <a:pt x="416055" y="49928"/>
                </a:cubicBezTo>
                <a:cubicBezTo>
                  <a:pt x="419825" y="51906"/>
                  <a:pt x="422604" y="55002"/>
                  <a:pt x="424393" y="59215"/>
                </a:cubicBezTo>
                <a:cubicBezTo>
                  <a:pt x="425543" y="61959"/>
                  <a:pt x="426118" y="67575"/>
                  <a:pt x="426118" y="76063"/>
                </a:cubicBezTo>
                <a:lnTo>
                  <a:pt x="426118" y="105833"/>
                </a:lnTo>
                <a:cubicBezTo>
                  <a:pt x="426118" y="114194"/>
                  <a:pt x="426278" y="119315"/>
                  <a:pt x="426598" y="121198"/>
                </a:cubicBezTo>
                <a:cubicBezTo>
                  <a:pt x="426917" y="123081"/>
                  <a:pt x="427444" y="124342"/>
                  <a:pt x="428179" y="124981"/>
                </a:cubicBezTo>
                <a:cubicBezTo>
                  <a:pt x="428914" y="125618"/>
                  <a:pt x="429760" y="125936"/>
                  <a:pt x="430719" y="125936"/>
                </a:cubicBezTo>
                <a:cubicBezTo>
                  <a:pt x="431741" y="125936"/>
                  <a:pt x="432636" y="125713"/>
                  <a:pt x="433402" y="125265"/>
                </a:cubicBezTo>
                <a:cubicBezTo>
                  <a:pt x="434744" y="124435"/>
                  <a:pt x="437332" y="122103"/>
                  <a:pt x="441166" y="118269"/>
                </a:cubicBezTo>
                <a:lnTo>
                  <a:pt x="441166" y="123636"/>
                </a:lnTo>
                <a:cubicBezTo>
                  <a:pt x="434009" y="133220"/>
                  <a:pt x="427173" y="138012"/>
                  <a:pt x="420655" y="138012"/>
                </a:cubicBezTo>
                <a:cubicBezTo>
                  <a:pt x="417525" y="138012"/>
                  <a:pt x="415033" y="136926"/>
                  <a:pt x="413180" y="134754"/>
                </a:cubicBezTo>
                <a:cubicBezTo>
                  <a:pt x="411327" y="132581"/>
                  <a:pt x="410368" y="128875"/>
                  <a:pt x="410304" y="123636"/>
                </a:cubicBezTo>
                <a:moveTo>
                  <a:pt x="410304" y="117352"/>
                </a:moveTo>
                <a:lnTo>
                  <a:pt x="410304" y="84053"/>
                </a:lnTo>
                <a:cubicBezTo>
                  <a:pt x="400656" y="87869"/>
                  <a:pt x="394427" y="90573"/>
                  <a:pt x="391615" y="92164"/>
                </a:cubicBezTo>
                <a:cubicBezTo>
                  <a:pt x="386568" y="94963"/>
                  <a:pt x="382958" y="97890"/>
                  <a:pt x="380785" y="100942"/>
                </a:cubicBezTo>
                <a:cubicBezTo>
                  <a:pt x="378613" y="103995"/>
                  <a:pt x="377527" y="107335"/>
                  <a:pt x="377527" y="110961"/>
                </a:cubicBezTo>
                <a:cubicBezTo>
                  <a:pt x="377527" y="115541"/>
                  <a:pt x="378900" y="119342"/>
                  <a:pt x="381648" y="122363"/>
                </a:cubicBezTo>
                <a:cubicBezTo>
                  <a:pt x="384395" y="125384"/>
                  <a:pt x="387558" y="126895"/>
                  <a:pt x="391136" y="126895"/>
                </a:cubicBezTo>
                <a:cubicBezTo>
                  <a:pt x="395992" y="126895"/>
                  <a:pt x="402382" y="123714"/>
                  <a:pt x="410304" y="117352"/>
                </a:cubicBezTo>
                <a:close/>
                <a:moveTo>
                  <a:pt x="471497" y="64597"/>
                </a:moveTo>
                <a:cubicBezTo>
                  <a:pt x="481784" y="52202"/>
                  <a:pt x="491592" y="46004"/>
                  <a:pt x="500920" y="46004"/>
                </a:cubicBezTo>
                <a:cubicBezTo>
                  <a:pt x="505712" y="46004"/>
                  <a:pt x="509833" y="47200"/>
                  <a:pt x="513284" y="49592"/>
                </a:cubicBezTo>
                <a:cubicBezTo>
                  <a:pt x="516734" y="51982"/>
                  <a:pt x="519482" y="55919"/>
                  <a:pt x="521526" y="61402"/>
                </a:cubicBezTo>
                <a:cubicBezTo>
                  <a:pt x="522932" y="65225"/>
                  <a:pt x="523635" y="71091"/>
                  <a:pt x="523635" y="78998"/>
                </a:cubicBezTo>
                <a:lnTo>
                  <a:pt x="523635" y="116388"/>
                </a:lnTo>
                <a:cubicBezTo>
                  <a:pt x="523635" y="121935"/>
                  <a:pt x="524082" y="125697"/>
                  <a:pt x="524976" y="127673"/>
                </a:cubicBezTo>
                <a:cubicBezTo>
                  <a:pt x="525679" y="129267"/>
                  <a:pt x="526813" y="130510"/>
                  <a:pt x="528379" y="131402"/>
                </a:cubicBezTo>
                <a:cubicBezTo>
                  <a:pt x="529944" y="132295"/>
                  <a:pt x="532835" y="132741"/>
                  <a:pt x="537053" y="132741"/>
                </a:cubicBezTo>
                <a:lnTo>
                  <a:pt x="537053" y="136287"/>
                </a:lnTo>
                <a:lnTo>
                  <a:pt x="493636" y="136287"/>
                </a:lnTo>
                <a:lnTo>
                  <a:pt x="493636" y="132741"/>
                </a:lnTo>
                <a:lnTo>
                  <a:pt x="495457" y="132741"/>
                </a:lnTo>
                <a:cubicBezTo>
                  <a:pt x="499546" y="132741"/>
                  <a:pt x="502406" y="132121"/>
                  <a:pt x="504035" y="130881"/>
                </a:cubicBezTo>
                <a:cubicBezTo>
                  <a:pt x="505664" y="129641"/>
                  <a:pt x="506798" y="127814"/>
                  <a:pt x="507437" y="125400"/>
                </a:cubicBezTo>
                <a:cubicBezTo>
                  <a:pt x="507693" y="124446"/>
                  <a:pt x="507821" y="121458"/>
                  <a:pt x="507821" y="116436"/>
                </a:cubicBezTo>
                <a:lnTo>
                  <a:pt x="507821" y="80678"/>
                </a:lnTo>
                <a:cubicBezTo>
                  <a:pt x="507821" y="72733"/>
                  <a:pt x="506782" y="66965"/>
                  <a:pt x="504706" y="63372"/>
                </a:cubicBezTo>
                <a:cubicBezTo>
                  <a:pt x="502629" y="59780"/>
                  <a:pt x="499131" y="57984"/>
                  <a:pt x="494211" y="57984"/>
                </a:cubicBezTo>
                <a:cubicBezTo>
                  <a:pt x="486608" y="57984"/>
                  <a:pt x="479036" y="62117"/>
                  <a:pt x="471497" y="70381"/>
                </a:cubicBezTo>
                <a:lnTo>
                  <a:pt x="471497" y="116436"/>
                </a:lnTo>
                <a:cubicBezTo>
                  <a:pt x="471497" y="122348"/>
                  <a:pt x="471848" y="126003"/>
                  <a:pt x="472551" y="127401"/>
                </a:cubicBezTo>
                <a:cubicBezTo>
                  <a:pt x="473445" y="129244"/>
                  <a:pt x="474675" y="130595"/>
                  <a:pt x="476241" y="131453"/>
                </a:cubicBezTo>
                <a:cubicBezTo>
                  <a:pt x="477806" y="132312"/>
                  <a:pt x="480985" y="132741"/>
                  <a:pt x="485777" y="132741"/>
                </a:cubicBezTo>
                <a:lnTo>
                  <a:pt x="485777" y="136287"/>
                </a:lnTo>
                <a:lnTo>
                  <a:pt x="442361" y="136287"/>
                </a:lnTo>
                <a:lnTo>
                  <a:pt x="442361" y="132741"/>
                </a:lnTo>
                <a:lnTo>
                  <a:pt x="444278" y="132741"/>
                </a:lnTo>
                <a:cubicBezTo>
                  <a:pt x="448750" y="132741"/>
                  <a:pt x="451769" y="131610"/>
                  <a:pt x="453335" y="129348"/>
                </a:cubicBezTo>
                <a:cubicBezTo>
                  <a:pt x="454900" y="127083"/>
                  <a:pt x="455683" y="122763"/>
                  <a:pt x="455683" y="116388"/>
                </a:cubicBezTo>
                <a:lnTo>
                  <a:pt x="455683" y="83874"/>
                </a:lnTo>
                <a:cubicBezTo>
                  <a:pt x="455683" y="73355"/>
                  <a:pt x="455443" y="66949"/>
                  <a:pt x="454964" y="64654"/>
                </a:cubicBezTo>
                <a:cubicBezTo>
                  <a:pt x="454485" y="62358"/>
                  <a:pt x="453750" y="60796"/>
                  <a:pt x="452760" y="59967"/>
                </a:cubicBezTo>
                <a:cubicBezTo>
                  <a:pt x="451769" y="59138"/>
                  <a:pt x="450443" y="58724"/>
                  <a:pt x="448782" y="58724"/>
                </a:cubicBezTo>
                <a:cubicBezTo>
                  <a:pt x="446993" y="58724"/>
                  <a:pt x="444853" y="59202"/>
                  <a:pt x="442361" y="60159"/>
                </a:cubicBezTo>
                <a:lnTo>
                  <a:pt x="440923" y="56714"/>
                </a:lnTo>
                <a:lnTo>
                  <a:pt x="467375" y="46004"/>
                </a:lnTo>
                <a:lnTo>
                  <a:pt x="471497" y="46004"/>
                </a:lnTo>
                <a:lnTo>
                  <a:pt x="471497" y="64597"/>
                </a:lnTo>
                <a:close/>
                <a:moveTo>
                  <a:pt x="598050" y="123636"/>
                </a:moveTo>
                <a:cubicBezTo>
                  <a:pt x="589041" y="130601"/>
                  <a:pt x="583386" y="134626"/>
                  <a:pt x="581086" y="135712"/>
                </a:cubicBezTo>
                <a:cubicBezTo>
                  <a:pt x="577636" y="137373"/>
                  <a:pt x="573962" y="138204"/>
                  <a:pt x="570064" y="138204"/>
                </a:cubicBezTo>
                <a:cubicBezTo>
                  <a:pt x="563994" y="138204"/>
                  <a:pt x="558995" y="136127"/>
                  <a:pt x="555065" y="131974"/>
                </a:cubicBezTo>
                <a:cubicBezTo>
                  <a:pt x="551136" y="127821"/>
                  <a:pt x="549171" y="122358"/>
                  <a:pt x="549171" y="115585"/>
                </a:cubicBezTo>
                <a:cubicBezTo>
                  <a:pt x="549171" y="111304"/>
                  <a:pt x="550129" y="107598"/>
                  <a:pt x="552046" y="104468"/>
                </a:cubicBezTo>
                <a:cubicBezTo>
                  <a:pt x="554666" y="100123"/>
                  <a:pt x="559218" y="96034"/>
                  <a:pt x="565704" y="92200"/>
                </a:cubicBezTo>
                <a:cubicBezTo>
                  <a:pt x="572189" y="88366"/>
                  <a:pt x="582971" y="83702"/>
                  <a:pt x="598050" y="78207"/>
                </a:cubicBezTo>
                <a:lnTo>
                  <a:pt x="598050" y="74757"/>
                </a:lnTo>
                <a:cubicBezTo>
                  <a:pt x="598050" y="66003"/>
                  <a:pt x="596661" y="59997"/>
                  <a:pt x="593881" y="56738"/>
                </a:cubicBezTo>
                <a:cubicBezTo>
                  <a:pt x="591102" y="53480"/>
                  <a:pt x="587060" y="51850"/>
                  <a:pt x="581757" y="51850"/>
                </a:cubicBezTo>
                <a:cubicBezTo>
                  <a:pt x="577732" y="51850"/>
                  <a:pt x="574537" y="52933"/>
                  <a:pt x="572173" y="55097"/>
                </a:cubicBezTo>
                <a:cubicBezTo>
                  <a:pt x="569745" y="57262"/>
                  <a:pt x="568531" y="59744"/>
                  <a:pt x="568531" y="62546"/>
                </a:cubicBezTo>
                <a:lnTo>
                  <a:pt x="568723" y="68084"/>
                </a:lnTo>
                <a:cubicBezTo>
                  <a:pt x="568723" y="71011"/>
                  <a:pt x="567972" y="73270"/>
                  <a:pt x="566470" y="74862"/>
                </a:cubicBezTo>
                <a:cubicBezTo>
                  <a:pt x="564969" y="76453"/>
                  <a:pt x="563004" y="77249"/>
                  <a:pt x="560576" y="77249"/>
                </a:cubicBezTo>
                <a:cubicBezTo>
                  <a:pt x="558212" y="77249"/>
                  <a:pt x="556279" y="76421"/>
                  <a:pt x="554778" y="74766"/>
                </a:cubicBezTo>
                <a:cubicBezTo>
                  <a:pt x="553276" y="73108"/>
                  <a:pt x="552525" y="70846"/>
                  <a:pt x="552525" y="67979"/>
                </a:cubicBezTo>
                <a:cubicBezTo>
                  <a:pt x="552525" y="62502"/>
                  <a:pt x="555337" y="57470"/>
                  <a:pt x="560959" y="52884"/>
                </a:cubicBezTo>
                <a:cubicBezTo>
                  <a:pt x="566582" y="48297"/>
                  <a:pt x="574473" y="46004"/>
                  <a:pt x="584632" y="46004"/>
                </a:cubicBezTo>
                <a:cubicBezTo>
                  <a:pt x="592427" y="46004"/>
                  <a:pt x="598817" y="47312"/>
                  <a:pt x="603801" y="49928"/>
                </a:cubicBezTo>
                <a:cubicBezTo>
                  <a:pt x="607571" y="51906"/>
                  <a:pt x="610350" y="55002"/>
                  <a:pt x="612139" y="59215"/>
                </a:cubicBezTo>
                <a:cubicBezTo>
                  <a:pt x="613289" y="61959"/>
                  <a:pt x="613864" y="67575"/>
                  <a:pt x="613864" y="76063"/>
                </a:cubicBezTo>
                <a:lnTo>
                  <a:pt x="613864" y="105833"/>
                </a:lnTo>
                <a:cubicBezTo>
                  <a:pt x="613864" y="114194"/>
                  <a:pt x="614024" y="119315"/>
                  <a:pt x="614343" y="121198"/>
                </a:cubicBezTo>
                <a:cubicBezTo>
                  <a:pt x="614663" y="123081"/>
                  <a:pt x="615190" y="124342"/>
                  <a:pt x="615925" y="124981"/>
                </a:cubicBezTo>
                <a:cubicBezTo>
                  <a:pt x="616660" y="125618"/>
                  <a:pt x="617506" y="125936"/>
                  <a:pt x="618465" y="125936"/>
                </a:cubicBezTo>
                <a:cubicBezTo>
                  <a:pt x="619487" y="125936"/>
                  <a:pt x="620381" y="125713"/>
                  <a:pt x="621148" y="125265"/>
                </a:cubicBezTo>
                <a:cubicBezTo>
                  <a:pt x="622490" y="124435"/>
                  <a:pt x="625078" y="122103"/>
                  <a:pt x="628911" y="118269"/>
                </a:cubicBezTo>
                <a:lnTo>
                  <a:pt x="628911" y="123636"/>
                </a:lnTo>
                <a:cubicBezTo>
                  <a:pt x="621755" y="133220"/>
                  <a:pt x="614918" y="138012"/>
                  <a:pt x="608401" y="138012"/>
                </a:cubicBezTo>
                <a:cubicBezTo>
                  <a:pt x="605270" y="138012"/>
                  <a:pt x="602778" y="136926"/>
                  <a:pt x="600925" y="134754"/>
                </a:cubicBezTo>
                <a:cubicBezTo>
                  <a:pt x="599073" y="132581"/>
                  <a:pt x="598114" y="128875"/>
                  <a:pt x="598050" y="123636"/>
                </a:cubicBezTo>
                <a:moveTo>
                  <a:pt x="598050" y="117352"/>
                </a:moveTo>
                <a:lnTo>
                  <a:pt x="598050" y="84053"/>
                </a:lnTo>
                <a:cubicBezTo>
                  <a:pt x="588402" y="87869"/>
                  <a:pt x="582172" y="90573"/>
                  <a:pt x="579361" y="92164"/>
                </a:cubicBezTo>
                <a:cubicBezTo>
                  <a:pt x="574313" y="94963"/>
                  <a:pt x="570703" y="97890"/>
                  <a:pt x="568531" y="100942"/>
                </a:cubicBezTo>
                <a:cubicBezTo>
                  <a:pt x="566358" y="103995"/>
                  <a:pt x="565272" y="107335"/>
                  <a:pt x="565272" y="110961"/>
                </a:cubicBezTo>
                <a:cubicBezTo>
                  <a:pt x="565272" y="115541"/>
                  <a:pt x="566646" y="119342"/>
                  <a:pt x="569393" y="122363"/>
                </a:cubicBezTo>
                <a:cubicBezTo>
                  <a:pt x="572141" y="125384"/>
                  <a:pt x="575304" y="126895"/>
                  <a:pt x="578882" y="126895"/>
                </a:cubicBezTo>
                <a:cubicBezTo>
                  <a:pt x="583738" y="126895"/>
                  <a:pt x="590127" y="123714"/>
                  <a:pt x="598050" y="117352"/>
                </a:cubicBezTo>
                <a:close/>
                <a:moveTo>
                  <a:pt x="659147" y="19552"/>
                </a:moveTo>
                <a:lnTo>
                  <a:pt x="659147" y="48496"/>
                </a:lnTo>
                <a:lnTo>
                  <a:pt x="679657" y="48496"/>
                </a:lnTo>
                <a:lnTo>
                  <a:pt x="679657" y="55205"/>
                </a:lnTo>
                <a:lnTo>
                  <a:pt x="659147" y="55205"/>
                </a:lnTo>
                <a:lnTo>
                  <a:pt x="659147" y="112057"/>
                </a:lnTo>
                <a:cubicBezTo>
                  <a:pt x="659147" y="117738"/>
                  <a:pt x="659961" y="121567"/>
                  <a:pt x="661591" y="123546"/>
                </a:cubicBezTo>
                <a:cubicBezTo>
                  <a:pt x="663220" y="125523"/>
                  <a:pt x="665312" y="126511"/>
                  <a:pt x="667868" y="126511"/>
                </a:cubicBezTo>
                <a:cubicBezTo>
                  <a:pt x="669977" y="126511"/>
                  <a:pt x="672021" y="125856"/>
                  <a:pt x="674002" y="124547"/>
                </a:cubicBezTo>
                <a:cubicBezTo>
                  <a:pt x="675983" y="123237"/>
                  <a:pt x="677516" y="121304"/>
                  <a:pt x="678602" y="118748"/>
                </a:cubicBezTo>
                <a:lnTo>
                  <a:pt x="682340" y="118748"/>
                </a:lnTo>
                <a:cubicBezTo>
                  <a:pt x="680104" y="125028"/>
                  <a:pt x="676941" y="129777"/>
                  <a:pt x="672852" y="132996"/>
                </a:cubicBezTo>
                <a:cubicBezTo>
                  <a:pt x="668763" y="136212"/>
                  <a:pt x="664546" y="137821"/>
                  <a:pt x="660201" y="137821"/>
                </a:cubicBezTo>
                <a:cubicBezTo>
                  <a:pt x="657262" y="137821"/>
                  <a:pt x="654386" y="137005"/>
                  <a:pt x="651575" y="135374"/>
                </a:cubicBezTo>
                <a:cubicBezTo>
                  <a:pt x="648764" y="133742"/>
                  <a:pt x="646687" y="131408"/>
                  <a:pt x="645345" y="128371"/>
                </a:cubicBezTo>
                <a:cubicBezTo>
                  <a:pt x="644004" y="125332"/>
                  <a:pt x="643333" y="120646"/>
                  <a:pt x="643333" y="114312"/>
                </a:cubicBezTo>
                <a:lnTo>
                  <a:pt x="643333" y="55205"/>
                </a:lnTo>
                <a:lnTo>
                  <a:pt x="629436" y="55205"/>
                </a:lnTo>
                <a:lnTo>
                  <a:pt x="629436" y="52042"/>
                </a:lnTo>
                <a:cubicBezTo>
                  <a:pt x="632950" y="50632"/>
                  <a:pt x="636544" y="48245"/>
                  <a:pt x="640218" y="44881"/>
                </a:cubicBezTo>
                <a:cubicBezTo>
                  <a:pt x="643892" y="41517"/>
                  <a:pt x="647166" y="37527"/>
                  <a:pt x="650042" y="32913"/>
                </a:cubicBezTo>
                <a:cubicBezTo>
                  <a:pt x="651511" y="30479"/>
                  <a:pt x="653556" y="26025"/>
                  <a:pt x="656175" y="19552"/>
                </a:cubicBezTo>
                <a:lnTo>
                  <a:pt x="659147" y="19552"/>
                </a:lnTo>
                <a:close/>
                <a:moveTo>
                  <a:pt x="707214" y="0"/>
                </a:moveTo>
                <a:cubicBezTo>
                  <a:pt x="709898" y="0"/>
                  <a:pt x="712182" y="947"/>
                  <a:pt x="714067" y="2842"/>
                </a:cubicBezTo>
                <a:cubicBezTo>
                  <a:pt x="715952" y="4735"/>
                  <a:pt x="716894" y="7030"/>
                  <a:pt x="716894" y="9728"/>
                </a:cubicBezTo>
                <a:cubicBezTo>
                  <a:pt x="716894" y="12426"/>
                  <a:pt x="715952" y="14738"/>
                  <a:pt x="714067" y="16665"/>
                </a:cubicBezTo>
                <a:cubicBezTo>
                  <a:pt x="712182" y="18589"/>
                  <a:pt x="709898" y="19552"/>
                  <a:pt x="707214" y="19552"/>
                </a:cubicBezTo>
                <a:cubicBezTo>
                  <a:pt x="704530" y="19552"/>
                  <a:pt x="702230" y="18589"/>
                  <a:pt x="700313" y="16665"/>
                </a:cubicBezTo>
                <a:cubicBezTo>
                  <a:pt x="698396" y="14738"/>
                  <a:pt x="697438" y="12426"/>
                  <a:pt x="697438" y="9728"/>
                </a:cubicBezTo>
                <a:cubicBezTo>
                  <a:pt x="697438" y="7030"/>
                  <a:pt x="698381" y="4735"/>
                  <a:pt x="700265" y="2842"/>
                </a:cubicBezTo>
                <a:cubicBezTo>
                  <a:pt x="702150" y="947"/>
                  <a:pt x="704466" y="0"/>
                  <a:pt x="707214" y="0"/>
                </a:cubicBezTo>
                <a:moveTo>
                  <a:pt x="715169" y="46004"/>
                </a:moveTo>
                <a:lnTo>
                  <a:pt x="715169" y="116388"/>
                </a:lnTo>
                <a:cubicBezTo>
                  <a:pt x="715169" y="121871"/>
                  <a:pt x="715568" y="125521"/>
                  <a:pt x="716367" y="127338"/>
                </a:cubicBezTo>
                <a:cubicBezTo>
                  <a:pt x="717166" y="129155"/>
                  <a:pt x="718348" y="130510"/>
                  <a:pt x="719913" y="131402"/>
                </a:cubicBezTo>
                <a:cubicBezTo>
                  <a:pt x="721478" y="132295"/>
                  <a:pt x="724338" y="132741"/>
                  <a:pt x="728491" y="132741"/>
                </a:cubicBezTo>
                <a:lnTo>
                  <a:pt x="728491" y="136287"/>
                </a:lnTo>
                <a:lnTo>
                  <a:pt x="685841" y="136287"/>
                </a:lnTo>
                <a:lnTo>
                  <a:pt x="685841" y="132741"/>
                </a:lnTo>
                <a:cubicBezTo>
                  <a:pt x="690122" y="132741"/>
                  <a:pt x="692997" y="132327"/>
                  <a:pt x="694467" y="131498"/>
                </a:cubicBezTo>
                <a:cubicBezTo>
                  <a:pt x="695937" y="130669"/>
                  <a:pt x="697103" y="129299"/>
                  <a:pt x="697965" y="127386"/>
                </a:cubicBezTo>
                <a:cubicBezTo>
                  <a:pt x="698828" y="125473"/>
                  <a:pt x="699259" y="121807"/>
                  <a:pt x="699259" y="116388"/>
                </a:cubicBezTo>
                <a:lnTo>
                  <a:pt x="699259" y="82631"/>
                </a:lnTo>
                <a:cubicBezTo>
                  <a:pt x="699259" y="73130"/>
                  <a:pt x="698972" y="66979"/>
                  <a:pt x="698396" y="64175"/>
                </a:cubicBezTo>
                <a:cubicBezTo>
                  <a:pt x="697949" y="62134"/>
                  <a:pt x="697246" y="60716"/>
                  <a:pt x="696288" y="59919"/>
                </a:cubicBezTo>
                <a:cubicBezTo>
                  <a:pt x="695330" y="59122"/>
                  <a:pt x="694020" y="58724"/>
                  <a:pt x="692358" y="58724"/>
                </a:cubicBezTo>
                <a:cubicBezTo>
                  <a:pt x="690569" y="58724"/>
                  <a:pt x="688397" y="59202"/>
                  <a:pt x="685841" y="60159"/>
                </a:cubicBezTo>
                <a:lnTo>
                  <a:pt x="684499" y="56714"/>
                </a:lnTo>
                <a:lnTo>
                  <a:pt x="710952" y="46004"/>
                </a:lnTo>
                <a:lnTo>
                  <a:pt x="715169" y="46004"/>
                </a:lnTo>
                <a:close/>
                <a:moveTo>
                  <a:pt x="779050" y="46004"/>
                </a:moveTo>
                <a:cubicBezTo>
                  <a:pt x="792340" y="46004"/>
                  <a:pt x="803011" y="51047"/>
                  <a:pt x="811061" y="61132"/>
                </a:cubicBezTo>
                <a:cubicBezTo>
                  <a:pt x="817898" y="69748"/>
                  <a:pt x="821317" y="79642"/>
                  <a:pt x="821317" y="90813"/>
                </a:cubicBezTo>
                <a:cubicBezTo>
                  <a:pt x="821317" y="98664"/>
                  <a:pt x="819432" y="106611"/>
                  <a:pt x="815662" y="114654"/>
                </a:cubicBezTo>
                <a:cubicBezTo>
                  <a:pt x="811892" y="122695"/>
                  <a:pt x="806701" y="128758"/>
                  <a:pt x="800088" y="132843"/>
                </a:cubicBezTo>
                <a:cubicBezTo>
                  <a:pt x="793474" y="136928"/>
                  <a:pt x="786111" y="138971"/>
                  <a:pt x="777996" y="138971"/>
                </a:cubicBezTo>
                <a:cubicBezTo>
                  <a:pt x="764770" y="138971"/>
                  <a:pt x="754259" y="133704"/>
                  <a:pt x="746464" y="123172"/>
                </a:cubicBezTo>
                <a:cubicBezTo>
                  <a:pt x="739883" y="114300"/>
                  <a:pt x="736592" y="104344"/>
                  <a:pt x="736592" y="93302"/>
                </a:cubicBezTo>
                <a:cubicBezTo>
                  <a:pt x="736592" y="85259"/>
                  <a:pt x="738589" y="77265"/>
                  <a:pt x="742582" y="69318"/>
                </a:cubicBezTo>
                <a:cubicBezTo>
                  <a:pt x="746576" y="61371"/>
                  <a:pt x="751831" y="55498"/>
                  <a:pt x="758348" y="51701"/>
                </a:cubicBezTo>
                <a:cubicBezTo>
                  <a:pt x="764866" y="47903"/>
                  <a:pt x="771766" y="46004"/>
                  <a:pt x="779050" y="46004"/>
                </a:cubicBezTo>
                <a:moveTo>
                  <a:pt x="776079" y="52330"/>
                </a:moveTo>
                <a:cubicBezTo>
                  <a:pt x="772693" y="52330"/>
                  <a:pt x="769290" y="53335"/>
                  <a:pt x="765872" y="55346"/>
                </a:cubicBezTo>
                <a:cubicBezTo>
                  <a:pt x="762454" y="57356"/>
                  <a:pt x="759690" y="60883"/>
                  <a:pt x="757582" y="65924"/>
                </a:cubicBezTo>
                <a:cubicBezTo>
                  <a:pt x="755473" y="70966"/>
                  <a:pt x="754419" y="77443"/>
                  <a:pt x="754419" y="85356"/>
                </a:cubicBezTo>
                <a:cubicBezTo>
                  <a:pt x="754419" y="98119"/>
                  <a:pt x="756959" y="109128"/>
                  <a:pt x="762038" y="118383"/>
                </a:cubicBezTo>
                <a:cubicBezTo>
                  <a:pt x="767118" y="127635"/>
                  <a:pt x="773811" y="132262"/>
                  <a:pt x="782117" y="132262"/>
                </a:cubicBezTo>
                <a:cubicBezTo>
                  <a:pt x="788315" y="132262"/>
                  <a:pt x="793427" y="129709"/>
                  <a:pt x="797452" y="124603"/>
                </a:cubicBezTo>
                <a:cubicBezTo>
                  <a:pt x="801477" y="119498"/>
                  <a:pt x="803490" y="110723"/>
                  <a:pt x="803490" y="98280"/>
                </a:cubicBezTo>
                <a:cubicBezTo>
                  <a:pt x="803490" y="82708"/>
                  <a:pt x="800136" y="70454"/>
                  <a:pt x="793427" y="61519"/>
                </a:cubicBezTo>
                <a:cubicBezTo>
                  <a:pt x="788890" y="55393"/>
                  <a:pt x="783108" y="52330"/>
                  <a:pt x="776079" y="52330"/>
                </a:cubicBezTo>
                <a:close/>
                <a:moveTo>
                  <a:pt x="864105" y="64597"/>
                </a:moveTo>
                <a:cubicBezTo>
                  <a:pt x="874392" y="52202"/>
                  <a:pt x="884199" y="46004"/>
                  <a:pt x="893528" y="46004"/>
                </a:cubicBezTo>
                <a:cubicBezTo>
                  <a:pt x="898320" y="46004"/>
                  <a:pt x="902441" y="47200"/>
                  <a:pt x="905892" y="49592"/>
                </a:cubicBezTo>
                <a:cubicBezTo>
                  <a:pt x="909342" y="51982"/>
                  <a:pt x="912089" y="55919"/>
                  <a:pt x="914134" y="61402"/>
                </a:cubicBezTo>
                <a:cubicBezTo>
                  <a:pt x="915540" y="65225"/>
                  <a:pt x="916243" y="71091"/>
                  <a:pt x="916243" y="78998"/>
                </a:cubicBezTo>
                <a:lnTo>
                  <a:pt x="916243" y="116388"/>
                </a:lnTo>
                <a:cubicBezTo>
                  <a:pt x="916243" y="121935"/>
                  <a:pt x="916690" y="125697"/>
                  <a:pt x="917584" y="127673"/>
                </a:cubicBezTo>
                <a:cubicBezTo>
                  <a:pt x="918287" y="129267"/>
                  <a:pt x="919421" y="130510"/>
                  <a:pt x="920987" y="131402"/>
                </a:cubicBezTo>
                <a:cubicBezTo>
                  <a:pt x="922552" y="132295"/>
                  <a:pt x="925443" y="132741"/>
                  <a:pt x="929660" y="132741"/>
                </a:cubicBezTo>
                <a:lnTo>
                  <a:pt x="929660" y="136287"/>
                </a:lnTo>
                <a:lnTo>
                  <a:pt x="886244" y="136287"/>
                </a:lnTo>
                <a:lnTo>
                  <a:pt x="886244" y="132741"/>
                </a:lnTo>
                <a:lnTo>
                  <a:pt x="888065" y="132741"/>
                </a:lnTo>
                <a:cubicBezTo>
                  <a:pt x="892154" y="132741"/>
                  <a:pt x="895014" y="132121"/>
                  <a:pt x="896643" y="130881"/>
                </a:cubicBezTo>
                <a:cubicBezTo>
                  <a:pt x="898272" y="129641"/>
                  <a:pt x="899406" y="127814"/>
                  <a:pt x="900045" y="125400"/>
                </a:cubicBezTo>
                <a:cubicBezTo>
                  <a:pt x="900301" y="124446"/>
                  <a:pt x="900429" y="121458"/>
                  <a:pt x="900429" y="116436"/>
                </a:cubicBezTo>
                <a:lnTo>
                  <a:pt x="900429" y="80678"/>
                </a:lnTo>
                <a:cubicBezTo>
                  <a:pt x="900429" y="72733"/>
                  <a:pt x="899390" y="66965"/>
                  <a:pt x="897314" y="63372"/>
                </a:cubicBezTo>
                <a:cubicBezTo>
                  <a:pt x="895237" y="59780"/>
                  <a:pt x="891739" y="57984"/>
                  <a:pt x="886819" y="57984"/>
                </a:cubicBezTo>
                <a:cubicBezTo>
                  <a:pt x="879216" y="57984"/>
                  <a:pt x="871644" y="62117"/>
                  <a:pt x="864105" y="70381"/>
                </a:cubicBezTo>
                <a:lnTo>
                  <a:pt x="864105" y="116436"/>
                </a:lnTo>
                <a:cubicBezTo>
                  <a:pt x="864105" y="122348"/>
                  <a:pt x="864456" y="126003"/>
                  <a:pt x="865159" y="127401"/>
                </a:cubicBezTo>
                <a:cubicBezTo>
                  <a:pt x="866053" y="129244"/>
                  <a:pt x="867283" y="130595"/>
                  <a:pt x="868849" y="131453"/>
                </a:cubicBezTo>
                <a:cubicBezTo>
                  <a:pt x="870414" y="132312"/>
                  <a:pt x="873593" y="132741"/>
                  <a:pt x="878385" y="132741"/>
                </a:cubicBezTo>
                <a:lnTo>
                  <a:pt x="878385" y="136287"/>
                </a:lnTo>
                <a:lnTo>
                  <a:pt x="834969" y="136287"/>
                </a:lnTo>
                <a:lnTo>
                  <a:pt x="834969" y="132741"/>
                </a:lnTo>
                <a:lnTo>
                  <a:pt x="836886" y="132741"/>
                </a:lnTo>
                <a:cubicBezTo>
                  <a:pt x="841358" y="132741"/>
                  <a:pt x="844377" y="131610"/>
                  <a:pt x="845943" y="129348"/>
                </a:cubicBezTo>
                <a:cubicBezTo>
                  <a:pt x="847508" y="127083"/>
                  <a:pt x="848291" y="122763"/>
                  <a:pt x="848291" y="116388"/>
                </a:cubicBezTo>
                <a:lnTo>
                  <a:pt x="848291" y="83874"/>
                </a:lnTo>
                <a:cubicBezTo>
                  <a:pt x="848291" y="73355"/>
                  <a:pt x="848051" y="66949"/>
                  <a:pt x="847572" y="64654"/>
                </a:cubicBezTo>
                <a:cubicBezTo>
                  <a:pt x="847093" y="62358"/>
                  <a:pt x="846358" y="60796"/>
                  <a:pt x="845368" y="59967"/>
                </a:cubicBezTo>
                <a:cubicBezTo>
                  <a:pt x="844377" y="59138"/>
                  <a:pt x="843051" y="58724"/>
                  <a:pt x="841390" y="58724"/>
                </a:cubicBezTo>
                <a:cubicBezTo>
                  <a:pt x="839601" y="58724"/>
                  <a:pt x="837461" y="59202"/>
                  <a:pt x="834969" y="60159"/>
                </a:cubicBezTo>
                <a:lnTo>
                  <a:pt x="833531" y="56714"/>
                </a:lnTo>
                <a:lnTo>
                  <a:pt x="859983" y="46004"/>
                </a:lnTo>
                <a:lnTo>
                  <a:pt x="864105" y="46004"/>
                </a:lnTo>
                <a:lnTo>
                  <a:pt x="864105" y="64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▸">
            <a:extLst xmlns:a="http://schemas.openxmlformats.org/drawingml/2006/main">
              <a:ext uri="{FF2B5EF4-FFF2-40B4-BE49-F238E27FC236}">
                <a16:creationId xmlns:a16="http://schemas.microsoft.com/office/drawing/2014/main" id="{6D6CB6DC-C57B-4042-A1E5-27EAAA8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494" y="3307467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In/Outputf">
            <a:extLst xmlns:a="http://schemas.openxmlformats.org/drawingml/2006/main">
              <a:ext uri="{FF2B5EF4-FFF2-40B4-BE49-F238E27FC236}">
                <a16:creationId xmlns:a16="http://schemas.microsoft.com/office/drawing/2014/main" id="{EB5AB0DB-4687-4522-BB46-48FE5D30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34" y="3278522"/>
            <a:ext cx="908436" cy="178266"/>
          </a:xfrm>
          <a:custGeom xmlns:a="http://schemas.openxmlformats.org/drawingml/2006/main">
            <a:pathLst>
              <a:path w="908436" h="178266">
                <a:moveTo>
                  <a:pt x="55684" y="132741"/>
                </a:moveTo>
                <a:lnTo>
                  <a:pt x="55684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600" y="132741"/>
                </a:lnTo>
                <a:cubicBezTo>
                  <a:pt x="9968" y="132741"/>
                  <a:pt x="13865" y="131176"/>
                  <a:pt x="16293" y="128045"/>
                </a:cubicBezTo>
                <a:cubicBezTo>
                  <a:pt x="17827" y="126000"/>
                  <a:pt x="18593" y="121080"/>
                  <a:pt x="18593" y="113285"/>
                </a:cubicBezTo>
                <a:lnTo>
                  <a:pt x="18593" y="29328"/>
                </a:lnTo>
                <a:cubicBezTo>
                  <a:pt x="18593" y="22746"/>
                  <a:pt x="18178" y="18402"/>
                  <a:pt x="17347" y="16293"/>
                </a:cubicBezTo>
                <a:cubicBezTo>
                  <a:pt x="16708" y="14696"/>
                  <a:pt x="15399" y="13322"/>
                  <a:pt x="13418" y="12172"/>
                </a:cubicBezTo>
                <a:cubicBezTo>
                  <a:pt x="10607" y="10638"/>
                  <a:pt x="7667" y="9872"/>
                  <a:pt x="4600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55684" y="6326"/>
                </a:lnTo>
                <a:lnTo>
                  <a:pt x="55684" y="9872"/>
                </a:lnTo>
                <a:lnTo>
                  <a:pt x="50988" y="9872"/>
                </a:lnTo>
                <a:cubicBezTo>
                  <a:pt x="45685" y="9872"/>
                  <a:pt x="41819" y="11437"/>
                  <a:pt x="39391" y="14568"/>
                </a:cubicBezTo>
                <a:cubicBezTo>
                  <a:pt x="37794" y="16613"/>
                  <a:pt x="36995" y="21532"/>
                  <a:pt x="36995" y="29328"/>
                </a:cubicBezTo>
                <a:lnTo>
                  <a:pt x="36995" y="113285"/>
                </a:lnTo>
                <a:cubicBezTo>
                  <a:pt x="36995" y="119866"/>
                  <a:pt x="37410" y="124211"/>
                  <a:pt x="38241" y="126320"/>
                </a:cubicBezTo>
                <a:cubicBezTo>
                  <a:pt x="38880" y="127917"/>
                  <a:pt x="40222" y="129291"/>
                  <a:pt x="42266" y="130441"/>
                </a:cubicBezTo>
                <a:cubicBezTo>
                  <a:pt x="45014" y="131974"/>
                  <a:pt x="47921" y="132741"/>
                  <a:pt x="50988" y="132741"/>
                </a:cubicBezTo>
                <a:lnTo>
                  <a:pt x="55684" y="132741"/>
                </a:lnTo>
                <a:close/>
                <a:moveTo>
                  <a:pt x="95103" y="64597"/>
                </a:moveTo>
                <a:cubicBezTo>
                  <a:pt x="105390" y="52202"/>
                  <a:pt x="115198" y="46004"/>
                  <a:pt x="124527" y="46004"/>
                </a:cubicBezTo>
                <a:cubicBezTo>
                  <a:pt x="129319" y="46004"/>
                  <a:pt x="133440" y="47200"/>
                  <a:pt x="136890" y="49592"/>
                </a:cubicBezTo>
                <a:cubicBezTo>
                  <a:pt x="140341" y="51982"/>
                  <a:pt x="143088" y="55919"/>
                  <a:pt x="145133" y="61402"/>
                </a:cubicBezTo>
                <a:cubicBezTo>
                  <a:pt x="146538" y="65225"/>
                  <a:pt x="147241" y="71091"/>
                  <a:pt x="147241" y="78998"/>
                </a:cubicBezTo>
                <a:lnTo>
                  <a:pt x="147241" y="116388"/>
                </a:lnTo>
                <a:cubicBezTo>
                  <a:pt x="147241" y="121935"/>
                  <a:pt x="147688" y="125697"/>
                  <a:pt x="148583" y="127673"/>
                </a:cubicBezTo>
                <a:cubicBezTo>
                  <a:pt x="149286" y="129267"/>
                  <a:pt x="150420" y="130510"/>
                  <a:pt x="151985" y="131402"/>
                </a:cubicBezTo>
                <a:cubicBezTo>
                  <a:pt x="153551" y="132295"/>
                  <a:pt x="156442" y="132741"/>
                  <a:pt x="160659" y="132741"/>
                </a:cubicBezTo>
                <a:lnTo>
                  <a:pt x="160659" y="136287"/>
                </a:lnTo>
                <a:lnTo>
                  <a:pt x="117243" y="136287"/>
                </a:lnTo>
                <a:lnTo>
                  <a:pt x="117243" y="132741"/>
                </a:lnTo>
                <a:lnTo>
                  <a:pt x="119064" y="132741"/>
                </a:lnTo>
                <a:cubicBezTo>
                  <a:pt x="123153" y="132741"/>
                  <a:pt x="126012" y="132121"/>
                  <a:pt x="127641" y="130881"/>
                </a:cubicBezTo>
                <a:cubicBezTo>
                  <a:pt x="129271" y="129641"/>
                  <a:pt x="130405" y="127814"/>
                  <a:pt x="131044" y="125400"/>
                </a:cubicBezTo>
                <a:cubicBezTo>
                  <a:pt x="131299" y="124446"/>
                  <a:pt x="131427" y="121458"/>
                  <a:pt x="131427" y="116436"/>
                </a:cubicBezTo>
                <a:lnTo>
                  <a:pt x="131427" y="80678"/>
                </a:lnTo>
                <a:cubicBezTo>
                  <a:pt x="131427" y="72733"/>
                  <a:pt x="130389" y="66965"/>
                  <a:pt x="128312" y="63372"/>
                </a:cubicBezTo>
                <a:cubicBezTo>
                  <a:pt x="126236" y="59780"/>
                  <a:pt x="122738" y="57984"/>
                  <a:pt x="117818" y="57984"/>
                </a:cubicBezTo>
                <a:cubicBezTo>
                  <a:pt x="110214" y="57984"/>
                  <a:pt x="102643" y="62117"/>
                  <a:pt x="95103" y="70381"/>
                </a:cubicBezTo>
                <a:lnTo>
                  <a:pt x="95103" y="116436"/>
                </a:lnTo>
                <a:cubicBezTo>
                  <a:pt x="95103" y="122348"/>
                  <a:pt x="95455" y="126003"/>
                  <a:pt x="96157" y="127401"/>
                </a:cubicBezTo>
                <a:cubicBezTo>
                  <a:pt x="97052" y="129244"/>
                  <a:pt x="98282" y="130595"/>
                  <a:pt x="99847" y="131453"/>
                </a:cubicBezTo>
                <a:cubicBezTo>
                  <a:pt x="101413" y="132312"/>
                  <a:pt x="104592" y="132741"/>
                  <a:pt x="109384" y="132741"/>
                </a:cubicBezTo>
                <a:lnTo>
                  <a:pt x="109384" y="136287"/>
                </a:lnTo>
                <a:lnTo>
                  <a:pt x="65967" y="136287"/>
                </a:lnTo>
                <a:lnTo>
                  <a:pt x="65967" y="132741"/>
                </a:lnTo>
                <a:lnTo>
                  <a:pt x="67884" y="132741"/>
                </a:lnTo>
                <a:cubicBezTo>
                  <a:pt x="72357" y="132741"/>
                  <a:pt x="75376" y="131610"/>
                  <a:pt x="76941" y="129348"/>
                </a:cubicBezTo>
                <a:cubicBezTo>
                  <a:pt x="78507" y="127083"/>
                  <a:pt x="79289" y="122763"/>
                  <a:pt x="79289" y="116388"/>
                </a:cubicBezTo>
                <a:lnTo>
                  <a:pt x="79289" y="83874"/>
                </a:lnTo>
                <a:cubicBezTo>
                  <a:pt x="79289" y="73355"/>
                  <a:pt x="79050" y="66949"/>
                  <a:pt x="78570" y="64654"/>
                </a:cubicBezTo>
                <a:cubicBezTo>
                  <a:pt x="78091" y="62358"/>
                  <a:pt x="77356" y="60796"/>
                  <a:pt x="76366" y="59967"/>
                </a:cubicBezTo>
                <a:cubicBezTo>
                  <a:pt x="75376" y="59138"/>
                  <a:pt x="74050" y="58724"/>
                  <a:pt x="72389" y="58724"/>
                </a:cubicBezTo>
                <a:cubicBezTo>
                  <a:pt x="70600" y="58724"/>
                  <a:pt x="68459" y="59202"/>
                  <a:pt x="65967" y="60159"/>
                </a:cubicBezTo>
                <a:lnTo>
                  <a:pt x="64530" y="56714"/>
                </a:lnTo>
                <a:lnTo>
                  <a:pt x="90982" y="46004"/>
                </a:lnTo>
                <a:lnTo>
                  <a:pt x="95103" y="46004"/>
                </a:lnTo>
                <a:lnTo>
                  <a:pt x="95103" y="64597"/>
                </a:lnTo>
                <a:close/>
                <a:moveTo>
                  <a:pt x="220853" y="0"/>
                </a:moveTo>
                <a:lnTo>
                  <a:pt x="173795" y="138971"/>
                </a:lnTo>
                <a:lnTo>
                  <a:pt x="166128" y="138971"/>
                </a:lnTo>
                <a:lnTo>
                  <a:pt x="213186" y="0"/>
                </a:lnTo>
                <a:lnTo>
                  <a:pt x="220853" y="0"/>
                </a:lnTo>
                <a:close/>
                <a:moveTo>
                  <a:pt x="288816" y="3450"/>
                </a:moveTo>
                <a:cubicBezTo>
                  <a:pt x="305685" y="3450"/>
                  <a:pt x="320301" y="9847"/>
                  <a:pt x="332664" y="22640"/>
                </a:cubicBezTo>
                <a:cubicBezTo>
                  <a:pt x="345028" y="35433"/>
                  <a:pt x="351210" y="51399"/>
                  <a:pt x="351210" y="70540"/>
                </a:cubicBezTo>
                <a:cubicBezTo>
                  <a:pt x="351210" y="90255"/>
                  <a:pt x="344980" y="106621"/>
                  <a:pt x="332520" y="119638"/>
                </a:cubicBezTo>
                <a:cubicBezTo>
                  <a:pt x="320061" y="132654"/>
                  <a:pt x="304982" y="139162"/>
                  <a:pt x="287283" y="139162"/>
                </a:cubicBezTo>
                <a:cubicBezTo>
                  <a:pt x="269393" y="139162"/>
                  <a:pt x="254361" y="132814"/>
                  <a:pt x="242189" y="120117"/>
                </a:cubicBezTo>
                <a:cubicBezTo>
                  <a:pt x="230017" y="107420"/>
                  <a:pt x="223932" y="90990"/>
                  <a:pt x="223932" y="70827"/>
                </a:cubicBezTo>
                <a:cubicBezTo>
                  <a:pt x="223932" y="50219"/>
                  <a:pt x="230960" y="33407"/>
                  <a:pt x="245017" y="20390"/>
                </a:cubicBezTo>
                <a:cubicBezTo>
                  <a:pt x="257221" y="9097"/>
                  <a:pt x="271821" y="3450"/>
                  <a:pt x="288816" y="3450"/>
                </a:cubicBezTo>
                <a:moveTo>
                  <a:pt x="286995" y="10543"/>
                </a:moveTo>
                <a:cubicBezTo>
                  <a:pt x="275367" y="10543"/>
                  <a:pt x="266038" y="14849"/>
                  <a:pt x="259010" y="23460"/>
                </a:cubicBezTo>
                <a:cubicBezTo>
                  <a:pt x="250256" y="34179"/>
                  <a:pt x="245879" y="49873"/>
                  <a:pt x="245879" y="70543"/>
                </a:cubicBezTo>
                <a:cubicBezTo>
                  <a:pt x="245879" y="91722"/>
                  <a:pt x="250416" y="108021"/>
                  <a:pt x="259489" y="119440"/>
                </a:cubicBezTo>
                <a:cubicBezTo>
                  <a:pt x="266453" y="128116"/>
                  <a:pt x="275654" y="132453"/>
                  <a:pt x="287091" y="132453"/>
                </a:cubicBezTo>
                <a:cubicBezTo>
                  <a:pt x="299295" y="132453"/>
                  <a:pt x="309375" y="127701"/>
                  <a:pt x="317329" y="118197"/>
                </a:cubicBezTo>
                <a:cubicBezTo>
                  <a:pt x="325284" y="108691"/>
                  <a:pt x="329262" y="93698"/>
                  <a:pt x="329262" y="73220"/>
                </a:cubicBezTo>
                <a:cubicBezTo>
                  <a:pt x="329262" y="51021"/>
                  <a:pt x="324885" y="34466"/>
                  <a:pt x="316131" y="23556"/>
                </a:cubicBezTo>
                <a:cubicBezTo>
                  <a:pt x="309103" y="14880"/>
                  <a:pt x="299391" y="10543"/>
                  <a:pt x="286995" y="10543"/>
                </a:cubicBezTo>
                <a:close/>
                <a:moveTo>
                  <a:pt x="445219" y="48496"/>
                </a:moveTo>
                <a:lnTo>
                  <a:pt x="445219" y="101688"/>
                </a:lnTo>
                <a:cubicBezTo>
                  <a:pt x="445219" y="111847"/>
                  <a:pt x="445459" y="118061"/>
                  <a:pt x="445938" y="120329"/>
                </a:cubicBezTo>
                <a:cubicBezTo>
                  <a:pt x="446417" y="122598"/>
                  <a:pt x="447184" y="124179"/>
                  <a:pt x="448238" y="125074"/>
                </a:cubicBezTo>
                <a:cubicBezTo>
                  <a:pt x="449292" y="125968"/>
                  <a:pt x="450522" y="126415"/>
                  <a:pt x="451928" y="126415"/>
                </a:cubicBezTo>
                <a:cubicBezTo>
                  <a:pt x="453909" y="126415"/>
                  <a:pt x="456145" y="125872"/>
                  <a:pt x="458637" y="124786"/>
                </a:cubicBezTo>
                <a:lnTo>
                  <a:pt x="459979" y="128141"/>
                </a:lnTo>
                <a:lnTo>
                  <a:pt x="433718" y="138971"/>
                </a:lnTo>
                <a:lnTo>
                  <a:pt x="429405" y="138971"/>
                </a:lnTo>
                <a:lnTo>
                  <a:pt x="429405" y="120377"/>
                </a:lnTo>
                <a:cubicBezTo>
                  <a:pt x="421866" y="128556"/>
                  <a:pt x="416115" y="133699"/>
                  <a:pt x="412154" y="135808"/>
                </a:cubicBezTo>
                <a:cubicBezTo>
                  <a:pt x="408192" y="137916"/>
                  <a:pt x="404007" y="138971"/>
                  <a:pt x="399598" y="138971"/>
                </a:cubicBezTo>
                <a:cubicBezTo>
                  <a:pt x="394679" y="138971"/>
                  <a:pt x="390414" y="137549"/>
                  <a:pt x="386804" y="134706"/>
                </a:cubicBezTo>
                <a:cubicBezTo>
                  <a:pt x="383194" y="131862"/>
                  <a:pt x="380686" y="128205"/>
                  <a:pt x="379280" y="123732"/>
                </a:cubicBezTo>
                <a:cubicBezTo>
                  <a:pt x="377874" y="119259"/>
                  <a:pt x="377171" y="112934"/>
                  <a:pt x="377171" y="104755"/>
                </a:cubicBezTo>
                <a:lnTo>
                  <a:pt x="377171" y="65556"/>
                </a:lnTo>
                <a:cubicBezTo>
                  <a:pt x="377171" y="61403"/>
                  <a:pt x="376724" y="58527"/>
                  <a:pt x="375830" y="56930"/>
                </a:cubicBezTo>
                <a:cubicBezTo>
                  <a:pt x="374935" y="55333"/>
                  <a:pt x="373609" y="54103"/>
                  <a:pt x="371852" y="53240"/>
                </a:cubicBezTo>
                <a:cubicBezTo>
                  <a:pt x="370095" y="52378"/>
                  <a:pt x="366916" y="51978"/>
                  <a:pt x="362316" y="52042"/>
                </a:cubicBezTo>
                <a:lnTo>
                  <a:pt x="362316" y="48496"/>
                </a:lnTo>
                <a:lnTo>
                  <a:pt x="393081" y="48496"/>
                </a:lnTo>
                <a:lnTo>
                  <a:pt x="393081" y="107103"/>
                </a:lnTo>
                <a:cubicBezTo>
                  <a:pt x="393081" y="115262"/>
                  <a:pt x="394503" y="120616"/>
                  <a:pt x="397346" y="123166"/>
                </a:cubicBezTo>
                <a:cubicBezTo>
                  <a:pt x="400189" y="125716"/>
                  <a:pt x="403624" y="126991"/>
                  <a:pt x="407649" y="126991"/>
                </a:cubicBezTo>
                <a:cubicBezTo>
                  <a:pt x="410397" y="126991"/>
                  <a:pt x="413512" y="126130"/>
                  <a:pt x="416994" y="124409"/>
                </a:cubicBezTo>
                <a:cubicBezTo>
                  <a:pt x="420476" y="122688"/>
                  <a:pt x="424613" y="119406"/>
                  <a:pt x="429405" y="114564"/>
                </a:cubicBezTo>
                <a:lnTo>
                  <a:pt x="429405" y="64948"/>
                </a:lnTo>
                <a:cubicBezTo>
                  <a:pt x="429405" y="59976"/>
                  <a:pt x="428495" y="56615"/>
                  <a:pt x="426674" y="54863"/>
                </a:cubicBezTo>
                <a:cubicBezTo>
                  <a:pt x="424853" y="53110"/>
                  <a:pt x="421067" y="52170"/>
                  <a:pt x="415317" y="52042"/>
                </a:cubicBezTo>
                <a:lnTo>
                  <a:pt x="415317" y="48496"/>
                </a:lnTo>
                <a:lnTo>
                  <a:pt x="445219" y="48496"/>
                </a:lnTo>
                <a:close/>
                <a:moveTo>
                  <a:pt x="496212" y="19552"/>
                </a:moveTo>
                <a:lnTo>
                  <a:pt x="496212" y="48496"/>
                </a:lnTo>
                <a:lnTo>
                  <a:pt x="516722" y="48496"/>
                </a:lnTo>
                <a:lnTo>
                  <a:pt x="516722" y="55205"/>
                </a:lnTo>
                <a:lnTo>
                  <a:pt x="496212" y="55205"/>
                </a:lnTo>
                <a:lnTo>
                  <a:pt x="496212" y="112057"/>
                </a:lnTo>
                <a:cubicBezTo>
                  <a:pt x="496212" y="117738"/>
                  <a:pt x="497027" y="121567"/>
                  <a:pt x="498656" y="123546"/>
                </a:cubicBezTo>
                <a:cubicBezTo>
                  <a:pt x="500286" y="125523"/>
                  <a:pt x="502378" y="126511"/>
                  <a:pt x="504934" y="126511"/>
                </a:cubicBezTo>
                <a:cubicBezTo>
                  <a:pt x="507042" y="126511"/>
                  <a:pt x="509087" y="125856"/>
                  <a:pt x="511068" y="124547"/>
                </a:cubicBezTo>
                <a:cubicBezTo>
                  <a:pt x="513049" y="123237"/>
                  <a:pt x="514582" y="121304"/>
                  <a:pt x="515668" y="118748"/>
                </a:cubicBezTo>
                <a:lnTo>
                  <a:pt x="519406" y="118748"/>
                </a:lnTo>
                <a:cubicBezTo>
                  <a:pt x="517170" y="125028"/>
                  <a:pt x="514007" y="129777"/>
                  <a:pt x="509918" y="132996"/>
                </a:cubicBezTo>
                <a:cubicBezTo>
                  <a:pt x="505828" y="136212"/>
                  <a:pt x="501611" y="137821"/>
                  <a:pt x="497267" y="137821"/>
                </a:cubicBezTo>
                <a:cubicBezTo>
                  <a:pt x="494327" y="137821"/>
                  <a:pt x="491452" y="137005"/>
                  <a:pt x="488641" y="135374"/>
                </a:cubicBezTo>
                <a:cubicBezTo>
                  <a:pt x="485829" y="133742"/>
                  <a:pt x="483753" y="131408"/>
                  <a:pt x="482411" y="128371"/>
                </a:cubicBezTo>
                <a:cubicBezTo>
                  <a:pt x="481069" y="125332"/>
                  <a:pt x="480398" y="120646"/>
                  <a:pt x="480398" y="114312"/>
                </a:cubicBezTo>
                <a:lnTo>
                  <a:pt x="480398" y="55205"/>
                </a:lnTo>
                <a:lnTo>
                  <a:pt x="466501" y="55205"/>
                </a:lnTo>
                <a:lnTo>
                  <a:pt x="466501" y="52042"/>
                </a:lnTo>
                <a:cubicBezTo>
                  <a:pt x="470016" y="50632"/>
                  <a:pt x="473610" y="48245"/>
                  <a:pt x="477284" y="44881"/>
                </a:cubicBezTo>
                <a:cubicBezTo>
                  <a:pt x="480958" y="41517"/>
                  <a:pt x="484232" y="37527"/>
                  <a:pt x="487107" y="32913"/>
                </a:cubicBezTo>
                <a:cubicBezTo>
                  <a:pt x="488577" y="30479"/>
                  <a:pt x="490622" y="26025"/>
                  <a:pt x="493241" y="19552"/>
                </a:cubicBezTo>
                <a:lnTo>
                  <a:pt x="496212" y="19552"/>
                </a:lnTo>
                <a:close/>
                <a:moveTo>
                  <a:pt x="515584" y="57131"/>
                </a:moveTo>
                <a:lnTo>
                  <a:pt x="542611" y="46196"/>
                </a:lnTo>
                <a:lnTo>
                  <a:pt x="546253" y="46196"/>
                </a:lnTo>
                <a:lnTo>
                  <a:pt x="546253" y="66706"/>
                </a:lnTo>
                <a:cubicBezTo>
                  <a:pt x="550790" y="58975"/>
                  <a:pt x="555342" y="53592"/>
                  <a:pt x="559911" y="50557"/>
                </a:cubicBezTo>
                <a:cubicBezTo>
                  <a:pt x="564479" y="47522"/>
                  <a:pt x="569287" y="46004"/>
                  <a:pt x="574335" y="46004"/>
                </a:cubicBezTo>
                <a:cubicBezTo>
                  <a:pt x="583152" y="46004"/>
                  <a:pt x="590500" y="49450"/>
                  <a:pt x="596379" y="56343"/>
                </a:cubicBezTo>
                <a:cubicBezTo>
                  <a:pt x="603599" y="64769"/>
                  <a:pt x="607209" y="75748"/>
                  <a:pt x="607209" y="89280"/>
                </a:cubicBezTo>
                <a:cubicBezTo>
                  <a:pt x="607209" y="104407"/>
                  <a:pt x="602864" y="116917"/>
                  <a:pt x="594174" y="126811"/>
                </a:cubicBezTo>
                <a:cubicBezTo>
                  <a:pt x="587018" y="134917"/>
                  <a:pt x="578009" y="138971"/>
                  <a:pt x="567147" y="138971"/>
                </a:cubicBezTo>
                <a:cubicBezTo>
                  <a:pt x="562419" y="138971"/>
                  <a:pt x="558329" y="138300"/>
                  <a:pt x="554879" y="136958"/>
                </a:cubicBezTo>
                <a:cubicBezTo>
                  <a:pt x="552323" y="136000"/>
                  <a:pt x="549448" y="134083"/>
                  <a:pt x="546253" y="131208"/>
                </a:cubicBezTo>
                <a:lnTo>
                  <a:pt x="546253" y="157947"/>
                </a:lnTo>
                <a:cubicBezTo>
                  <a:pt x="546253" y="163954"/>
                  <a:pt x="546621" y="167771"/>
                  <a:pt x="547355" y="169401"/>
                </a:cubicBezTo>
                <a:cubicBezTo>
                  <a:pt x="548090" y="171030"/>
                  <a:pt x="549368" y="172324"/>
                  <a:pt x="551189" y="173282"/>
                </a:cubicBezTo>
                <a:cubicBezTo>
                  <a:pt x="553010" y="174241"/>
                  <a:pt x="556317" y="174720"/>
                  <a:pt x="561109" y="174720"/>
                </a:cubicBezTo>
                <a:lnTo>
                  <a:pt x="561109" y="178266"/>
                </a:lnTo>
                <a:lnTo>
                  <a:pt x="515105" y="178266"/>
                </a:lnTo>
                <a:lnTo>
                  <a:pt x="515105" y="174720"/>
                </a:lnTo>
                <a:lnTo>
                  <a:pt x="517501" y="174720"/>
                </a:lnTo>
                <a:cubicBezTo>
                  <a:pt x="521015" y="174784"/>
                  <a:pt x="524018" y="174112"/>
                  <a:pt x="526510" y="172704"/>
                </a:cubicBezTo>
                <a:cubicBezTo>
                  <a:pt x="527724" y="172001"/>
                  <a:pt x="528666" y="170866"/>
                  <a:pt x="529337" y="169299"/>
                </a:cubicBezTo>
                <a:cubicBezTo>
                  <a:pt x="530008" y="167733"/>
                  <a:pt x="530343" y="163754"/>
                  <a:pt x="530343" y="157360"/>
                </a:cubicBezTo>
                <a:lnTo>
                  <a:pt x="530343" y="74298"/>
                </a:lnTo>
                <a:cubicBezTo>
                  <a:pt x="530343" y="68608"/>
                  <a:pt x="530088" y="64996"/>
                  <a:pt x="529577" y="63462"/>
                </a:cubicBezTo>
                <a:cubicBezTo>
                  <a:pt x="529066" y="61927"/>
                  <a:pt x="528251" y="60776"/>
                  <a:pt x="527133" y="60009"/>
                </a:cubicBezTo>
                <a:cubicBezTo>
                  <a:pt x="526015" y="59240"/>
                  <a:pt x="524497" y="58856"/>
                  <a:pt x="522580" y="58856"/>
                </a:cubicBezTo>
                <a:cubicBezTo>
                  <a:pt x="521047" y="58856"/>
                  <a:pt x="519098" y="59303"/>
                  <a:pt x="516734" y="60198"/>
                </a:cubicBezTo>
                <a:lnTo>
                  <a:pt x="515584" y="57131"/>
                </a:lnTo>
                <a:moveTo>
                  <a:pt x="546253" y="72534"/>
                </a:moveTo>
                <a:lnTo>
                  <a:pt x="546253" y="105270"/>
                </a:lnTo>
                <a:cubicBezTo>
                  <a:pt x="546253" y="112355"/>
                  <a:pt x="546541" y="117013"/>
                  <a:pt x="547116" y="119245"/>
                </a:cubicBezTo>
                <a:cubicBezTo>
                  <a:pt x="548010" y="122947"/>
                  <a:pt x="550199" y="126202"/>
                  <a:pt x="553681" y="129009"/>
                </a:cubicBezTo>
                <a:cubicBezTo>
                  <a:pt x="557163" y="131817"/>
                  <a:pt x="561556" y="133220"/>
                  <a:pt x="566859" y="133220"/>
                </a:cubicBezTo>
                <a:cubicBezTo>
                  <a:pt x="573249" y="133220"/>
                  <a:pt x="578424" y="130731"/>
                  <a:pt x="582386" y="125754"/>
                </a:cubicBezTo>
                <a:cubicBezTo>
                  <a:pt x="587561" y="119246"/>
                  <a:pt x="590149" y="110089"/>
                  <a:pt x="590149" y="98283"/>
                </a:cubicBezTo>
                <a:cubicBezTo>
                  <a:pt x="590149" y="84883"/>
                  <a:pt x="587210" y="74578"/>
                  <a:pt x="581331" y="67368"/>
                </a:cubicBezTo>
                <a:cubicBezTo>
                  <a:pt x="577242" y="62390"/>
                  <a:pt x="572386" y="59901"/>
                  <a:pt x="566763" y="59901"/>
                </a:cubicBezTo>
                <a:cubicBezTo>
                  <a:pt x="563696" y="59901"/>
                  <a:pt x="560661" y="60667"/>
                  <a:pt x="557658" y="62198"/>
                </a:cubicBezTo>
                <a:cubicBezTo>
                  <a:pt x="555358" y="63347"/>
                  <a:pt x="551556" y="66792"/>
                  <a:pt x="546253" y="72534"/>
                </a:cubicBezTo>
                <a:close/>
                <a:moveTo>
                  <a:pt x="701331" y="48496"/>
                </a:moveTo>
                <a:lnTo>
                  <a:pt x="701331" y="101688"/>
                </a:lnTo>
                <a:cubicBezTo>
                  <a:pt x="701331" y="111847"/>
                  <a:pt x="701570" y="118061"/>
                  <a:pt x="702050" y="120329"/>
                </a:cubicBezTo>
                <a:cubicBezTo>
                  <a:pt x="702529" y="122598"/>
                  <a:pt x="703296" y="124179"/>
                  <a:pt x="704350" y="125074"/>
                </a:cubicBezTo>
                <a:cubicBezTo>
                  <a:pt x="705404" y="125968"/>
                  <a:pt x="706634" y="126415"/>
                  <a:pt x="708040" y="126415"/>
                </a:cubicBezTo>
                <a:cubicBezTo>
                  <a:pt x="710021" y="126415"/>
                  <a:pt x="712257" y="125872"/>
                  <a:pt x="714749" y="124786"/>
                </a:cubicBezTo>
                <a:lnTo>
                  <a:pt x="716091" y="128141"/>
                </a:lnTo>
                <a:lnTo>
                  <a:pt x="689830" y="138971"/>
                </a:lnTo>
                <a:lnTo>
                  <a:pt x="685517" y="138971"/>
                </a:lnTo>
                <a:lnTo>
                  <a:pt x="685517" y="120377"/>
                </a:lnTo>
                <a:cubicBezTo>
                  <a:pt x="677977" y="128556"/>
                  <a:pt x="672227" y="133699"/>
                  <a:pt x="668265" y="135808"/>
                </a:cubicBezTo>
                <a:cubicBezTo>
                  <a:pt x="664304" y="137916"/>
                  <a:pt x="660119" y="138971"/>
                  <a:pt x="655710" y="138971"/>
                </a:cubicBezTo>
                <a:cubicBezTo>
                  <a:pt x="650790" y="138971"/>
                  <a:pt x="646525" y="137549"/>
                  <a:pt x="642915" y="134706"/>
                </a:cubicBezTo>
                <a:cubicBezTo>
                  <a:pt x="639305" y="131862"/>
                  <a:pt x="636797" y="128205"/>
                  <a:pt x="635392" y="123732"/>
                </a:cubicBezTo>
                <a:cubicBezTo>
                  <a:pt x="633986" y="119259"/>
                  <a:pt x="633283" y="112934"/>
                  <a:pt x="633283" y="104755"/>
                </a:cubicBezTo>
                <a:lnTo>
                  <a:pt x="633283" y="65556"/>
                </a:lnTo>
                <a:cubicBezTo>
                  <a:pt x="633283" y="61403"/>
                  <a:pt x="632836" y="58527"/>
                  <a:pt x="631941" y="56930"/>
                </a:cubicBezTo>
                <a:cubicBezTo>
                  <a:pt x="631047" y="55333"/>
                  <a:pt x="629721" y="54103"/>
                  <a:pt x="627964" y="53240"/>
                </a:cubicBezTo>
                <a:cubicBezTo>
                  <a:pt x="626207" y="52378"/>
                  <a:pt x="623028" y="51978"/>
                  <a:pt x="618428" y="52042"/>
                </a:cubicBezTo>
                <a:lnTo>
                  <a:pt x="618428" y="48496"/>
                </a:lnTo>
                <a:lnTo>
                  <a:pt x="649193" y="48496"/>
                </a:lnTo>
                <a:lnTo>
                  <a:pt x="649193" y="107103"/>
                </a:lnTo>
                <a:cubicBezTo>
                  <a:pt x="649193" y="115262"/>
                  <a:pt x="650615" y="120616"/>
                  <a:pt x="653458" y="123166"/>
                </a:cubicBezTo>
                <a:cubicBezTo>
                  <a:pt x="656301" y="125716"/>
                  <a:pt x="659735" y="126991"/>
                  <a:pt x="663761" y="126991"/>
                </a:cubicBezTo>
                <a:cubicBezTo>
                  <a:pt x="666508" y="126991"/>
                  <a:pt x="669623" y="126130"/>
                  <a:pt x="673105" y="124409"/>
                </a:cubicBezTo>
                <a:cubicBezTo>
                  <a:pt x="676588" y="122688"/>
                  <a:pt x="680725" y="119406"/>
                  <a:pt x="685517" y="114564"/>
                </a:cubicBezTo>
                <a:lnTo>
                  <a:pt x="685517" y="64948"/>
                </a:lnTo>
                <a:cubicBezTo>
                  <a:pt x="685517" y="59976"/>
                  <a:pt x="684606" y="56615"/>
                  <a:pt x="682785" y="54863"/>
                </a:cubicBezTo>
                <a:cubicBezTo>
                  <a:pt x="680964" y="53110"/>
                  <a:pt x="677179" y="52170"/>
                  <a:pt x="671428" y="52042"/>
                </a:cubicBezTo>
                <a:lnTo>
                  <a:pt x="671428" y="48496"/>
                </a:lnTo>
                <a:lnTo>
                  <a:pt x="701331" y="48496"/>
                </a:lnTo>
                <a:close/>
                <a:moveTo>
                  <a:pt x="752324" y="19552"/>
                </a:moveTo>
                <a:lnTo>
                  <a:pt x="752324" y="48496"/>
                </a:lnTo>
                <a:lnTo>
                  <a:pt x="772834" y="48496"/>
                </a:lnTo>
                <a:lnTo>
                  <a:pt x="772834" y="55205"/>
                </a:lnTo>
                <a:lnTo>
                  <a:pt x="752324" y="55205"/>
                </a:lnTo>
                <a:lnTo>
                  <a:pt x="752324" y="112057"/>
                </a:lnTo>
                <a:cubicBezTo>
                  <a:pt x="752324" y="117738"/>
                  <a:pt x="753139" y="121567"/>
                  <a:pt x="754768" y="123546"/>
                </a:cubicBezTo>
                <a:cubicBezTo>
                  <a:pt x="756397" y="125523"/>
                  <a:pt x="758490" y="126511"/>
                  <a:pt x="761046" y="126511"/>
                </a:cubicBezTo>
                <a:cubicBezTo>
                  <a:pt x="763154" y="126511"/>
                  <a:pt x="765199" y="125856"/>
                  <a:pt x="767180" y="124547"/>
                </a:cubicBezTo>
                <a:cubicBezTo>
                  <a:pt x="769160" y="123237"/>
                  <a:pt x="770694" y="121304"/>
                  <a:pt x="771780" y="118748"/>
                </a:cubicBezTo>
                <a:lnTo>
                  <a:pt x="775518" y="118748"/>
                </a:lnTo>
                <a:cubicBezTo>
                  <a:pt x="773281" y="125028"/>
                  <a:pt x="770119" y="129777"/>
                  <a:pt x="766029" y="132996"/>
                </a:cubicBezTo>
                <a:cubicBezTo>
                  <a:pt x="761940" y="136212"/>
                  <a:pt x="757723" y="137821"/>
                  <a:pt x="753378" y="137821"/>
                </a:cubicBezTo>
                <a:cubicBezTo>
                  <a:pt x="750439" y="137821"/>
                  <a:pt x="747564" y="137005"/>
                  <a:pt x="744753" y="135374"/>
                </a:cubicBezTo>
                <a:cubicBezTo>
                  <a:pt x="741941" y="133742"/>
                  <a:pt x="739865" y="131408"/>
                  <a:pt x="738523" y="128371"/>
                </a:cubicBezTo>
                <a:cubicBezTo>
                  <a:pt x="737181" y="125332"/>
                  <a:pt x="736510" y="120646"/>
                  <a:pt x="736510" y="114312"/>
                </a:cubicBezTo>
                <a:lnTo>
                  <a:pt x="736510" y="55205"/>
                </a:lnTo>
                <a:lnTo>
                  <a:pt x="722613" y="55205"/>
                </a:lnTo>
                <a:lnTo>
                  <a:pt x="722613" y="52042"/>
                </a:lnTo>
                <a:cubicBezTo>
                  <a:pt x="726127" y="50632"/>
                  <a:pt x="729721" y="48245"/>
                  <a:pt x="733395" y="44881"/>
                </a:cubicBezTo>
                <a:cubicBezTo>
                  <a:pt x="737069" y="41517"/>
                  <a:pt x="740344" y="37527"/>
                  <a:pt x="743219" y="32913"/>
                </a:cubicBezTo>
                <a:cubicBezTo>
                  <a:pt x="744689" y="30479"/>
                  <a:pt x="746733" y="26025"/>
                  <a:pt x="749353" y="19552"/>
                </a:cubicBezTo>
                <a:lnTo>
                  <a:pt x="752324" y="19552"/>
                </a:lnTo>
                <a:close/>
                <a:moveTo>
                  <a:pt x="863582" y="55205"/>
                </a:moveTo>
                <a:lnTo>
                  <a:pt x="863582" y="112974"/>
                </a:lnTo>
                <a:cubicBezTo>
                  <a:pt x="863582" y="121162"/>
                  <a:pt x="864477" y="126344"/>
                  <a:pt x="866266" y="128518"/>
                </a:cubicBezTo>
                <a:cubicBezTo>
                  <a:pt x="868630" y="131333"/>
                  <a:pt x="871792" y="132741"/>
                  <a:pt x="875754" y="132741"/>
                </a:cubicBezTo>
                <a:lnTo>
                  <a:pt x="883709" y="132741"/>
                </a:lnTo>
                <a:lnTo>
                  <a:pt x="883709" y="136287"/>
                </a:lnTo>
                <a:lnTo>
                  <a:pt x="831283" y="136287"/>
                </a:lnTo>
                <a:lnTo>
                  <a:pt x="831283" y="132741"/>
                </a:lnTo>
                <a:lnTo>
                  <a:pt x="835213" y="132741"/>
                </a:lnTo>
                <a:cubicBezTo>
                  <a:pt x="837769" y="132741"/>
                  <a:pt x="840101" y="132101"/>
                  <a:pt x="842209" y="130821"/>
                </a:cubicBezTo>
                <a:cubicBezTo>
                  <a:pt x="844318" y="129541"/>
                  <a:pt x="845771" y="127814"/>
                  <a:pt x="846570" y="125640"/>
                </a:cubicBezTo>
                <a:cubicBezTo>
                  <a:pt x="847369" y="123465"/>
                  <a:pt x="847768" y="119243"/>
                  <a:pt x="847768" y="112974"/>
                </a:cubicBezTo>
                <a:lnTo>
                  <a:pt x="847768" y="55205"/>
                </a:lnTo>
                <a:lnTo>
                  <a:pt x="830708" y="55205"/>
                </a:lnTo>
                <a:lnTo>
                  <a:pt x="830708" y="48496"/>
                </a:lnTo>
                <a:lnTo>
                  <a:pt x="847768" y="48496"/>
                </a:lnTo>
                <a:lnTo>
                  <a:pt x="847768" y="42722"/>
                </a:lnTo>
                <a:cubicBezTo>
                  <a:pt x="847768" y="33934"/>
                  <a:pt x="849174" y="26493"/>
                  <a:pt x="851985" y="20399"/>
                </a:cubicBezTo>
                <a:cubicBezTo>
                  <a:pt x="854797" y="14305"/>
                  <a:pt x="859093" y="9383"/>
                  <a:pt x="864876" y="5631"/>
                </a:cubicBezTo>
                <a:cubicBezTo>
                  <a:pt x="870658" y="1877"/>
                  <a:pt x="877160" y="0"/>
                  <a:pt x="884380" y="0"/>
                </a:cubicBezTo>
                <a:cubicBezTo>
                  <a:pt x="891089" y="0"/>
                  <a:pt x="897254" y="2172"/>
                  <a:pt x="902877" y="6517"/>
                </a:cubicBezTo>
                <a:cubicBezTo>
                  <a:pt x="906583" y="9393"/>
                  <a:pt x="908436" y="12619"/>
                  <a:pt x="908436" y="16197"/>
                </a:cubicBezTo>
                <a:cubicBezTo>
                  <a:pt x="908436" y="18114"/>
                  <a:pt x="907605" y="19919"/>
                  <a:pt x="905944" y="21612"/>
                </a:cubicBezTo>
                <a:cubicBezTo>
                  <a:pt x="904283" y="23306"/>
                  <a:pt x="902494" y="24152"/>
                  <a:pt x="900577" y="24152"/>
                </a:cubicBezTo>
                <a:cubicBezTo>
                  <a:pt x="899107" y="24152"/>
                  <a:pt x="897558" y="23619"/>
                  <a:pt x="895929" y="22553"/>
                </a:cubicBezTo>
                <a:cubicBezTo>
                  <a:pt x="894299" y="21487"/>
                  <a:pt x="892303" y="19193"/>
                  <a:pt x="889939" y="15673"/>
                </a:cubicBezTo>
                <a:cubicBezTo>
                  <a:pt x="887574" y="12153"/>
                  <a:pt x="885402" y="9779"/>
                  <a:pt x="883421" y="8551"/>
                </a:cubicBezTo>
                <a:cubicBezTo>
                  <a:pt x="881441" y="7323"/>
                  <a:pt x="879236" y="6709"/>
                  <a:pt x="876808" y="6709"/>
                </a:cubicBezTo>
                <a:cubicBezTo>
                  <a:pt x="873869" y="6709"/>
                  <a:pt x="871377" y="7500"/>
                  <a:pt x="869333" y="9081"/>
                </a:cubicBezTo>
                <a:cubicBezTo>
                  <a:pt x="867288" y="10660"/>
                  <a:pt x="865818" y="13110"/>
                  <a:pt x="864924" y="16431"/>
                </a:cubicBezTo>
                <a:cubicBezTo>
                  <a:pt x="864029" y="19751"/>
                  <a:pt x="863582" y="28311"/>
                  <a:pt x="863582" y="42111"/>
                </a:cubicBezTo>
                <a:lnTo>
                  <a:pt x="863582" y="48496"/>
                </a:lnTo>
                <a:lnTo>
                  <a:pt x="886201" y="48496"/>
                </a:lnTo>
                <a:lnTo>
                  <a:pt x="886201" y="55205"/>
                </a:lnTo>
                <a:lnTo>
                  <a:pt x="863582" y="55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ormat">
            <a:extLst xmlns:a="http://schemas.openxmlformats.org/drawingml/2006/main">
              <a:ext uri="{FF2B5EF4-FFF2-40B4-BE49-F238E27FC236}">
                <a16:creationId xmlns:a16="http://schemas.microsoft.com/office/drawing/2014/main" id="{3D6FCE20-867B-490F-AEA7-C4B58DE0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051" y="3298074"/>
            <a:ext cx="457893" cy="119419"/>
          </a:xfrm>
          <a:custGeom xmlns:a="http://schemas.openxmlformats.org/drawingml/2006/main">
            <a:pathLst>
              <a:path w="457893" h="119419">
                <a:moveTo>
                  <a:pt x="42458" y="26452"/>
                </a:moveTo>
                <a:cubicBezTo>
                  <a:pt x="55748" y="26452"/>
                  <a:pt x="66418" y="31495"/>
                  <a:pt x="74469" y="41580"/>
                </a:cubicBezTo>
                <a:cubicBezTo>
                  <a:pt x="81306" y="50196"/>
                  <a:pt x="84724" y="60090"/>
                  <a:pt x="84724" y="71261"/>
                </a:cubicBezTo>
                <a:cubicBezTo>
                  <a:pt x="84724" y="79112"/>
                  <a:pt x="82839" y="87059"/>
                  <a:pt x="79070" y="95102"/>
                </a:cubicBezTo>
                <a:cubicBezTo>
                  <a:pt x="75300" y="103143"/>
                  <a:pt x="70108" y="109206"/>
                  <a:pt x="63495" y="113291"/>
                </a:cubicBezTo>
                <a:cubicBezTo>
                  <a:pt x="56882" y="117376"/>
                  <a:pt x="49518" y="119419"/>
                  <a:pt x="41404" y="119419"/>
                </a:cubicBezTo>
                <a:cubicBezTo>
                  <a:pt x="28178" y="119419"/>
                  <a:pt x="17667" y="114153"/>
                  <a:pt x="9872" y="103620"/>
                </a:cubicBezTo>
                <a:cubicBezTo>
                  <a:pt x="3291" y="94749"/>
                  <a:pt x="0" y="84792"/>
                  <a:pt x="0" y="73750"/>
                </a:cubicBezTo>
                <a:cubicBezTo>
                  <a:pt x="0" y="65708"/>
                  <a:pt x="1997" y="57713"/>
                  <a:pt x="5990" y="49766"/>
                </a:cubicBezTo>
                <a:cubicBezTo>
                  <a:pt x="9984" y="41819"/>
                  <a:pt x="15239" y="35947"/>
                  <a:pt x="21756" y="32149"/>
                </a:cubicBezTo>
                <a:cubicBezTo>
                  <a:pt x="28273" y="28351"/>
                  <a:pt x="35174" y="26452"/>
                  <a:pt x="42458" y="26452"/>
                </a:cubicBezTo>
                <a:moveTo>
                  <a:pt x="39487" y="32778"/>
                </a:moveTo>
                <a:cubicBezTo>
                  <a:pt x="36100" y="32778"/>
                  <a:pt x="32698" y="33783"/>
                  <a:pt x="29280" y="35794"/>
                </a:cubicBezTo>
                <a:cubicBezTo>
                  <a:pt x="25861" y="37805"/>
                  <a:pt x="23098" y="41331"/>
                  <a:pt x="20989" y="46373"/>
                </a:cubicBezTo>
                <a:cubicBezTo>
                  <a:pt x="18881" y="51414"/>
                  <a:pt x="17827" y="57891"/>
                  <a:pt x="17827" y="65804"/>
                </a:cubicBezTo>
                <a:cubicBezTo>
                  <a:pt x="17827" y="78567"/>
                  <a:pt x="20366" y="89576"/>
                  <a:pt x="25446" y="98831"/>
                </a:cubicBezTo>
                <a:cubicBezTo>
                  <a:pt x="30526" y="108084"/>
                  <a:pt x="37219" y="112710"/>
                  <a:pt x="45525" y="112710"/>
                </a:cubicBezTo>
                <a:cubicBezTo>
                  <a:pt x="51723" y="112710"/>
                  <a:pt x="56834" y="110157"/>
                  <a:pt x="60860" y="105052"/>
                </a:cubicBezTo>
                <a:cubicBezTo>
                  <a:pt x="64885" y="99946"/>
                  <a:pt x="66898" y="91172"/>
                  <a:pt x="66898" y="78728"/>
                </a:cubicBezTo>
                <a:cubicBezTo>
                  <a:pt x="66898" y="63156"/>
                  <a:pt x="63543" y="50902"/>
                  <a:pt x="56834" y="41967"/>
                </a:cubicBezTo>
                <a:cubicBezTo>
                  <a:pt x="52298" y="35841"/>
                  <a:pt x="46515" y="32778"/>
                  <a:pt x="39487" y="32778"/>
                </a:cubicBezTo>
                <a:close/>
                <a:moveTo>
                  <a:pt x="127667" y="26452"/>
                </a:moveTo>
                <a:lnTo>
                  <a:pt x="127667" y="46196"/>
                </a:lnTo>
                <a:cubicBezTo>
                  <a:pt x="135015" y="33034"/>
                  <a:pt x="142554" y="26452"/>
                  <a:pt x="150286" y="26452"/>
                </a:cubicBezTo>
                <a:cubicBezTo>
                  <a:pt x="153800" y="26452"/>
                  <a:pt x="156707" y="27523"/>
                  <a:pt x="159007" y="29663"/>
                </a:cubicBezTo>
                <a:cubicBezTo>
                  <a:pt x="161307" y="31804"/>
                  <a:pt x="162457" y="34279"/>
                  <a:pt x="162457" y="37091"/>
                </a:cubicBezTo>
                <a:cubicBezTo>
                  <a:pt x="162457" y="39583"/>
                  <a:pt x="161627" y="41691"/>
                  <a:pt x="159966" y="43416"/>
                </a:cubicBezTo>
                <a:cubicBezTo>
                  <a:pt x="158304" y="45142"/>
                  <a:pt x="156324" y="46004"/>
                  <a:pt x="154023" y="46004"/>
                </a:cubicBezTo>
                <a:cubicBezTo>
                  <a:pt x="151787" y="46004"/>
                  <a:pt x="149279" y="44902"/>
                  <a:pt x="146500" y="42698"/>
                </a:cubicBezTo>
                <a:cubicBezTo>
                  <a:pt x="143720" y="40493"/>
                  <a:pt x="141660" y="39391"/>
                  <a:pt x="140318" y="39391"/>
                </a:cubicBezTo>
                <a:cubicBezTo>
                  <a:pt x="139168" y="39391"/>
                  <a:pt x="137922" y="40028"/>
                  <a:pt x="136580" y="41302"/>
                </a:cubicBezTo>
                <a:cubicBezTo>
                  <a:pt x="133705" y="43916"/>
                  <a:pt x="130734" y="48217"/>
                  <a:pt x="127667" y="54208"/>
                </a:cubicBezTo>
                <a:lnTo>
                  <a:pt x="127667" y="96174"/>
                </a:lnTo>
                <a:cubicBezTo>
                  <a:pt x="127667" y="101016"/>
                  <a:pt x="128274" y="104680"/>
                  <a:pt x="129488" y="107166"/>
                </a:cubicBezTo>
                <a:cubicBezTo>
                  <a:pt x="130319" y="108887"/>
                  <a:pt x="131788" y="110322"/>
                  <a:pt x="133897" y="111470"/>
                </a:cubicBezTo>
                <a:cubicBezTo>
                  <a:pt x="136005" y="112616"/>
                  <a:pt x="139040" y="113189"/>
                  <a:pt x="143002" y="113189"/>
                </a:cubicBezTo>
                <a:lnTo>
                  <a:pt x="143002" y="116735"/>
                </a:lnTo>
                <a:lnTo>
                  <a:pt x="98052" y="116735"/>
                </a:lnTo>
                <a:lnTo>
                  <a:pt x="98052" y="113189"/>
                </a:lnTo>
                <a:cubicBezTo>
                  <a:pt x="102524" y="113189"/>
                  <a:pt x="105847" y="112488"/>
                  <a:pt x="108019" y="111087"/>
                </a:cubicBezTo>
                <a:cubicBezTo>
                  <a:pt x="109617" y="110066"/>
                  <a:pt x="110735" y="108440"/>
                  <a:pt x="111374" y="106208"/>
                </a:cubicBezTo>
                <a:cubicBezTo>
                  <a:pt x="111693" y="105124"/>
                  <a:pt x="111853" y="102032"/>
                  <a:pt x="111853" y="96932"/>
                </a:cubicBezTo>
                <a:lnTo>
                  <a:pt x="111853" y="62983"/>
                </a:lnTo>
                <a:cubicBezTo>
                  <a:pt x="111853" y="52782"/>
                  <a:pt x="111645" y="46710"/>
                  <a:pt x="111230" y="44767"/>
                </a:cubicBezTo>
                <a:cubicBezTo>
                  <a:pt x="110815" y="42822"/>
                  <a:pt x="110048" y="41404"/>
                  <a:pt x="108930" y="40511"/>
                </a:cubicBezTo>
                <a:cubicBezTo>
                  <a:pt x="107812" y="39619"/>
                  <a:pt x="106422" y="39172"/>
                  <a:pt x="104761" y="39172"/>
                </a:cubicBezTo>
                <a:cubicBezTo>
                  <a:pt x="102780" y="39172"/>
                  <a:pt x="100544" y="39651"/>
                  <a:pt x="98052" y="40607"/>
                </a:cubicBezTo>
                <a:lnTo>
                  <a:pt x="97093" y="37163"/>
                </a:lnTo>
                <a:lnTo>
                  <a:pt x="123642" y="26452"/>
                </a:lnTo>
                <a:lnTo>
                  <a:pt x="127667" y="26452"/>
                </a:lnTo>
                <a:close/>
                <a:moveTo>
                  <a:pt x="196318" y="45142"/>
                </a:moveTo>
                <a:cubicBezTo>
                  <a:pt x="202707" y="38752"/>
                  <a:pt x="206477" y="35078"/>
                  <a:pt x="207627" y="34120"/>
                </a:cubicBezTo>
                <a:cubicBezTo>
                  <a:pt x="210502" y="31692"/>
                  <a:pt x="213601" y="29807"/>
                  <a:pt x="216924" y="28465"/>
                </a:cubicBezTo>
                <a:cubicBezTo>
                  <a:pt x="220246" y="27123"/>
                  <a:pt x="223537" y="26452"/>
                  <a:pt x="226795" y="26452"/>
                </a:cubicBezTo>
                <a:cubicBezTo>
                  <a:pt x="232290" y="26452"/>
                  <a:pt x="237019" y="28050"/>
                  <a:pt x="240980" y="31244"/>
                </a:cubicBezTo>
                <a:cubicBezTo>
                  <a:pt x="244941" y="34439"/>
                  <a:pt x="247593" y="39072"/>
                  <a:pt x="248935" y="45142"/>
                </a:cubicBezTo>
                <a:cubicBezTo>
                  <a:pt x="255516" y="37474"/>
                  <a:pt x="261075" y="32442"/>
                  <a:pt x="265611" y="30046"/>
                </a:cubicBezTo>
                <a:cubicBezTo>
                  <a:pt x="270148" y="27650"/>
                  <a:pt x="274812" y="26452"/>
                  <a:pt x="279604" y="26452"/>
                </a:cubicBezTo>
                <a:cubicBezTo>
                  <a:pt x="284269" y="26452"/>
                  <a:pt x="288406" y="27648"/>
                  <a:pt x="292016" y="30040"/>
                </a:cubicBezTo>
                <a:cubicBezTo>
                  <a:pt x="295626" y="32431"/>
                  <a:pt x="298485" y="36335"/>
                  <a:pt x="300594" y="41754"/>
                </a:cubicBezTo>
                <a:cubicBezTo>
                  <a:pt x="301999" y="45452"/>
                  <a:pt x="302702" y="51253"/>
                  <a:pt x="302702" y="59158"/>
                </a:cubicBezTo>
                <a:lnTo>
                  <a:pt x="302702" y="96836"/>
                </a:lnTo>
                <a:cubicBezTo>
                  <a:pt x="302702" y="102319"/>
                  <a:pt x="303118" y="106081"/>
                  <a:pt x="303948" y="108122"/>
                </a:cubicBezTo>
                <a:cubicBezTo>
                  <a:pt x="304587" y="109523"/>
                  <a:pt x="305769" y="110718"/>
                  <a:pt x="307494" y="111707"/>
                </a:cubicBezTo>
                <a:cubicBezTo>
                  <a:pt x="309219" y="112695"/>
                  <a:pt x="312031" y="113189"/>
                  <a:pt x="315928" y="113189"/>
                </a:cubicBezTo>
                <a:lnTo>
                  <a:pt x="315928" y="116735"/>
                </a:lnTo>
                <a:lnTo>
                  <a:pt x="272608" y="116735"/>
                </a:lnTo>
                <a:lnTo>
                  <a:pt x="272608" y="113189"/>
                </a:lnTo>
                <a:lnTo>
                  <a:pt x="274429" y="113189"/>
                </a:lnTo>
                <a:cubicBezTo>
                  <a:pt x="278199" y="113189"/>
                  <a:pt x="281138" y="112458"/>
                  <a:pt x="283246" y="110997"/>
                </a:cubicBezTo>
                <a:cubicBezTo>
                  <a:pt x="284716" y="109979"/>
                  <a:pt x="285770" y="108357"/>
                  <a:pt x="286409" y="106133"/>
                </a:cubicBezTo>
                <a:cubicBezTo>
                  <a:pt x="286665" y="105053"/>
                  <a:pt x="286792" y="101970"/>
                  <a:pt x="286792" y="96884"/>
                </a:cubicBezTo>
                <a:lnTo>
                  <a:pt x="286792" y="59314"/>
                </a:lnTo>
                <a:cubicBezTo>
                  <a:pt x="286792" y="52194"/>
                  <a:pt x="285930" y="47172"/>
                  <a:pt x="284205" y="44249"/>
                </a:cubicBezTo>
                <a:cubicBezTo>
                  <a:pt x="281713" y="40180"/>
                  <a:pt x="277719" y="38145"/>
                  <a:pt x="272224" y="38145"/>
                </a:cubicBezTo>
                <a:cubicBezTo>
                  <a:pt x="268838" y="38145"/>
                  <a:pt x="265436" y="38988"/>
                  <a:pt x="262017" y="40673"/>
                </a:cubicBezTo>
                <a:cubicBezTo>
                  <a:pt x="258599" y="42356"/>
                  <a:pt x="254462" y="45487"/>
                  <a:pt x="249606" y="50065"/>
                </a:cubicBezTo>
                <a:lnTo>
                  <a:pt x="249414" y="51114"/>
                </a:lnTo>
                <a:lnTo>
                  <a:pt x="249606" y="55214"/>
                </a:lnTo>
                <a:lnTo>
                  <a:pt x="249606" y="96884"/>
                </a:lnTo>
                <a:cubicBezTo>
                  <a:pt x="249606" y="102860"/>
                  <a:pt x="249941" y="106579"/>
                  <a:pt x="250612" y="108041"/>
                </a:cubicBezTo>
                <a:cubicBezTo>
                  <a:pt x="251283" y="109502"/>
                  <a:pt x="252545" y="110726"/>
                  <a:pt x="254398" y="111713"/>
                </a:cubicBezTo>
                <a:cubicBezTo>
                  <a:pt x="256251" y="112697"/>
                  <a:pt x="259414" y="113189"/>
                  <a:pt x="263886" y="113189"/>
                </a:cubicBezTo>
                <a:lnTo>
                  <a:pt x="263886" y="116735"/>
                </a:lnTo>
                <a:lnTo>
                  <a:pt x="219511" y="116735"/>
                </a:lnTo>
                <a:lnTo>
                  <a:pt x="219511" y="113189"/>
                </a:lnTo>
                <a:cubicBezTo>
                  <a:pt x="224367" y="113189"/>
                  <a:pt x="227706" y="112617"/>
                  <a:pt x="229527" y="111473"/>
                </a:cubicBezTo>
                <a:cubicBezTo>
                  <a:pt x="231348" y="110329"/>
                  <a:pt x="232610" y="108613"/>
                  <a:pt x="233313" y="106325"/>
                </a:cubicBezTo>
                <a:cubicBezTo>
                  <a:pt x="233632" y="105242"/>
                  <a:pt x="233792" y="102096"/>
                  <a:pt x="233792" y="96884"/>
                </a:cubicBezTo>
                <a:lnTo>
                  <a:pt x="233792" y="59314"/>
                </a:lnTo>
                <a:cubicBezTo>
                  <a:pt x="233792" y="52194"/>
                  <a:pt x="232738" y="47076"/>
                  <a:pt x="230629" y="43961"/>
                </a:cubicBezTo>
                <a:cubicBezTo>
                  <a:pt x="227818" y="39892"/>
                  <a:pt x="223888" y="37858"/>
                  <a:pt x="218841" y="37858"/>
                </a:cubicBezTo>
                <a:cubicBezTo>
                  <a:pt x="215390" y="37858"/>
                  <a:pt x="211972" y="38779"/>
                  <a:pt x="208585" y="40622"/>
                </a:cubicBezTo>
                <a:cubicBezTo>
                  <a:pt x="203282" y="43419"/>
                  <a:pt x="199193" y="46566"/>
                  <a:pt x="196318" y="50062"/>
                </a:cubicBezTo>
                <a:lnTo>
                  <a:pt x="196318" y="96884"/>
                </a:lnTo>
                <a:cubicBezTo>
                  <a:pt x="196318" y="102605"/>
                  <a:pt x="196717" y="106324"/>
                  <a:pt x="197516" y="108041"/>
                </a:cubicBezTo>
                <a:cubicBezTo>
                  <a:pt x="198314" y="109756"/>
                  <a:pt x="199496" y="111043"/>
                  <a:pt x="201062" y="111901"/>
                </a:cubicBezTo>
                <a:cubicBezTo>
                  <a:pt x="202627" y="112760"/>
                  <a:pt x="205806" y="113189"/>
                  <a:pt x="210598" y="113189"/>
                </a:cubicBezTo>
                <a:lnTo>
                  <a:pt x="210598" y="116735"/>
                </a:lnTo>
                <a:lnTo>
                  <a:pt x="167182" y="116735"/>
                </a:lnTo>
                <a:lnTo>
                  <a:pt x="167182" y="113189"/>
                </a:lnTo>
                <a:cubicBezTo>
                  <a:pt x="171207" y="113189"/>
                  <a:pt x="174018" y="112759"/>
                  <a:pt x="175616" y="111898"/>
                </a:cubicBezTo>
                <a:cubicBezTo>
                  <a:pt x="177213" y="111038"/>
                  <a:pt x="178427" y="109667"/>
                  <a:pt x="179258" y="107786"/>
                </a:cubicBezTo>
                <a:cubicBezTo>
                  <a:pt x="180088" y="105905"/>
                  <a:pt x="180504" y="102255"/>
                  <a:pt x="180504" y="96836"/>
                </a:cubicBezTo>
                <a:lnTo>
                  <a:pt x="180504" y="63366"/>
                </a:lnTo>
                <a:cubicBezTo>
                  <a:pt x="180504" y="53738"/>
                  <a:pt x="180216" y="47523"/>
                  <a:pt x="179641" y="44719"/>
                </a:cubicBezTo>
                <a:cubicBezTo>
                  <a:pt x="179194" y="42615"/>
                  <a:pt x="178491" y="41164"/>
                  <a:pt x="177533" y="40367"/>
                </a:cubicBezTo>
                <a:cubicBezTo>
                  <a:pt x="176574" y="39571"/>
                  <a:pt x="175264" y="39172"/>
                  <a:pt x="173603" y="39172"/>
                </a:cubicBezTo>
                <a:cubicBezTo>
                  <a:pt x="171814" y="39172"/>
                  <a:pt x="169674" y="39651"/>
                  <a:pt x="167182" y="40607"/>
                </a:cubicBezTo>
                <a:lnTo>
                  <a:pt x="165744" y="37163"/>
                </a:lnTo>
                <a:lnTo>
                  <a:pt x="192196" y="26452"/>
                </a:lnTo>
                <a:lnTo>
                  <a:pt x="196318" y="26452"/>
                </a:lnTo>
                <a:lnTo>
                  <a:pt x="196318" y="45142"/>
                </a:lnTo>
                <a:close/>
                <a:moveTo>
                  <a:pt x="373603" y="104084"/>
                </a:moveTo>
                <a:cubicBezTo>
                  <a:pt x="364594" y="111049"/>
                  <a:pt x="358939" y="115074"/>
                  <a:pt x="356639" y="116160"/>
                </a:cubicBezTo>
                <a:cubicBezTo>
                  <a:pt x="353188" y="117822"/>
                  <a:pt x="349514" y="118652"/>
                  <a:pt x="345617" y="118652"/>
                </a:cubicBezTo>
                <a:cubicBezTo>
                  <a:pt x="339547" y="118652"/>
                  <a:pt x="334547" y="116576"/>
                  <a:pt x="330618" y="112423"/>
                </a:cubicBezTo>
                <a:cubicBezTo>
                  <a:pt x="326688" y="108269"/>
                  <a:pt x="324723" y="102806"/>
                  <a:pt x="324723" y="96034"/>
                </a:cubicBezTo>
                <a:cubicBezTo>
                  <a:pt x="324723" y="91753"/>
                  <a:pt x="325682" y="88047"/>
                  <a:pt x="327599" y="84916"/>
                </a:cubicBezTo>
                <a:cubicBezTo>
                  <a:pt x="330218" y="80571"/>
                  <a:pt x="334771" y="76482"/>
                  <a:pt x="341256" y="72648"/>
                </a:cubicBezTo>
                <a:cubicBezTo>
                  <a:pt x="347741" y="68814"/>
                  <a:pt x="358524" y="64150"/>
                  <a:pt x="373603" y="58655"/>
                </a:cubicBezTo>
                <a:lnTo>
                  <a:pt x="373603" y="55205"/>
                </a:lnTo>
                <a:cubicBezTo>
                  <a:pt x="373603" y="46451"/>
                  <a:pt x="372213" y="40445"/>
                  <a:pt x="369434" y="37187"/>
                </a:cubicBezTo>
                <a:cubicBezTo>
                  <a:pt x="366654" y="33928"/>
                  <a:pt x="362613" y="32299"/>
                  <a:pt x="357310" y="32299"/>
                </a:cubicBezTo>
                <a:cubicBezTo>
                  <a:pt x="353284" y="32299"/>
                  <a:pt x="350089" y="33381"/>
                  <a:pt x="347725" y="35545"/>
                </a:cubicBezTo>
                <a:cubicBezTo>
                  <a:pt x="345297" y="37710"/>
                  <a:pt x="344083" y="40193"/>
                  <a:pt x="344083" y="42994"/>
                </a:cubicBezTo>
                <a:lnTo>
                  <a:pt x="344275" y="48532"/>
                </a:lnTo>
                <a:cubicBezTo>
                  <a:pt x="344275" y="51459"/>
                  <a:pt x="343524" y="53718"/>
                  <a:pt x="342023" y="55310"/>
                </a:cubicBezTo>
                <a:cubicBezTo>
                  <a:pt x="340521" y="56901"/>
                  <a:pt x="338557" y="57697"/>
                  <a:pt x="336129" y="57697"/>
                </a:cubicBezTo>
                <a:cubicBezTo>
                  <a:pt x="333764" y="57697"/>
                  <a:pt x="331832" y="56869"/>
                  <a:pt x="330330" y="55214"/>
                </a:cubicBezTo>
                <a:cubicBezTo>
                  <a:pt x="328829" y="53557"/>
                  <a:pt x="328078" y="51294"/>
                  <a:pt x="328078" y="48427"/>
                </a:cubicBezTo>
                <a:cubicBezTo>
                  <a:pt x="328078" y="42950"/>
                  <a:pt x="330889" y="37918"/>
                  <a:pt x="336512" y="33332"/>
                </a:cubicBezTo>
                <a:cubicBezTo>
                  <a:pt x="342135" y="28746"/>
                  <a:pt x="350026" y="26452"/>
                  <a:pt x="360185" y="26452"/>
                </a:cubicBezTo>
                <a:cubicBezTo>
                  <a:pt x="367980" y="26452"/>
                  <a:pt x="374369" y="27760"/>
                  <a:pt x="379353" y="30376"/>
                </a:cubicBezTo>
                <a:cubicBezTo>
                  <a:pt x="383123" y="32355"/>
                  <a:pt x="385902" y="35451"/>
                  <a:pt x="387691" y="39664"/>
                </a:cubicBezTo>
                <a:cubicBezTo>
                  <a:pt x="388842" y="42407"/>
                  <a:pt x="389417" y="48023"/>
                  <a:pt x="389417" y="56511"/>
                </a:cubicBezTo>
                <a:lnTo>
                  <a:pt x="389417" y="86282"/>
                </a:lnTo>
                <a:cubicBezTo>
                  <a:pt x="389417" y="94642"/>
                  <a:pt x="389576" y="99763"/>
                  <a:pt x="389896" y="101646"/>
                </a:cubicBezTo>
                <a:cubicBezTo>
                  <a:pt x="390215" y="103529"/>
                  <a:pt x="390742" y="104790"/>
                  <a:pt x="391477" y="105429"/>
                </a:cubicBezTo>
                <a:cubicBezTo>
                  <a:pt x="392212" y="106066"/>
                  <a:pt x="393059" y="106385"/>
                  <a:pt x="394017" y="106385"/>
                </a:cubicBezTo>
                <a:cubicBezTo>
                  <a:pt x="395039" y="106385"/>
                  <a:pt x="395934" y="106161"/>
                  <a:pt x="396701" y="105714"/>
                </a:cubicBezTo>
                <a:cubicBezTo>
                  <a:pt x="398042" y="104883"/>
                  <a:pt x="400630" y="102551"/>
                  <a:pt x="404464" y="98717"/>
                </a:cubicBezTo>
                <a:lnTo>
                  <a:pt x="404464" y="104084"/>
                </a:lnTo>
                <a:cubicBezTo>
                  <a:pt x="397308" y="113668"/>
                  <a:pt x="390471" y="118461"/>
                  <a:pt x="383954" y="118461"/>
                </a:cubicBezTo>
                <a:cubicBezTo>
                  <a:pt x="380823" y="118461"/>
                  <a:pt x="378331" y="117374"/>
                  <a:pt x="376478" y="115202"/>
                </a:cubicBezTo>
                <a:cubicBezTo>
                  <a:pt x="374625" y="113030"/>
                  <a:pt x="373667" y="109324"/>
                  <a:pt x="373603" y="104084"/>
                </a:cubicBezTo>
                <a:moveTo>
                  <a:pt x="373603" y="97801"/>
                </a:moveTo>
                <a:lnTo>
                  <a:pt x="373603" y="64502"/>
                </a:lnTo>
                <a:cubicBezTo>
                  <a:pt x="363955" y="68317"/>
                  <a:pt x="357725" y="71021"/>
                  <a:pt x="354914" y="72612"/>
                </a:cubicBezTo>
                <a:cubicBezTo>
                  <a:pt x="349866" y="75412"/>
                  <a:pt x="346256" y="78338"/>
                  <a:pt x="344083" y="81391"/>
                </a:cubicBezTo>
                <a:cubicBezTo>
                  <a:pt x="341911" y="84444"/>
                  <a:pt x="340825" y="87783"/>
                  <a:pt x="340825" y="91409"/>
                </a:cubicBezTo>
                <a:cubicBezTo>
                  <a:pt x="340825" y="95990"/>
                  <a:pt x="342199" y="99790"/>
                  <a:pt x="344946" y="102811"/>
                </a:cubicBezTo>
                <a:cubicBezTo>
                  <a:pt x="347693" y="105832"/>
                  <a:pt x="350856" y="107343"/>
                  <a:pt x="354434" y="107343"/>
                </a:cubicBezTo>
                <a:cubicBezTo>
                  <a:pt x="359290" y="107343"/>
                  <a:pt x="365680" y="104162"/>
                  <a:pt x="373603" y="97801"/>
                </a:cubicBezTo>
                <a:close/>
                <a:moveTo>
                  <a:pt x="434699" y="0"/>
                </a:moveTo>
                <a:lnTo>
                  <a:pt x="434699" y="28944"/>
                </a:lnTo>
                <a:lnTo>
                  <a:pt x="455209" y="28944"/>
                </a:lnTo>
                <a:lnTo>
                  <a:pt x="455209" y="35653"/>
                </a:lnTo>
                <a:lnTo>
                  <a:pt x="434699" y="35653"/>
                </a:lnTo>
                <a:lnTo>
                  <a:pt x="434699" y="92505"/>
                </a:lnTo>
                <a:cubicBezTo>
                  <a:pt x="434699" y="98186"/>
                  <a:pt x="435514" y="102016"/>
                  <a:pt x="437143" y="103994"/>
                </a:cubicBezTo>
                <a:cubicBezTo>
                  <a:pt x="438772" y="105971"/>
                  <a:pt x="440865" y="106960"/>
                  <a:pt x="443421" y="106960"/>
                </a:cubicBezTo>
                <a:cubicBezTo>
                  <a:pt x="445529" y="106960"/>
                  <a:pt x="447574" y="106305"/>
                  <a:pt x="449555" y="104995"/>
                </a:cubicBezTo>
                <a:cubicBezTo>
                  <a:pt x="451535" y="103685"/>
                  <a:pt x="453069" y="101752"/>
                  <a:pt x="454155" y="99196"/>
                </a:cubicBezTo>
                <a:lnTo>
                  <a:pt x="457893" y="99196"/>
                </a:lnTo>
                <a:cubicBezTo>
                  <a:pt x="455657" y="105476"/>
                  <a:pt x="452494" y="110225"/>
                  <a:pt x="448404" y="113444"/>
                </a:cubicBezTo>
                <a:cubicBezTo>
                  <a:pt x="444315" y="116661"/>
                  <a:pt x="440098" y="118269"/>
                  <a:pt x="435753" y="118269"/>
                </a:cubicBezTo>
                <a:cubicBezTo>
                  <a:pt x="432814" y="118269"/>
                  <a:pt x="429939" y="117453"/>
                  <a:pt x="427128" y="115822"/>
                </a:cubicBezTo>
                <a:cubicBezTo>
                  <a:pt x="424316" y="114191"/>
                  <a:pt x="422240" y="111856"/>
                  <a:pt x="420898" y="108819"/>
                </a:cubicBezTo>
                <a:cubicBezTo>
                  <a:pt x="419556" y="105780"/>
                  <a:pt x="418885" y="101094"/>
                  <a:pt x="418885" y="94761"/>
                </a:cubicBezTo>
                <a:lnTo>
                  <a:pt x="418885" y="35653"/>
                </a:lnTo>
                <a:lnTo>
                  <a:pt x="404988" y="35653"/>
                </a:lnTo>
                <a:lnTo>
                  <a:pt x="404988" y="32490"/>
                </a:lnTo>
                <a:cubicBezTo>
                  <a:pt x="408502" y="31081"/>
                  <a:pt x="412096" y="28694"/>
                  <a:pt x="415770" y="25329"/>
                </a:cubicBezTo>
                <a:cubicBezTo>
                  <a:pt x="419444" y="21965"/>
                  <a:pt x="422719" y="17975"/>
                  <a:pt x="425594" y="13361"/>
                </a:cubicBezTo>
                <a:cubicBezTo>
                  <a:pt x="427064" y="10927"/>
                  <a:pt x="429108" y="6473"/>
                  <a:pt x="431728" y="0"/>
                </a:cubicBezTo>
                <a:lnTo>
                  <a:pt x="4346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▸">
            <a:extLst xmlns:a="http://schemas.openxmlformats.org/drawingml/2006/main">
              <a:ext uri="{FF2B5EF4-FFF2-40B4-BE49-F238E27FC236}">
                <a16:creationId xmlns:a16="http://schemas.microsoft.com/office/drawing/2014/main" id="{04E178D2-6DD2-43CD-9BBB-B0BBF083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494" y="3529268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Edgecases">
            <a:extLst xmlns:a="http://schemas.openxmlformats.org/drawingml/2006/main">
              <a:ext uri="{FF2B5EF4-FFF2-40B4-BE49-F238E27FC236}">
                <a16:creationId xmlns:a16="http://schemas.microsoft.com/office/drawing/2014/main" id="{B06EB725-75EA-46AE-BDFD-42F421D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171" y="3500324"/>
            <a:ext cx="859332" cy="178649"/>
          </a:xfrm>
          <a:custGeom xmlns:a="http://schemas.openxmlformats.org/drawingml/2006/main">
            <a:pathLst>
              <a:path w="859332" h="178649">
                <a:moveTo>
                  <a:pt x="36995" y="13418"/>
                </a:moveTo>
                <a:lnTo>
                  <a:pt x="36995" y="64789"/>
                </a:lnTo>
                <a:lnTo>
                  <a:pt x="65556" y="64789"/>
                </a:lnTo>
                <a:cubicBezTo>
                  <a:pt x="72968" y="64789"/>
                  <a:pt x="77919" y="63665"/>
                  <a:pt x="80411" y="61417"/>
                </a:cubicBezTo>
                <a:cubicBezTo>
                  <a:pt x="83734" y="58464"/>
                  <a:pt x="85587" y="53262"/>
                  <a:pt x="85970" y="45812"/>
                </a:cubicBezTo>
                <a:lnTo>
                  <a:pt x="89516" y="45812"/>
                </a:lnTo>
                <a:lnTo>
                  <a:pt x="89516" y="91050"/>
                </a:lnTo>
                <a:lnTo>
                  <a:pt x="85970" y="91050"/>
                </a:lnTo>
                <a:cubicBezTo>
                  <a:pt x="85076" y="84786"/>
                  <a:pt x="84181" y="80769"/>
                  <a:pt x="83287" y="78998"/>
                </a:cubicBezTo>
                <a:cubicBezTo>
                  <a:pt x="82137" y="76783"/>
                  <a:pt x="80252" y="75044"/>
                  <a:pt x="77632" y="73780"/>
                </a:cubicBezTo>
                <a:cubicBezTo>
                  <a:pt x="75012" y="72514"/>
                  <a:pt x="70987" y="71881"/>
                  <a:pt x="65556" y="71881"/>
                </a:cubicBezTo>
                <a:lnTo>
                  <a:pt x="36995" y="71881"/>
                </a:lnTo>
                <a:lnTo>
                  <a:pt x="36995" y="114651"/>
                </a:lnTo>
                <a:cubicBezTo>
                  <a:pt x="36995" y="120391"/>
                  <a:pt x="37251" y="123884"/>
                  <a:pt x="37762" y="125128"/>
                </a:cubicBezTo>
                <a:cubicBezTo>
                  <a:pt x="38273" y="126372"/>
                  <a:pt x="39167" y="127361"/>
                  <a:pt x="40445" y="128096"/>
                </a:cubicBezTo>
                <a:cubicBezTo>
                  <a:pt x="41723" y="128828"/>
                  <a:pt x="44151" y="129195"/>
                  <a:pt x="47729" y="129195"/>
                </a:cubicBezTo>
                <a:lnTo>
                  <a:pt x="69773" y="129195"/>
                </a:lnTo>
                <a:cubicBezTo>
                  <a:pt x="77121" y="129195"/>
                  <a:pt x="82456" y="128684"/>
                  <a:pt x="85778" y="127661"/>
                </a:cubicBezTo>
                <a:cubicBezTo>
                  <a:pt x="89101" y="126639"/>
                  <a:pt x="92296" y="124626"/>
                  <a:pt x="95363" y="121623"/>
                </a:cubicBezTo>
                <a:cubicBezTo>
                  <a:pt x="99324" y="117662"/>
                  <a:pt x="103381" y="111688"/>
                  <a:pt x="107535" y="103701"/>
                </a:cubicBezTo>
                <a:lnTo>
                  <a:pt x="111368" y="103701"/>
                </a:lnTo>
                <a:lnTo>
                  <a:pt x="100155" y="136287"/>
                </a:lnTo>
                <a:lnTo>
                  <a:pt x="0" y="136287"/>
                </a:lnTo>
                <a:lnTo>
                  <a:pt x="0" y="132741"/>
                </a:lnTo>
                <a:lnTo>
                  <a:pt x="4600" y="132741"/>
                </a:lnTo>
                <a:cubicBezTo>
                  <a:pt x="7667" y="132741"/>
                  <a:pt x="10575" y="132006"/>
                  <a:pt x="13322" y="130537"/>
                </a:cubicBezTo>
                <a:cubicBezTo>
                  <a:pt x="15367" y="129514"/>
                  <a:pt x="16756" y="127981"/>
                  <a:pt x="17491" y="125936"/>
                </a:cubicBezTo>
                <a:cubicBezTo>
                  <a:pt x="18226" y="123892"/>
                  <a:pt x="18593" y="119707"/>
                  <a:pt x="18593" y="113381"/>
                </a:cubicBezTo>
                <a:lnTo>
                  <a:pt x="18593" y="28944"/>
                </a:lnTo>
                <a:cubicBezTo>
                  <a:pt x="18593" y="20702"/>
                  <a:pt x="17763" y="15622"/>
                  <a:pt x="16101" y="13705"/>
                </a:cubicBezTo>
                <a:cubicBezTo>
                  <a:pt x="13801" y="11150"/>
                  <a:pt x="9968" y="9872"/>
                  <a:pt x="4600" y="9872"/>
                </a:cubicBezTo>
                <a:lnTo>
                  <a:pt x="0" y="9872"/>
                </a:lnTo>
                <a:lnTo>
                  <a:pt x="0" y="6326"/>
                </a:lnTo>
                <a:lnTo>
                  <a:pt x="100155" y="6326"/>
                </a:lnTo>
                <a:lnTo>
                  <a:pt x="101592" y="34695"/>
                </a:lnTo>
                <a:lnTo>
                  <a:pt x="97855" y="34695"/>
                </a:lnTo>
                <a:cubicBezTo>
                  <a:pt x="96513" y="27888"/>
                  <a:pt x="95027" y="23213"/>
                  <a:pt x="93398" y="20669"/>
                </a:cubicBezTo>
                <a:cubicBezTo>
                  <a:pt x="91769" y="18125"/>
                  <a:pt x="89357" y="16185"/>
                  <a:pt x="86162" y="14850"/>
                </a:cubicBezTo>
                <a:cubicBezTo>
                  <a:pt x="83606" y="13895"/>
                  <a:pt x="79102" y="13418"/>
                  <a:pt x="72648" y="13418"/>
                </a:cubicBezTo>
                <a:lnTo>
                  <a:pt x="36995" y="13418"/>
                </a:lnTo>
                <a:close/>
                <a:moveTo>
                  <a:pt x="175058" y="126415"/>
                </a:moveTo>
                <a:cubicBezTo>
                  <a:pt x="170777" y="130888"/>
                  <a:pt x="166592" y="134099"/>
                  <a:pt x="162503" y="136048"/>
                </a:cubicBezTo>
                <a:cubicBezTo>
                  <a:pt x="158414" y="137996"/>
                  <a:pt x="154005" y="138971"/>
                  <a:pt x="149277" y="138971"/>
                </a:cubicBezTo>
                <a:cubicBezTo>
                  <a:pt x="139692" y="138971"/>
                  <a:pt x="131322" y="134970"/>
                  <a:pt x="124166" y="126970"/>
                </a:cubicBezTo>
                <a:cubicBezTo>
                  <a:pt x="117010" y="118967"/>
                  <a:pt x="113432" y="108684"/>
                  <a:pt x="113432" y="96120"/>
                </a:cubicBezTo>
                <a:cubicBezTo>
                  <a:pt x="113432" y="83559"/>
                  <a:pt x="117393" y="72066"/>
                  <a:pt x="125316" y="61641"/>
                </a:cubicBezTo>
                <a:cubicBezTo>
                  <a:pt x="133239" y="51217"/>
                  <a:pt x="143430" y="46004"/>
                  <a:pt x="155890" y="46004"/>
                </a:cubicBezTo>
                <a:cubicBezTo>
                  <a:pt x="163621" y="46004"/>
                  <a:pt x="170010" y="48464"/>
                  <a:pt x="175058" y="53384"/>
                </a:cubicBezTo>
                <a:lnTo>
                  <a:pt x="175058" y="37151"/>
                </a:lnTo>
                <a:cubicBezTo>
                  <a:pt x="175058" y="27077"/>
                  <a:pt x="174819" y="20886"/>
                  <a:pt x="174339" y="18575"/>
                </a:cubicBezTo>
                <a:cubicBezTo>
                  <a:pt x="173860" y="16265"/>
                  <a:pt x="173109" y="14694"/>
                  <a:pt x="172087" y="13861"/>
                </a:cubicBezTo>
                <a:cubicBezTo>
                  <a:pt x="171065" y="13027"/>
                  <a:pt x="169787" y="12609"/>
                  <a:pt x="168253" y="12609"/>
                </a:cubicBezTo>
                <a:cubicBezTo>
                  <a:pt x="166592" y="12609"/>
                  <a:pt x="164388" y="13122"/>
                  <a:pt x="161640" y="14149"/>
                </a:cubicBezTo>
                <a:lnTo>
                  <a:pt x="160394" y="10779"/>
                </a:lnTo>
                <a:lnTo>
                  <a:pt x="186559" y="0"/>
                </a:lnTo>
                <a:lnTo>
                  <a:pt x="190872" y="0"/>
                </a:lnTo>
                <a:lnTo>
                  <a:pt x="190872" y="101497"/>
                </a:lnTo>
                <a:cubicBezTo>
                  <a:pt x="190872" y="111784"/>
                  <a:pt x="191112" y="118061"/>
                  <a:pt x="191591" y="120329"/>
                </a:cubicBezTo>
                <a:cubicBezTo>
                  <a:pt x="192070" y="122598"/>
                  <a:pt x="192837" y="124179"/>
                  <a:pt x="193891" y="125074"/>
                </a:cubicBezTo>
                <a:cubicBezTo>
                  <a:pt x="194945" y="125968"/>
                  <a:pt x="196175" y="126415"/>
                  <a:pt x="197581" y="126415"/>
                </a:cubicBezTo>
                <a:cubicBezTo>
                  <a:pt x="199306" y="126415"/>
                  <a:pt x="201606" y="125872"/>
                  <a:pt x="204482" y="124786"/>
                </a:cubicBezTo>
                <a:lnTo>
                  <a:pt x="205536" y="128141"/>
                </a:lnTo>
                <a:lnTo>
                  <a:pt x="179467" y="138971"/>
                </a:lnTo>
                <a:lnTo>
                  <a:pt x="175058" y="138971"/>
                </a:lnTo>
                <a:lnTo>
                  <a:pt x="175058" y="126415"/>
                </a:lnTo>
                <a:moveTo>
                  <a:pt x="175058" y="119727"/>
                </a:moveTo>
                <a:lnTo>
                  <a:pt x="175058" y="74604"/>
                </a:lnTo>
                <a:cubicBezTo>
                  <a:pt x="174675" y="70269"/>
                  <a:pt x="173525" y="66318"/>
                  <a:pt x="171608" y="62749"/>
                </a:cubicBezTo>
                <a:cubicBezTo>
                  <a:pt x="169691" y="59179"/>
                  <a:pt x="167151" y="56487"/>
                  <a:pt x="163988" y="54672"/>
                </a:cubicBezTo>
                <a:cubicBezTo>
                  <a:pt x="160826" y="52855"/>
                  <a:pt x="157743" y="51946"/>
                  <a:pt x="154740" y="51946"/>
                </a:cubicBezTo>
                <a:cubicBezTo>
                  <a:pt x="149117" y="51946"/>
                  <a:pt x="144101" y="54464"/>
                  <a:pt x="139692" y="59500"/>
                </a:cubicBezTo>
                <a:cubicBezTo>
                  <a:pt x="133878" y="66127"/>
                  <a:pt x="130971" y="75814"/>
                  <a:pt x="130971" y="88561"/>
                </a:cubicBezTo>
                <a:cubicBezTo>
                  <a:pt x="130971" y="101436"/>
                  <a:pt x="133782" y="111299"/>
                  <a:pt x="139405" y="118152"/>
                </a:cubicBezTo>
                <a:cubicBezTo>
                  <a:pt x="145028" y="125003"/>
                  <a:pt x="151289" y="128428"/>
                  <a:pt x="158190" y="128428"/>
                </a:cubicBezTo>
                <a:cubicBezTo>
                  <a:pt x="164004" y="128428"/>
                  <a:pt x="169627" y="125528"/>
                  <a:pt x="175058" y="119727"/>
                </a:cubicBezTo>
                <a:close/>
                <a:moveTo>
                  <a:pt x="238950" y="104297"/>
                </a:moveTo>
                <a:cubicBezTo>
                  <a:pt x="233583" y="101681"/>
                  <a:pt x="229462" y="98028"/>
                  <a:pt x="226587" y="93338"/>
                </a:cubicBezTo>
                <a:cubicBezTo>
                  <a:pt x="223712" y="88648"/>
                  <a:pt x="222274" y="83462"/>
                  <a:pt x="222274" y="77782"/>
                </a:cubicBezTo>
                <a:cubicBezTo>
                  <a:pt x="222274" y="69104"/>
                  <a:pt x="225549" y="61638"/>
                  <a:pt x="232098" y="55385"/>
                </a:cubicBezTo>
                <a:cubicBezTo>
                  <a:pt x="238647" y="49131"/>
                  <a:pt x="247033" y="46004"/>
                  <a:pt x="257256" y="46004"/>
                </a:cubicBezTo>
                <a:cubicBezTo>
                  <a:pt x="265626" y="46004"/>
                  <a:pt x="272878" y="48049"/>
                  <a:pt x="279012" y="52138"/>
                </a:cubicBezTo>
                <a:lnTo>
                  <a:pt x="297606" y="52138"/>
                </a:lnTo>
                <a:cubicBezTo>
                  <a:pt x="300353" y="52138"/>
                  <a:pt x="301951" y="52217"/>
                  <a:pt x="302398" y="52375"/>
                </a:cubicBezTo>
                <a:cubicBezTo>
                  <a:pt x="302845" y="52532"/>
                  <a:pt x="303165" y="52801"/>
                  <a:pt x="303356" y="53180"/>
                </a:cubicBezTo>
                <a:cubicBezTo>
                  <a:pt x="303740" y="53749"/>
                  <a:pt x="303931" y="54761"/>
                  <a:pt x="303931" y="56214"/>
                </a:cubicBezTo>
                <a:cubicBezTo>
                  <a:pt x="303931" y="57856"/>
                  <a:pt x="303772" y="58993"/>
                  <a:pt x="303452" y="59626"/>
                </a:cubicBezTo>
                <a:cubicBezTo>
                  <a:pt x="303260" y="59941"/>
                  <a:pt x="302925" y="60194"/>
                  <a:pt x="302446" y="60383"/>
                </a:cubicBezTo>
                <a:cubicBezTo>
                  <a:pt x="301966" y="60573"/>
                  <a:pt x="300353" y="60668"/>
                  <a:pt x="297606" y="60668"/>
                </a:cubicBezTo>
                <a:lnTo>
                  <a:pt x="286201" y="60668"/>
                </a:lnTo>
                <a:cubicBezTo>
                  <a:pt x="289779" y="65278"/>
                  <a:pt x="291568" y="71169"/>
                  <a:pt x="291568" y="78339"/>
                </a:cubicBezTo>
                <a:cubicBezTo>
                  <a:pt x="291568" y="86533"/>
                  <a:pt x="288437" y="93544"/>
                  <a:pt x="282175" y="99370"/>
                </a:cubicBezTo>
                <a:cubicBezTo>
                  <a:pt x="275913" y="105196"/>
                  <a:pt x="267511" y="108110"/>
                  <a:pt x="256969" y="108110"/>
                </a:cubicBezTo>
                <a:cubicBezTo>
                  <a:pt x="252624" y="108110"/>
                  <a:pt x="248183" y="107458"/>
                  <a:pt x="243647" y="106154"/>
                </a:cubicBezTo>
                <a:cubicBezTo>
                  <a:pt x="240835" y="108580"/>
                  <a:pt x="238934" y="110703"/>
                  <a:pt x="237944" y="112524"/>
                </a:cubicBezTo>
                <a:cubicBezTo>
                  <a:pt x="236954" y="114343"/>
                  <a:pt x="236459" y="115891"/>
                  <a:pt x="236459" y="117167"/>
                </a:cubicBezTo>
                <a:cubicBezTo>
                  <a:pt x="236459" y="118253"/>
                  <a:pt x="236986" y="119307"/>
                  <a:pt x="238040" y="120329"/>
                </a:cubicBezTo>
                <a:cubicBezTo>
                  <a:pt x="239094" y="121350"/>
                  <a:pt x="241155" y="122084"/>
                  <a:pt x="244222" y="122531"/>
                </a:cubicBezTo>
                <a:cubicBezTo>
                  <a:pt x="246011" y="122786"/>
                  <a:pt x="250483" y="123010"/>
                  <a:pt x="257640" y="123202"/>
                </a:cubicBezTo>
                <a:cubicBezTo>
                  <a:pt x="270802" y="123519"/>
                  <a:pt x="279332" y="123965"/>
                  <a:pt x="283229" y="124541"/>
                </a:cubicBezTo>
                <a:cubicBezTo>
                  <a:pt x="289172" y="125371"/>
                  <a:pt x="293916" y="127575"/>
                  <a:pt x="297462" y="131151"/>
                </a:cubicBezTo>
                <a:cubicBezTo>
                  <a:pt x="301008" y="134725"/>
                  <a:pt x="302781" y="139129"/>
                  <a:pt x="302781" y="144365"/>
                </a:cubicBezTo>
                <a:cubicBezTo>
                  <a:pt x="302781" y="151579"/>
                  <a:pt x="299395" y="158347"/>
                  <a:pt x="292622" y="164668"/>
                </a:cubicBezTo>
                <a:cubicBezTo>
                  <a:pt x="282654" y="173989"/>
                  <a:pt x="269652" y="178649"/>
                  <a:pt x="253614" y="178649"/>
                </a:cubicBezTo>
                <a:cubicBezTo>
                  <a:pt x="241283" y="178649"/>
                  <a:pt x="230868" y="175874"/>
                  <a:pt x="222370" y="170323"/>
                </a:cubicBezTo>
                <a:cubicBezTo>
                  <a:pt x="217578" y="167132"/>
                  <a:pt x="215182" y="163814"/>
                  <a:pt x="215182" y="160367"/>
                </a:cubicBezTo>
                <a:cubicBezTo>
                  <a:pt x="215182" y="158838"/>
                  <a:pt x="215533" y="157307"/>
                  <a:pt x="216236" y="155776"/>
                </a:cubicBezTo>
                <a:cubicBezTo>
                  <a:pt x="217322" y="153414"/>
                  <a:pt x="219558" y="150127"/>
                  <a:pt x="222945" y="145916"/>
                </a:cubicBezTo>
                <a:cubicBezTo>
                  <a:pt x="223392" y="145343"/>
                  <a:pt x="226651" y="141898"/>
                  <a:pt x="232721" y="135580"/>
                </a:cubicBezTo>
                <a:cubicBezTo>
                  <a:pt x="229398" y="133598"/>
                  <a:pt x="227050" y="131823"/>
                  <a:pt x="225676" y="130255"/>
                </a:cubicBezTo>
                <a:cubicBezTo>
                  <a:pt x="224303" y="128688"/>
                  <a:pt x="223616" y="126913"/>
                  <a:pt x="223616" y="124930"/>
                </a:cubicBezTo>
                <a:cubicBezTo>
                  <a:pt x="223616" y="122690"/>
                  <a:pt x="224526" y="120066"/>
                  <a:pt x="226347" y="117059"/>
                </a:cubicBezTo>
                <a:cubicBezTo>
                  <a:pt x="228168" y="114052"/>
                  <a:pt x="232369" y="109798"/>
                  <a:pt x="238950" y="104297"/>
                </a:cubicBezTo>
                <a:moveTo>
                  <a:pt x="255627" y="50796"/>
                </a:moveTo>
                <a:cubicBezTo>
                  <a:pt x="250899" y="50796"/>
                  <a:pt x="246937" y="52671"/>
                  <a:pt x="243743" y="56421"/>
                </a:cubicBezTo>
                <a:cubicBezTo>
                  <a:pt x="240548" y="60169"/>
                  <a:pt x="238950" y="65919"/>
                  <a:pt x="238950" y="73672"/>
                </a:cubicBezTo>
                <a:cubicBezTo>
                  <a:pt x="238950" y="83714"/>
                  <a:pt x="241123" y="91498"/>
                  <a:pt x="245468" y="97025"/>
                </a:cubicBezTo>
                <a:cubicBezTo>
                  <a:pt x="248790" y="101220"/>
                  <a:pt x="253007" y="103318"/>
                  <a:pt x="258119" y="103318"/>
                </a:cubicBezTo>
                <a:cubicBezTo>
                  <a:pt x="262975" y="103318"/>
                  <a:pt x="266968" y="101507"/>
                  <a:pt x="270099" y="97885"/>
                </a:cubicBezTo>
                <a:cubicBezTo>
                  <a:pt x="273230" y="94263"/>
                  <a:pt x="274795" y="88575"/>
                  <a:pt x="274795" y="80822"/>
                </a:cubicBezTo>
                <a:cubicBezTo>
                  <a:pt x="274795" y="70718"/>
                  <a:pt x="272591" y="62806"/>
                  <a:pt x="268182" y="57086"/>
                </a:cubicBezTo>
                <a:cubicBezTo>
                  <a:pt x="264924" y="52893"/>
                  <a:pt x="260739" y="50796"/>
                  <a:pt x="255627" y="50796"/>
                </a:cubicBezTo>
                <a:moveTo>
                  <a:pt x="237992" y="136344"/>
                </a:moveTo>
                <a:cubicBezTo>
                  <a:pt x="234989" y="139597"/>
                  <a:pt x="232721" y="142626"/>
                  <a:pt x="231187" y="145431"/>
                </a:cubicBezTo>
                <a:cubicBezTo>
                  <a:pt x="229654" y="148238"/>
                  <a:pt x="228887" y="150822"/>
                  <a:pt x="228887" y="153182"/>
                </a:cubicBezTo>
                <a:cubicBezTo>
                  <a:pt x="228887" y="156243"/>
                  <a:pt x="230740" y="158922"/>
                  <a:pt x="234446" y="161218"/>
                </a:cubicBezTo>
                <a:cubicBezTo>
                  <a:pt x="240835" y="165172"/>
                  <a:pt x="250068" y="167148"/>
                  <a:pt x="262144" y="167148"/>
                </a:cubicBezTo>
                <a:cubicBezTo>
                  <a:pt x="273645" y="167148"/>
                  <a:pt x="282127" y="165123"/>
                  <a:pt x="287590" y="161071"/>
                </a:cubicBezTo>
                <a:cubicBezTo>
                  <a:pt x="293053" y="157022"/>
                  <a:pt x="295785" y="152702"/>
                  <a:pt x="295785" y="148112"/>
                </a:cubicBezTo>
                <a:cubicBezTo>
                  <a:pt x="295785" y="144795"/>
                  <a:pt x="294155" y="142435"/>
                  <a:pt x="290897" y="141031"/>
                </a:cubicBezTo>
                <a:cubicBezTo>
                  <a:pt x="287574" y="139628"/>
                  <a:pt x="280993" y="138799"/>
                  <a:pt x="271153" y="138545"/>
                </a:cubicBezTo>
                <a:cubicBezTo>
                  <a:pt x="256777" y="138162"/>
                  <a:pt x="245723" y="137428"/>
                  <a:pt x="237992" y="136344"/>
                </a:cubicBezTo>
                <a:close/>
                <a:moveTo>
                  <a:pt x="324092" y="81657"/>
                </a:moveTo>
                <a:cubicBezTo>
                  <a:pt x="324028" y="94662"/>
                  <a:pt x="327191" y="104862"/>
                  <a:pt x="333580" y="112258"/>
                </a:cubicBezTo>
                <a:cubicBezTo>
                  <a:pt x="339970" y="119652"/>
                  <a:pt x="347477" y="123349"/>
                  <a:pt x="356103" y="123349"/>
                </a:cubicBezTo>
                <a:cubicBezTo>
                  <a:pt x="361854" y="123349"/>
                  <a:pt x="366854" y="121767"/>
                  <a:pt x="371103" y="118604"/>
                </a:cubicBezTo>
                <a:cubicBezTo>
                  <a:pt x="375351" y="115442"/>
                  <a:pt x="378914" y="110026"/>
                  <a:pt x="381789" y="102359"/>
                </a:cubicBezTo>
                <a:lnTo>
                  <a:pt x="384760" y="104276"/>
                </a:lnTo>
                <a:cubicBezTo>
                  <a:pt x="383418" y="113030"/>
                  <a:pt x="379521" y="121000"/>
                  <a:pt x="373067" y="128189"/>
                </a:cubicBezTo>
                <a:cubicBezTo>
                  <a:pt x="366614" y="135377"/>
                  <a:pt x="358531" y="138971"/>
                  <a:pt x="348819" y="138971"/>
                </a:cubicBezTo>
                <a:cubicBezTo>
                  <a:pt x="338277" y="138971"/>
                  <a:pt x="329252" y="134875"/>
                  <a:pt x="321744" y="126682"/>
                </a:cubicBezTo>
                <a:cubicBezTo>
                  <a:pt x="314236" y="118488"/>
                  <a:pt x="310483" y="107472"/>
                  <a:pt x="310483" y="93635"/>
                </a:cubicBezTo>
                <a:cubicBezTo>
                  <a:pt x="310483" y="78651"/>
                  <a:pt x="314332" y="66968"/>
                  <a:pt x="322031" y="58583"/>
                </a:cubicBezTo>
                <a:cubicBezTo>
                  <a:pt x="329731" y="50197"/>
                  <a:pt x="339395" y="46004"/>
                  <a:pt x="351024" y="46004"/>
                </a:cubicBezTo>
                <a:cubicBezTo>
                  <a:pt x="360863" y="46004"/>
                  <a:pt x="368946" y="49239"/>
                  <a:pt x="375272" y="55708"/>
                </a:cubicBezTo>
                <a:cubicBezTo>
                  <a:pt x="381597" y="62175"/>
                  <a:pt x="384760" y="70825"/>
                  <a:pt x="384760" y="81657"/>
                </a:cubicBezTo>
                <a:lnTo>
                  <a:pt x="324092" y="81657"/>
                </a:lnTo>
                <a:moveTo>
                  <a:pt x="324092" y="76098"/>
                </a:moveTo>
                <a:lnTo>
                  <a:pt x="364729" y="76098"/>
                </a:lnTo>
                <a:cubicBezTo>
                  <a:pt x="364410" y="70476"/>
                  <a:pt x="363739" y="66514"/>
                  <a:pt x="362716" y="64214"/>
                </a:cubicBezTo>
                <a:cubicBezTo>
                  <a:pt x="361119" y="60636"/>
                  <a:pt x="358739" y="57825"/>
                  <a:pt x="355576" y="55780"/>
                </a:cubicBezTo>
                <a:cubicBezTo>
                  <a:pt x="352413" y="53735"/>
                  <a:pt x="349107" y="52713"/>
                  <a:pt x="345656" y="52713"/>
                </a:cubicBezTo>
                <a:cubicBezTo>
                  <a:pt x="340353" y="52713"/>
                  <a:pt x="335609" y="54774"/>
                  <a:pt x="331424" y="58895"/>
                </a:cubicBezTo>
                <a:cubicBezTo>
                  <a:pt x="327239" y="63016"/>
                  <a:pt x="324795" y="68751"/>
                  <a:pt x="324092" y="76098"/>
                </a:cubicBezTo>
                <a:close/>
                <a:moveTo>
                  <a:pt x="537588" y="102934"/>
                </a:moveTo>
                <a:cubicBezTo>
                  <a:pt x="535224" y="114499"/>
                  <a:pt x="530591" y="123396"/>
                  <a:pt x="523691" y="129626"/>
                </a:cubicBezTo>
                <a:cubicBezTo>
                  <a:pt x="516790" y="135856"/>
                  <a:pt x="509155" y="138971"/>
                  <a:pt x="500785" y="138971"/>
                </a:cubicBezTo>
                <a:cubicBezTo>
                  <a:pt x="490817" y="138971"/>
                  <a:pt x="482127" y="134791"/>
                  <a:pt x="474716" y="126430"/>
                </a:cubicBezTo>
                <a:cubicBezTo>
                  <a:pt x="467304" y="118068"/>
                  <a:pt x="463598" y="106770"/>
                  <a:pt x="463598" y="92535"/>
                </a:cubicBezTo>
                <a:cubicBezTo>
                  <a:pt x="463598" y="78748"/>
                  <a:pt x="467703" y="67547"/>
                  <a:pt x="475914" y="58931"/>
                </a:cubicBezTo>
                <a:cubicBezTo>
                  <a:pt x="484124" y="50313"/>
                  <a:pt x="493980" y="46004"/>
                  <a:pt x="505481" y="46004"/>
                </a:cubicBezTo>
                <a:cubicBezTo>
                  <a:pt x="514107" y="46004"/>
                  <a:pt x="521199" y="48281"/>
                  <a:pt x="526758" y="52836"/>
                </a:cubicBezTo>
                <a:cubicBezTo>
                  <a:pt x="532317" y="57388"/>
                  <a:pt x="535096" y="62117"/>
                  <a:pt x="535096" y="67020"/>
                </a:cubicBezTo>
                <a:cubicBezTo>
                  <a:pt x="535096" y="69440"/>
                  <a:pt x="534313" y="71399"/>
                  <a:pt x="532748" y="72897"/>
                </a:cubicBezTo>
                <a:cubicBezTo>
                  <a:pt x="531183" y="74392"/>
                  <a:pt x="528994" y="75140"/>
                  <a:pt x="526183" y="75140"/>
                </a:cubicBezTo>
                <a:cubicBezTo>
                  <a:pt x="522413" y="75140"/>
                  <a:pt x="519570" y="73926"/>
                  <a:pt x="517653" y="71498"/>
                </a:cubicBezTo>
                <a:cubicBezTo>
                  <a:pt x="516567" y="70156"/>
                  <a:pt x="515848" y="67600"/>
                  <a:pt x="515496" y="63831"/>
                </a:cubicBezTo>
                <a:cubicBezTo>
                  <a:pt x="515145" y="60061"/>
                  <a:pt x="513851" y="57186"/>
                  <a:pt x="511615" y="55205"/>
                </a:cubicBezTo>
                <a:cubicBezTo>
                  <a:pt x="509378" y="53288"/>
                  <a:pt x="506280" y="52330"/>
                  <a:pt x="502318" y="52330"/>
                </a:cubicBezTo>
                <a:cubicBezTo>
                  <a:pt x="495929" y="52330"/>
                  <a:pt x="490785" y="54694"/>
                  <a:pt x="486888" y="59422"/>
                </a:cubicBezTo>
                <a:cubicBezTo>
                  <a:pt x="481712" y="65684"/>
                  <a:pt x="479124" y="73958"/>
                  <a:pt x="479124" y="84245"/>
                </a:cubicBezTo>
                <a:cubicBezTo>
                  <a:pt x="479124" y="94724"/>
                  <a:pt x="481696" y="103972"/>
                  <a:pt x="486840" y="111991"/>
                </a:cubicBezTo>
                <a:cubicBezTo>
                  <a:pt x="491983" y="120010"/>
                  <a:pt x="498932" y="124019"/>
                  <a:pt x="507685" y="124019"/>
                </a:cubicBezTo>
                <a:cubicBezTo>
                  <a:pt x="513947" y="124019"/>
                  <a:pt x="519570" y="121879"/>
                  <a:pt x="524553" y="117598"/>
                </a:cubicBezTo>
                <a:cubicBezTo>
                  <a:pt x="528068" y="114659"/>
                  <a:pt x="531486" y="109324"/>
                  <a:pt x="534809" y="101592"/>
                </a:cubicBezTo>
                <a:lnTo>
                  <a:pt x="537588" y="102934"/>
                </a:lnTo>
                <a:close/>
                <a:moveTo>
                  <a:pt x="598149" y="123636"/>
                </a:moveTo>
                <a:cubicBezTo>
                  <a:pt x="589140" y="130601"/>
                  <a:pt x="583485" y="134626"/>
                  <a:pt x="581185" y="135712"/>
                </a:cubicBezTo>
                <a:cubicBezTo>
                  <a:pt x="577734" y="137373"/>
                  <a:pt x="574061" y="138204"/>
                  <a:pt x="570163" y="138204"/>
                </a:cubicBezTo>
                <a:cubicBezTo>
                  <a:pt x="564093" y="138204"/>
                  <a:pt x="559093" y="136127"/>
                  <a:pt x="555164" y="131974"/>
                </a:cubicBezTo>
                <a:cubicBezTo>
                  <a:pt x="551234" y="127821"/>
                  <a:pt x="549269" y="122358"/>
                  <a:pt x="549269" y="115585"/>
                </a:cubicBezTo>
                <a:cubicBezTo>
                  <a:pt x="549269" y="111304"/>
                  <a:pt x="550228" y="107598"/>
                  <a:pt x="552145" y="104468"/>
                </a:cubicBezTo>
                <a:cubicBezTo>
                  <a:pt x="554764" y="100123"/>
                  <a:pt x="559317" y="96034"/>
                  <a:pt x="565802" y="92200"/>
                </a:cubicBezTo>
                <a:cubicBezTo>
                  <a:pt x="572287" y="88366"/>
                  <a:pt x="583070" y="83702"/>
                  <a:pt x="598149" y="78207"/>
                </a:cubicBezTo>
                <a:lnTo>
                  <a:pt x="598149" y="74757"/>
                </a:lnTo>
                <a:cubicBezTo>
                  <a:pt x="598149" y="66003"/>
                  <a:pt x="596759" y="59997"/>
                  <a:pt x="593980" y="56738"/>
                </a:cubicBezTo>
                <a:cubicBezTo>
                  <a:pt x="591200" y="53480"/>
                  <a:pt x="587159" y="51850"/>
                  <a:pt x="581856" y="51850"/>
                </a:cubicBezTo>
                <a:cubicBezTo>
                  <a:pt x="577830" y="51850"/>
                  <a:pt x="574636" y="52933"/>
                  <a:pt x="572271" y="55097"/>
                </a:cubicBezTo>
                <a:cubicBezTo>
                  <a:pt x="569843" y="57262"/>
                  <a:pt x="568629" y="59744"/>
                  <a:pt x="568629" y="62546"/>
                </a:cubicBezTo>
                <a:lnTo>
                  <a:pt x="568821" y="68084"/>
                </a:lnTo>
                <a:cubicBezTo>
                  <a:pt x="568821" y="71011"/>
                  <a:pt x="568070" y="73270"/>
                  <a:pt x="566569" y="74862"/>
                </a:cubicBezTo>
                <a:cubicBezTo>
                  <a:pt x="565067" y="76453"/>
                  <a:pt x="563103" y="77249"/>
                  <a:pt x="560675" y="77249"/>
                </a:cubicBezTo>
                <a:cubicBezTo>
                  <a:pt x="558311" y="77249"/>
                  <a:pt x="556378" y="76421"/>
                  <a:pt x="554876" y="74766"/>
                </a:cubicBezTo>
                <a:cubicBezTo>
                  <a:pt x="553375" y="73108"/>
                  <a:pt x="552624" y="70846"/>
                  <a:pt x="552624" y="67979"/>
                </a:cubicBezTo>
                <a:cubicBezTo>
                  <a:pt x="552624" y="62502"/>
                  <a:pt x="555435" y="57470"/>
                  <a:pt x="561058" y="52884"/>
                </a:cubicBezTo>
                <a:cubicBezTo>
                  <a:pt x="566681" y="48297"/>
                  <a:pt x="574572" y="46004"/>
                  <a:pt x="584731" y="46004"/>
                </a:cubicBezTo>
                <a:cubicBezTo>
                  <a:pt x="592526" y="46004"/>
                  <a:pt x="598916" y="47312"/>
                  <a:pt x="603899" y="49928"/>
                </a:cubicBezTo>
                <a:cubicBezTo>
                  <a:pt x="607669" y="51906"/>
                  <a:pt x="610449" y="55002"/>
                  <a:pt x="612238" y="59215"/>
                </a:cubicBezTo>
                <a:cubicBezTo>
                  <a:pt x="613388" y="61959"/>
                  <a:pt x="613963" y="67575"/>
                  <a:pt x="613963" y="76063"/>
                </a:cubicBezTo>
                <a:lnTo>
                  <a:pt x="613963" y="105833"/>
                </a:lnTo>
                <a:cubicBezTo>
                  <a:pt x="613963" y="114194"/>
                  <a:pt x="614122" y="119315"/>
                  <a:pt x="614442" y="121198"/>
                </a:cubicBezTo>
                <a:cubicBezTo>
                  <a:pt x="614761" y="123081"/>
                  <a:pt x="615289" y="124342"/>
                  <a:pt x="616023" y="124981"/>
                </a:cubicBezTo>
                <a:cubicBezTo>
                  <a:pt x="616758" y="125618"/>
                  <a:pt x="617605" y="125936"/>
                  <a:pt x="618563" y="125936"/>
                </a:cubicBezTo>
                <a:cubicBezTo>
                  <a:pt x="619585" y="125936"/>
                  <a:pt x="620480" y="125713"/>
                  <a:pt x="621247" y="125265"/>
                </a:cubicBezTo>
                <a:cubicBezTo>
                  <a:pt x="622588" y="124435"/>
                  <a:pt x="625176" y="122103"/>
                  <a:pt x="629010" y="118269"/>
                </a:cubicBezTo>
                <a:lnTo>
                  <a:pt x="629010" y="123636"/>
                </a:lnTo>
                <a:cubicBezTo>
                  <a:pt x="621854" y="133220"/>
                  <a:pt x="615017" y="138012"/>
                  <a:pt x="608500" y="138012"/>
                </a:cubicBezTo>
                <a:cubicBezTo>
                  <a:pt x="605369" y="138012"/>
                  <a:pt x="602877" y="136926"/>
                  <a:pt x="601024" y="134754"/>
                </a:cubicBezTo>
                <a:cubicBezTo>
                  <a:pt x="599171" y="132581"/>
                  <a:pt x="598213" y="128875"/>
                  <a:pt x="598149" y="123636"/>
                </a:cubicBezTo>
                <a:moveTo>
                  <a:pt x="598149" y="117352"/>
                </a:moveTo>
                <a:lnTo>
                  <a:pt x="598149" y="84053"/>
                </a:lnTo>
                <a:cubicBezTo>
                  <a:pt x="588501" y="87869"/>
                  <a:pt x="582271" y="90573"/>
                  <a:pt x="579460" y="92164"/>
                </a:cubicBezTo>
                <a:cubicBezTo>
                  <a:pt x="574412" y="94963"/>
                  <a:pt x="570802" y="97890"/>
                  <a:pt x="568629" y="100942"/>
                </a:cubicBezTo>
                <a:cubicBezTo>
                  <a:pt x="566457" y="103995"/>
                  <a:pt x="565371" y="107335"/>
                  <a:pt x="565371" y="110961"/>
                </a:cubicBezTo>
                <a:cubicBezTo>
                  <a:pt x="565371" y="115541"/>
                  <a:pt x="566745" y="119342"/>
                  <a:pt x="569492" y="122363"/>
                </a:cubicBezTo>
                <a:cubicBezTo>
                  <a:pt x="572240" y="125384"/>
                  <a:pt x="575402" y="126895"/>
                  <a:pt x="578980" y="126895"/>
                </a:cubicBezTo>
                <a:cubicBezTo>
                  <a:pt x="583836" y="126895"/>
                  <a:pt x="590226" y="123714"/>
                  <a:pt x="598149" y="117352"/>
                </a:cubicBezTo>
                <a:close/>
                <a:moveTo>
                  <a:pt x="690529" y="46004"/>
                </a:moveTo>
                <a:lnTo>
                  <a:pt x="690529" y="75715"/>
                </a:lnTo>
                <a:lnTo>
                  <a:pt x="687366" y="75715"/>
                </a:lnTo>
                <a:cubicBezTo>
                  <a:pt x="684938" y="66396"/>
                  <a:pt x="681823" y="60058"/>
                  <a:pt x="678022" y="56699"/>
                </a:cubicBezTo>
                <a:cubicBezTo>
                  <a:pt x="674220" y="53339"/>
                  <a:pt x="669380" y="51659"/>
                  <a:pt x="663502" y="51659"/>
                </a:cubicBezTo>
                <a:cubicBezTo>
                  <a:pt x="659029" y="51659"/>
                  <a:pt x="655419" y="52840"/>
                  <a:pt x="652671" y="55202"/>
                </a:cubicBezTo>
                <a:cubicBezTo>
                  <a:pt x="649924" y="57562"/>
                  <a:pt x="648550" y="60179"/>
                  <a:pt x="648550" y="63052"/>
                </a:cubicBezTo>
                <a:cubicBezTo>
                  <a:pt x="648550" y="66626"/>
                  <a:pt x="649573" y="69689"/>
                  <a:pt x="651617" y="72241"/>
                </a:cubicBezTo>
                <a:cubicBezTo>
                  <a:pt x="653598" y="74859"/>
                  <a:pt x="657623" y="77635"/>
                  <a:pt x="663693" y="80570"/>
                </a:cubicBezTo>
                <a:lnTo>
                  <a:pt x="677686" y="87369"/>
                </a:lnTo>
                <a:cubicBezTo>
                  <a:pt x="690657" y="93686"/>
                  <a:pt x="697142" y="102016"/>
                  <a:pt x="697142" y="112357"/>
                </a:cubicBezTo>
                <a:cubicBezTo>
                  <a:pt x="697142" y="120333"/>
                  <a:pt x="694123" y="126764"/>
                  <a:pt x="688085" y="131648"/>
                </a:cubicBezTo>
                <a:cubicBezTo>
                  <a:pt x="682047" y="136530"/>
                  <a:pt x="675290" y="138971"/>
                  <a:pt x="667814" y="138971"/>
                </a:cubicBezTo>
                <a:cubicBezTo>
                  <a:pt x="662447" y="138971"/>
                  <a:pt x="656313" y="138012"/>
                  <a:pt x="649413" y="136095"/>
                </a:cubicBezTo>
                <a:cubicBezTo>
                  <a:pt x="647304" y="135457"/>
                  <a:pt x="645579" y="135137"/>
                  <a:pt x="644237" y="135137"/>
                </a:cubicBezTo>
                <a:cubicBezTo>
                  <a:pt x="642768" y="135137"/>
                  <a:pt x="641618" y="135968"/>
                  <a:pt x="640787" y="137629"/>
                </a:cubicBezTo>
                <a:lnTo>
                  <a:pt x="637624" y="137629"/>
                </a:lnTo>
                <a:lnTo>
                  <a:pt x="637624" y="106193"/>
                </a:lnTo>
                <a:lnTo>
                  <a:pt x="640787" y="106193"/>
                </a:lnTo>
                <a:cubicBezTo>
                  <a:pt x="642576" y="115170"/>
                  <a:pt x="645994" y="121935"/>
                  <a:pt x="651042" y="126487"/>
                </a:cubicBezTo>
                <a:cubicBezTo>
                  <a:pt x="656090" y="131040"/>
                  <a:pt x="661744" y="133316"/>
                  <a:pt x="668006" y="133316"/>
                </a:cubicBezTo>
                <a:cubicBezTo>
                  <a:pt x="672415" y="133316"/>
                  <a:pt x="676009" y="132024"/>
                  <a:pt x="678788" y="129440"/>
                </a:cubicBezTo>
                <a:cubicBezTo>
                  <a:pt x="681568" y="126855"/>
                  <a:pt x="682957" y="123743"/>
                  <a:pt x="682957" y="120105"/>
                </a:cubicBezTo>
                <a:cubicBezTo>
                  <a:pt x="682957" y="115700"/>
                  <a:pt x="681408" y="111998"/>
                  <a:pt x="678309" y="108999"/>
                </a:cubicBezTo>
                <a:cubicBezTo>
                  <a:pt x="675210" y="106000"/>
                  <a:pt x="669028" y="102203"/>
                  <a:pt x="659764" y="97609"/>
                </a:cubicBezTo>
                <a:cubicBezTo>
                  <a:pt x="650499" y="93013"/>
                  <a:pt x="644429" y="88863"/>
                  <a:pt x="641554" y="85162"/>
                </a:cubicBezTo>
                <a:cubicBezTo>
                  <a:pt x="638679" y="81524"/>
                  <a:pt x="637241" y="76928"/>
                  <a:pt x="637241" y="71375"/>
                </a:cubicBezTo>
                <a:cubicBezTo>
                  <a:pt x="637241" y="64163"/>
                  <a:pt x="639717" y="58132"/>
                  <a:pt x="644669" y="53282"/>
                </a:cubicBezTo>
                <a:cubicBezTo>
                  <a:pt x="649620" y="48430"/>
                  <a:pt x="656026" y="46004"/>
                  <a:pt x="663885" y="46004"/>
                </a:cubicBezTo>
                <a:cubicBezTo>
                  <a:pt x="667335" y="46004"/>
                  <a:pt x="671520" y="46739"/>
                  <a:pt x="676440" y="48208"/>
                </a:cubicBezTo>
                <a:cubicBezTo>
                  <a:pt x="679699" y="49167"/>
                  <a:pt x="681871" y="49646"/>
                  <a:pt x="682957" y="49646"/>
                </a:cubicBezTo>
                <a:cubicBezTo>
                  <a:pt x="683980" y="49646"/>
                  <a:pt x="684778" y="49422"/>
                  <a:pt x="685354" y="48975"/>
                </a:cubicBezTo>
                <a:cubicBezTo>
                  <a:pt x="685929" y="48528"/>
                  <a:pt x="686599" y="47538"/>
                  <a:pt x="687366" y="46004"/>
                </a:cubicBezTo>
                <a:lnTo>
                  <a:pt x="690529" y="46004"/>
                </a:lnTo>
                <a:close/>
                <a:moveTo>
                  <a:pt x="725356" y="81657"/>
                </a:moveTo>
                <a:cubicBezTo>
                  <a:pt x="725293" y="94662"/>
                  <a:pt x="728455" y="104862"/>
                  <a:pt x="734845" y="112258"/>
                </a:cubicBezTo>
                <a:cubicBezTo>
                  <a:pt x="741234" y="119652"/>
                  <a:pt x="748742" y="123349"/>
                  <a:pt x="757368" y="123349"/>
                </a:cubicBezTo>
                <a:cubicBezTo>
                  <a:pt x="763118" y="123349"/>
                  <a:pt x="768118" y="121767"/>
                  <a:pt x="772367" y="118604"/>
                </a:cubicBezTo>
                <a:cubicBezTo>
                  <a:pt x="776616" y="115442"/>
                  <a:pt x="780178" y="110026"/>
                  <a:pt x="783053" y="102359"/>
                </a:cubicBezTo>
                <a:lnTo>
                  <a:pt x="786024" y="104276"/>
                </a:lnTo>
                <a:cubicBezTo>
                  <a:pt x="784683" y="113030"/>
                  <a:pt x="780785" y="121000"/>
                  <a:pt x="774332" y="128189"/>
                </a:cubicBezTo>
                <a:cubicBezTo>
                  <a:pt x="767878" y="135377"/>
                  <a:pt x="759796" y="138971"/>
                  <a:pt x="750084" y="138971"/>
                </a:cubicBezTo>
                <a:cubicBezTo>
                  <a:pt x="739541" y="138971"/>
                  <a:pt x="730516" y="134875"/>
                  <a:pt x="723008" y="126682"/>
                </a:cubicBezTo>
                <a:cubicBezTo>
                  <a:pt x="715501" y="118488"/>
                  <a:pt x="711747" y="107472"/>
                  <a:pt x="711747" y="93635"/>
                </a:cubicBezTo>
                <a:cubicBezTo>
                  <a:pt x="711747" y="78651"/>
                  <a:pt x="715597" y="66968"/>
                  <a:pt x="723296" y="58583"/>
                </a:cubicBezTo>
                <a:cubicBezTo>
                  <a:pt x="730995" y="50197"/>
                  <a:pt x="740659" y="46004"/>
                  <a:pt x="752288" y="46004"/>
                </a:cubicBezTo>
                <a:cubicBezTo>
                  <a:pt x="762128" y="46004"/>
                  <a:pt x="770210" y="49239"/>
                  <a:pt x="776536" y="55708"/>
                </a:cubicBezTo>
                <a:cubicBezTo>
                  <a:pt x="782862" y="62175"/>
                  <a:pt x="786024" y="70825"/>
                  <a:pt x="786024" y="81657"/>
                </a:cubicBezTo>
                <a:lnTo>
                  <a:pt x="725356" y="81657"/>
                </a:lnTo>
                <a:moveTo>
                  <a:pt x="725356" y="76098"/>
                </a:moveTo>
                <a:lnTo>
                  <a:pt x="765993" y="76098"/>
                </a:lnTo>
                <a:cubicBezTo>
                  <a:pt x="765674" y="70476"/>
                  <a:pt x="765003" y="66514"/>
                  <a:pt x="763981" y="64214"/>
                </a:cubicBezTo>
                <a:cubicBezTo>
                  <a:pt x="762383" y="60636"/>
                  <a:pt x="760003" y="57825"/>
                  <a:pt x="756841" y="55780"/>
                </a:cubicBezTo>
                <a:cubicBezTo>
                  <a:pt x="753678" y="53735"/>
                  <a:pt x="750371" y="52713"/>
                  <a:pt x="746921" y="52713"/>
                </a:cubicBezTo>
                <a:cubicBezTo>
                  <a:pt x="741618" y="52713"/>
                  <a:pt x="736873" y="54774"/>
                  <a:pt x="732688" y="58895"/>
                </a:cubicBezTo>
                <a:cubicBezTo>
                  <a:pt x="728503" y="63016"/>
                  <a:pt x="726059" y="68751"/>
                  <a:pt x="725356" y="76098"/>
                </a:cubicBezTo>
                <a:close/>
                <a:moveTo>
                  <a:pt x="852719" y="46004"/>
                </a:moveTo>
                <a:lnTo>
                  <a:pt x="852719" y="75715"/>
                </a:lnTo>
                <a:lnTo>
                  <a:pt x="849556" y="75715"/>
                </a:lnTo>
                <a:cubicBezTo>
                  <a:pt x="847128" y="66396"/>
                  <a:pt x="844013" y="60058"/>
                  <a:pt x="840211" y="56699"/>
                </a:cubicBezTo>
                <a:cubicBezTo>
                  <a:pt x="836410" y="53339"/>
                  <a:pt x="831570" y="51659"/>
                  <a:pt x="825691" y="51659"/>
                </a:cubicBezTo>
                <a:cubicBezTo>
                  <a:pt x="821219" y="51659"/>
                  <a:pt x="817609" y="52840"/>
                  <a:pt x="814861" y="55202"/>
                </a:cubicBezTo>
                <a:cubicBezTo>
                  <a:pt x="812114" y="57562"/>
                  <a:pt x="810740" y="60179"/>
                  <a:pt x="810740" y="63052"/>
                </a:cubicBezTo>
                <a:cubicBezTo>
                  <a:pt x="810740" y="66626"/>
                  <a:pt x="811762" y="69689"/>
                  <a:pt x="813807" y="72241"/>
                </a:cubicBezTo>
                <a:cubicBezTo>
                  <a:pt x="815788" y="74859"/>
                  <a:pt x="819813" y="77635"/>
                  <a:pt x="825883" y="80570"/>
                </a:cubicBezTo>
                <a:lnTo>
                  <a:pt x="839876" y="87369"/>
                </a:lnTo>
                <a:cubicBezTo>
                  <a:pt x="852847" y="93686"/>
                  <a:pt x="859332" y="102016"/>
                  <a:pt x="859332" y="112357"/>
                </a:cubicBezTo>
                <a:cubicBezTo>
                  <a:pt x="859332" y="120333"/>
                  <a:pt x="856313" y="126764"/>
                  <a:pt x="850275" y="131648"/>
                </a:cubicBezTo>
                <a:cubicBezTo>
                  <a:pt x="844237" y="136530"/>
                  <a:pt x="837480" y="138971"/>
                  <a:pt x="830004" y="138971"/>
                </a:cubicBezTo>
                <a:cubicBezTo>
                  <a:pt x="824637" y="138971"/>
                  <a:pt x="818503" y="138012"/>
                  <a:pt x="811603" y="136095"/>
                </a:cubicBezTo>
                <a:cubicBezTo>
                  <a:pt x="809494" y="135457"/>
                  <a:pt x="807769" y="135137"/>
                  <a:pt x="806427" y="135137"/>
                </a:cubicBezTo>
                <a:cubicBezTo>
                  <a:pt x="804958" y="135137"/>
                  <a:pt x="803807" y="135968"/>
                  <a:pt x="802977" y="137629"/>
                </a:cubicBezTo>
                <a:lnTo>
                  <a:pt x="799814" y="137629"/>
                </a:lnTo>
                <a:lnTo>
                  <a:pt x="799814" y="106193"/>
                </a:lnTo>
                <a:lnTo>
                  <a:pt x="802977" y="106193"/>
                </a:lnTo>
                <a:cubicBezTo>
                  <a:pt x="804766" y="115170"/>
                  <a:pt x="808184" y="121935"/>
                  <a:pt x="813232" y="126487"/>
                </a:cubicBezTo>
                <a:cubicBezTo>
                  <a:pt x="818280" y="131040"/>
                  <a:pt x="823934" y="133316"/>
                  <a:pt x="830196" y="133316"/>
                </a:cubicBezTo>
                <a:cubicBezTo>
                  <a:pt x="834605" y="133316"/>
                  <a:pt x="838199" y="132024"/>
                  <a:pt x="840978" y="129440"/>
                </a:cubicBezTo>
                <a:cubicBezTo>
                  <a:pt x="843758" y="126855"/>
                  <a:pt x="845147" y="123743"/>
                  <a:pt x="845147" y="120105"/>
                </a:cubicBezTo>
                <a:cubicBezTo>
                  <a:pt x="845147" y="115700"/>
                  <a:pt x="843598" y="111998"/>
                  <a:pt x="840499" y="108999"/>
                </a:cubicBezTo>
                <a:cubicBezTo>
                  <a:pt x="837400" y="106000"/>
                  <a:pt x="831218" y="102203"/>
                  <a:pt x="821954" y="97609"/>
                </a:cubicBezTo>
                <a:cubicBezTo>
                  <a:pt x="812689" y="93013"/>
                  <a:pt x="806619" y="88863"/>
                  <a:pt x="803744" y="85162"/>
                </a:cubicBezTo>
                <a:cubicBezTo>
                  <a:pt x="800868" y="81524"/>
                  <a:pt x="799431" y="76928"/>
                  <a:pt x="799431" y="71375"/>
                </a:cubicBezTo>
                <a:cubicBezTo>
                  <a:pt x="799431" y="64163"/>
                  <a:pt x="801907" y="58132"/>
                  <a:pt x="806858" y="53282"/>
                </a:cubicBezTo>
                <a:cubicBezTo>
                  <a:pt x="811810" y="48430"/>
                  <a:pt x="818216" y="46004"/>
                  <a:pt x="826075" y="46004"/>
                </a:cubicBezTo>
                <a:cubicBezTo>
                  <a:pt x="829525" y="46004"/>
                  <a:pt x="833710" y="46739"/>
                  <a:pt x="838630" y="48208"/>
                </a:cubicBezTo>
                <a:cubicBezTo>
                  <a:pt x="841889" y="49167"/>
                  <a:pt x="844061" y="49646"/>
                  <a:pt x="845147" y="49646"/>
                </a:cubicBezTo>
                <a:cubicBezTo>
                  <a:pt x="846170" y="49646"/>
                  <a:pt x="846968" y="49422"/>
                  <a:pt x="847543" y="48975"/>
                </a:cubicBezTo>
                <a:cubicBezTo>
                  <a:pt x="848118" y="48528"/>
                  <a:pt x="848789" y="47538"/>
                  <a:pt x="849556" y="46004"/>
                </a:cubicBezTo>
                <a:lnTo>
                  <a:pt x="852719" y="46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▸">
            <a:extLst xmlns:a="http://schemas.openxmlformats.org/drawingml/2006/main">
              <a:ext uri="{FF2B5EF4-FFF2-40B4-BE49-F238E27FC236}">
                <a16:creationId xmlns:a16="http://schemas.microsoft.com/office/drawing/2014/main" id="{5A160CF7-CC25-49F2-87A1-FFD1C7F9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494" y="3742629"/>
            <a:ext cx="69773" cy="74373"/>
          </a:xfrm>
          <a:custGeom xmlns:a="http://schemas.openxmlformats.org/drawingml/2006/main">
            <a:pathLst>
              <a:path w="69773" h="74373">
                <a:moveTo>
                  <a:pt x="69773" y="36803"/>
                </a:moveTo>
                <a:lnTo>
                  <a:pt x="0" y="74373"/>
                </a:lnTo>
                <a:lnTo>
                  <a:pt x="0" y="0"/>
                </a:lnTo>
                <a:lnTo>
                  <a:pt x="69773" y="36803"/>
                </a:lnTo>
                <a:close/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…">
            <a:extLst xmlns:a="http://schemas.openxmlformats.org/drawingml/2006/main">
              <a:ext uri="{FF2B5EF4-FFF2-40B4-BE49-F238E27FC236}">
                <a16:creationId xmlns:a16="http://schemas.microsoft.com/office/drawing/2014/main" id="{5CC18E58-9308-408D-BBDC-D6B54FE4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189" y="3831378"/>
            <a:ext cx="152197" cy="21277"/>
          </a:xfrm>
          <a:custGeom xmlns:a="http://schemas.openxmlformats.org/drawingml/2006/main">
            <a:pathLst>
              <a:path w="152197" h="21277">
                <a:moveTo>
                  <a:pt x="10638" y="0"/>
                </a:moveTo>
                <a:cubicBezTo>
                  <a:pt x="13641" y="0"/>
                  <a:pt x="16165" y="1038"/>
                  <a:pt x="18210" y="3115"/>
                </a:cubicBezTo>
                <a:cubicBezTo>
                  <a:pt x="20255" y="5191"/>
                  <a:pt x="21277" y="7699"/>
                  <a:pt x="21277" y="10638"/>
                </a:cubicBezTo>
                <a:cubicBezTo>
                  <a:pt x="21277" y="13578"/>
                  <a:pt x="20239" y="16085"/>
                  <a:pt x="18162" y="18162"/>
                </a:cubicBezTo>
                <a:cubicBezTo>
                  <a:pt x="16085" y="20239"/>
                  <a:pt x="13578" y="21277"/>
                  <a:pt x="10638" y="21277"/>
                </a:cubicBezTo>
                <a:cubicBezTo>
                  <a:pt x="7699" y="21277"/>
                  <a:pt x="5191" y="20239"/>
                  <a:pt x="3115" y="18162"/>
                </a:cubicBezTo>
                <a:cubicBezTo>
                  <a:pt x="1038" y="16085"/>
                  <a:pt x="0" y="13578"/>
                  <a:pt x="0" y="10638"/>
                </a:cubicBezTo>
                <a:cubicBezTo>
                  <a:pt x="0" y="7635"/>
                  <a:pt x="1038" y="5112"/>
                  <a:pt x="3115" y="3067"/>
                </a:cubicBezTo>
                <a:cubicBezTo>
                  <a:pt x="5191" y="1022"/>
                  <a:pt x="7699" y="0"/>
                  <a:pt x="10638" y="0"/>
                </a:cubicBezTo>
                <a:moveTo>
                  <a:pt x="76098" y="0"/>
                </a:moveTo>
                <a:cubicBezTo>
                  <a:pt x="79038" y="0"/>
                  <a:pt x="81545" y="1038"/>
                  <a:pt x="83622" y="3115"/>
                </a:cubicBezTo>
                <a:cubicBezTo>
                  <a:pt x="85699" y="5191"/>
                  <a:pt x="86737" y="7699"/>
                  <a:pt x="86737" y="10638"/>
                </a:cubicBezTo>
                <a:cubicBezTo>
                  <a:pt x="86737" y="13578"/>
                  <a:pt x="85699" y="16085"/>
                  <a:pt x="83622" y="18162"/>
                </a:cubicBezTo>
                <a:cubicBezTo>
                  <a:pt x="81545" y="20239"/>
                  <a:pt x="79038" y="21277"/>
                  <a:pt x="76098" y="21277"/>
                </a:cubicBezTo>
                <a:cubicBezTo>
                  <a:pt x="73159" y="21277"/>
                  <a:pt x="70651" y="20239"/>
                  <a:pt x="68575" y="18162"/>
                </a:cubicBezTo>
                <a:cubicBezTo>
                  <a:pt x="66498" y="16085"/>
                  <a:pt x="65460" y="13578"/>
                  <a:pt x="65460" y="10638"/>
                </a:cubicBezTo>
                <a:cubicBezTo>
                  <a:pt x="65460" y="7635"/>
                  <a:pt x="66498" y="5112"/>
                  <a:pt x="68575" y="3067"/>
                </a:cubicBezTo>
                <a:cubicBezTo>
                  <a:pt x="70651" y="1022"/>
                  <a:pt x="73159" y="0"/>
                  <a:pt x="76098" y="0"/>
                </a:cubicBezTo>
                <a:moveTo>
                  <a:pt x="141558" y="0"/>
                </a:moveTo>
                <a:cubicBezTo>
                  <a:pt x="144498" y="0"/>
                  <a:pt x="147005" y="1038"/>
                  <a:pt x="149082" y="3115"/>
                </a:cubicBezTo>
                <a:cubicBezTo>
                  <a:pt x="151159" y="5191"/>
                  <a:pt x="152197" y="7699"/>
                  <a:pt x="152197" y="10638"/>
                </a:cubicBezTo>
                <a:cubicBezTo>
                  <a:pt x="152197" y="13578"/>
                  <a:pt x="151159" y="16085"/>
                  <a:pt x="149082" y="18162"/>
                </a:cubicBezTo>
                <a:cubicBezTo>
                  <a:pt x="147005" y="20239"/>
                  <a:pt x="144498" y="21277"/>
                  <a:pt x="141558" y="21277"/>
                </a:cubicBezTo>
                <a:cubicBezTo>
                  <a:pt x="138619" y="21277"/>
                  <a:pt x="136111" y="20239"/>
                  <a:pt x="134035" y="18162"/>
                </a:cubicBezTo>
                <a:cubicBezTo>
                  <a:pt x="131958" y="16085"/>
                  <a:pt x="130920" y="13578"/>
                  <a:pt x="130920" y="10638"/>
                </a:cubicBezTo>
                <a:cubicBezTo>
                  <a:pt x="130920" y="7635"/>
                  <a:pt x="131942" y="5112"/>
                  <a:pt x="133987" y="3067"/>
                </a:cubicBezTo>
                <a:cubicBezTo>
                  <a:pt x="136032" y="1022"/>
                  <a:pt x="138555" y="0"/>
                  <a:pt x="1415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231A2-F018-48C5-97FF-80045DFA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20" y="4059147"/>
            <a:ext cx="409637" cy="324296"/>
          </a:xfrm>
          <a:custGeom xmlns:a="http://schemas.openxmlformats.org/drawingml/2006/main">
            <a:pathLst>
              <a:path w="409637" h="324296">
                <a:moveTo>
                  <a:pt x="0" y="162148"/>
                </a:moveTo>
                <a:lnTo>
                  <a:pt x="102409" y="162148"/>
                </a:lnTo>
                <a:lnTo>
                  <a:pt x="102409" y="0"/>
                </a:lnTo>
                <a:lnTo>
                  <a:pt x="307227" y="0"/>
                </a:lnTo>
                <a:lnTo>
                  <a:pt x="307227" y="162148"/>
                </a:lnTo>
                <a:lnTo>
                  <a:pt x="409637" y="162148"/>
                </a:lnTo>
                <a:lnTo>
                  <a:pt x="204818" y="324296"/>
                </a:lnTo>
                <a:lnTo>
                  <a:pt x="0" y="162148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19b0cf6d74c23"/>
          <a:stretch xmlns:a="http://schemas.openxmlformats.org/drawingml/2006/main"/>
        </p:blipFill>
        <p:spPr>
          <a:xfrm xmlns:a="http://schemas.openxmlformats.org/drawingml/2006/main">
            <a:off x="1093157" y="5373398"/>
            <a:ext cx="276005" cy="290159"/>
          </a:xfrm>
          <a:prstGeom xmlns:a="http://schemas.openxmlformats.org/drawingml/2006/main" prst="rect">
            <a:avLst/>
          </a:prstGeom>
        </p:spPr>
      </p:pic>
      <p:pic>
        <p:nvPicPr>
          <p:cNvPr id="4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354e6e02446e0"/>
          <a:stretch xmlns:a="http://schemas.openxmlformats.org/drawingml/2006/main"/>
        </p:blipFill>
        <p:spPr>
          <a:xfrm xmlns:a="http://schemas.openxmlformats.org/drawingml/2006/main">
            <a:off x="1090347" y="6021989"/>
            <a:ext cx="281625" cy="281625"/>
          </a:xfrm>
          <a:prstGeom xmlns:a="http://schemas.openxmlformats.org/drawingml/2006/main" prst="rect">
            <a:avLst/>
          </a:prstGeom>
        </p:spPr>
      </p:pic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B25F5-7CEB-4C2F-A9D2-492E7E9D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23" y="1191696"/>
            <a:ext cx="802205" cy="281625"/>
          </a:xfrm>
          <a:custGeom xmlns:a="http://schemas.openxmlformats.org/drawingml/2006/main">
            <a:pathLst>
              <a:path w="802205" h="281625">
                <a:moveTo>
                  <a:pt x="0" y="101029"/>
                </a:moveTo>
                <a:cubicBezTo>
                  <a:pt x="0" y="45231"/>
                  <a:pt x="45231" y="0"/>
                  <a:pt x="101029" y="0"/>
                </a:cubicBezTo>
                <a:lnTo>
                  <a:pt x="701175" y="0"/>
                </a:lnTo>
                <a:cubicBezTo>
                  <a:pt x="756974" y="0"/>
                  <a:pt x="802205" y="45231"/>
                  <a:pt x="802205" y="101029"/>
                </a:cubicBezTo>
                <a:lnTo>
                  <a:pt x="802205" y="180581"/>
                </a:lnTo>
                <a:cubicBezTo>
                  <a:pt x="802205" y="236380"/>
                  <a:pt x="756974" y="281625"/>
                  <a:pt x="701175" y="281625"/>
                </a:cubicBezTo>
                <a:lnTo>
                  <a:pt x="101029" y="281625"/>
                </a:lnTo>
                <a:cubicBezTo>
                  <a:pt x="45231" y="281625"/>
                  <a:pt x="0" y="236380"/>
                  <a:pt x="0" y="180581"/>
                </a:cubicBezTo>
                <a:lnTo>
                  <a:pt x="0" y="101029"/>
                </a:lnTo>
                <a:close/>
              </a:path>
            </a:pathLst>
          </a:custGeom>
          <a:solidFill xmlns:a="http://schemas.openxmlformats.org/drawingml/2006/main">
            <a:srgbClr val="CCEFDC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902917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2026-09-05T15:26:49.0480000Z</dcterms:created>
  <dcterms:modified xsi:type="dcterms:W3CDTF">2026-09-05T15:26:49.0480000Z</dcterms:modified>
</coreProperties>
</file>